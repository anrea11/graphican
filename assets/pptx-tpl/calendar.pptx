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70" userDrawn="1">
          <p15:clr>
            <a:srgbClr val="A4A3A4"/>
          </p15:clr>
        </p15:guide>
        <p15:guide id="4" pos="73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476"/>
    <a:srgbClr val="3C4D76"/>
    <a:srgbClr val="474776"/>
    <a:srgbClr val="00C0FA"/>
    <a:srgbClr val="0095F3"/>
    <a:srgbClr val="006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4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18" y="78"/>
      </p:cViewPr>
      <p:guideLst>
        <p:guide orient="horz" pos="2160"/>
        <p:guide pos="3840"/>
        <p:guide pos="370"/>
        <p:guide pos="73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846DE6-1DB6-41C4-82E6-B8B10C446233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31CB0-833F-46EA-B4FC-EA270C925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FD87-5210-40F3-A848-970696412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F3CA6-51C7-4045-8DB4-3980D6182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7324A-AD34-4B18-ACAA-FBA27FA9F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8632A-1672-431E-B2A1-CE1CB74F7D2F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B0C0A-79CB-440C-9B96-9B8DB828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A6C12-806F-49BF-89FB-1467191A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7A4D-9605-425B-A0AD-FFE7FB38D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083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D9C35-2FB5-4E88-992F-57A27B83C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B6FD7-0FA4-4B00-8A7A-59B580086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49557-579D-40CB-9F5E-E2E95548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8632A-1672-431E-B2A1-CE1CB74F7D2F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36F0E-E416-426A-A8D6-DA97A79E8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E5640-B64C-45F4-965D-BF6915B0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7A4D-9605-425B-A0AD-FFE7FB38D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12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C2B5-7013-44F2-9777-78ABF1B1A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FA9E3-3F74-4BDE-A645-8BDD1849B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12A7B-AC50-4D5C-B110-4F466192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8632A-1672-431E-B2A1-CE1CB74F7D2F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83BFF-8C11-43F0-B391-98DCE74B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95021-FCD0-4581-806E-E3585367C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7A4D-9605-425B-A0AD-FFE7FB38D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5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6856-B5D0-4294-82B4-1FD560F00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26E1F-D0AC-488F-8B9F-666437F84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13F2A-5356-4862-A6A3-3889D91E0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79981-E61F-41D8-93F9-80C46C875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8632A-1672-431E-B2A1-CE1CB74F7D2F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EB03E-5220-46DD-9261-CEFDAA61A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50272-71B4-486B-A345-70EDA370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7A4D-9605-425B-A0AD-FFE7FB38D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1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B5B0-5676-4C1E-A311-DB87DF11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B9CB9-8029-4A8F-B61A-02DD01044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918D6-B9E2-4EEB-B71D-79385031C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1A2B7-1B5F-4972-A95C-7278584866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D831A-63D0-4F9F-AF10-27F366737D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AB83CB-85FF-44F8-B34F-090D61E80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8632A-1672-431E-B2A1-CE1CB74F7D2F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B1B3B-B0C2-4A63-8F07-53D70A89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6D815-EEE8-409A-8BAC-08E18284A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7A4D-9605-425B-A0AD-FFE7FB38D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0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04CCB-C62C-46EC-B566-3FF6664A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DF2C14-30BA-4344-A8B7-AF576C5FD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8632A-1672-431E-B2A1-CE1CB74F7D2F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3C29E-3293-4A15-99C4-4308B6B5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200E4-6C07-43EF-9637-54C5E11B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7A4D-9605-425B-A0AD-FFE7FB38D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11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0AF8F-4DDC-4C6E-B1FC-5BFA285F0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8632A-1672-431E-B2A1-CE1CB74F7D2F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23CB80-80AF-472F-8E5C-8C5794CE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A5A1E-2D15-40C9-93F8-43E4F3A6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7A4D-9605-425B-A0AD-FFE7FB38D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36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7A012-F50F-49A2-9396-DB0F5659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A0050-FAF5-4B42-9D7B-ABD706B02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868AF-0F74-4461-A0F9-1EA7FDF2C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4B2C0-836E-41DA-92B3-C3C21DDD7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8632A-1672-431E-B2A1-CE1CB74F7D2F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C57AF-95E4-466E-8065-34C8E037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2A019-BDFA-4E95-8549-A4543916E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7A4D-9605-425B-A0AD-FFE7FB38D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90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1C19E-4D99-4B56-B454-5ACCEA646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8EB31-D789-42D5-B6DA-9232CF6AD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17CE2-CF51-4F77-8CBA-D6E09DA21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0200B-A58A-42D0-9556-C0613670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8632A-1672-431E-B2A1-CE1CB74F7D2F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A0E93-606B-47D9-B3A1-7D49387D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68E7A-C225-46EF-830A-80B2929C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7A4D-9605-425B-A0AD-FFE7FB38D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4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4893-5166-4B58-82A7-21B45EEFE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3AB4D-915D-4CEE-9D98-45001A18B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B516A-FB15-4161-8558-922B1894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8632A-1672-431E-B2A1-CE1CB74F7D2F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21232-36F2-4A7A-AA6E-097737DB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53572-97A1-43DB-9B58-A1EA9DE3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7A4D-9605-425B-A0AD-FFE7FB38D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7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65CCB1-1296-4515-B733-34C1D53750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F14FA2-881A-45B3-9CA4-916107A21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039C5-BBC3-43EA-ADEF-559386A14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8632A-1672-431E-B2A1-CE1CB74F7D2F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36985-04BE-49A0-8FA4-1334E35E7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94550-82F3-4EF4-9F7A-797D5D89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7A4D-9605-425B-A0AD-FFE7FB38D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9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534D98-5ECE-4586-87D8-E39C28960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44629-649D-4434-A6C2-ADDC9DC1E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5DD4B-27FA-484C-B771-AF7E376C1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8632A-1672-431E-B2A1-CE1CB74F7D2F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CEC87-23BF-4BCB-802F-829C7B604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D4C8D-28A3-449E-8383-F8C90DD1B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E7A4D-9605-425B-A0AD-FFE7FB38D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99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Gc1" Type="http://schemas.openxmlformats.org/officeDocument/2006/relationships/image" Target="../media/gclogo_1.png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Gc1" Type="http://schemas.openxmlformats.org/officeDocument/2006/relationships/image" Target="../media/gclogo_1.png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Relationship Id="rIdGc1" Type="http://schemas.openxmlformats.org/officeDocument/2006/relationships/image" Target="../media/gclogo_1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625B0D97-B5A9-4D84-8385-5C3747EB0C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" t="44898" r="19" b="25146"/>
          <a:stretch/>
        </p:blipFill>
        <p:spPr>
          <a:xfrm>
            <a:off x="0" y="2"/>
            <a:ext cx="12192000" cy="3483429"/>
          </a:xfrm>
          <a:custGeom>
            <a:avLst/>
            <a:gdLst>
              <a:gd name="connsiteX0" fmla="*/ 0 w 12192000"/>
              <a:gd name="connsiteY0" fmla="*/ 0 h 3483429"/>
              <a:gd name="connsiteX1" fmla="*/ 12192000 w 12192000"/>
              <a:gd name="connsiteY1" fmla="*/ 0 h 3483429"/>
              <a:gd name="connsiteX2" fmla="*/ 12192000 w 12192000"/>
              <a:gd name="connsiteY2" fmla="*/ 3483429 h 3483429"/>
              <a:gd name="connsiteX3" fmla="*/ 0 w 12192000"/>
              <a:gd name="connsiteY3" fmla="*/ 3483429 h 348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83429">
                <a:moveTo>
                  <a:pt x="0" y="0"/>
                </a:moveTo>
                <a:lnTo>
                  <a:pt x="12192000" y="0"/>
                </a:lnTo>
                <a:lnTo>
                  <a:pt x="12192000" y="3483429"/>
                </a:lnTo>
                <a:lnTo>
                  <a:pt x="0" y="3483429"/>
                </a:lnTo>
                <a:close/>
              </a:path>
            </a:pathLst>
          </a:cu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4A2C1086-CAF4-47C0-8A3B-334E83BF722C}"/>
              </a:ext>
            </a:extLst>
          </p:cNvPr>
          <p:cNvGrpSpPr/>
          <p:nvPr/>
        </p:nvGrpSpPr>
        <p:grpSpPr>
          <a:xfrm>
            <a:off x="671509" y="4068567"/>
            <a:ext cx="5353402" cy="2131540"/>
            <a:chOff x="671509" y="3980073"/>
            <a:chExt cx="5353402" cy="213154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0C5CAF5-ED6D-48B8-9798-1565CD9DC3A8}"/>
                </a:ext>
              </a:extLst>
            </p:cNvPr>
            <p:cNvGrpSpPr/>
            <p:nvPr/>
          </p:nvGrpSpPr>
          <p:grpSpPr>
            <a:xfrm>
              <a:off x="3126154" y="3980073"/>
              <a:ext cx="444111" cy="2131540"/>
              <a:chOff x="4349944" y="4319512"/>
              <a:chExt cx="444111" cy="2131540"/>
            </a:xfrm>
          </p:grpSpPr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FE10C3CE-29B5-4E47-BAD0-11152BDB3B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ЛХА</a:t>
                </a:r>
              </a:p>
            </p:txBody>
          </p:sp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7052E263-A259-4499-BFFA-7058A362E4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4681867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156E7ABF-3489-4869-A195-2DCD766F2C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5051024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07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7EBC229F-CA4A-4A56-B85E-B8EF99CD98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5420181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14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7DB150D2-F2E8-4D13-BF1D-100606B5BF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5789339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21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69" name="Title 1">
                <a:extLst>
                  <a:ext uri="{FF2B5EF4-FFF2-40B4-BE49-F238E27FC236}">
                    <a16:creationId xmlns:a16="http://schemas.microsoft.com/office/drawing/2014/main" id="{170193D7-45DA-4E01-B699-2ADD78F9D2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6163857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28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409250E-2142-41B4-B76F-8B1BBA7EEAC4}"/>
                </a:ext>
              </a:extLst>
            </p:cNvPr>
            <p:cNvGrpSpPr/>
            <p:nvPr/>
          </p:nvGrpSpPr>
          <p:grpSpPr>
            <a:xfrm>
              <a:off x="3944369" y="3980073"/>
              <a:ext cx="444111" cy="1757022"/>
              <a:chOff x="4826987" y="4319512"/>
              <a:chExt cx="444111" cy="1757022"/>
            </a:xfrm>
          </p:grpSpPr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006A320C-B0FD-49EF-A1BA-6A16B38CAD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ПҮР</a:t>
                </a:r>
              </a:p>
            </p:txBody>
          </p:sp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FC41123B-A23D-48D5-A21F-F8EAC14CA6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4681867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01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18" name="Title 1">
                <a:extLst>
                  <a:ext uri="{FF2B5EF4-FFF2-40B4-BE49-F238E27FC236}">
                    <a16:creationId xmlns:a16="http://schemas.microsoft.com/office/drawing/2014/main" id="{A3C1A18D-6F8A-4A44-80FB-E1C87D12A1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5051024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08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3FBE9641-8ADA-4192-854B-7B165DD787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5420181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15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20" name="Title 1">
                <a:extLst>
                  <a:ext uri="{FF2B5EF4-FFF2-40B4-BE49-F238E27FC236}">
                    <a16:creationId xmlns:a16="http://schemas.microsoft.com/office/drawing/2014/main" id="{1854BA62-E536-4AB9-B429-78D4EB6A3D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5789339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22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400E9D7-2B1F-4F9F-9F30-7391480A04A0}"/>
                </a:ext>
              </a:extLst>
            </p:cNvPr>
            <p:cNvGrpSpPr/>
            <p:nvPr/>
          </p:nvGrpSpPr>
          <p:grpSpPr>
            <a:xfrm>
              <a:off x="4762584" y="3980073"/>
              <a:ext cx="444111" cy="1757022"/>
              <a:chOff x="5304030" y="4319512"/>
              <a:chExt cx="444111" cy="1757022"/>
            </a:xfrm>
          </p:grpSpPr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77EEBF87-0DE6-4C5F-BA72-458EF41ECB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БАА</a:t>
                </a:r>
              </a:p>
            </p:txBody>
          </p:sp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AC88C1C0-D188-44A5-9B3C-6139017C41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4681867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02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24" name="Title 1">
                <a:extLst>
                  <a:ext uri="{FF2B5EF4-FFF2-40B4-BE49-F238E27FC236}">
                    <a16:creationId xmlns:a16="http://schemas.microsoft.com/office/drawing/2014/main" id="{8CDD6BAC-F48D-4562-99EC-CBD73D5B9C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5051024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09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84E2571F-6AE5-4A95-B61C-7194256D04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5420181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16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97319D31-5379-4F67-93E2-E53AED28EA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5789339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23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51F606F-04BD-44E8-9F64-9E1C8B40AC88}"/>
                </a:ext>
              </a:extLst>
            </p:cNvPr>
            <p:cNvGrpSpPr/>
            <p:nvPr/>
          </p:nvGrpSpPr>
          <p:grpSpPr>
            <a:xfrm>
              <a:off x="5580800" y="3994405"/>
              <a:ext cx="444111" cy="1742691"/>
              <a:chOff x="5781073" y="4333843"/>
              <a:chExt cx="444111" cy="1742691"/>
            </a:xfrm>
          </p:grpSpPr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F336AC5C-5087-47B2-9D5F-8D5D210759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4333843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БЯМ</a:t>
                </a:r>
              </a:p>
            </p:txBody>
          </p:sp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C2E104DB-3959-4856-A3AD-8BBBBC349C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4681867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03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30" name="Title 1">
                <a:extLst>
                  <a:ext uri="{FF2B5EF4-FFF2-40B4-BE49-F238E27FC236}">
                    <a16:creationId xmlns:a16="http://schemas.microsoft.com/office/drawing/2014/main" id="{FD3FEFEC-A104-493F-9F33-2FF95B9BD2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5051024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10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9CC023CC-DF63-40CF-A70E-0702EA9F6D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5420181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17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32" name="Title 1">
                <a:extLst>
                  <a:ext uri="{FF2B5EF4-FFF2-40B4-BE49-F238E27FC236}">
                    <a16:creationId xmlns:a16="http://schemas.microsoft.com/office/drawing/2014/main" id="{C56F1570-023E-430A-A01F-C2AE088211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5789339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24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C04A90E-7001-48ED-9BC7-714A03968B39}"/>
                </a:ext>
              </a:extLst>
            </p:cNvPr>
            <p:cNvGrpSpPr/>
            <p:nvPr/>
          </p:nvGrpSpPr>
          <p:grpSpPr>
            <a:xfrm>
              <a:off x="671509" y="3980073"/>
              <a:ext cx="444111" cy="2126180"/>
              <a:chOff x="2918815" y="4319512"/>
              <a:chExt cx="444111" cy="2126180"/>
            </a:xfrm>
          </p:grpSpPr>
          <p:sp>
            <p:nvSpPr>
              <p:cNvPr id="34" name="Title 1">
                <a:extLst>
                  <a:ext uri="{FF2B5EF4-FFF2-40B4-BE49-F238E27FC236}">
                    <a16:creationId xmlns:a16="http://schemas.microsoft.com/office/drawing/2014/main" id="{6F07DE8E-6B80-4338-969A-659E11ACD3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/>
                    </a:solidFill>
                    <a:latin typeface="PT Sans"/>
                  </a:rPr>
                  <a:t>НЯМ</a:t>
                </a:r>
              </a:p>
            </p:txBody>
          </p:sp>
          <p:sp>
            <p:nvSpPr>
              <p:cNvPr id="35" name="Title 1">
                <a:extLst>
                  <a:ext uri="{FF2B5EF4-FFF2-40B4-BE49-F238E27FC236}">
                    <a16:creationId xmlns:a16="http://schemas.microsoft.com/office/drawing/2014/main" id="{FC7B7A6A-4CB4-4FA3-9717-4DB5D041EC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5051024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/>
                    </a:solidFill>
                    <a:latin typeface="PT Sans"/>
                  </a:rPr>
                  <a:t>04</a:t>
                </a:r>
                <a:endParaRPr lang="en-US" sz="1400" dirty="0">
                  <a:solidFill>
                    <a:prstClr val="black"/>
                  </a:solidFill>
                  <a:latin typeface="PT Sans"/>
                </a:endParaRPr>
              </a:p>
            </p:txBody>
          </p:sp>
          <p:sp>
            <p:nvSpPr>
              <p:cNvPr id="36" name="Title 1">
                <a:extLst>
                  <a:ext uri="{FF2B5EF4-FFF2-40B4-BE49-F238E27FC236}">
                    <a16:creationId xmlns:a16="http://schemas.microsoft.com/office/drawing/2014/main" id="{DC008F01-CE04-49F4-AA2A-7156600812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5420181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/>
                    </a:solidFill>
                    <a:latin typeface="PT Sans"/>
                  </a:rPr>
                  <a:t>11</a:t>
                </a:r>
                <a:endParaRPr lang="en-US" sz="1400" dirty="0">
                  <a:solidFill>
                    <a:prstClr val="black"/>
                  </a:solidFill>
                  <a:latin typeface="PT Sans"/>
                </a:endParaRPr>
              </a:p>
            </p:txBody>
          </p:sp>
          <p:sp>
            <p:nvSpPr>
              <p:cNvPr id="37" name="Title 1">
                <a:extLst>
                  <a:ext uri="{FF2B5EF4-FFF2-40B4-BE49-F238E27FC236}">
                    <a16:creationId xmlns:a16="http://schemas.microsoft.com/office/drawing/2014/main" id="{2B68F11B-8C6A-4B78-AA4B-58165235ED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5789339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/>
                    </a:solidFill>
                    <a:latin typeface="PT Sans"/>
                  </a:rPr>
                  <a:t>18</a:t>
                </a:r>
                <a:endParaRPr lang="en-US" sz="1400" dirty="0">
                  <a:solidFill>
                    <a:prstClr val="black"/>
                  </a:solidFill>
                  <a:latin typeface="PT Sans"/>
                </a:endParaRPr>
              </a:p>
            </p:txBody>
          </p:sp>
          <p:sp>
            <p:nvSpPr>
              <p:cNvPr id="38" name="Title 1">
                <a:extLst>
                  <a:ext uri="{FF2B5EF4-FFF2-40B4-BE49-F238E27FC236}">
                    <a16:creationId xmlns:a16="http://schemas.microsoft.com/office/drawing/2014/main" id="{BA001961-686E-438F-8B1B-5D40D4ED02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6158497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/>
                    </a:solidFill>
                    <a:latin typeface="PT Sans"/>
                  </a:rPr>
                  <a:t>25</a:t>
                </a:r>
                <a:endParaRPr lang="en-US" sz="1400" dirty="0">
                  <a:solidFill>
                    <a:prstClr val="black"/>
                  </a:solidFill>
                  <a:latin typeface="PT Sans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1E5FB7D-72B8-4AEB-9366-9A97E89518BE}"/>
                </a:ext>
              </a:extLst>
            </p:cNvPr>
            <p:cNvGrpSpPr/>
            <p:nvPr/>
          </p:nvGrpSpPr>
          <p:grpSpPr>
            <a:xfrm>
              <a:off x="1489724" y="3994405"/>
              <a:ext cx="444111" cy="2111849"/>
              <a:chOff x="3395858" y="4333843"/>
              <a:chExt cx="444111" cy="2111849"/>
            </a:xfrm>
          </p:grpSpPr>
          <p:sp>
            <p:nvSpPr>
              <p:cNvPr id="40" name="Title 1">
                <a:extLst>
                  <a:ext uri="{FF2B5EF4-FFF2-40B4-BE49-F238E27FC236}">
                    <a16:creationId xmlns:a16="http://schemas.microsoft.com/office/drawing/2014/main" id="{B774A0A9-56EC-4A9B-907D-C5301984C4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4333843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ДАВ</a:t>
                </a:r>
              </a:p>
            </p:txBody>
          </p:sp>
          <p:sp>
            <p:nvSpPr>
              <p:cNvPr id="41" name="Title 1">
                <a:extLst>
                  <a:ext uri="{FF2B5EF4-FFF2-40B4-BE49-F238E27FC236}">
                    <a16:creationId xmlns:a16="http://schemas.microsoft.com/office/drawing/2014/main" id="{E37D5813-9DB3-4077-89C4-9DAB1F0553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5051024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05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42" name="Title 1">
                <a:extLst>
                  <a:ext uri="{FF2B5EF4-FFF2-40B4-BE49-F238E27FC236}">
                    <a16:creationId xmlns:a16="http://schemas.microsoft.com/office/drawing/2014/main" id="{BE7E968B-6F05-4DBB-AA0D-E906A3B07A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5420181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12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43" name="Title 1">
                <a:extLst>
                  <a:ext uri="{FF2B5EF4-FFF2-40B4-BE49-F238E27FC236}">
                    <a16:creationId xmlns:a16="http://schemas.microsoft.com/office/drawing/2014/main" id="{3243C244-8383-4876-BC10-6CA6E9DADB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5789339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19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44" name="Title 1">
                <a:extLst>
                  <a:ext uri="{FF2B5EF4-FFF2-40B4-BE49-F238E27FC236}">
                    <a16:creationId xmlns:a16="http://schemas.microsoft.com/office/drawing/2014/main" id="{77E953F1-655F-4353-8528-D61B06DD28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6158497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26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0513096-A38A-4A8B-BB22-431AED7635F4}"/>
                </a:ext>
              </a:extLst>
            </p:cNvPr>
            <p:cNvGrpSpPr/>
            <p:nvPr/>
          </p:nvGrpSpPr>
          <p:grpSpPr>
            <a:xfrm>
              <a:off x="2307939" y="3980073"/>
              <a:ext cx="444111" cy="2126180"/>
              <a:chOff x="3872901" y="4319512"/>
              <a:chExt cx="444111" cy="2126180"/>
            </a:xfrm>
          </p:grpSpPr>
          <p:sp>
            <p:nvSpPr>
              <p:cNvPr id="46" name="Title 1">
                <a:extLst>
                  <a:ext uri="{FF2B5EF4-FFF2-40B4-BE49-F238E27FC236}">
                    <a16:creationId xmlns:a16="http://schemas.microsoft.com/office/drawing/2014/main" id="{E20ECE9B-6391-4102-8B11-84BA7B1FE4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МЯГ</a:t>
                </a:r>
              </a:p>
            </p:txBody>
          </p:sp>
          <p:sp>
            <p:nvSpPr>
              <p:cNvPr id="47" name="Title 1">
                <a:extLst>
                  <a:ext uri="{FF2B5EF4-FFF2-40B4-BE49-F238E27FC236}">
                    <a16:creationId xmlns:a16="http://schemas.microsoft.com/office/drawing/2014/main" id="{AD4718E8-918D-4FBA-AF65-76AC827699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5051024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06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48" name="Title 1">
                <a:extLst>
                  <a:ext uri="{FF2B5EF4-FFF2-40B4-BE49-F238E27FC236}">
                    <a16:creationId xmlns:a16="http://schemas.microsoft.com/office/drawing/2014/main" id="{21333630-CE14-4371-863C-06D9D9A9A4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5420181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13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49" name="Title 1">
                <a:extLst>
                  <a:ext uri="{FF2B5EF4-FFF2-40B4-BE49-F238E27FC236}">
                    <a16:creationId xmlns:a16="http://schemas.microsoft.com/office/drawing/2014/main" id="{98B5A446-F30C-4BDD-AFC1-D3C2091E11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5789339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20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  <p:sp>
            <p:nvSpPr>
              <p:cNvPr id="50" name="Title 1">
                <a:extLst>
                  <a:ext uri="{FF2B5EF4-FFF2-40B4-BE49-F238E27FC236}">
                    <a16:creationId xmlns:a16="http://schemas.microsoft.com/office/drawing/2014/main" id="{FBB9E68F-13AE-47BD-818E-743C749296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6158497"/>
                <a:ext cx="444111" cy="28719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id-ID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27</a:t>
                </a: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</p:grp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AFAF07CE-66E8-40EE-B10D-DAC1955CFBA2}"/>
              </a:ext>
            </a:extLst>
          </p:cNvPr>
          <p:cNvSpPr/>
          <p:nvPr/>
        </p:nvSpPr>
        <p:spPr>
          <a:xfrm>
            <a:off x="0" y="0"/>
            <a:ext cx="12192000" cy="3483431"/>
          </a:xfrm>
          <a:prstGeom prst="rect">
            <a:avLst/>
          </a:prstGeom>
          <a:gradFill>
            <a:gsLst>
              <a:gs pos="100000">
                <a:srgbClr val="624771">
                  <a:alpha val="76000"/>
                </a:srgbClr>
              </a:gs>
              <a:gs pos="52000">
                <a:srgbClr val="4A73A9">
                  <a:alpha val="89000"/>
                </a:srgbClr>
              </a:gs>
              <a:gs pos="0">
                <a:srgbClr val="1F91CF">
                  <a:alpha val="57000"/>
                </a:srgb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2B12FF-ED25-4540-BDB5-48E6EF0B6680}"/>
              </a:ext>
            </a:extLst>
          </p:cNvPr>
          <p:cNvSpPr txBox="1"/>
          <p:nvPr/>
        </p:nvSpPr>
        <p:spPr>
          <a:xfrm>
            <a:off x="7050881" y="3980073"/>
            <a:ext cx="4226719" cy="8832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mn-MN" sz="6600" b="1" i="1" dirty="0">
                <a:solidFill>
                  <a:prstClr val="black"/>
                </a:solidFill>
                <a:latin typeface="Georgia" panose="02040502050405020303" pitchFamily="18" charset="0"/>
              </a:rPr>
              <a:t>2-р сар</a:t>
            </a:r>
            <a:endParaRPr lang="en-US" sz="6600" b="1" i="1" dirty="0">
              <a:solidFill>
                <a:prstClr val="black"/>
              </a:solidFill>
              <a:latin typeface="Georgia" panose="02040502050405020303" pitchFamily="18" charset="0"/>
            </a:endParaRP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AF7C6ED2-D95D-4E43-8EAE-B2753FF42917}"/>
              </a:ext>
            </a:extLst>
          </p:cNvPr>
          <p:cNvSpPr txBox="1">
            <a:spLocks/>
          </p:cNvSpPr>
          <p:nvPr/>
        </p:nvSpPr>
        <p:spPr>
          <a:xfrm>
            <a:off x="7050881" y="5149643"/>
            <a:ext cx="4226719" cy="8309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mn-MN" sz="1200" i="1" dirty="0">
                <a:solidFill>
                  <a:prstClr val="black">
                    <a:lumMod val="50000"/>
                    <a:lumOff val="50000"/>
                  </a:prstClr>
                </a:solidFill>
                <a:latin typeface="Georgia" panose="02040502050405020303" pitchFamily="18" charset="0"/>
              </a:rPr>
              <a:t>Харилцагчидтайгаа урт хугацааны түншлэл тогтооно. Технологийн шинэчлэлийг тасралтгүй нэвтрүүлнэ.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CCDE5C-3D59-4A96-9266-ED47566D2299}"/>
              </a:ext>
            </a:extLst>
          </p:cNvPr>
          <p:cNvSpPr txBox="1"/>
          <p:nvPr/>
        </p:nvSpPr>
        <p:spPr>
          <a:xfrm>
            <a:off x="770466" y="1073244"/>
            <a:ext cx="8872457" cy="14442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mn-MN" sz="4800" b="1" dirty="0">
                <a:solidFill>
                  <a:schemeClr val="bg1"/>
                </a:solidFill>
              </a:rPr>
              <a:t>Бизнес ба </a:t>
            </a:r>
            <a:br>
              <a:rPr lang="mn-MN" sz="4800" b="1" dirty="0">
                <a:solidFill>
                  <a:schemeClr val="bg1"/>
                </a:solidFill>
              </a:rPr>
            </a:br>
            <a:r>
              <a:rPr lang="mn-MN" sz="4800" b="1" dirty="0">
                <a:solidFill>
                  <a:schemeClr val="bg1"/>
                </a:solidFill>
              </a:rPr>
              <a:t>хөгжил </a:t>
            </a:r>
            <a:endParaRPr lang="en-US" sz="4800" b="1" dirty="0">
              <a:solidFill>
                <a:schemeClr val="bg1"/>
              </a:solidFill>
            </a:endParaRPr>
          </a:p>
        </p:txBody>
      </p:sp>
      <p:pic>
        <p:nvPicPr>
          <p:cNvPr id="66" name="Shape 349">
            <a:extLst>
              <a:ext uri="{FF2B5EF4-FFF2-40B4-BE49-F238E27FC236}">
                <a16:creationId xmlns:a16="http://schemas.microsoft.com/office/drawing/2014/main" id="{B674A8B9-BF31-468F-9782-E4B3E714BD08}"/>
              </a:ext>
            </a:extLst>
          </p:cNvPr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742962" y="574206"/>
            <a:ext cx="746762" cy="21275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31539F4A-084E-4795-B4B9-C044CB52D333}"/>
              </a:ext>
            </a:extLst>
          </p:cNvPr>
          <p:cNvSpPr txBox="1"/>
          <p:nvPr/>
        </p:nvSpPr>
        <p:spPr>
          <a:xfrm>
            <a:off x="770466" y="2626572"/>
            <a:ext cx="4662407" cy="569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mn-MN" sz="2000" dirty="0">
                <a:solidFill>
                  <a:schemeClr val="bg1"/>
                </a:solidFill>
              </a:rPr>
              <a:t>Хуанли</a:t>
            </a:r>
            <a:r>
              <a:rPr lang="mn-MN" sz="2000" dirty="0">
                <a:solidFill>
                  <a:schemeClr val="bg1"/>
                </a:solidFill>
              </a:rPr>
              <a:t> | 2026</a:t>
            </a:r>
          </a:p>
        </p:txBody>
      </p:sp>
    </p:spTree>
    <p:extLst>
      <p:ext uri="{BB962C8B-B14F-4D97-AF65-F5344CB8AC3E}">
        <p14:creationId xmlns:p14="http://schemas.microsoft.com/office/powerpoint/2010/main" val="3447811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108A0F2D-9748-4561-9F1A-1981FEBFB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2" t="20308" r="9690" b="6742"/>
          <a:stretch>
            <a:fillRect/>
          </a:stretch>
        </p:blipFill>
        <p:spPr>
          <a:xfrm>
            <a:off x="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F07D55F5-3583-421A-BC80-061FEADF5A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61EB">
                  <a:alpha val="80000"/>
                </a:srgbClr>
              </a:gs>
              <a:gs pos="48000">
                <a:srgbClr val="0095F3">
                  <a:alpha val="87000"/>
                </a:srgbClr>
              </a:gs>
              <a:gs pos="100000">
                <a:srgbClr val="00C0FA">
                  <a:alpha val="8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F0BCAEF-02E7-4379-B203-6C41C00D777D}"/>
              </a:ext>
            </a:extLst>
          </p:cNvPr>
          <p:cNvSpPr/>
          <p:nvPr/>
        </p:nvSpPr>
        <p:spPr>
          <a:xfrm>
            <a:off x="587375" y="456326"/>
            <a:ext cx="4502150" cy="59453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95300" sx="102000" sy="102000" algn="ctr" rotWithShape="0">
              <a:prstClr val="black">
                <a:alpha val="4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350E2BC-34F8-4098-A5F9-869B95AF85A9}"/>
              </a:ext>
            </a:extLst>
          </p:cNvPr>
          <p:cNvGrpSpPr/>
          <p:nvPr/>
        </p:nvGrpSpPr>
        <p:grpSpPr>
          <a:xfrm>
            <a:off x="988224" y="2059833"/>
            <a:ext cx="3563567" cy="2122011"/>
            <a:chOff x="5184649" y="2386025"/>
            <a:chExt cx="3563567" cy="21220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D0F5870-69EC-42F7-AC76-603F447A14EE}"/>
                </a:ext>
              </a:extLst>
            </p:cNvPr>
            <p:cNvGrpSpPr/>
            <p:nvPr/>
          </p:nvGrpSpPr>
          <p:grpSpPr>
            <a:xfrm>
              <a:off x="6744376" y="2386025"/>
              <a:ext cx="444111" cy="2118226"/>
              <a:chOff x="4349944" y="4319512"/>
              <a:chExt cx="444111" cy="2118226"/>
            </a:xfrm>
          </p:grpSpPr>
          <p:sp>
            <p:nvSpPr>
              <p:cNvPr id="45" name="Title 1">
                <a:extLst>
                  <a:ext uri="{FF2B5EF4-FFF2-40B4-BE49-F238E27FC236}">
                    <a16:creationId xmlns:a16="http://schemas.microsoft.com/office/drawing/2014/main" id="{53D1CC5E-B5D6-4351-9940-D702EF4334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ЛХА</a:t>
                </a:r>
              </a:p>
            </p:txBody>
          </p:sp>
          <p:sp>
            <p:nvSpPr>
              <p:cNvPr id="46" name="Title 1">
                <a:extLst>
                  <a:ext uri="{FF2B5EF4-FFF2-40B4-BE49-F238E27FC236}">
                    <a16:creationId xmlns:a16="http://schemas.microsoft.com/office/drawing/2014/main" id="{C1DB2D1A-3B9B-45C5-BEF2-53ADD08CD2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09</a:t>
                </a:r>
              </a:p>
            </p:txBody>
          </p:sp>
          <p:sp>
            <p:nvSpPr>
              <p:cNvPr id="47" name="Title 1">
                <a:extLst>
                  <a:ext uri="{FF2B5EF4-FFF2-40B4-BE49-F238E27FC236}">
                    <a16:creationId xmlns:a16="http://schemas.microsoft.com/office/drawing/2014/main" id="{57A26CE7-160E-436C-BDE4-D4BC129626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16</a:t>
                </a:r>
              </a:p>
            </p:txBody>
          </p:sp>
          <p:sp>
            <p:nvSpPr>
              <p:cNvPr id="48" name="Title 1">
                <a:extLst>
                  <a:ext uri="{FF2B5EF4-FFF2-40B4-BE49-F238E27FC236}">
                    <a16:creationId xmlns:a16="http://schemas.microsoft.com/office/drawing/2014/main" id="{A3170E4C-4B14-4B1F-9FBD-9C8F4D1BDA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5789339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23</a:t>
                </a:r>
              </a:p>
            </p:txBody>
          </p:sp>
          <p:sp>
            <p:nvSpPr>
              <p:cNvPr id="49" name="Title 1">
                <a:extLst>
                  <a:ext uri="{FF2B5EF4-FFF2-40B4-BE49-F238E27FC236}">
                    <a16:creationId xmlns:a16="http://schemas.microsoft.com/office/drawing/2014/main" id="{39BA139D-CFC9-40E7-A4C4-69DFAE18C1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468186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02</a:t>
                </a:r>
              </a:p>
            </p:txBody>
          </p:sp>
          <p:sp>
            <p:nvSpPr>
              <p:cNvPr id="50" name="Title 1">
                <a:extLst>
                  <a:ext uri="{FF2B5EF4-FFF2-40B4-BE49-F238E27FC236}">
                    <a16:creationId xmlns:a16="http://schemas.microsoft.com/office/drawing/2014/main" id="{4F9D45C6-84B8-4B70-A478-A8A54E62AE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6154712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30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1E064DA-08B7-449A-A4D2-6CB8BDD7E89C}"/>
                </a:ext>
              </a:extLst>
            </p:cNvPr>
            <p:cNvGrpSpPr/>
            <p:nvPr/>
          </p:nvGrpSpPr>
          <p:grpSpPr>
            <a:xfrm>
              <a:off x="7264285" y="2386025"/>
              <a:ext cx="444111" cy="2108795"/>
              <a:chOff x="4826987" y="4319512"/>
              <a:chExt cx="444111" cy="2108795"/>
            </a:xfrm>
          </p:grpSpPr>
          <p:sp>
            <p:nvSpPr>
              <p:cNvPr id="40" name="Title 1">
                <a:extLst>
                  <a:ext uri="{FF2B5EF4-FFF2-40B4-BE49-F238E27FC236}">
                    <a16:creationId xmlns:a16="http://schemas.microsoft.com/office/drawing/2014/main" id="{E6EF788D-2620-4E59-BAA3-FC95DC0A22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ПҮР</a:t>
                </a:r>
              </a:p>
            </p:txBody>
          </p:sp>
          <p:sp>
            <p:nvSpPr>
              <p:cNvPr id="41" name="Title 1">
                <a:extLst>
                  <a:ext uri="{FF2B5EF4-FFF2-40B4-BE49-F238E27FC236}">
                    <a16:creationId xmlns:a16="http://schemas.microsoft.com/office/drawing/2014/main" id="{CB11DBEA-F0FC-430C-B35E-7C5EBC6A8E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10</a:t>
                </a:r>
              </a:p>
            </p:txBody>
          </p:sp>
          <p:sp>
            <p:nvSpPr>
              <p:cNvPr id="42" name="Title 1">
                <a:extLst>
                  <a:ext uri="{FF2B5EF4-FFF2-40B4-BE49-F238E27FC236}">
                    <a16:creationId xmlns:a16="http://schemas.microsoft.com/office/drawing/2014/main" id="{D3AD42CC-DDBE-467E-94CB-C82387A9C7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17</a:t>
                </a:r>
              </a:p>
            </p:txBody>
          </p:sp>
          <p:sp>
            <p:nvSpPr>
              <p:cNvPr id="43" name="Title 1">
                <a:extLst>
                  <a:ext uri="{FF2B5EF4-FFF2-40B4-BE49-F238E27FC236}">
                    <a16:creationId xmlns:a16="http://schemas.microsoft.com/office/drawing/2014/main" id="{F5BD40E9-046C-4E66-8B9B-93DDD253C7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5789339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24</a:t>
                </a:r>
              </a:p>
            </p:txBody>
          </p:sp>
          <p:sp>
            <p:nvSpPr>
              <p:cNvPr id="44" name="Title 1">
                <a:extLst>
                  <a:ext uri="{FF2B5EF4-FFF2-40B4-BE49-F238E27FC236}">
                    <a16:creationId xmlns:a16="http://schemas.microsoft.com/office/drawing/2014/main" id="{783958BD-58D4-4F79-BE5F-FFCC667DC2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468186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03</a:t>
                </a:r>
              </a:p>
            </p:txBody>
          </p:sp>
          <p:sp>
            <p:nvSpPr>
              <p:cNvPr id="79" name="Title 1">
                <a:extLst>
                  <a:ext uri="{FF2B5EF4-FFF2-40B4-BE49-F238E27FC236}">
                    <a16:creationId xmlns:a16="http://schemas.microsoft.com/office/drawing/2014/main" id="{DD5756C6-C153-4DC9-9D88-2ABF168231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61452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31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8ADCF22-E47F-4F55-A3F4-4334CCA15930}"/>
                </a:ext>
              </a:extLst>
            </p:cNvPr>
            <p:cNvGrpSpPr/>
            <p:nvPr/>
          </p:nvGrpSpPr>
          <p:grpSpPr>
            <a:xfrm>
              <a:off x="7784194" y="2386025"/>
              <a:ext cx="444111" cy="1752853"/>
              <a:chOff x="5304030" y="4319512"/>
              <a:chExt cx="444111" cy="1752853"/>
            </a:xfrm>
          </p:grpSpPr>
          <p:sp>
            <p:nvSpPr>
              <p:cNvPr id="35" name="Title 1">
                <a:extLst>
                  <a:ext uri="{FF2B5EF4-FFF2-40B4-BE49-F238E27FC236}">
                    <a16:creationId xmlns:a16="http://schemas.microsoft.com/office/drawing/2014/main" id="{C37F4273-1710-4EB3-ABCE-E5CECFB9ED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БАА</a:t>
                </a:r>
              </a:p>
            </p:txBody>
          </p:sp>
          <p:sp>
            <p:nvSpPr>
              <p:cNvPr id="36" name="Title 1">
                <a:extLst>
                  <a:ext uri="{FF2B5EF4-FFF2-40B4-BE49-F238E27FC236}">
                    <a16:creationId xmlns:a16="http://schemas.microsoft.com/office/drawing/2014/main" id="{0E6B7587-A114-418E-8F87-187D0EE0C5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468186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04</a:t>
                </a:r>
              </a:p>
            </p:txBody>
          </p:sp>
          <p:sp>
            <p:nvSpPr>
              <p:cNvPr id="37" name="Title 1">
                <a:extLst>
                  <a:ext uri="{FF2B5EF4-FFF2-40B4-BE49-F238E27FC236}">
                    <a16:creationId xmlns:a16="http://schemas.microsoft.com/office/drawing/2014/main" id="{C038B9A6-23A7-4589-A150-09FFB36095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11</a:t>
                </a:r>
              </a:p>
            </p:txBody>
          </p:sp>
          <p:sp>
            <p:nvSpPr>
              <p:cNvPr id="38" name="Title 1">
                <a:extLst>
                  <a:ext uri="{FF2B5EF4-FFF2-40B4-BE49-F238E27FC236}">
                    <a16:creationId xmlns:a16="http://schemas.microsoft.com/office/drawing/2014/main" id="{AF978E47-E6F2-42A0-8948-EEBE85E3CD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18</a:t>
                </a:r>
              </a:p>
            </p:txBody>
          </p:sp>
          <p:sp>
            <p:nvSpPr>
              <p:cNvPr id="39" name="Title 1">
                <a:extLst>
                  <a:ext uri="{FF2B5EF4-FFF2-40B4-BE49-F238E27FC236}">
                    <a16:creationId xmlns:a16="http://schemas.microsoft.com/office/drawing/2014/main" id="{8ABC00D3-D10B-4935-BDE1-528315231F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5789339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25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7AA25BF-83F3-40F4-B2A2-2D46BF6656D5}"/>
                </a:ext>
              </a:extLst>
            </p:cNvPr>
            <p:cNvGrpSpPr/>
            <p:nvPr/>
          </p:nvGrpSpPr>
          <p:grpSpPr>
            <a:xfrm>
              <a:off x="8304105" y="2400356"/>
              <a:ext cx="444111" cy="1738522"/>
              <a:chOff x="5781073" y="4333843"/>
              <a:chExt cx="444111" cy="1738522"/>
            </a:xfrm>
          </p:grpSpPr>
          <p:sp>
            <p:nvSpPr>
              <p:cNvPr id="30" name="Title 1">
                <a:extLst>
                  <a:ext uri="{FF2B5EF4-FFF2-40B4-BE49-F238E27FC236}">
                    <a16:creationId xmlns:a16="http://schemas.microsoft.com/office/drawing/2014/main" id="{85E14DC7-191E-4DAA-A606-986F34B1B5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4333843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БЯМ</a:t>
                </a:r>
              </a:p>
            </p:txBody>
          </p:sp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7F5BE419-57D1-4FDA-BFAD-2DFD7647AD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468186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05</a:t>
                </a:r>
              </a:p>
            </p:txBody>
          </p:sp>
          <p:sp>
            <p:nvSpPr>
              <p:cNvPr id="32" name="Title 1">
                <a:extLst>
                  <a:ext uri="{FF2B5EF4-FFF2-40B4-BE49-F238E27FC236}">
                    <a16:creationId xmlns:a16="http://schemas.microsoft.com/office/drawing/2014/main" id="{AB118241-FB92-401A-A32F-B4BE929250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12</a:t>
                </a:r>
              </a:p>
            </p:txBody>
          </p:sp>
          <p:sp>
            <p:nvSpPr>
              <p:cNvPr id="33" name="Title 1">
                <a:extLst>
                  <a:ext uri="{FF2B5EF4-FFF2-40B4-BE49-F238E27FC236}">
                    <a16:creationId xmlns:a16="http://schemas.microsoft.com/office/drawing/2014/main" id="{7AE6BC3D-4291-4600-874A-1C07C90E1E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19</a:t>
                </a:r>
              </a:p>
            </p:txBody>
          </p:sp>
          <p:sp>
            <p:nvSpPr>
              <p:cNvPr id="34" name="Title 1">
                <a:extLst>
                  <a:ext uri="{FF2B5EF4-FFF2-40B4-BE49-F238E27FC236}">
                    <a16:creationId xmlns:a16="http://schemas.microsoft.com/office/drawing/2014/main" id="{AFD82217-A766-4CA7-A10B-A1314B6E46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5789339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26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75F02E8-913F-420D-8E95-E71C87D2BD82}"/>
                </a:ext>
              </a:extLst>
            </p:cNvPr>
            <p:cNvGrpSpPr/>
            <p:nvPr/>
          </p:nvGrpSpPr>
          <p:grpSpPr>
            <a:xfrm>
              <a:off x="5184649" y="2386025"/>
              <a:ext cx="444111" cy="2122011"/>
              <a:chOff x="2918815" y="4319512"/>
              <a:chExt cx="444111" cy="2122011"/>
            </a:xfrm>
          </p:grpSpPr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867ABA95-D532-49A9-BC12-80FB67223F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/>
                    </a:solidFill>
                    <a:latin typeface="PT Sans"/>
                  </a:rPr>
                  <a:t>НЯМ</a:t>
                </a:r>
              </a:p>
            </p:txBody>
          </p:sp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8F2B1EF7-CCA0-4CFC-9EF3-FB6E9E908E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/>
                    </a:solidFill>
                    <a:latin typeface="PT Sans"/>
                  </a:rPr>
                  <a:t>06</a:t>
                </a:r>
              </a:p>
            </p:txBody>
          </p:sp>
          <p:sp>
            <p:nvSpPr>
              <p:cNvPr id="27" name="Title 1">
                <a:extLst>
                  <a:ext uri="{FF2B5EF4-FFF2-40B4-BE49-F238E27FC236}">
                    <a16:creationId xmlns:a16="http://schemas.microsoft.com/office/drawing/2014/main" id="{2045F9DD-001A-4F92-8703-4FAB8B3D9D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/>
                    </a:solidFill>
                    <a:latin typeface="PT Sans"/>
                  </a:rPr>
                  <a:t>13</a:t>
                </a:r>
              </a:p>
            </p:txBody>
          </p:sp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B660611E-BB4D-47C8-8C0D-68D0F811F1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5789339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/>
                    </a:solidFill>
                    <a:latin typeface="PT Sans"/>
                  </a:rPr>
                  <a:t>20</a:t>
                </a:r>
              </a:p>
            </p:txBody>
          </p:sp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6D3C5D5B-813E-4B83-81D6-D2C029248A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615849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/>
                    </a:solidFill>
                    <a:latin typeface="PT Sans"/>
                  </a:rPr>
                  <a:t>27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B39C5E9-474C-4998-A946-51B06ECE9F89}"/>
                </a:ext>
              </a:extLst>
            </p:cNvPr>
            <p:cNvGrpSpPr/>
            <p:nvPr/>
          </p:nvGrpSpPr>
          <p:grpSpPr>
            <a:xfrm>
              <a:off x="5704558" y="2400356"/>
              <a:ext cx="444111" cy="2107680"/>
              <a:chOff x="3395858" y="4333843"/>
              <a:chExt cx="444111" cy="2107680"/>
            </a:xfrm>
          </p:grpSpPr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E07AFE5E-356B-4470-A47E-962D77F19B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4333843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ДАВ</a:t>
                </a:r>
              </a:p>
            </p:txBody>
          </p:sp>
          <p:sp>
            <p:nvSpPr>
              <p:cNvPr id="20" name="Title 1">
                <a:extLst>
                  <a:ext uri="{FF2B5EF4-FFF2-40B4-BE49-F238E27FC236}">
                    <a16:creationId xmlns:a16="http://schemas.microsoft.com/office/drawing/2014/main" id="{71CFAAFB-C203-4ED8-97AA-B087DA8B2D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07</a:t>
                </a:r>
              </a:p>
            </p:txBody>
          </p:sp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84C00829-6675-48CC-A11D-F5C6DE507B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14</a:t>
                </a:r>
              </a:p>
            </p:txBody>
          </p:sp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A68B3CBC-B4F0-4329-BE33-894F76341D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5789339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21</a:t>
                </a:r>
              </a:p>
            </p:txBody>
          </p:sp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185FE059-5873-4E49-AEDB-382024CC0E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615849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28</a:t>
                </a:r>
              </a:p>
            </p:txBody>
          </p:sp>
          <p:sp>
            <p:nvSpPr>
              <p:cNvPr id="24" name="Title 1">
                <a:extLst>
                  <a:ext uri="{FF2B5EF4-FFF2-40B4-BE49-F238E27FC236}">
                    <a16:creationId xmlns:a16="http://schemas.microsoft.com/office/drawing/2014/main" id="{59A71887-20C0-434C-BB7D-ED69E05A0E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468186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endParaRPr lang="en-US" sz="140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PT San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2DBC49E-470F-4198-8917-3992626BAB47}"/>
                </a:ext>
              </a:extLst>
            </p:cNvPr>
            <p:cNvGrpSpPr/>
            <p:nvPr/>
          </p:nvGrpSpPr>
          <p:grpSpPr>
            <a:xfrm>
              <a:off x="6224467" y="2386025"/>
              <a:ext cx="444111" cy="2122011"/>
              <a:chOff x="3872901" y="4319512"/>
              <a:chExt cx="444111" cy="2122011"/>
            </a:xfrm>
          </p:grpSpPr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9CEF5B70-DF99-40B6-9451-90C264BB91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МЯГ</a:t>
                </a:r>
              </a:p>
            </p:txBody>
          </p:sp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3BEA4337-F2B9-43E2-BCBC-30E421E095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08</a:t>
                </a:r>
              </a:p>
            </p:txBody>
          </p:sp>
          <p:sp>
            <p:nvSpPr>
              <p:cNvPr id="15" name="Title 1">
                <a:extLst>
                  <a:ext uri="{FF2B5EF4-FFF2-40B4-BE49-F238E27FC236}">
                    <a16:creationId xmlns:a16="http://schemas.microsoft.com/office/drawing/2014/main" id="{B5C84131-68B2-4A7E-B9B9-0E3181319E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15</a:t>
                </a:r>
              </a:p>
            </p:txBody>
          </p:sp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7C1CDB9F-EAA2-40EC-84AD-C14189AAA3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5789339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22</a:t>
                </a:r>
              </a:p>
            </p:txBody>
          </p:sp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6F114DD2-9020-43B3-BA28-35279D6D9C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615849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29</a:t>
                </a:r>
              </a:p>
            </p:txBody>
          </p:sp>
          <p:sp>
            <p:nvSpPr>
              <p:cNvPr id="18" name="Title 1">
                <a:extLst>
                  <a:ext uri="{FF2B5EF4-FFF2-40B4-BE49-F238E27FC236}">
                    <a16:creationId xmlns:a16="http://schemas.microsoft.com/office/drawing/2014/main" id="{607C162A-3E3A-496D-8640-3AC0ADC69D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468186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01</a:t>
                </a:r>
              </a:p>
            </p:txBody>
          </p:sp>
        </p:grp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EFFF0515-E25A-4110-A2E3-2A4CA7A503CB}"/>
              </a:ext>
            </a:extLst>
          </p:cNvPr>
          <p:cNvSpPr txBox="1"/>
          <p:nvPr/>
        </p:nvSpPr>
        <p:spPr>
          <a:xfrm>
            <a:off x="988224" y="946661"/>
            <a:ext cx="1686232" cy="92333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mn-MN" sz="6000" b="1" dirty="0">
                <a:solidFill>
                  <a:prstClr val="black"/>
                </a:solidFill>
                <a:latin typeface="Open Sans" panose="020B0502040204020203" pitchFamily="34" charset="0"/>
                <a:cs typeface="Open Sans" panose="020B0502040204020203" pitchFamily="34" charset="0"/>
              </a:rPr>
              <a:t>5-Р САР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1224996F-06FA-4209-B551-F4E2B62AFD61}"/>
              </a:ext>
            </a:extLst>
          </p:cNvPr>
          <p:cNvSpPr txBox="1">
            <a:spLocks/>
          </p:cNvSpPr>
          <p:nvPr/>
        </p:nvSpPr>
        <p:spPr>
          <a:xfrm>
            <a:off x="988224" y="4705328"/>
            <a:ext cx="3563567" cy="4616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mn-MN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T Sans"/>
              </a:rPr>
              <a:t>Тоо баримт, жишээ ашиглавал илүү үр дүнтэй.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3E37CD19-DC36-4FCF-A9A5-42F09137746C}"/>
              </a:ext>
            </a:extLst>
          </p:cNvPr>
          <p:cNvSpPr txBox="1">
            <a:spLocks/>
          </p:cNvSpPr>
          <p:nvPr/>
        </p:nvSpPr>
        <p:spPr>
          <a:xfrm>
            <a:off x="988224" y="5392130"/>
            <a:ext cx="3563567" cy="4616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mn-MN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T Sans"/>
              </a:rPr>
              <a:t>Бид хэрэглэгчдэдээ үнэ цэн бүтээхийг зорьдог.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5C101BF-9190-453A-9382-F87BA1431B2C}"/>
              </a:ext>
            </a:extLst>
          </p:cNvPr>
          <p:cNvCxnSpPr>
            <a:cxnSpLocks/>
          </p:cNvCxnSpPr>
          <p:nvPr/>
        </p:nvCxnSpPr>
        <p:spPr>
          <a:xfrm flipV="1">
            <a:off x="988224" y="4445814"/>
            <a:ext cx="3563567" cy="3437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09FD603-420D-4158-8D53-B17380982E9A}"/>
              </a:ext>
            </a:extLst>
          </p:cNvPr>
          <p:cNvSpPr/>
          <p:nvPr/>
        </p:nvSpPr>
        <p:spPr>
          <a:xfrm>
            <a:off x="5685232" y="456326"/>
            <a:ext cx="5919393" cy="5945348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495300" sx="102000" sy="102000" algn="ctr" rotWithShape="0">
              <a:prstClr val="black">
                <a:alpha val="4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75" name="Shape 349">
            <a:extLst>
              <a:ext uri="{FF2B5EF4-FFF2-40B4-BE49-F238E27FC236}">
                <a16:creationId xmlns:a16="http://schemas.microsoft.com/office/drawing/2014/main" id="{037FDAD7-1062-4897-9243-6812C3FEB555}"/>
              </a:ext>
            </a:extLst>
          </p:cNvPr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528147" y="6559268"/>
            <a:ext cx="746762" cy="2127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2C18983A-3E83-4EF5-9790-AC49B4508609}"/>
              </a:ext>
            </a:extLst>
          </p:cNvPr>
          <p:cNvGrpSpPr/>
          <p:nvPr/>
        </p:nvGrpSpPr>
        <p:grpSpPr>
          <a:xfrm>
            <a:off x="6261019" y="1927340"/>
            <a:ext cx="4767818" cy="3003320"/>
            <a:chOff x="6264943" y="899525"/>
            <a:chExt cx="4767818" cy="3003320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C7D9D350-3B56-419F-9AAB-17989E45392C}"/>
                </a:ext>
              </a:extLst>
            </p:cNvPr>
            <p:cNvGrpSpPr/>
            <p:nvPr/>
          </p:nvGrpSpPr>
          <p:grpSpPr>
            <a:xfrm>
              <a:off x="8310748" y="899525"/>
              <a:ext cx="668360" cy="669096"/>
              <a:chOff x="-1836738" y="742950"/>
              <a:chExt cx="1441450" cy="1443038"/>
            </a:xfrm>
          </p:grpSpPr>
          <p:sp>
            <p:nvSpPr>
              <p:cNvPr id="63" name="Freeform 5">
                <a:extLst>
                  <a:ext uri="{FF2B5EF4-FFF2-40B4-BE49-F238E27FC236}">
                    <a16:creationId xmlns:a16="http://schemas.microsoft.com/office/drawing/2014/main" id="{372515BE-ABFE-42D9-885D-70A04CB1F5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836738" y="868363"/>
                <a:ext cx="1441450" cy="1317625"/>
              </a:xfrm>
              <a:custGeom>
                <a:avLst/>
                <a:gdLst>
                  <a:gd name="T0" fmla="*/ 158 w 908"/>
                  <a:gd name="T1" fmla="*/ 0 h 830"/>
                  <a:gd name="T2" fmla="*/ 0 w 908"/>
                  <a:gd name="T3" fmla="*/ 0 h 830"/>
                  <a:gd name="T4" fmla="*/ 0 w 908"/>
                  <a:gd name="T5" fmla="*/ 830 h 830"/>
                  <a:gd name="T6" fmla="*/ 908 w 908"/>
                  <a:gd name="T7" fmla="*/ 830 h 830"/>
                  <a:gd name="T8" fmla="*/ 908 w 908"/>
                  <a:gd name="T9" fmla="*/ 0 h 830"/>
                  <a:gd name="T10" fmla="*/ 750 w 908"/>
                  <a:gd name="T11" fmla="*/ 0 h 8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8" h="830">
                    <a:moveTo>
                      <a:pt x="158" y="0"/>
                    </a:moveTo>
                    <a:lnTo>
                      <a:pt x="0" y="0"/>
                    </a:lnTo>
                    <a:lnTo>
                      <a:pt x="0" y="830"/>
                    </a:lnTo>
                    <a:lnTo>
                      <a:pt x="908" y="830"/>
                    </a:lnTo>
                    <a:lnTo>
                      <a:pt x="908" y="0"/>
                    </a:lnTo>
                    <a:lnTo>
                      <a:pt x="750" y="0"/>
                    </a:lnTo>
                  </a:path>
                </a:pathLst>
              </a:custGeom>
              <a:noFill/>
              <a:ln w="381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4" name="Rectangle 6">
                <a:extLst>
                  <a:ext uri="{FF2B5EF4-FFF2-40B4-BE49-F238E27FC236}">
                    <a16:creationId xmlns:a16="http://schemas.microsoft.com/office/drawing/2014/main" id="{D4E8915F-EF64-49C9-AA54-D9555B102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585913" y="742950"/>
                <a:ext cx="187325" cy="250825"/>
              </a:xfrm>
              <a:prstGeom prst="rect">
                <a:avLst/>
              </a:prstGeom>
              <a:noFill/>
              <a:ln w="381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5" name="Rectangle 7">
                <a:extLst>
                  <a:ext uri="{FF2B5EF4-FFF2-40B4-BE49-F238E27FC236}">
                    <a16:creationId xmlns:a16="http://schemas.microsoft.com/office/drawing/2014/main" id="{57B69BCF-64D5-41F0-82DD-ACDFB6E97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833438" y="742950"/>
                <a:ext cx="187325" cy="250825"/>
              </a:xfrm>
              <a:prstGeom prst="rect">
                <a:avLst/>
              </a:prstGeom>
              <a:noFill/>
              <a:ln w="381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6" name="Line 8">
                <a:extLst>
                  <a:ext uri="{FF2B5EF4-FFF2-40B4-BE49-F238E27FC236}">
                    <a16:creationId xmlns:a16="http://schemas.microsoft.com/office/drawing/2014/main" id="{0BF88EC6-479C-4B04-AE45-7BC9AA259D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398588" y="868363"/>
                <a:ext cx="565150" cy="0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7" name="Line 9">
                <a:extLst>
                  <a:ext uri="{FF2B5EF4-FFF2-40B4-BE49-F238E27FC236}">
                    <a16:creationId xmlns:a16="http://schemas.microsoft.com/office/drawing/2014/main" id="{16D5BBBB-3128-4463-891D-231FC6BE8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836738" y="1182688"/>
                <a:ext cx="1441450" cy="0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8" name="Line 10">
                <a:extLst>
                  <a:ext uri="{FF2B5EF4-FFF2-40B4-BE49-F238E27FC236}">
                    <a16:creationId xmlns:a16="http://schemas.microsoft.com/office/drawing/2014/main" id="{BA0087C0-FE72-49BD-81E7-57446DD0D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460501" y="1308100"/>
                <a:ext cx="0" cy="752475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9" name="Line 11">
                <a:extLst>
                  <a:ext uri="{FF2B5EF4-FFF2-40B4-BE49-F238E27FC236}">
                    <a16:creationId xmlns:a16="http://schemas.microsoft.com/office/drawing/2014/main" id="{F2E7D05D-76F9-439B-A739-85E00C0828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147763" y="1308100"/>
                <a:ext cx="0" cy="752475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70" name="Line 12">
                <a:extLst>
                  <a:ext uri="{FF2B5EF4-FFF2-40B4-BE49-F238E27FC236}">
                    <a16:creationId xmlns:a16="http://schemas.microsoft.com/office/drawing/2014/main" id="{72577759-3E19-4570-9E5F-5BD3A1DCE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833438" y="1308100"/>
                <a:ext cx="0" cy="752475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71" name="Line 13">
                <a:extLst>
                  <a:ext uri="{FF2B5EF4-FFF2-40B4-BE49-F238E27FC236}">
                    <a16:creationId xmlns:a16="http://schemas.microsoft.com/office/drawing/2014/main" id="{631E73CC-AEBC-4D49-8A98-17CF3E5D04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711326" y="1433513"/>
                <a:ext cx="1190625" cy="0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72" name="Line 14">
                <a:extLst>
                  <a:ext uri="{FF2B5EF4-FFF2-40B4-BE49-F238E27FC236}">
                    <a16:creationId xmlns:a16="http://schemas.microsoft.com/office/drawing/2014/main" id="{A08D2191-D817-4818-89F7-5600161FB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711326" y="1684338"/>
                <a:ext cx="1190625" cy="0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73" name="Line 15">
                <a:extLst>
                  <a:ext uri="{FF2B5EF4-FFF2-40B4-BE49-F238E27FC236}">
                    <a16:creationId xmlns:a16="http://schemas.microsoft.com/office/drawing/2014/main" id="{81AE6324-61B4-4A54-B04E-17D64DDF11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711326" y="1935163"/>
                <a:ext cx="1190625" cy="0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sp>
          <p:nvSpPr>
            <p:cNvPr id="77" name="Title 1">
              <a:extLst>
                <a:ext uri="{FF2B5EF4-FFF2-40B4-BE49-F238E27FC236}">
                  <a16:creationId xmlns:a16="http://schemas.microsoft.com/office/drawing/2014/main" id="{9390833F-5B9B-433B-A8C9-AF23B5469F79}"/>
                </a:ext>
              </a:extLst>
            </p:cNvPr>
            <p:cNvSpPr txBox="1">
              <a:spLocks/>
            </p:cNvSpPr>
            <p:nvPr/>
          </p:nvSpPr>
          <p:spPr>
            <a:xfrm>
              <a:off x="6264943" y="2011819"/>
              <a:ext cx="4767818" cy="82073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ts val="3200"/>
                </a:lnSpc>
              </a:pPr>
              <a:r>
                <a:rPr lang="mn-MN" sz="2800" b="1" dirty="0">
                  <a:solidFill>
                    <a:schemeClr val="bg1"/>
                  </a:solidFill>
                  <a:latin typeface="Open Sans" panose="020B0502040204020203" pitchFamily="34" charset="0"/>
                  <a:cs typeface="Open Sans" panose="020B0502040204020203" pitchFamily="34" charset="0"/>
                </a:rPr>
                <a:t>Бизнес ба </a:t>
              </a:r>
              <a:br>
                <a:rPr lang="mn-MN" sz="2800" b="1" dirty="0">
                  <a:solidFill>
                    <a:schemeClr val="bg1"/>
                  </a:solidFill>
                  <a:latin typeface="Open Sans" panose="020B0502040204020203" pitchFamily="34" charset="0"/>
                  <a:cs typeface="Open Sans" panose="020B0502040204020203" pitchFamily="34" charset="0"/>
                </a:rPr>
              </a:br>
              <a:r>
                <a:rPr lang="mn-MN" sz="2800" b="1" dirty="0">
                  <a:solidFill>
                    <a:schemeClr val="bg1"/>
                  </a:solidFill>
                  <a:latin typeface="Open Sans" panose="020B0502040204020203" pitchFamily="34" charset="0"/>
                  <a:cs typeface="Open Sans" panose="020B0502040204020203" pitchFamily="34" charset="0"/>
                </a:rPr>
                <a:t>хөгжлийн </a:t>
              </a:r>
              <a:r>
                <a:rPr lang="mn-MN" sz="2800" b="1" dirty="0" err="1">
                  <a:solidFill>
                    <a:schemeClr val="bg1"/>
                  </a:solidFill>
                  <a:latin typeface="Open Sans" panose="020B0502040204020203" pitchFamily="34" charset="0"/>
                  <a:cs typeface="Open Sans" panose="020B0502040204020203" pitchFamily="34" charset="0"/>
                </a:rPr>
                <a:t>хуанли </a:t>
              </a:r>
            </a:p>
          </p:txBody>
        </p:sp>
        <p:sp>
          <p:nvSpPr>
            <p:cNvPr id="80" name="Title 1">
              <a:extLst>
                <a:ext uri="{FF2B5EF4-FFF2-40B4-BE49-F238E27FC236}">
                  <a16:creationId xmlns:a16="http://schemas.microsoft.com/office/drawing/2014/main" id="{36210EE6-3964-407F-96FB-548BE3B62856}"/>
                </a:ext>
              </a:extLst>
            </p:cNvPr>
            <p:cNvSpPr txBox="1">
              <a:spLocks/>
            </p:cNvSpPr>
            <p:nvPr/>
          </p:nvSpPr>
          <p:spPr>
            <a:xfrm>
              <a:off x="6388117" y="3071848"/>
              <a:ext cx="4513622" cy="83099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mn-MN" sz="1200" i="1" dirty="0">
                  <a:solidFill>
                    <a:schemeClr val="bg1"/>
                  </a:solidFill>
                  <a:latin typeface="Georgia" panose="02040502050405020303" pitchFamily="18" charset="0"/>
                </a:rPr>
                <a:t>Төслийн явц, үр дүнг энд харуулна. Багаараа хамтран шинэ шийдэл хэрэгжүүлнэ.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9294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2502F857-5A37-4183-86FD-4BCF3E7CB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10142" y="0"/>
            <a:ext cx="10281858" cy="6857999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74FEB1EC-333D-4FBE-BB17-37EEEC4B9961}"/>
              </a:ext>
            </a:extLst>
          </p:cNvPr>
          <p:cNvSpPr/>
          <p:nvPr/>
        </p:nvSpPr>
        <p:spPr>
          <a:xfrm>
            <a:off x="4064884" y="-3"/>
            <a:ext cx="8127116" cy="6858002"/>
          </a:xfrm>
          <a:prstGeom prst="rect">
            <a:avLst/>
          </a:prstGeom>
          <a:gradFill>
            <a:gsLst>
              <a:gs pos="57000">
                <a:srgbClr val="3C4D76">
                  <a:alpha val="92000"/>
                </a:srgbClr>
              </a:gs>
              <a:gs pos="0">
                <a:srgbClr val="474776">
                  <a:alpha val="84000"/>
                </a:srgbClr>
              </a:gs>
              <a:gs pos="100000">
                <a:srgbClr val="305476">
                  <a:alpha val="87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5C84900-C4FB-4EBA-B67B-EE34297732A6}"/>
              </a:ext>
            </a:extLst>
          </p:cNvPr>
          <p:cNvSpPr/>
          <p:nvPr/>
        </p:nvSpPr>
        <p:spPr>
          <a:xfrm rot="20296433">
            <a:off x="5192848" y="-420332"/>
            <a:ext cx="2223630" cy="7698661"/>
          </a:xfrm>
          <a:prstGeom prst="ellipse">
            <a:avLst/>
          </a:prstGeom>
          <a:solidFill>
            <a:schemeClr val="tx1">
              <a:alpha val="44000"/>
            </a:schemeClr>
          </a:solidFill>
          <a:ln>
            <a:noFill/>
          </a:ln>
          <a:effectLst>
            <a:softEdge rad="711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Flowchart: Manual Input 3">
            <a:extLst>
              <a:ext uri="{FF2B5EF4-FFF2-40B4-BE49-F238E27FC236}">
                <a16:creationId xmlns:a16="http://schemas.microsoft.com/office/drawing/2014/main" id="{B57DC180-6689-41F1-AAA8-7D78843A72AB}"/>
              </a:ext>
            </a:extLst>
          </p:cNvPr>
          <p:cNvSpPr/>
          <p:nvPr/>
        </p:nvSpPr>
        <p:spPr>
          <a:xfrm rot="5400000">
            <a:off x="1167465" y="238124"/>
            <a:ext cx="6858000" cy="638175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5889 h 13889"/>
              <a:gd name="connsiteX1" fmla="*/ 10000 w 10000"/>
              <a:gd name="connsiteY1" fmla="*/ 0 h 13889"/>
              <a:gd name="connsiteX2" fmla="*/ 10000 w 10000"/>
              <a:gd name="connsiteY2" fmla="*/ 13889 h 13889"/>
              <a:gd name="connsiteX3" fmla="*/ 0 w 10000"/>
              <a:gd name="connsiteY3" fmla="*/ 13889 h 13889"/>
              <a:gd name="connsiteX4" fmla="*/ 0 w 10000"/>
              <a:gd name="connsiteY4" fmla="*/ 5889 h 13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3889">
                <a:moveTo>
                  <a:pt x="0" y="5889"/>
                </a:moveTo>
                <a:lnTo>
                  <a:pt x="10000" y="0"/>
                </a:lnTo>
                <a:lnTo>
                  <a:pt x="10000" y="13889"/>
                </a:lnTo>
                <a:lnTo>
                  <a:pt x="0" y="13889"/>
                </a:lnTo>
                <a:lnTo>
                  <a:pt x="0" y="58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C476687-09D3-4391-8F72-C67083CE6DE0}"/>
              </a:ext>
            </a:extLst>
          </p:cNvPr>
          <p:cNvGrpSpPr/>
          <p:nvPr/>
        </p:nvGrpSpPr>
        <p:grpSpPr>
          <a:xfrm>
            <a:off x="587375" y="3570335"/>
            <a:ext cx="5353402" cy="2122011"/>
            <a:chOff x="430883" y="3570335"/>
            <a:chExt cx="5353402" cy="212201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19B747F-9E9D-421A-8D99-242359765CA8}"/>
                </a:ext>
              </a:extLst>
            </p:cNvPr>
            <p:cNvGrpSpPr/>
            <p:nvPr/>
          </p:nvGrpSpPr>
          <p:grpSpPr>
            <a:xfrm>
              <a:off x="2885528" y="3570335"/>
              <a:ext cx="444111" cy="1752853"/>
              <a:chOff x="4349944" y="4319512"/>
              <a:chExt cx="444111" cy="1752853"/>
            </a:xfrm>
          </p:grpSpPr>
          <p:sp>
            <p:nvSpPr>
              <p:cNvPr id="50" name="Title 1">
                <a:extLst>
                  <a:ext uri="{FF2B5EF4-FFF2-40B4-BE49-F238E27FC236}">
                    <a16:creationId xmlns:a16="http://schemas.microsoft.com/office/drawing/2014/main" id="{761544AE-0788-4FD4-93AB-109AC640D9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ЛХА</a:t>
                </a:r>
              </a:p>
            </p:txBody>
          </p:sp>
          <p:sp>
            <p:nvSpPr>
              <p:cNvPr id="51" name="Title 1">
                <a:extLst>
                  <a:ext uri="{FF2B5EF4-FFF2-40B4-BE49-F238E27FC236}">
                    <a16:creationId xmlns:a16="http://schemas.microsoft.com/office/drawing/2014/main" id="{CAC73A01-1124-49BF-99A8-63DAF7B7E7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10</a:t>
                </a:r>
              </a:p>
            </p:txBody>
          </p:sp>
          <p:sp>
            <p:nvSpPr>
              <p:cNvPr id="52" name="Title 1">
                <a:extLst>
                  <a:ext uri="{FF2B5EF4-FFF2-40B4-BE49-F238E27FC236}">
                    <a16:creationId xmlns:a16="http://schemas.microsoft.com/office/drawing/2014/main" id="{2FC5B8A5-E360-4BEA-A207-9B094C8A17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17</a:t>
                </a:r>
              </a:p>
            </p:txBody>
          </p:sp>
          <p:sp>
            <p:nvSpPr>
              <p:cNvPr id="53" name="Title 1">
                <a:extLst>
                  <a:ext uri="{FF2B5EF4-FFF2-40B4-BE49-F238E27FC236}">
                    <a16:creationId xmlns:a16="http://schemas.microsoft.com/office/drawing/2014/main" id="{A8B5B236-0C32-493C-BB15-666A718377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5789339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24</a:t>
                </a:r>
              </a:p>
            </p:txBody>
          </p:sp>
          <p:sp>
            <p:nvSpPr>
              <p:cNvPr id="54" name="Title 1">
                <a:extLst>
                  <a:ext uri="{FF2B5EF4-FFF2-40B4-BE49-F238E27FC236}">
                    <a16:creationId xmlns:a16="http://schemas.microsoft.com/office/drawing/2014/main" id="{02FB6CEF-40BE-45B7-8B3D-58D8EB3381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9944" y="468186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03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8E8AF86-9A14-47A0-8DD9-ED2DFD754096}"/>
                </a:ext>
              </a:extLst>
            </p:cNvPr>
            <p:cNvGrpSpPr/>
            <p:nvPr/>
          </p:nvGrpSpPr>
          <p:grpSpPr>
            <a:xfrm>
              <a:off x="3703743" y="3570335"/>
              <a:ext cx="444111" cy="1752853"/>
              <a:chOff x="4826987" y="4319512"/>
              <a:chExt cx="444111" cy="1752853"/>
            </a:xfrm>
          </p:grpSpPr>
          <p:sp>
            <p:nvSpPr>
              <p:cNvPr id="45" name="Title 1">
                <a:extLst>
                  <a:ext uri="{FF2B5EF4-FFF2-40B4-BE49-F238E27FC236}">
                    <a16:creationId xmlns:a16="http://schemas.microsoft.com/office/drawing/2014/main" id="{AE80C093-C550-4FF4-AE79-357DB93C4B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ПҮР</a:t>
                </a:r>
              </a:p>
            </p:txBody>
          </p:sp>
          <p:sp>
            <p:nvSpPr>
              <p:cNvPr id="46" name="Title 1">
                <a:extLst>
                  <a:ext uri="{FF2B5EF4-FFF2-40B4-BE49-F238E27FC236}">
                    <a16:creationId xmlns:a16="http://schemas.microsoft.com/office/drawing/2014/main" id="{36FDE109-8E57-4108-A485-01780CAAE5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11</a:t>
                </a:r>
              </a:p>
            </p:txBody>
          </p:sp>
          <p:sp>
            <p:nvSpPr>
              <p:cNvPr id="47" name="Title 1">
                <a:extLst>
                  <a:ext uri="{FF2B5EF4-FFF2-40B4-BE49-F238E27FC236}">
                    <a16:creationId xmlns:a16="http://schemas.microsoft.com/office/drawing/2014/main" id="{57A1A460-050B-49BF-B34F-1F8D7C0E44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18</a:t>
                </a:r>
              </a:p>
            </p:txBody>
          </p:sp>
          <p:sp>
            <p:nvSpPr>
              <p:cNvPr id="48" name="Title 1">
                <a:extLst>
                  <a:ext uri="{FF2B5EF4-FFF2-40B4-BE49-F238E27FC236}">
                    <a16:creationId xmlns:a16="http://schemas.microsoft.com/office/drawing/2014/main" id="{B84ABE0E-3046-4BE7-A9EA-B7159C7BBD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5789339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25</a:t>
                </a:r>
              </a:p>
            </p:txBody>
          </p:sp>
          <p:sp>
            <p:nvSpPr>
              <p:cNvPr id="49" name="Title 1">
                <a:extLst>
                  <a:ext uri="{FF2B5EF4-FFF2-40B4-BE49-F238E27FC236}">
                    <a16:creationId xmlns:a16="http://schemas.microsoft.com/office/drawing/2014/main" id="{A9CB3F2F-F8BC-43DC-9715-855DFD589B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87" y="468186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04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F708492-837B-4ADC-9F77-3F6519783059}"/>
                </a:ext>
              </a:extLst>
            </p:cNvPr>
            <p:cNvGrpSpPr/>
            <p:nvPr/>
          </p:nvGrpSpPr>
          <p:grpSpPr>
            <a:xfrm>
              <a:off x="4521958" y="3570335"/>
              <a:ext cx="444111" cy="1752853"/>
              <a:chOff x="5304030" y="4319512"/>
              <a:chExt cx="444111" cy="1752853"/>
            </a:xfrm>
          </p:grpSpPr>
          <p:sp>
            <p:nvSpPr>
              <p:cNvPr id="40" name="Title 1">
                <a:extLst>
                  <a:ext uri="{FF2B5EF4-FFF2-40B4-BE49-F238E27FC236}">
                    <a16:creationId xmlns:a16="http://schemas.microsoft.com/office/drawing/2014/main" id="{E494F66A-F88C-4700-B479-C46AB5C031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БАА</a:t>
                </a:r>
              </a:p>
            </p:txBody>
          </p:sp>
          <p:sp>
            <p:nvSpPr>
              <p:cNvPr id="41" name="Title 1">
                <a:extLst>
                  <a:ext uri="{FF2B5EF4-FFF2-40B4-BE49-F238E27FC236}">
                    <a16:creationId xmlns:a16="http://schemas.microsoft.com/office/drawing/2014/main" id="{D2977D66-A832-4CF9-836B-BEBEEB736E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12</a:t>
                </a:r>
              </a:p>
            </p:txBody>
          </p:sp>
          <p:sp>
            <p:nvSpPr>
              <p:cNvPr id="42" name="Title 1">
                <a:extLst>
                  <a:ext uri="{FF2B5EF4-FFF2-40B4-BE49-F238E27FC236}">
                    <a16:creationId xmlns:a16="http://schemas.microsoft.com/office/drawing/2014/main" id="{5BD2FC83-9F11-4574-BFB7-4588E8EEFD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19</a:t>
                </a:r>
              </a:p>
            </p:txBody>
          </p:sp>
          <p:sp>
            <p:nvSpPr>
              <p:cNvPr id="43" name="Title 1">
                <a:extLst>
                  <a:ext uri="{FF2B5EF4-FFF2-40B4-BE49-F238E27FC236}">
                    <a16:creationId xmlns:a16="http://schemas.microsoft.com/office/drawing/2014/main" id="{F78518F3-937F-4025-ABB2-4331574304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5789339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26</a:t>
                </a:r>
              </a:p>
            </p:txBody>
          </p:sp>
          <p:sp>
            <p:nvSpPr>
              <p:cNvPr id="44" name="Title 1">
                <a:extLst>
                  <a:ext uri="{FF2B5EF4-FFF2-40B4-BE49-F238E27FC236}">
                    <a16:creationId xmlns:a16="http://schemas.microsoft.com/office/drawing/2014/main" id="{4BA59D03-0B7A-4164-B6F4-59BD22D974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4030" y="468186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05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FAF58B-21DE-47FA-BAF1-A6FBFF8A0F10}"/>
                </a:ext>
              </a:extLst>
            </p:cNvPr>
            <p:cNvGrpSpPr/>
            <p:nvPr/>
          </p:nvGrpSpPr>
          <p:grpSpPr>
            <a:xfrm>
              <a:off x="5340174" y="3584666"/>
              <a:ext cx="444111" cy="1738521"/>
              <a:chOff x="5781073" y="4333843"/>
              <a:chExt cx="444111" cy="1738521"/>
            </a:xfrm>
          </p:grpSpPr>
          <p:sp>
            <p:nvSpPr>
              <p:cNvPr id="35" name="Title 1">
                <a:extLst>
                  <a:ext uri="{FF2B5EF4-FFF2-40B4-BE49-F238E27FC236}">
                    <a16:creationId xmlns:a16="http://schemas.microsoft.com/office/drawing/2014/main" id="{85F7399B-FAD7-47A4-94AA-57CC2FE969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4333843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БЯМ</a:t>
                </a:r>
              </a:p>
            </p:txBody>
          </p:sp>
          <p:sp>
            <p:nvSpPr>
              <p:cNvPr id="36" name="Title 1">
                <a:extLst>
                  <a:ext uri="{FF2B5EF4-FFF2-40B4-BE49-F238E27FC236}">
                    <a16:creationId xmlns:a16="http://schemas.microsoft.com/office/drawing/2014/main" id="{C61B5E4F-1EB4-45DC-BA05-B7946E74C2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468186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06</a:t>
                </a:r>
              </a:p>
            </p:txBody>
          </p:sp>
          <p:sp>
            <p:nvSpPr>
              <p:cNvPr id="37" name="Title 1">
                <a:extLst>
                  <a:ext uri="{FF2B5EF4-FFF2-40B4-BE49-F238E27FC236}">
                    <a16:creationId xmlns:a16="http://schemas.microsoft.com/office/drawing/2014/main" id="{389F05FE-3750-4836-B0B5-7D7F6A6646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13</a:t>
                </a:r>
              </a:p>
            </p:txBody>
          </p:sp>
          <p:sp>
            <p:nvSpPr>
              <p:cNvPr id="38" name="Title 1">
                <a:extLst>
                  <a:ext uri="{FF2B5EF4-FFF2-40B4-BE49-F238E27FC236}">
                    <a16:creationId xmlns:a16="http://schemas.microsoft.com/office/drawing/2014/main" id="{E91FD970-48D1-43E8-8D9A-56C97F4075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20</a:t>
                </a:r>
              </a:p>
            </p:txBody>
          </p:sp>
          <p:sp>
            <p:nvSpPr>
              <p:cNvPr id="39" name="Title 1">
                <a:extLst>
                  <a:ext uri="{FF2B5EF4-FFF2-40B4-BE49-F238E27FC236}">
                    <a16:creationId xmlns:a16="http://schemas.microsoft.com/office/drawing/2014/main" id="{978924F1-458E-432D-B52C-03D731E091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1073" y="5789338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27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2311F79-DC1E-4945-8D98-9B008B6E33A6}"/>
                </a:ext>
              </a:extLst>
            </p:cNvPr>
            <p:cNvGrpSpPr/>
            <p:nvPr/>
          </p:nvGrpSpPr>
          <p:grpSpPr>
            <a:xfrm>
              <a:off x="430883" y="3570335"/>
              <a:ext cx="444111" cy="2122011"/>
              <a:chOff x="2918815" y="4319512"/>
              <a:chExt cx="444111" cy="2122011"/>
            </a:xfrm>
          </p:grpSpPr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F7F7BAB1-89EF-460F-A7B3-C80D4169DD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/>
                    </a:solidFill>
                    <a:latin typeface="PT Sans"/>
                  </a:rPr>
                  <a:t>НЯМ</a:t>
                </a:r>
              </a:p>
            </p:txBody>
          </p:sp>
          <p:sp>
            <p:nvSpPr>
              <p:cNvPr id="30" name="Title 1">
                <a:extLst>
                  <a:ext uri="{FF2B5EF4-FFF2-40B4-BE49-F238E27FC236}">
                    <a16:creationId xmlns:a16="http://schemas.microsoft.com/office/drawing/2014/main" id="{239A3065-14EF-4A10-A87E-BD4D04314C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/>
                    </a:solidFill>
                    <a:latin typeface="PT Sans"/>
                  </a:rPr>
                  <a:t>07</a:t>
                </a:r>
              </a:p>
            </p:txBody>
          </p:sp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23E2E728-9E40-4018-8FFF-1944F44587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/>
                    </a:solidFill>
                    <a:latin typeface="PT Sans"/>
                  </a:rPr>
                  <a:t>14</a:t>
                </a:r>
              </a:p>
            </p:txBody>
          </p:sp>
          <p:sp>
            <p:nvSpPr>
              <p:cNvPr id="32" name="Title 1">
                <a:extLst>
                  <a:ext uri="{FF2B5EF4-FFF2-40B4-BE49-F238E27FC236}">
                    <a16:creationId xmlns:a16="http://schemas.microsoft.com/office/drawing/2014/main" id="{A2D7F685-0563-40BF-B1F4-EAD74EC739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5789339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/>
                    </a:solidFill>
                    <a:latin typeface="PT Sans"/>
                  </a:rPr>
                  <a:t>21</a:t>
                </a:r>
              </a:p>
            </p:txBody>
          </p:sp>
          <p:sp>
            <p:nvSpPr>
              <p:cNvPr id="33" name="Title 1">
                <a:extLst>
                  <a:ext uri="{FF2B5EF4-FFF2-40B4-BE49-F238E27FC236}">
                    <a16:creationId xmlns:a16="http://schemas.microsoft.com/office/drawing/2014/main" id="{02F6E2DF-1808-4213-A5B1-8AC741E93A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615849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/>
                    </a:solidFill>
                    <a:latin typeface="PT Sans"/>
                  </a:rPr>
                  <a:t>28</a:t>
                </a:r>
              </a:p>
            </p:txBody>
          </p:sp>
          <p:sp>
            <p:nvSpPr>
              <p:cNvPr id="34" name="Title 1">
                <a:extLst>
                  <a:ext uri="{FF2B5EF4-FFF2-40B4-BE49-F238E27FC236}">
                    <a16:creationId xmlns:a16="http://schemas.microsoft.com/office/drawing/2014/main" id="{3214C3B4-7E45-4802-A0E2-40827375E5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8815" y="468186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endParaRPr lang="en-US" sz="1400" dirty="0">
                  <a:solidFill>
                    <a:prstClr val="black"/>
                  </a:solidFill>
                  <a:latin typeface="PT San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95A0505-77D4-453D-A79B-48C75FD435E7}"/>
                </a:ext>
              </a:extLst>
            </p:cNvPr>
            <p:cNvGrpSpPr/>
            <p:nvPr/>
          </p:nvGrpSpPr>
          <p:grpSpPr>
            <a:xfrm>
              <a:off x="1249098" y="3584666"/>
              <a:ext cx="444111" cy="2107680"/>
              <a:chOff x="3395858" y="4333843"/>
              <a:chExt cx="444111" cy="2107680"/>
            </a:xfrm>
          </p:grpSpPr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89D44E68-C4D4-4A50-B3BB-696B57E049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4333843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ДАВ</a:t>
                </a:r>
              </a:p>
            </p:txBody>
          </p:sp>
          <p:sp>
            <p:nvSpPr>
              <p:cNvPr id="24" name="Title 1">
                <a:extLst>
                  <a:ext uri="{FF2B5EF4-FFF2-40B4-BE49-F238E27FC236}">
                    <a16:creationId xmlns:a16="http://schemas.microsoft.com/office/drawing/2014/main" id="{F4D52267-A18B-4BF8-85A4-9E14D82275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08</a:t>
                </a:r>
              </a:p>
            </p:txBody>
          </p:sp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3F0FF552-CCB4-40C8-8C48-7BE342FA88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15</a:t>
                </a:r>
              </a:p>
            </p:txBody>
          </p:sp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420B3CE4-6E21-46E1-948F-A301001362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5789339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22</a:t>
                </a:r>
              </a:p>
            </p:txBody>
          </p:sp>
          <p:sp>
            <p:nvSpPr>
              <p:cNvPr id="27" name="Title 1">
                <a:extLst>
                  <a:ext uri="{FF2B5EF4-FFF2-40B4-BE49-F238E27FC236}">
                    <a16:creationId xmlns:a16="http://schemas.microsoft.com/office/drawing/2014/main" id="{94D794A3-A3E6-4858-B14C-3C416969EA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615849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29</a:t>
                </a:r>
              </a:p>
            </p:txBody>
          </p:sp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F11604C8-464D-4913-BFBB-1B98B38A2F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5858" y="468186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8FA0234-DDCD-4C69-98A3-F9BA3B29A5FD}"/>
                </a:ext>
              </a:extLst>
            </p:cNvPr>
            <p:cNvGrpSpPr/>
            <p:nvPr/>
          </p:nvGrpSpPr>
          <p:grpSpPr>
            <a:xfrm>
              <a:off x="2067313" y="3570335"/>
              <a:ext cx="1264534" cy="2122011"/>
              <a:chOff x="3872901" y="4319512"/>
              <a:chExt cx="1264534" cy="2122011"/>
            </a:xfrm>
          </p:grpSpPr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E5F6174C-C819-494B-B040-052E010B93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4319512"/>
                <a:ext cx="444111" cy="323165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mn-MN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МЯГ</a:t>
                </a:r>
              </a:p>
            </p:txBody>
          </p:sp>
          <p:sp>
            <p:nvSpPr>
              <p:cNvPr id="18" name="Title 1">
                <a:extLst>
                  <a:ext uri="{FF2B5EF4-FFF2-40B4-BE49-F238E27FC236}">
                    <a16:creationId xmlns:a16="http://schemas.microsoft.com/office/drawing/2014/main" id="{7716373F-DB15-43C3-82A7-8E29C78D81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5051024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09</a:t>
                </a:r>
              </a:p>
            </p:txBody>
          </p:sp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571EFDC9-3914-43F4-9D59-DE90BD3BFE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5420181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16</a:t>
                </a:r>
              </a:p>
            </p:txBody>
          </p:sp>
          <p:sp>
            <p:nvSpPr>
              <p:cNvPr id="20" name="Title 1">
                <a:extLst>
                  <a:ext uri="{FF2B5EF4-FFF2-40B4-BE49-F238E27FC236}">
                    <a16:creationId xmlns:a16="http://schemas.microsoft.com/office/drawing/2014/main" id="{6DDDA486-C5C0-4D05-9D2F-2588C1A0B0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5789339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23</a:t>
                </a:r>
              </a:p>
            </p:txBody>
          </p:sp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A707AEA2-B8A9-4E57-BF0F-FAE61882CF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615849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30</a:t>
                </a:r>
              </a:p>
            </p:txBody>
          </p:sp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A69BCF12-FAE7-4671-91D9-CF58F5A2B5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901" y="468186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02</a:t>
                </a:r>
              </a:p>
            </p:txBody>
          </p:sp>
          <p:sp>
            <p:nvSpPr>
              <p:cNvPr id="80" name="Title 1">
                <a:extLst>
                  <a:ext uri="{FF2B5EF4-FFF2-40B4-BE49-F238E27FC236}">
                    <a16:creationId xmlns:a16="http://schemas.microsoft.com/office/drawing/2014/main" id="{0E7B69A6-CF93-4F36-99CB-BF73AFE48F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93324" y="6158497"/>
                <a:ext cx="444111" cy="283026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PT Sans"/>
                  </a:rPr>
                  <a:t>31</a:t>
                </a:r>
              </a:p>
            </p:txBody>
          </p: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55F2CDED-5337-46D0-9D11-D98DE132EDFA}"/>
              </a:ext>
            </a:extLst>
          </p:cNvPr>
          <p:cNvSpPr txBox="1"/>
          <p:nvPr/>
        </p:nvSpPr>
        <p:spPr>
          <a:xfrm>
            <a:off x="587376" y="2521670"/>
            <a:ext cx="2421304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mn-MN" sz="4400" b="1" dirty="0">
                <a:solidFill>
                  <a:prstClr val="black"/>
                </a:solidFill>
                <a:cs typeface="Open Sans" panose="020B0502040204020203" pitchFamily="34" charset="0"/>
              </a:rPr>
              <a:t>10-Р САР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D80F7DB8-8C85-4854-822D-655F25F5DE73}"/>
              </a:ext>
            </a:extLst>
          </p:cNvPr>
          <p:cNvSpPr txBox="1">
            <a:spLocks/>
          </p:cNvSpPr>
          <p:nvPr/>
        </p:nvSpPr>
        <p:spPr>
          <a:xfrm>
            <a:off x="587375" y="690668"/>
            <a:ext cx="3716971" cy="13849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mn-MN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PT Sans"/>
              </a:rPr>
              <a:t>Зах зээлийн судалгаанд үндэслэн шийдвэр гаргана. Дараагийн алхмуудаа тодорхой төлөвлөнө. Өсөлтийг тогтмол хэмжиж, сайжруулна. Энэ хэсэгт өөрийн текстээ оруулна уу. Гол үзүүлэлтүүдээ товч дурдана. Хэрэглэгчийн хэрэгцээг нарийн судална.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05C39E-13BB-429B-B3B9-F3088B1D16DD}"/>
              </a:ext>
            </a:extLst>
          </p:cNvPr>
          <p:cNvSpPr txBox="1"/>
          <p:nvPr/>
        </p:nvSpPr>
        <p:spPr>
          <a:xfrm>
            <a:off x="7317434" y="2805299"/>
            <a:ext cx="5554726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1300" b="1" dirty="0">
                <a:solidFill>
                  <a:schemeClr val="bg1">
                    <a:alpha val="6000"/>
                  </a:schemeClr>
                </a:solidFill>
              </a:rPr>
              <a:t>10</a:t>
            </a:r>
            <a:endParaRPr lang="id-ID" sz="41300" b="1" dirty="0">
              <a:solidFill>
                <a:schemeClr val="bg1">
                  <a:alpha val="6000"/>
                </a:schemeClr>
              </a:solidFill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DAEBF3F-7E8A-455A-80D7-F183354C45E4}"/>
              </a:ext>
            </a:extLst>
          </p:cNvPr>
          <p:cNvGrpSpPr/>
          <p:nvPr/>
        </p:nvGrpSpPr>
        <p:grpSpPr>
          <a:xfrm>
            <a:off x="7097145" y="528993"/>
            <a:ext cx="440578" cy="441063"/>
            <a:chOff x="-1836738" y="742950"/>
            <a:chExt cx="1441450" cy="1443038"/>
          </a:xfrm>
        </p:grpSpPr>
        <p:sp>
          <p:nvSpPr>
            <p:cNvPr id="68" name="Freeform 5">
              <a:extLst>
                <a:ext uri="{FF2B5EF4-FFF2-40B4-BE49-F238E27FC236}">
                  <a16:creationId xmlns:a16="http://schemas.microsoft.com/office/drawing/2014/main" id="{B5B15FFC-A736-4BD1-B9F4-B23924C54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-1836738" y="868363"/>
              <a:ext cx="1441450" cy="1317625"/>
            </a:xfrm>
            <a:custGeom>
              <a:avLst/>
              <a:gdLst>
                <a:gd name="T0" fmla="*/ 158 w 908"/>
                <a:gd name="T1" fmla="*/ 0 h 830"/>
                <a:gd name="T2" fmla="*/ 0 w 908"/>
                <a:gd name="T3" fmla="*/ 0 h 830"/>
                <a:gd name="T4" fmla="*/ 0 w 908"/>
                <a:gd name="T5" fmla="*/ 830 h 830"/>
                <a:gd name="T6" fmla="*/ 908 w 908"/>
                <a:gd name="T7" fmla="*/ 830 h 830"/>
                <a:gd name="T8" fmla="*/ 908 w 908"/>
                <a:gd name="T9" fmla="*/ 0 h 830"/>
                <a:gd name="T10" fmla="*/ 750 w 908"/>
                <a:gd name="T11" fmla="*/ 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8" h="830">
                  <a:moveTo>
                    <a:pt x="158" y="0"/>
                  </a:moveTo>
                  <a:lnTo>
                    <a:pt x="0" y="0"/>
                  </a:lnTo>
                  <a:lnTo>
                    <a:pt x="0" y="830"/>
                  </a:lnTo>
                  <a:lnTo>
                    <a:pt x="908" y="830"/>
                  </a:lnTo>
                  <a:lnTo>
                    <a:pt x="908" y="0"/>
                  </a:lnTo>
                  <a:lnTo>
                    <a:pt x="750" y="0"/>
                  </a:ln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69" name="Rectangle 6">
              <a:extLst>
                <a:ext uri="{FF2B5EF4-FFF2-40B4-BE49-F238E27FC236}">
                  <a16:creationId xmlns:a16="http://schemas.microsoft.com/office/drawing/2014/main" id="{DBF0AACA-617C-4311-A9C5-E7C4AC724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5913" y="742950"/>
              <a:ext cx="187325" cy="250825"/>
            </a:xfrm>
            <a:prstGeom prst="rect">
              <a:avLst/>
            </a:pr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0" name="Rectangle 7">
              <a:extLst>
                <a:ext uri="{FF2B5EF4-FFF2-40B4-BE49-F238E27FC236}">
                  <a16:creationId xmlns:a16="http://schemas.microsoft.com/office/drawing/2014/main" id="{AE15A798-28A1-4D34-8311-0CD2AD670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833438" y="742950"/>
              <a:ext cx="187325" cy="250825"/>
            </a:xfrm>
            <a:prstGeom prst="rect">
              <a:avLst/>
            </a:pr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1" name="Line 8">
              <a:extLst>
                <a:ext uri="{FF2B5EF4-FFF2-40B4-BE49-F238E27FC236}">
                  <a16:creationId xmlns:a16="http://schemas.microsoft.com/office/drawing/2014/main" id="{61FDEC3F-EDCA-49C3-8C5F-BBB17899A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398588" y="868363"/>
              <a:ext cx="565150" cy="0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2" name="Line 9">
              <a:extLst>
                <a:ext uri="{FF2B5EF4-FFF2-40B4-BE49-F238E27FC236}">
                  <a16:creationId xmlns:a16="http://schemas.microsoft.com/office/drawing/2014/main" id="{56025029-7509-4D7A-BFA5-5809CEBF1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836738" y="1182688"/>
              <a:ext cx="1441450" cy="0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3" name="Line 10">
              <a:extLst>
                <a:ext uri="{FF2B5EF4-FFF2-40B4-BE49-F238E27FC236}">
                  <a16:creationId xmlns:a16="http://schemas.microsoft.com/office/drawing/2014/main" id="{B8BD9D22-7A38-4CFE-B8F3-04C864842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460501" y="1308100"/>
              <a:ext cx="0" cy="752475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4" name="Line 11">
              <a:extLst>
                <a:ext uri="{FF2B5EF4-FFF2-40B4-BE49-F238E27FC236}">
                  <a16:creationId xmlns:a16="http://schemas.microsoft.com/office/drawing/2014/main" id="{B7D67969-C137-4A83-B193-456EA1937F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147763" y="1308100"/>
              <a:ext cx="0" cy="752475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5" name="Line 12">
              <a:extLst>
                <a:ext uri="{FF2B5EF4-FFF2-40B4-BE49-F238E27FC236}">
                  <a16:creationId xmlns:a16="http://schemas.microsoft.com/office/drawing/2014/main" id="{2E029000-3F25-4A16-8786-6F8F36F4AA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833438" y="1308100"/>
              <a:ext cx="0" cy="752475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6" name="Line 13">
              <a:extLst>
                <a:ext uri="{FF2B5EF4-FFF2-40B4-BE49-F238E27FC236}">
                  <a16:creationId xmlns:a16="http://schemas.microsoft.com/office/drawing/2014/main" id="{2C5EFCC5-4F5D-4722-96CC-3D43D0732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711326" y="1433513"/>
              <a:ext cx="1190625" cy="0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7" name="Line 14">
              <a:extLst>
                <a:ext uri="{FF2B5EF4-FFF2-40B4-BE49-F238E27FC236}">
                  <a16:creationId xmlns:a16="http://schemas.microsoft.com/office/drawing/2014/main" id="{929BEF66-E35A-4B40-9944-5AE3B8B98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711326" y="1684338"/>
              <a:ext cx="1190625" cy="0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8" name="Line 15">
              <a:extLst>
                <a:ext uri="{FF2B5EF4-FFF2-40B4-BE49-F238E27FC236}">
                  <a16:creationId xmlns:a16="http://schemas.microsoft.com/office/drawing/2014/main" id="{EF57ECED-0A81-4CF3-9B09-919B1AA70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711326" y="1935163"/>
              <a:ext cx="1190625" cy="0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66" name="Title 1">
            <a:extLst>
              <a:ext uri="{FF2B5EF4-FFF2-40B4-BE49-F238E27FC236}">
                <a16:creationId xmlns:a16="http://schemas.microsoft.com/office/drawing/2014/main" id="{052CD5A2-94F8-4130-AB63-873461B25CE6}"/>
              </a:ext>
            </a:extLst>
          </p:cNvPr>
          <p:cNvSpPr txBox="1">
            <a:spLocks/>
          </p:cNvSpPr>
          <p:nvPr/>
        </p:nvSpPr>
        <p:spPr>
          <a:xfrm>
            <a:off x="7072819" y="1175147"/>
            <a:ext cx="4531806" cy="21159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500"/>
              </a:lnSpc>
            </a:pPr>
            <a:r>
              <a:rPr lang="mn-MN" sz="4800" b="1" dirty="0">
                <a:solidFill>
                  <a:schemeClr val="bg1"/>
                </a:solidFill>
                <a:latin typeface="Open Sans" panose="020B0502040204020203" pitchFamily="34" charset="0"/>
                <a:cs typeface="Open Sans" panose="020B0502040204020203" pitchFamily="34" charset="0"/>
              </a:rPr>
              <a:t>Бизнес ба </a:t>
            </a:r>
            <a:br>
              <a:rPr lang="mn-MN" sz="4800" b="1" dirty="0">
                <a:solidFill>
                  <a:schemeClr val="bg1"/>
                </a:solidFill>
                <a:latin typeface="Open Sans" panose="020B0502040204020203" pitchFamily="34" charset="0"/>
                <a:cs typeface="Open Sans" panose="020B0502040204020203" pitchFamily="34" charset="0"/>
              </a:rPr>
            </a:br>
            <a:r>
              <a:rPr lang="mn-MN" sz="4800" b="1" dirty="0">
                <a:solidFill>
                  <a:schemeClr val="bg1"/>
                </a:solidFill>
                <a:latin typeface="Open Sans" panose="020B0502040204020203" pitchFamily="34" charset="0"/>
                <a:cs typeface="Open Sans" panose="020B0502040204020203" pitchFamily="34" charset="0"/>
              </a:rPr>
              <a:t>хөгжлийн </a:t>
            </a:r>
            <a:r>
              <a:rPr lang="mn-MN" sz="4800" b="1" dirty="0" err="1">
                <a:solidFill>
                  <a:schemeClr val="bg1"/>
                </a:solidFill>
                <a:latin typeface="Open Sans" panose="020B0502040204020203" pitchFamily="34" charset="0"/>
                <a:cs typeface="Open Sans" panose="020B0502040204020203" pitchFamily="34" charset="0"/>
              </a:rPr>
              <a:t>хуанли </a:t>
            </a: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7D81B560-452B-4AD9-8271-FF406BC1456D}"/>
              </a:ext>
            </a:extLst>
          </p:cNvPr>
          <p:cNvSpPr txBox="1">
            <a:spLocks/>
          </p:cNvSpPr>
          <p:nvPr/>
        </p:nvSpPr>
        <p:spPr>
          <a:xfrm>
            <a:off x="7896343" y="3570335"/>
            <a:ext cx="3708282" cy="13849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mn-MN" sz="1200" i="1" dirty="0">
                <a:solidFill>
                  <a:schemeClr val="bg1"/>
                </a:solidFill>
                <a:latin typeface="Georgia" panose="02040502050405020303" pitchFamily="18" charset="0"/>
              </a:rPr>
              <a:t>Чанар, хурд, найдвартай байдлыг эрхэмлэнэ. Шинэ боломжийг цаг алдалгүй ашиглана.</a:t>
            </a:r>
          </a:p>
          <a:p>
            <a:pPr>
              <a:lnSpc>
                <a:spcPct val="150000"/>
              </a:lnSpc>
            </a:pPr>
            <a:r>
              <a:rPr lang="mn-MN" sz="1200" i="1" dirty="0">
                <a:solidFill>
                  <a:schemeClr val="bg1"/>
                </a:solidFill>
                <a:latin typeface="Georgia" panose="02040502050405020303" pitchFamily="18" charset="0"/>
              </a:rPr>
              <a:t>Үр дүнд суурилсан шийдлийг санал болгоно.</a:t>
            </a:r>
          </a:p>
        </p:txBody>
      </p:sp>
      <p:pic>
        <p:nvPicPr>
          <p:cNvPr id="79" name="Shape 349">
            <a:extLst>
              <a:ext uri="{FF2B5EF4-FFF2-40B4-BE49-F238E27FC236}">
                <a16:creationId xmlns:a16="http://schemas.microsoft.com/office/drawing/2014/main" id="{D9F0D184-75F5-4FCB-96DA-05245DF47E61}"/>
              </a:ext>
            </a:extLst>
          </p:cNvPr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7896343" y="5492565"/>
            <a:ext cx="746762" cy="2127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010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550</Words>
  <Application>Microsoft Office PowerPoint</Application>
  <PresentationFormat>Widescreen</PresentationFormat>
  <Paragraphs>172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Georgia</vt:lpstr>
      <vt:lpstr>Myriad Pro</vt:lpstr>
      <vt:lpstr>Open Sans</vt:lpstr>
      <vt:lpstr>Open Sans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Бизнес хуанли</dc:title>
  <dc:creator>Graphican</dc:creator>
  <cp:lastModifiedBy>Graphican</cp:lastModifiedBy>
  <cp:revision>18</cp:revision>
  <dcterms:created xsi:type="dcterms:W3CDTF">2017-10-27T12:02:42Z</dcterms:created>
  <dcterms:modified xsi:type="dcterms:W3CDTF">2018-09-23T12:58:43Z</dcterms:modified>
</cp:coreProperties>
</file>