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20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Manrope" panose="020B060402020202020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NSSygeG4eYehWb6GCfeYoTCOd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25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customschemas.google.com/relationships/presentationmetadata" Target="metadata"/><Relationship Id="rId10" Type="http://schemas.openxmlformats.org/officeDocument/2006/relationships/slide" Target="slides/slide8.xml"/><Relationship Id="rId31" Type="http://schemas.openxmlformats.org/officeDocument/2006/relationships/font" Target="fonts/font11.fntdata"/><Relationship Id="rId9" Type="http://schemas.openxmlformats.org/officeDocument/2006/relationships/slide" Target="slides/slide7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305990" y="1050132"/>
            <a:ext cx="8109347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305990" y="1050131"/>
            <a:ext cx="4208860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532020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2"/>
          </p:nvPr>
        </p:nvSpPr>
        <p:spPr>
          <a:xfrm>
            <a:off x="4636295" y="1050131"/>
            <a:ext cx="4208860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532020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  <a:defRPr sz="21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05990" y="1050132"/>
            <a:ext cx="8109347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/>
          <p:nvPr/>
        </p:nvSpPr>
        <p:spPr>
          <a:xfrm>
            <a:off x="8660606" y="4660106"/>
            <a:ext cx="27384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1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‹#›</a:t>
            </a:fld>
            <a:endParaRPr sz="800" b="1" i="0" u="none" strike="noStrike" cap="none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0" name="Google Shape;10;p18"/>
          <p:cNvCxnSpPr/>
          <p:nvPr/>
        </p:nvCxnSpPr>
        <p:spPr>
          <a:xfrm>
            <a:off x="8791577" y="0"/>
            <a:ext cx="0" cy="4632723"/>
          </a:xfrm>
          <a:prstGeom prst="straightConnector1">
            <a:avLst/>
          </a:prstGeom>
          <a:noFill/>
          <a:ln w="9525" cap="flat" cmpd="sng">
            <a:solidFill>
              <a:srgbClr val="DEEAF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11;p18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jpg"/><Relationship Id="rId10" Type="http://schemas.openxmlformats.org/officeDocument/2006/relationships/image" Target="../media/image20.png"/><Relationship Id="rId4" Type="http://schemas.openxmlformats.org/officeDocument/2006/relationships/image" Target="../media/image14.jpg"/><Relationship Id="rId9" Type="http://schemas.openxmlformats.org/officeDocument/2006/relationships/image" Target="../media/image19.png"/></Relationships>
</file>

<file path=ppt/slides/_rels/slide4.xml.rels><?xml version="1.0" encoding="UTF-8" standalone="yes"?>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3.jp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g"/><Relationship Id="rId11" Type="http://schemas.openxmlformats.org/officeDocument/2006/relationships/image" Target="../media/image38.png"/><Relationship Id="rId5" Type="http://schemas.openxmlformats.org/officeDocument/2006/relationships/image" Target="../media/image32.jpg"/><Relationship Id="rId15" Type="http://schemas.openxmlformats.org/officeDocument/2006/relationships/image" Target="../media/image30.png"/><Relationship Id="rId10" Type="http://schemas.openxmlformats.org/officeDocument/2006/relationships/image" Target="../media/image37.png"/><Relationship Id="rId4" Type="http://schemas.openxmlformats.org/officeDocument/2006/relationships/image" Target="../media/image18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6.png"/><Relationship Id="rId7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1"/>
            <a:ext cx="9144000" cy="5143497"/>
          </a:xfrm>
          <a:prstGeom prst="rect">
            <a:avLst/>
          </a:prstGeom>
          <a:gradFill>
            <a:gsLst>
              <a:gs pos="0">
                <a:schemeClr val="accent1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"/>
          <p:cNvSpPr/>
          <p:nvPr/>
        </p:nvSpPr>
        <p:spPr>
          <a:xfrm flipH="1">
            <a:off x="-6" y="3038478"/>
            <a:ext cx="3876676" cy="2105022"/>
          </a:xfrm>
          <a:prstGeom prst="rect">
            <a:avLst/>
          </a:prstGeom>
          <a:gradFill>
            <a:gsLst>
              <a:gs pos="0">
                <a:schemeClr val="accent1"/>
              </a:gs>
              <a:gs pos="26000">
                <a:srgbClr val="05121A"/>
              </a:gs>
              <a:gs pos="100000">
                <a:srgbClr val="0512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"/>
          <p:cNvSpPr/>
          <p:nvPr/>
        </p:nvSpPr>
        <p:spPr>
          <a:xfrm rot="-5400000" flipH="1">
            <a:off x="6883242" y="-379570"/>
            <a:ext cx="1881188" cy="2640332"/>
          </a:xfrm>
          <a:prstGeom prst="flowChartManualInput">
            <a:avLst/>
          </a:prstGeom>
          <a:gradFill>
            <a:gsLst>
              <a:gs pos="0">
                <a:schemeClr val="accent3"/>
              </a:gs>
              <a:gs pos="38000">
                <a:schemeClr val="accent1"/>
              </a:gs>
              <a:gs pos="67000">
                <a:schemeClr val="accent1"/>
              </a:gs>
              <a:gs pos="100000">
                <a:srgbClr val="05121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3" y="0"/>
            <a:ext cx="7184574" cy="5143497"/>
          </a:xfrm>
          <a:custGeom>
            <a:avLst/>
            <a:gdLst/>
            <a:ahLst/>
            <a:cxnLst/>
            <a:rect l="l" t="t" r="r" b="b"/>
            <a:pathLst>
              <a:path w="9579432" h="6857996" extrusionOk="0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44000">
                <a:schemeClr val="accent1"/>
              </a:gs>
              <a:gs pos="67000">
                <a:schemeClr val="accent1"/>
              </a:gs>
              <a:gs pos="100000">
                <a:srgbClr val="05121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0"/>
            <a:ext cx="7184574" cy="5143497"/>
          </a:xfrm>
          <a:custGeom>
            <a:avLst/>
            <a:gdLst/>
            <a:ahLst/>
            <a:cxnLst/>
            <a:rect l="l" t="t" r="r" b="b"/>
            <a:pathLst>
              <a:path w="9579432" h="6857996" extrusionOk="0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5121A"/>
              </a:gs>
              <a:gs pos="43000">
                <a:schemeClr val="accent1"/>
              </a:gs>
              <a:gs pos="67000">
                <a:srgbClr val="1428A0">
                  <a:alpha val="0"/>
                </a:srgbClr>
              </a:gs>
              <a:gs pos="100000">
                <a:srgbClr val="05121A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95375" y="3713825"/>
            <a:ext cx="2339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Зах зээлийн тайлан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095375" y="2571750"/>
            <a:ext cx="2640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mn-MN" sz="3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Хиймэл </a:t>
            </a:r>
            <a:r>
              <a:rPr lang="mn-MN" sz="3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оюун ухаан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"/>
          <p:cNvCxnSpPr>
            <a:endCxn id="96" idx="2"/>
          </p:cNvCxnSpPr>
          <p:nvPr/>
        </p:nvCxnSpPr>
        <p:spPr>
          <a:xfrm>
            <a:off x="4712199" y="2906980"/>
            <a:ext cx="3733800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" name="Google Shape;97;p1"/>
          <p:cNvCxnSpPr>
            <a:endCxn id="96" idx="0"/>
          </p:cNvCxnSpPr>
          <p:nvPr/>
        </p:nvCxnSpPr>
        <p:spPr>
          <a:xfrm>
            <a:off x="8656739" y="1881140"/>
            <a:ext cx="0" cy="815100"/>
          </a:xfrm>
          <a:prstGeom prst="straightConnector1">
            <a:avLst/>
          </a:prstGeom>
          <a:noFill/>
          <a:ln w="12700" cap="flat" cmpd="sng">
            <a:solidFill>
              <a:srgbClr val="EDF1FF">
                <a:alpha val="32549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"/>
          <p:cNvSpPr/>
          <p:nvPr/>
        </p:nvSpPr>
        <p:spPr>
          <a:xfrm rot="5400000">
            <a:off x="8235258" y="2485499"/>
            <a:ext cx="421481" cy="421481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t="15703" b="11715"/>
          <a:stretch/>
        </p:blipFill>
        <p:spPr>
          <a:xfrm rot="8035145">
            <a:off x="2100326" y="-1601379"/>
            <a:ext cx="4401423" cy="6391310"/>
          </a:xfrm>
          <a:custGeom>
            <a:avLst/>
            <a:gdLst/>
            <a:ahLst/>
            <a:cxnLst/>
            <a:rect l="l" t="t" r="r" b="b"/>
            <a:pathLst>
              <a:path w="5871174" h="8525537" extrusionOk="0">
                <a:moveTo>
                  <a:pt x="4093990" y="8525537"/>
                </a:moveTo>
                <a:lnTo>
                  <a:pt x="0" y="4276878"/>
                </a:lnTo>
                <a:lnTo>
                  <a:pt x="0" y="4276873"/>
                </a:lnTo>
                <a:lnTo>
                  <a:pt x="2679906" y="7058024"/>
                </a:lnTo>
                <a:lnTo>
                  <a:pt x="3497969" y="5358541"/>
                </a:lnTo>
                <a:cubicBezTo>
                  <a:pt x="3497969" y="5358541"/>
                  <a:pt x="3773219" y="4582393"/>
                  <a:pt x="3240973" y="4030039"/>
                </a:cubicBezTo>
                <a:lnTo>
                  <a:pt x="1179270" y="1890446"/>
                </a:lnTo>
                <a:lnTo>
                  <a:pt x="5402589" y="0"/>
                </a:lnTo>
                <a:lnTo>
                  <a:pt x="5871174" y="486288"/>
                </a:lnTo>
                <a:lnTo>
                  <a:pt x="5871174" y="852553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</a:blip>
          <a:srcRect l="4466" t="21653" b="16617"/>
          <a:stretch/>
        </p:blipFill>
        <p:spPr>
          <a:xfrm rot="-2246355">
            <a:off x="6415122" y="10877"/>
            <a:ext cx="2148739" cy="2777749"/>
          </a:xfrm>
          <a:custGeom>
            <a:avLst/>
            <a:gdLst/>
            <a:ahLst/>
            <a:cxnLst/>
            <a:rect l="l" t="t" r="r" b="b"/>
            <a:pathLst>
              <a:path w="2864985" h="3703665" extrusionOk="0">
                <a:moveTo>
                  <a:pt x="2083861" y="0"/>
                </a:moveTo>
                <a:lnTo>
                  <a:pt x="2864985" y="598063"/>
                </a:lnTo>
                <a:lnTo>
                  <a:pt x="2864985" y="3612553"/>
                </a:lnTo>
                <a:lnTo>
                  <a:pt x="2795226" y="3703665"/>
                </a:lnTo>
                <a:lnTo>
                  <a:pt x="0" y="156351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6662873" y="4293935"/>
            <a:ext cx="1985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Хиймэл оюуны салбар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" descr="Close up of person using smartphone"/>
          <p:cNvPicPr preferRelativeResize="0"/>
          <p:nvPr/>
        </p:nvPicPr>
        <p:blipFill rotWithShape="1">
          <a:blip r:embed="rId3">
            <a:alphaModFix/>
          </a:blip>
          <a:srcRect l="1036" t="3240" r="6577" b="6905"/>
          <a:stretch/>
        </p:blipFill>
        <p:spPr>
          <a:xfrm>
            <a:off x="7158167" y="3292520"/>
            <a:ext cx="1264715" cy="819604"/>
          </a:xfrm>
          <a:custGeom>
            <a:avLst/>
            <a:gdLst/>
            <a:ahLst/>
            <a:cxnLst/>
            <a:rect l="l" t="t" r="r" b="b"/>
            <a:pathLst>
              <a:path w="1686287" h="1092805" extrusionOk="0">
                <a:moveTo>
                  <a:pt x="0" y="0"/>
                </a:moveTo>
                <a:lnTo>
                  <a:pt x="1686287" y="0"/>
                </a:lnTo>
                <a:lnTo>
                  <a:pt x="1686287" y="1092805"/>
                </a:lnTo>
                <a:lnTo>
                  <a:pt x="0" y="1092805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80" name="Google Shape;180;p3" descr="Close up of chess pieces"/>
          <p:cNvPicPr preferRelativeResize="0"/>
          <p:nvPr/>
        </p:nvPicPr>
        <p:blipFill rotWithShape="1">
          <a:blip r:embed="rId4">
            <a:alphaModFix/>
          </a:blip>
          <a:srcRect l="4511" t="11400" r="9614" b="5121"/>
          <a:stretch/>
        </p:blipFill>
        <p:spPr>
          <a:xfrm>
            <a:off x="5358299" y="3292520"/>
            <a:ext cx="1264715" cy="819604"/>
          </a:xfrm>
          <a:custGeom>
            <a:avLst/>
            <a:gdLst/>
            <a:ahLst/>
            <a:cxnLst/>
            <a:rect l="l" t="t" r="r" b="b"/>
            <a:pathLst>
              <a:path w="1686287" h="1092805" extrusionOk="0">
                <a:moveTo>
                  <a:pt x="0" y="0"/>
                </a:moveTo>
                <a:lnTo>
                  <a:pt x="1686287" y="0"/>
                </a:lnTo>
                <a:lnTo>
                  <a:pt x="1686287" y="1092805"/>
                </a:lnTo>
                <a:lnTo>
                  <a:pt x="0" y="1092805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81" name="Google Shape;181;p3" descr="Graphs on a display with reflection of office"/>
          <p:cNvPicPr preferRelativeResize="0"/>
          <p:nvPr/>
        </p:nvPicPr>
        <p:blipFill rotWithShape="1">
          <a:blip r:embed="rId5">
            <a:alphaModFix/>
          </a:blip>
          <a:srcRect l="9880" t="16508" r="4250"/>
          <a:stretch/>
        </p:blipFill>
        <p:spPr>
          <a:xfrm>
            <a:off x="3558430" y="3292520"/>
            <a:ext cx="1264715" cy="819603"/>
          </a:xfrm>
          <a:custGeom>
            <a:avLst/>
            <a:gdLst/>
            <a:ahLst/>
            <a:cxnLst/>
            <a:rect l="l" t="t" r="r" b="b"/>
            <a:pathLst>
              <a:path w="1686287" h="1092804" extrusionOk="0">
                <a:moveTo>
                  <a:pt x="0" y="0"/>
                </a:moveTo>
                <a:lnTo>
                  <a:pt x="1686287" y="0"/>
                </a:lnTo>
                <a:lnTo>
                  <a:pt x="1686287" y="1092804"/>
                </a:lnTo>
                <a:lnTo>
                  <a:pt x="0" y="109280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82" name="Google Shape;182;p3"/>
          <p:cNvPicPr preferRelativeResize="0"/>
          <p:nvPr/>
        </p:nvPicPr>
        <p:blipFill rotWithShape="1">
          <a:blip r:embed="rId6">
            <a:alphaModFix/>
          </a:blip>
          <a:srcRect l="12052" t="-758" r="1" b="26453"/>
          <a:stretch/>
        </p:blipFill>
        <p:spPr>
          <a:xfrm rot="5400000">
            <a:off x="-1350169" y="1350169"/>
            <a:ext cx="5143500" cy="2443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 txBox="1"/>
          <p:nvPr/>
        </p:nvSpPr>
        <p:spPr>
          <a:xfrm rot="-5400000">
            <a:off x="190121" y="2902123"/>
            <a:ext cx="18921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mn-MN" sz="3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Агуулга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3"/>
          <p:cNvCxnSpPr>
            <a:endCxn id="185" idx="2"/>
          </p:cNvCxnSpPr>
          <p:nvPr/>
        </p:nvCxnSpPr>
        <p:spPr>
          <a:xfrm rot="10800000">
            <a:off x="1187324" y="805711"/>
            <a:ext cx="0" cy="77970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6" name="Google Shape;186;p3"/>
          <p:cNvGrpSpPr/>
          <p:nvPr/>
        </p:nvGrpSpPr>
        <p:grpSpPr>
          <a:xfrm rot="2700000" flipH="1">
            <a:off x="1016240" y="1787987"/>
            <a:ext cx="308529" cy="307776"/>
            <a:chOff x="10439928" y="2985331"/>
            <a:chExt cx="641137" cy="639573"/>
          </a:xfrm>
        </p:grpSpPr>
        <p:sp>
          <p:nvSpPr>
            <p:cNvPr id="187" name="Google Shape;187;p3"/>
            <p:cNvSpPr/>
            <p:nvPr/>
          </p:nvSpPr>
          <p:spPr>
            <a:xfrm>
              <a:off x="10439928" y="2985331"/>
              <a:ext cx="637800" cy="637800"/>
            </a:xfrm>
            <a:prstGeom prst="ellipse">
              <a:avLst/>
            </a:prstGeom>
            <a:noFill/>
            <a:ln w="9525" cap="flat" cmpd="sng">
              <a:solidFill>
                <a:schemeClr val="lt1">
                  <a:alpha val="5803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" name="Google Shape;188;p3"/>
            <p:cNvGrpSpPr/>
            <p:nvPr/>
          </p:nvGrpSpPr>
          <p:grpSpPr>
            <a:xfrm rot="-2700000">
              <a:off x="10645147" y="3223767"/>
              <a:ext cx="227912" cy="160767"/>
              <a:chOff x="3179128" y="1641228"/>
              <a:chExt cx="1045800" cy="737700"/>
            </a:xfrm>
          </p:grpSpPr>
          <p:sp>
            <p:nvSpPr>
              <p:cNvPr id="189" name="Google Shape;189;p3"/>
              <p:cNvSpPr/>
              <p:nvPr/>
            </p:nvSpPr>
            <p:spPr>
              <a:xfrm>
                <a:off x="3829228" y="1641228"/>
                <a:ext cx="395700" cy="737700"/>
              </a:xfrm>
              <a:prstGeom prst="chevron">
                <a:avLst>
                  <a:gd name="adj" fmla="val 100000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0" name="Google Shape;190;p3"/>
              <p:cNvCxnSpPr>
                <a:stCxn id="189" idx="1"/>
              </p:cNvCxnSpPr>
              <p:nvPr/>
            </p:nvCxnSpPr>
            <p:spPr>
              <a:xfrm rot="5400000">
                <a:off x="3692128" y="1497078"/>
                <a:ext cx="19800" cy="10458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91" name="Google Shape;191;p3"/>
            <p:cNvSpPr/>
            <p:nvPr/>
          </p:nvSpPr>
          <p:spPr>
            <a:xfrm>
              <a:off x="10443265" y="2987104"/>
              <a:ext cx="637800" cy="637800"/>
            </a:xfrm>
            <a:prstGeom prst="arc">
              <a:avLst>
                <a:gd name="adj1" fmla="val 16200000"/>
                <a:gd name="adj2" fmla="val 2547781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3"/>
          <p:cNvSpPr/>
          <p:nvPr/>
        </p:nvSpPr>
        <p:spPr>
          <a:xfrm flipH="1">
            <a:off x="1187324" y="594970"/>
            <a:ext cx="421481" cy="421481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92" name="Google Shape;192;p3"/>
          <p:cNvCxnSpPr/>
          <p:nvPr/>
        </p:nvCxnSpPr>
        <p:spPr>
          <a:xfrm>
            <a:off x="1398064" y="594970"/>
            <a:ext cx="1045098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3"/>
          <p:cNvSpPr/>
          <p:nvPr/>
        </p:nvSpPr>
        <p:spPr>
          <a:xfrm>
            <a:off x="1608805" y="1312606"/>
            <a:ext cx="1682047" cy="303079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1817472" y="1548329"/>
            <a:ext cx="9022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" descr="Person in an office"/>
          <p:cNvPicPr preferRelativeResize="0"/>
          <p:nvPr/>
        </p:nvPicPr>
        <p:blipFill rotWithShape="1">
          <a:blip r:embed="rId7">
            <a:alphaModFix/>
          </a:blip>
          <a:srcRect l="8792" t="44270" r="9624" b="2196"/>
          <a:stretch/>
        </p:blipFill>
        <p:spPr>
          <a:xfrm>
            <a:off x="1817472" y="3292520"/>
            <a:ext cx="1249066" cy="81960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"/>
          <p:cNvSpPr txBox="1"/>
          <p:nvPr/>
        </p:nvSpPr>
        <p:spPr>
          <a:xfrm>
            <a:off x="1817472" y="2158637"/>
            <a:ext cx="1264715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Бизнесийн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мэдээ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3"/>
          <p:cNvCxnSpPr/>
          <p:nvPr/>
        </p:nvCxnSpPr>
        <p:spPr>
          <a:xfrm>
            <a:off x="1608805" y="1305233"/>
            <a:ext cx="1682047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198;p3"/>
          <p:cNvSpPr txBox="1"/>
          <p:nvPr/>
        </p:nvSpPr>
        <p:spPr>
          <a:xfrm>
            <a:off x="3558430" y="1548329"/>
            <a:ext cx="9022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3558430" y="2158637"/>
            <a:ext cx="1264715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Зах зээлийн боломж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3"/>
          <p:cNvCxnSpPr/>
          <p:nvPr/>
        </p:nvCxnSpPr>
        <p:spPr>
          <a:xfrm>
            <a:off x="3508377" y="1305233"/>
            <a:ext cx="1364820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3"/>
          <p:cNvSpPr txBox="1"/>
          <p:nvPr/>
        </p:nvSpPr>
        <p:spPr>
          <a:xfrm>
            <a:off x="5358299" y="1548329"/>
            <a:ext cx="9022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5358300" y="2158637"/>
            <a:ext cx="126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Салбарын стратеги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3"/>
          <p:cNvCxnSpPr/>
          <p:nvPr/>
        </p:nvCxnSpPr>
        <p:spPr>
          <a:xfrm>
            <a:off x="5308247" y="1305233"/>
            <a:ext cx="1364820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4" name="Google Shape;204;p3"/>
          <p:cNvSpPr txBox="1"/>
          <p:nvPr/>
        </p:nvSpPr>
        <p:spPr>
          <a:xfrm>
            <a:off x="7158167" y="1548329"/>
            <a:ext cx="9022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7158167" y="2158637"/>
            <a:ext cx="1264715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Гол дүгнэлт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3"/>
          <p:cNvCxnSpPr/>
          <p:nvPr/>
        </p:nvCxnSpPr>
        <p:spPr>
          <a:xfrm>
            <a:off x="7108115" y="1305233"/>
            <a:ext cx="1364820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p3"/>
          <p:cNvCxnSpPr/>
          <p:nvPr/>
        </p:nvCxnSpPr>
        <p:spPr>
          <a:xfrm>
            <a:off x="5090722" y="1305233"/>
            <a:ext cx="0" cy="3038167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3"/>
          <p:cNvCxnSpPr/>
          <p:nvPr/>
        </p:nvCxnSpPr>
        <p:spPr>
          <a:xfrm>
            <a:off x="6890591" y="1305233"/>
            <a:ext cx="0" cy="3038167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9" name="Google Shape;209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37938" y="15313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7807" y="15313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44467" y="15313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44335" y="153130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"/>
          <p:cNvSpPr/>
          <p:nvPr/>
        </p:nvSpPr>
        <p:spPr>
          <a:xfrm>
            <a:off x="2663566" y="3130471"/>
            <a:ext cx="280035" cy="280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4439629" y="3130471"/>
            <a:ext cx="280035" cy="280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6239498" y="3130471"/>
            <a:ext cx="280035" cy="280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8016865" y="3130471"/>
            <a:ext cx="280035" cy="280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17" name="Google Shape;217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79479" y="3198804"/>
            <a:ext cx="141943" cy="14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32710" y="3204032"/>
            <a:ext cx="141943" cy="14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1578" y="3191707"/>
            <a:ext cx="156137" cy="15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1447" y="3191707"/>
            <a:ext cx="156137" cy="1561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"/>
          <p:cNvSpPr txBox="1"/>
          <p:nvPr/>
        </p:nvSpPr>
        <p:spPr>
          <a:xfrm>
            <a:off x="305990" y="4843638"/>
            <a:ext cx="1985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"/>
          <p:cNvSpPr/>
          <p:nvPr/>
        </p:nvSpPr>
        <p:spPr>
          <a:xfrm>
            <a:off x="305990" y="3364162"/>
            <a:ext cx="8237936" cy="1226888"/>
          </a:xfrm>
          <a:prstGeom prst="roundRect">
            <a:avLst>
              <a:gd name="adj" fmla="val 7800"/>
            </a:avLst>
          </a:prstGeom>
          <a:gradFill>
            <a:gsLst>
              <a:gs pos="0">
                <a:schemeClr val="accent1"/>
              </a:gs>
              <a:gs pos="100000">
                <a:srgbClr val="05121A"/>
              </a:gs>
            </a:gsLst>
            <a:lin ang="540000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2215191" y="412531"/>
            <a:ext cx="4434748" cy="4434748"/>
          </a:xfrm>
          <a:prstGeom prst="ellipse">
            <a:avLst/>
          </a:prstGeom>
          <a:gradFill>
            <a:gsLst>
              <a:gs pos="0">
                <a:srgbClr val="D0D6E6"/>
              </a:gs>
              <a:gs pos="23000">
                <a:srgbClr val="D0D6E6"/>
              </a:gs>
              <a:gs pos="6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28" name="Google Shape;228;p4"/>
          <p:cNvGrpSpPr/>
          <p:nvPr/>
        </p:nvGrpSpPr>
        <p:grpSpPr>
          <a:xfrm>
            <a:off x="619790" y="412530"/>
            <a:ext cx="7718273" cy="3480494"/>
            <a:chOff x="-1032909" y="2000837"/>
            <a:chExt cx="14257323" cy="5561457"/>
          </a:xfrm>
        </p:grpSpPr>
        <p:sp>
          <p:nvSpPr>
            <p:cNvPr id="229" name="Google Shape;229;p4"/>
            <p:cNvSpPr/>
            <p:nvPr/>
          </p:nvSpPr>
          <p:spPr>
            <a:xfrm rot="-5400000">
              <a:off x="5998511" y="7215840"/>
              <a:ext cx="194439" cy="498466"/>
            </a:xfrm>
            <a:custGeom>
              <a:avLst/>
              <a:gdLst/>
              <a:ahLst/>
              <a:cxnLst/>
              <a:rect l="l" t="t" r="r" b="b"/>
              <a:pathLst>
                <a:path w="194439" h="498466" extrusionOk="0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 rot="-5400000">
              <a:off x="5870727" y="6760470"/>
              <a:ext cx="450007" cy="1153639"/>
            </a:xfrm>
            <a:custGeom>
              <a:avLst/>
              <a:gdLst/>
              <a:ahLst/>
              <a:cxnLst/>
              <a:rect l="l" t="t" r="r" b="b"/>
              <a:pathLst>
                <a:path w="450007" h="1153639" extrusionOk="0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 rot="-5400000">
              <a:off x="5742948" y="6305060"/>
              <a:ext cx="705609" cy="1808857"/>
            </a:xfrm>
            <a:custGeom>
              <a:avLst/>
              <a:gdLst/>
              <a:ahLst/>
              <a:cxnLst/>
              <a:rect l="l" t="t" r="r" b="b"/>
              <a:pathLst>
                <a:path w="705609" h="1808857" extrusionOk="0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 rot="-5400000">
              <a:off x="5615165" y="5849690"/>
              <a:ext cx="961176" cy="2464030"/>
            </a:xfrm>
            <a:custGeom>
              <a:avLst/>
              <a:gdLst/>
              <a:ahLst/>
              <a:cxnLst/>
              <a:rect l="l" t="t" r="r" b="b"/>
              <a:pathLst>
                <a:path w="961176" h="2464030" extrusionOk="0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 rot="-5400000">
              <a:off x="5487381" y="5394320"/>
              <a:ext cx="1216743" cy="3119203"/>
            </a:xfrm>
            <a:custGeom>
              <a:avLst/>
              <a:gdLst/>
              <a:ahLst/>
              <a:cxnLst/>
              <a:rect l="l" t="t" r="r" b="b"/>
              <a:pathLst>
                <a:path w="1216743" h="3119203" extrusionOk="0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 rot="-5400000">
              <a:off x="5359597" y="4938950"/>
              <a:ext cx="1472310" cy="3774376"/>
            </a:xfrm>
            <a:custGeom>
              <a:avLst/>
              <a:gdLst/>
              <a:ahLst/>
              <a:cxnLst/>
              <a:rect l="l" t="t" r="r" b="b"/>
              <a:pathLst>
                <a:path w="1472310" h="3774376" extrusionOk="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 rot="-5400000">
              <a:off x="5231791" y="4483557"/>
              <a:ext cx="1727878" cy="4429594"/>
            </a:xfrm>
            <a:custGeom>
              <a:avLst/>
              <a:gdLst/>
              <a:ahLst/>
              <a:cxnLst/>
              <a:rect l="l" t="t" r="r" b="b"/>
              <a:pathLst>
                <a:path w="1727878" h="4429594" extrusionOk="0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 rot="-5400000">
              <a:off x="5104008" y="4028187"/>
              <a:ext cx="1983445" cy="5084767"/>
            </a:xfrm>
            <a:custGeom>
              <a:avLst/>
              <a:gdLst/>
              <a:ahLst/>
              <a:cxnLst/>
              <a:rect l="l" t="t" r="r" b="b"/>
              <a:pathLst>
                <a:path w="1983445" h="5084767" extrusionOk="0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 rot="-5400000">
              <a:off x="4976224" y="3572817"/>
              <a:ext cx="2239012" cy="5739940"/>
            </a:xfrm>
            <a:custGeom>
              <a:avLst/>
              <a:gdLst/>
              <a:ahLst/>
              <a:cxnLst/>
              <a:rect l="l" t="t" r="r" b="b"/>
              <a:pathLst>
                <a:path w="2239012" h="5739940" extrusionOk="0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 rot="-5400000">
              <a:off x="4848441" y="3117447"/>
              <a:ext cx="2494579" cy="6395113"/>
            </a:xfrm>
            <a:custGeom>
              <a:avLst/>
              <a:gdLst/>
              <a:ahLst/>
              <a:cxnLst/>
              <a:rect l="l" t="t" r="r" b="b"/>
              <a:pathLst>
                <a:path w="2494579" h="6395113" extrusionOk="0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 rot="-5400000">
              <a:off x="4720657" y="2662076"/>
              <a:ext cx="2750147" cy="7050286"/>
            </a:xfrm>
            <a:custGeom>
              <a:avLst/>
              <a:gdLst/>
              <a:ahLst/>
              <a:cxnLst/>
              <a:rect l="l" t="t" r="r" b="b"/>
              <a:pathLst>
                <a:path w="2750147" h="7050286" extrusionOk="0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 rot="-5400000">
              <a:off x="4592896" y="2206684"/>
              <a:ext cx="3005714" cy="7705503"/>
            </a:xfrm>
            <a:custGeom>
              <a:avLst/>
              <a:gdLst/>
              <a:ahLst/>
              <a:cxnLst/>
              <a:rect l="l" t="t" r="r" b="b"/>
              <a:pathLst>
                <a:path w="3005714" h="7705503" extrusionOk="0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 rot="-5400000">
              <a:off x="4465094" y="1751297"/>
              <a:ext cx="3261316" cy="8360676"/>
            </a:xfrm>
            <a:custGeom>
              <a:avLst/>
              <a:gdLst/>
              <a:ahLst/>
              <a:cxnLst/>
              <a:rect l="l" t="t" r="r" b="b"/>
              <a:pathLst>
                <a:path w="3261316" h="8360676" extrusionOk="0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 rot="-5400000">
              <a:off x="4337310" y="1295927"/>
              <a:ext cx="3516883" cy="9015849"/>
            </a:xfrm>
            <a:custGeom>
              <a:avLst/>
              <a:gdLst/>
              <a:ahLst/>
              <a:cxnLst/>
              <a:rect l="l" t="t" r="r" b="b"/>
              <a:pathLst>
                <a:path w="3516883" h="9015849" extrusionOk="0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 rot="-5400000">
              <a:off x="4209528" y="840557"/>
              <a:ext cx="3772450" cy="9671022"/>
            </a:xfrm>
            <a:custGeom>
              <a:avLst/>
              <a:gdLst/>
              <a:ahLst/>
              <a:cxnLst/>
              <a:rect l="l" t="t" r="r" b="b"/>
              <a:pathLst>
                <a:path w="3772450" h="9671022" extrusionOk="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 rot="-5400000">
              <a:off x="4081722" y="385164"/>
              <a:ext cx="4028018" cy="10326240"/>
            </a:xfrm>
            <a:custGeom>
              <a:avLst/>
              <a:gdLst/>
              <a:ahLst/>
              <a:cxnLst/>
              <a:rect l="l" t="t" r="r" b="b"/>
              <a:pathLst>
                <a:path w="4028018" h="10326240" extrusionOk="0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 rot="-5400000">
              <a:off x="3953938" y="-70206"/>
              <a:ext cx="4283585" cy="10981413"/>
            </a:xfrm>
            <a:custGeom>
              <a:avLst/>
              <a:gdLst/>
              <a:ahLst/>
              <a:cxnLst/>
              <a:rect l="l" t="t" r="r" b="b"/>
              <a:pathLst>
                <a:path w="4283585" h="10981413" extrusionOk="0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 rot="-5400000">
              <a:off x="3826155" y="-525576"/>
              <a:ext cx="4539152" cy="11636586"/>
            </a:xfrm>
            <a:custGeom>
              <a:avLst/>
              <a:gdLst/>
              <a:ahLst/>
              <a:cxnLst/>
              <a:rect l="l" t="t" r="r" b="b"/>
              <a:pathLst>
                <a:path w="4539152" h="11636586" extrusionOk="0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 rot="-5400000">
              <a:off x="3698371" y="-980946"/>
              <a:ext cx="4794719" cy="12291759"/>
            </a:xfrm>
            <a:custGeom>
              <a:avLst/>
              <a:gdLst/>
              <a:ahLst/>
              <a:cxnLst/>
              <a:rect l="l" t="t" r="r" b="b"/>
              <a:pathLst>
                <a:path w="4794719" h="12291759" extrusionOk="0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 rot="-5400000">
              <a:off x="3570588" y="-1436317"/>
              <a:ext cx="5050287" cy="12946932"/>
            </a:xfrm>
            <a:custGeom>
              <a:avLst/>
              <a:gdLst/>
              <a:ahLst/>
              <a:cxnLst/>
              <a:rect l="l" t="t" r="r" b="b"/>
              <a:pathLst>
                <a:path w="5050287" h="12946932" extrusionOk="0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 rot="-5400000">
              <a:off x="3442826" y="-1891709"/>
              <a:ext cx="5305854" cy="13602150"/>
            </a:xfrm>
            <a:custGeom>
              <a:avLst/>
              <a:gdLst/>
              <a:ahLst/>
              <a:cxnLst/>
              <a:rect l="l" t="t" r="r" b="b"/>
              <a:pathLst>
                <a:path w="5305854" h="13602150" extrusionOk="0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 rot="-5400000">
              <a:off x="3315025" y="-2347097"/>
              <a:ext cx="5561456" cy="14257323"/>
            </a:xfrm>
            <a:custGeom>
              <a:avLst/>
              <a:gdLst/>
              <a:ahLst/>
              <a:cxnLst/>
              <a:rect l="l" t="t" r="r" b="b"/>
              <a:pathLst>
                <a:path w="5561456" h="14257323" extrusionOk="0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60392"/>
                  </a:srgbClr>
                </a:gs>
                <a:gs pos="3000">
                  <a:srgbClr val="D0D6E6">
                    <a:alpha val="60392"/>
                  </a:srgbClr>
                </a:gs>
                <a:gs pos="41315">
                  <a:srgbClr val="8691CA">
                    <a:alpha val="11372"/>
                  </a:srgbClr>
                </a:gs>
                <a:gs pos="100000">
                  <a:srgbClr val="1428A0">
                    <a:alpha val="3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251" name="Google Shape;251;p4" descr="A close-up of a devic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3873" y="2232394"/>
            <a:ext cx="6862172" cy="235865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"/>
          <p:cNvSpPr/>
          <p:nvPr/>
        </p:nvSpPr>
        <p:spPr>
          <a:xfrm>
            <a:off x="305990" y="3603568"/>
            <a:ext cx="8237936" cy="987482"/>
          </a:xfrm>
          <a:prstGeom prst="roundRect">
            <a:avLst>
              <a:gd name="adj" fmla="val 12952"/>
            </a:avLst>
          </a:prstGeom>
          <a:gradFill>
            <a:gsLst>
              <a:gs pos="0">
                <a:schemeClr val="accent1"/>
              </a:gs>
              <a:gs pos="72000">
                <a:srgbClr val="0E1E78">
                  <a:alpha val="0"/>
                </a:srgbClr>
              </a:gs>
              <a:gs pos="100000">
                <a:srgbClr val="0E1E78">
                  <a:alpha val="0"/>
                </a:srgbClr>
              </a:gs>
            </a:gsLst>
            <a:lin ang="1620000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3" name="Google Shape;253;p4"/>
          <p:cNvSpPr txBox="1">
            <a:spLocks noGrp="1"/>
          </p:cNvSpPr>
          <p:nvPr>
            <p:ph type="title"/>
          </p:nvPr>
        </p:nvSpPr>
        <p:spPr>
          <a:xfrm>
            <a:off x="306000" y="386775"/>
            <a:ext cx="34695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 b="0"/>
              <a:t>Хиймэл оюуны дэвшилтэт технологийн</a:t>
            </a:r>
            <a:r>
              <a:rPr lang="mn-MN"/>
              <a:t> хэрэгцээ өсөж байна</a:t>
            </a:r>
            <a:endParaRPr/>
          </a:p>
        </p:txBody>
      </p:sp>
      <p:sp>
        <p:nvSpPr>
          <p:cNvPr id="254" name="Google Shape;254;p4"/>
          <p:cNvSpPr txBox="1"/>
          <p:nvPr/>
        </p:nvSpPr>
        <p:spPr>
          <a:xfrm>
            <a:off x="6480685" y="647831"/>
            <a:ext cx="19944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Хиймэл оюуны мэдрэгчийн </a:t>
            </a:r>
            <a:b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чанарын нарийн хөгжил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246382" y="277001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4"/>
          <p:cNvGrpSpPr/>
          <p:nvPr/>
        </p:nvGrpSpPr>
        <p:grpSpPr>
          <a:xfrm>
            <a:off x="2405456" y="1519504"/>
            <a:ext cx="1102560" cy="992796"/>
            <a:chOff x="3207274" y="1760230"/>
            <a:chExt cx="1470080" cy="1323728"/>
          </a:xfrm>
        </p:grpSpPr>
        <p:sp>
          <p:nvSpPr>
            <p:cNvPr id="257" name="Google Shape;257;p4"/>
            <p:cNvSpPr/>
            <p:nvPr/>
          </p:nvSpPr>
          <p:spPr>
            <a:xfrm>
              <a:off x="3207274" y="2064097"/>
              <a:ext cx="1470080" cy="1019861"/>
            </a:xfrm>
            <a:prstGeom prst="roundRect">
              <a:avLst>
                <a:gd name="adj" fmla="val 16920"/>
              </a:avLst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108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Өндөр динамик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хүрээ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4"/>
            <p:cNvGrpSpPr/>
            <p:nvPr/>
          </p:nvGrpSpPr>
          <p:grpSpPr>
            <a:xfrm>
              <a:off x="3630718" y="1760230"/>
              <a:ext cx="607731" cy="607731"/>
              <a:chOff x="1658541" y="1617702"/>
              <a:chExt cx="921544" cy="921544"/>
            </a:xfrm>
          </p:grpSpPr>
          <p:sp>
            <p:nvSpPr>
              <p:cNvPr id="259" name="Google Shape;259;p4"/>
              <p:cNvSpPr/>
              <p:nvPr/>
            </p:nvSpPr>
            <p:spPr>
              <a:xfrm>
                <a:off x="1658541" y="1617702"/>
                <a:ext cx="921544" cy="921544"/>
              </a:xfrm>
              <a:prstGeom prst="ellipse">
                <a:avLst/>
              </a:prstGeom>
              <a:solidFill>
                <a:srgbClr val="D0D6E6">
                  <a:alpha val="25490"/>
                </a:srgbClr>
              </a:solidFill>
              <a:ln w="12700" cap="flat" cmpd="sng">
                <a:solidFill>
                  <a:srgbClr val="D0D6E6">
                    <a:alpha val="17254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60" name="Google Shape;260;p4"/>
              <p:cNvSpPr/>
              <p:nvPr/>
            </p:nvSpPr>
            <p:spPr>
              <a:xfrm>
                <a:off x="1743460" y="1702621"/>
                <a:ext cx="751706" cy="751706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id="261" name="Google Shape;261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28698" y="1964188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2" name="Google Shape;262;p4"/>
          <p:cNvGrpSpPr/>
          <p:nvPr/>
        </p:nvGrpSpPr>
        <p:grpSpPr>
          <a:xfrm>
            <a:off x="5512835" y="1511753"/>
            <a:ext cx="1102560" cy="1008298"/>
            <a:chOff x="7350447" y="1739561"/>
            <a:chExt cx="1470080" cy="1344397"/>
          </a:xfrm>
        </p:grpSpPr>
        <p:sp>
          <p:nvSpPr>
            <p:cNvPr id="263" name="Google Shape;263;p4"/>
            <p:cNvSpPr/>
            <p:nvPr/>
          </p:nvSpPr>
          <p:spPr>
            <a:xfrm>
              <a:off x="7350447" y="2064097"/>
              <a:ext cx="1470080" cy="1019861"/>
            </a:xfrm>
            <a:prstGeom prst="roundRect">
              <a:avLst>
                <a:gd name="adj" fmla="val 16920"/>
              </a:avLst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Бүдэг гэрэлд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мэдрэмж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4" name="Google Shape;264;p4"/>
            <p:cNvGrpSpPr/>
            <p:nvPr/>
          </p:nvGrpSpPr>
          <p:grpSpPr>
            <a:xfrm>
              <a:off x="7781621" y="1739561"/>
              <a:ext cx="607731" cy="607731"/>
              <a:chOff x="1658541" y="1617702"/>
              <a:chExt cx="921544" cy="921544"/>
            </a:xfrm>
          </p:grpSpPr>
          <p:sp>
            <p:nvSpPr>
              <p:cNvPr id="265" name="Google Shape;265;p4"/>
              <p:cNvSpPr/>
              <p:nvPr/>
            </p:nvSpPr>
            <p:spPr>
              <a:xfrm>
                <a:off x="1658541" y="1617702"/>
                <a:ext cx="921544" cy="921544"/>
              </a:xfrm>
              <a:prstGeom prst="ellipse">
                <a:avLst/>
              </a:prstGeom>
              <a:solidFill>
                <a:srgbClr val="D0D6E6">
                  <a:alpha val="25490"/>
                </a:srgbClr>
              </a:solidFill>
              <a:ln w="12700" cap="flat" cmpd="sng">
                <a:solidFill>
                  <a:srgbClr val="D0D6E6">
                    <a:alpha val="17254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1743460" y="1702621"/>
                <a:ext cx="751706" cy="751706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id="267" name="Google Shape;267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1998" y="1934729"/>
              <a:ext cx="229001" cy="229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" name="Google Shape;268;p4"/>
          <p:cNvGrpSpPr/>
          <p:nvPr/>
        </p:nvGrpSpPr>
        <p:grpSpPr>
          <a:xfrm>
            <a:off x="6912291" y="2118353"/>
            <a:ext cx="1102560" cy="999339"/>
            <a:chOff x="9216388" y="2524030"/>
            <a:chExt cx="1470080" cy="1332452"/>
          </a:xfrm>
        </p:grpSpPr>
        <p:sp>
          <p:nvSpPr>
            <p:cNvPr id="269" name="Google Shape;269;p4"/>
            <p:cNvSpPr/>
            <p:nvPr/>
          </p:nvSpPr>
          <p:spPr>
            <a:xfrm>
              <a:off x="9216388" y="2836621"/>
              <a:ext cx="1470080" cy="1019861"/>
            </a:xfrm>
            <a:prstGeom prst="roundRect">
              <a:avLst>
                <a:gd name="adj" fmla="val 16920"/>
              </a:avLst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Эрчим хүчний хэрэглээ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4"/>
            <p:cNvGrpSpPr/>
            <p:nvPr/>
          </p:nvGrpSpPr>
          <p:grpSpPr>
            <a:xfrm>
              <a:off x="9621298" y="2524030"/>
              <a:ext cx="607731" cy="607731"/>
              <a:chOff x="1658541" y="1617702"/>
              <a:chExt cx="921544" cy="921544"/>
            </a:xfrm>
          </p:grpSpPr>
          <p:sp>
            <p:nvSpPr>
              <p:cNvPr id="271" name="Google Shape;271;p4"/>
              <p:cNvSpPr/>
              <p:nvPr/>
            </p:nvSpPr>
            <p:spPr>
              <a:xfrm>
                <a:off x="1658541" y="1617702"/>
                <a:ext cx="921544" cy="921544"/>
              </a:xfrm>
              <a:prstGeom prst="ellipse">
                <a:avLst/>
              </a:prstGeom>
              <a:solidFill>
                <a:srgbClr val="D0D6E6">
                  <a:alpha val="25490"/>
                </a:srgbClr>
              </a:solidFill>
              <a:ln w="12700" cap="flat" cmpd="sng">
                <a:solidFill>
                  <a:srgbClr val="D0D6E6">
                    <a:alpha val="17254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>
                <a:off x="1743460" y="1702621"/>
                <a:ext cx="751706" cy="751706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id="273" name="Google Shape;273;p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41057" y="2730052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4"/>
          <p:cNvGrpSpPr/>
          <p:nvPr/>
        </p:nvGrpSpPr>
        <p:grpSpPr>
          <a:xfrm>
            <a:off x="951199" y="2107460"/>
            <a:ext cx="1102560" cy="1021125"/>
            <a:chOff x="1268266" y="2494699"/>
            <a:chExt cx="1470080" cy="1361500"/>
          </a:xfrm>
        </p:grpSpPr>
        <p:sp>
          <p:nvSpPr>
            <p:cNvPr id="275" name="Google Shape;275;p4"/>
            <p:cNvSpPr/>
            <p:nvPr/>
          </p:nvSpPr>
          <p:spPr>
            <a:xfrm>
              <a:off x="1268266" y="2836338"/>
              <a:ext cx="1470080" cy="1019861"/>
            </a:xfrm>
            <a:prstGeom prst="roundRect">
              <a:avLst>
                <a:gd name="adj" fmla="val 16920"/>
              </a:avLst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Хүчирхэг 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гаралт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" name="Google Shape;276;p4"/>
            <p:cNvGrpSpPr/>
            <p:nvPr/>
          </p:nvGrpSpPr>
          <p:grpSpPr>
            <a:xfrm>
              <a:off x="1691842" y="2494699"/>
              <a:ext cx="607731" cy="607731"/>
              <a:chOff x="1658541" y="1617702"/>
              <a:chExt cx="921544" cy="921544"/>
            </a:xfrm>
          </p:grpSpPr>
          <p:sp>
            <p:nvSpPr>
              <p:cNvPr id="277" name="Google Shape;277;p4"/>
              <p:cNvSpPr/>
              <p:nvPr/>
            </p:nvSpPr>
            <p:spPr>
              <a:xfrm>
                <a:off x="1658541" y="1617702"/>
                <a:ext cx="921544" cy="921544"/>
              </a:xfrm>
              <a:prstGeom prst="ellipse">
                <a:avLst/>
              </a:prstGeom>
              <a:solidFill>
                <a:srgbClr val="D0D6E6">
                  <a:alpha val="25490"/>
                </a:srgbClr>
              </a:solidFill>
              <a:ln w="12700" cap="flat" cmpd="sng">
                <a:solidFill>
                  <a:srgbClr val="D0D6E6">
                    <a:alpha val="17254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78" name="Google Shape;278;p4"/>
              <p:cNvSpPr/>
              <p:nvPr/>
            </p:nvSpPr>
            <p:spPr>
              <a:xfrm>
                <a:off x="1743460" y="1702621"/>
                <a:ext cx="751706" cy="751706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id="279" name="Google Shape;279;p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84212" y="2702494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" name="Google Shape;280;p4"/>
          <p:cNvGrpSpPr/>
          <p:nvPr/>
        </p:nvGrpSpPr>
        <p:grpSpPr>
          <a:xfrm>
            <a:off x="3903729" y="885998"/>
            <a:ext cx="1102560" cy="992796"/>
            <a:chOff x="5204972" y="1084767"/>
            <a:chExt cx="1470080" cy="1323728"/>
          </a:xfrm>
        </p:grpSpPr>
        <p:sp>
          <p:nvSpPr>
            <p:cNvPr id="281" name="Google Shape;281;p4"/>
            <p:cNvSpPr/>
            <p:nvPr/>
          </p:nvSpPr>
          <p:spPr>
            <a:xfrm>
              <a:off x="5204972" y="1388634"/>
              <a:ext cx="1470080" cy="1019861"/>
            </a:xfrm>
            <a:prstGeom prst="roundRect">
              <a:avLst>
                <a:gd name="adj" fmla="val 16920"/>
              </a:avLst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AI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Нэгтгэл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4"/>
            <p:cNvGrpSpPr/>
            <p:nvPr/>
          </p:nvGrpSpPr>
          <p:grpSpPr>
            <a:xfrm>
              <a:off x="5636146" y="1084767"/>
              <a:ext cx="607731" cy="607731"/>
              <a:chOff x="1658541" y="1617702"/>
              <a:chExt cx="921544" cy="921544"/>
            </a:xfrm>
          </p:grpSpPr>
          <p:sp>
            <p:nvSpPr>
              <p:cNvPr id="283" name="Google Shape;283;p4"/>
              <p:cNvSpPr/>
              <p:nvPr/>
            </p:nvSpPr>
            <p:spPr>
              <a:xfrm>
                <a:off x="1658541" y="1617702"/>
                <a:ext cx="921544" cy="921544"/>
              </a:xfrm>
              <a:prstGeom prst="ellipse">
                <a:avLst/>
              </a:prstGeom>
              <a:solidFill>
                <a:srgbClr val="D0D6E6">
                  <a:alpha val="25490"/>
                </a:srgbClr>
              </a:solidFill>
              <a:ln w="12700" cap="flat" cmpd="sng">
                <a:solidFill>
                  <a:srgbClr val="D0D6E6">
                    <a:alpha val="17254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>
                <a:off x="1743460" y="1702621"/>
                <a:ext cx="751706" cy="751706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sp>
          <p:nvSpPr>
            <p:cNvPr id="285" name="Google Shape;285;p4"/>
            <p:cNvSpPr/>
            <p:nvPr/>
          </p:nvSpPr>
          <p:spPr>
            <a:xfrm>
              <a:off x="5848134" y="1291801"/>
              <a:ext cx="183755" cy="183227"/>
            </a:xfrm>
            <a:custGeom>
              <a:avLst/>
              <a:gdLst/>
              <a:ahLst/>
              <a:cxnLst/>
              <a:rect l="l" t="t" r="r" b="b"/>
              <a:pathLst>
                <a:path w="443229" h="441960" extrusionOk="0">
                  <a:moveTo>
                    <a:pt x="209169" y="0"/>
                  </a:moveTo>
                  <a:lnTo>
                    <a:pt x="167241" y="3603"/>
                  </a:lnTo>
                  <a:lnTo>
                    <a:pt x="128539" y="14446"/>
                  </a:lnTo>
                  <a:lnTo>
                    <a:pt x="93100" y="32575"/>
                  </a:lnTo>
                  <a:lnTo>
                    <a:pt x="60960" y="58038"/>
                  </a:lnTo>
                  <a:lnTo>
                    <a:pt x="34290" y="88618"/>
                  </a:lnTo>
                  <a:lnTo>
                    <a:pt x="15240" y="122269"/>
                  </a:lnTo>
                  <a:lnTo>
                    <a:pt x="3810" y="159015"/>
                  </a:lnTo>
                  <a:lnTo>
                    <a:pt x="121" y="197612"/>
                  </a:lnTo>
                  <a:lnTo>
                    <a:pt x="0" y="198882"/>
                  </a:lnTo>
                  <a:lnTo>
                    <a:pt x="4524" y="240379"/>
                  </a:lnTo>
                  <a:lnTo>
                    <a:pt x="18287" y="279781"/>
                  </a:lnTo>
                  <a:lnTo>
                    <a:pt x="40386" y="315690"/>
                  </a:lnTo>
                  <a:lnTo>
                    <a:pt x="69723" y="346837"/>
                  </a:lnTo>
                  <a:lnTo>
                    <a:pt x="69723" y="441960"/>
                  </a:lnTo>
                  <a:lnTo>
                    <a:pt x="116586" y="441960"/>
                  </a:lnTo>
                  <a:lnTo>
                    <a:pt x="116586" y="326898"/>
                  </a:lnTo>
                  <a:lnTo>
                    <a:pt x="101600" y="313689"/>
                  </a:lnTo>
                  <a:lnTo>
                    <a:pt x="89233" y="301591"/>
                  </a:lnTo>
                  <a:lnTo>
                    <a:pt x="61087" y="260603"/>
                  </a:lnTo>
                  <a:lnTo>
                    <a:pt x="47746" y="214044"/>
                  </a:lnTo>
                  <a:lnTo>
                    <a:pt x="46931" y="198882"/>
                  </a:lnTo>
                  <a:lnTo>
                    <a:pt x="46862" y="197612"/>
                  </a:lnTo>
                  <a:lnTo>
                    <a:pt x="49748" y="167941"/>
                  </a:lnTo>
                  <a:lnTo>
                    <a:pt x="49859" y="166800"/>
                  </a:lnTo>
                  <a:lnTo>
                    <a:pt x="58832" y="138382"/>
                  </a:lnTo>
                  <a:lnTo>
                    <a:pt x="94615" y="88773"/>
                  </a:lnTo>
                  <a:lnTo>
                    <a:pt x="147193" y="55165"/>
                  </a:lnTo>
                  <a:lnTo>
                    <a:pt x="209677" y="43941"/>
                  </a:lnTo>
                  <a:lnTo>
                    <a:pt x="341814" y="43941"/>
                  </a:lnTo>
                  <a:lnTo>
                    <a:pt x="337947" y="40639"/>
                  </a:lnTo>
                  <a:lnTo>
                    <a:pt x="308824" y="22877"/>
                  </a:lnTo>
                  <a:lnTo>
                    <a:pt x="277653" y="10175"/>
                  </a:lnTo>
                  <a:lnTo>
                    <a:pt x="244435" y="2545"/>
                  </a:lnTo>
                  <a:lnTo>
                    <a:pt x="209169" y="0"/>
                  </a:lnTo>
                  <a:close/>
                </a:path>
                <a:path w="443229" h="441960" extrusionOk="0">
                  <a:moveTo>
                    <a:pt x="341814" y="43941"/>
                  </a:moveTo>
                  <a:lnTo>
                    <a:pt x="209677" y="43941"/>
                  </a:lnTo>
                  <a:lnTo>
                    <a:pt x="236991" y="45918"/>
                  </a:lnTo>
                  <a:lnTo>
                    <a:pt x="262747" y="51847"/>
                  </a:lnTo>
                  <a:lnTo>
                    <a:pt x="309625" y="75564"/>
                  </a:lnTo>
                  <a:lnTo>
                    <a:pt x="345646" y="111791"/>
                  </a:lnTo>
                  <a:lnTo>
                    <a:pt x="366522" y="157352"/>
                  </a:lnTo>
                  <a:lnTo>
                    <a:pt x="388493" y="243077"/>
                  </a:lnTo>
                  <a:lnTo>
                    <a:pt x="325755" y="243077"/>
                  </a:lnTo>
                  <a:lnTo>
                    <a:pt x="325755" y="353695"/>
                  </a:lnTo>
                  <a:lnTo>
                    <a:pt x="232791" y="353695"/>
                  </a:lnTo>
                  <a:lnTo>
                    <a:pt x="232791" y="441960"/>
                  </a:lnTo>
                  <a:lnTo>
                    <a:pt x="279146" y="441960"/>
                  </a:lnTo>
                  <a:lnTo>
                    <a:pt x="279146" y="397763"/>
                  </a:lnTo>
                  <a:lnTo>
                    <a:pt x="325628" y="397763"/>
                  </a:lnTo>
                  <a:lnTo>
                    <a:pt x="364374" y="378108"/>
                  </a:lnTo>
                  <a:lnTo>
                    <a:pt x="371983" y="353695"/>
                  </a:lnTo>
                  <a:lnTo>
                    <a:pt x="371983" y="287400"/>
                  </a:lnTo>
                  <a:lnTo>
                    <a:pt x="426212" y="287400"/>
                  </a:lnTo>
                  <a:lnTo>
                    <a:pt x="432308" y="284479"/>
                  </a:lnTo>
                  <a:lnTo>
                    <a:pt x="441706" y="273050"/>
                  </a:lnTo>
                  <a:lnTo>
                    <a:pt x="442975" y="266573"/>
                  </a:lnTo>
                  <a:lnTo>
                    <a:pt x="441071" y="259714"/>
                  </a:lnTo>
                  <a:lnTo>
                    <a:pt x="410845" y="146431"/>
                  </a:lnTo>
                  <a:lnTo>
                    <a:pt x="399936" y="115327"/>
                  </a:lnTo>
                  <a:lnTo>
                    <a:pt x="384159" y="87344"/>
                  </a:lnTo>
                  <a:lnTo>
                    <a:pt x="363499" y="62456"/>
                  </a:lnTo>
                  <a:lnTo>
                    <a:pt x="341814" y="43941"/>
                  </a:lnTo>
                  <a:close/>
                </a:path>
                <a:path w="443229" h="441960" extrusionOk="0">
                  <a:moveTo>
                    <a:pt x="250825" y="250698"/>
                  </a:moveTo>
                  <a:lnTo>
                    <a:pt x="167259" y="250698"/>
                  </a:lnTo>
                  <a:lnTo>
                    <a:pt x="169164" y="252602"/>
                  </a:lnTo>
                  <a:lnTo>
                    <a:pt x="171450" y="254253"/>
                  </a:lnTo>
                  <a:lnTo>
                    <a:pt x="176275" y="257048"/>
                  </a:lnTo>
                  <a:lnTo>
                    <a:pt x="179197" y="258445"/>
                  </a:lnTo>
                  <a:lnTo>
                    <a:pt x="182245" y="259461"/>
                  </a:lnTo>
                  <a:lnTo>
                    <a:pt x="185800" y="287147"/>
                  </a:lnTo>
                  <a:lnTo>
                    <a:pt x="232283" y="287147"/>
                  </a:lnTo>
                  <a:lnTo>
                    <a:pt x="235692" y="260603"/>
                  </a:lnTo>
                  <a:lnTo>
                    <a:pt x="235806" y="259714"/>
                  </a:lnTo>
                  <a:lnTo>
                    <a:pt x="235839" y="259461"/>
                  </a:lnTo>
                  <a:lnTo>
                    <a:pt x="238887" y="258445"/>
                  </a:lnTo>
                  <a:lnTo>
                    <a:pt x="241808" y="257048"/>
                  </a:lnTo>
                  <a:lnTo>
                    <a:pt x="246634" y="254253"/>
                  </a:lnTo>
                  <a:lnTo>
                    <a:pt x="248920" y="252602"/>
                  </a:lnTo>
                  <a:lnTo>
                    <a:pt x="250825" y="250698"/>
                  </a:lnTo>
                  <a:close/>
                </a:path>
                <a:path w="443229" h="441960" extrusionOk="0">
                  <a:moveTo>
                    <a:pt x="140589" y="136016"/>
                  </a:moveTo>
                  <a:lnTo>
                    <a:pt x="117221" y="173482"/>
                  </a:lnTo>
                  <a:lnTo>
                    <a:pt x="140589" y="190119"/>
                  </a:lnTo>
                  <a:lnTo>
                    <a:pt x="139700" y="193039"/>
                  </a:lnTo>
                  <a:lnTo>
                    <a:pt x="139446" y="195961"/>
                  </a:lnTo>
                  <a:lnTo>
                    <a:pt x="139446" y="201802"/>
                  </a:lnTo>
                  <a:lnTo>
                    <a:pt x="139700" y="204724"/>
                  </a:lnTo>
                  <a:lnTo>
                    <a:pt x="140589" y="207645"/>
                  </a:lnTo>
                  <a:lnTo>
                    <a:pt x="117221" y="224282"/>
                  </a:lnTo>
                  <a:lnTo>
                    <a:pt x="140589" y="261874"/>
                  </a:lnTo>
                  <a:lnTo>
                    <a:pt x="167259" y="250698"/>
                  </a:lnTo>
                  <a:lnTo>
                    <a:pt x="284531" y="250698"/>
                  </a:lnTo>
                  <a:lnTo>
                    <a:pt x="296073" y="232028"/>
                  </a:lnTo>
                  <a:lnTo>
                    <a:pt x="209169" y="232028"/>
                  </a:lnTo>
                  <a:lnTo>
                    <a:pt x="202120" y="231411"/>
                  </a:lnTo>
                  <a:lnTo>
                    <a:pt x="174255" y="198882"/>
                  </a:lnTo>
                  <a:lnTo>
                    <a:pt x="174350" y="197612"/>
                  </a:lnTo>
                  <a:lnTo>
                    <a:pt x="202120" y="166098"/>
                  </a:lnTo>
                  <a:lnTo>
                    <a:pt x="209169" y="165481"/>
                  </a:lnTo>
                  <a:lnTo>
                    <a:pt x="295899" y="165481"/>
                  </a:lnTo>
                  <a:lnTo>
                    <a:pt x="284476" y="147065"/>
                  </a:lnTo>
                  <a:lnTo>
                    <a:pt x="167259" y="147065"/>
                  </a:lnTo>
                  <a:lnTo>
                    <a:pt x="140589" y="136016"/>
                  </a:lnTo>
                  <a:close/>
                </a:path>
                <a:path w="443229" h="441960" extrusionOk="0">
                  <a:moveTo>
                    <a:pt x="284531" y="250698"/>
                  </a:moveTo>
                  <a:lnTo>
                    <a:pt x="250825" y="250698"/>
                  </a:lnTo>
                  <a:lnTo>
                    <a:pt x="277622" y="261874"/>
                  </a:lnTo>
                  <a:lnTo>
                    <a:pt x="284531" y="250698"/>
                  </a:lnTo>
                  <a:close/>
                </a:path>
                <a:path w="443229" h="441960" extrusionOk="0">
                  <a:moveTo>
                    <a:pt x="295899" y="165481"/>
                  </a:moveTo>
                  <a:lnTo>
                    <a:pt x="209169" y="165481"/>
                  </a:lnTo>
                  <a:lnTo>
                    <a:pt x="216146" y="166098"/>
                  </a:lnTo>
                  <a:lnTo>
                    <a:pt x="222599" y="167941"/>
                  </a:lnTo>
                  <a:lnTo>
                    <a:pt x="244081" y="198882"/>
                  </a:lnTo>
                  <a:lnTo>
                    <a:pt x="243520" y="204724"/>
                  </a:lnTo>
                  <a:lnTo>
                    <a:pt x="216146" y="231411"/>
                  </a:lnTo>
                  <a:lnTo>
                    <a:pt x="209169" y="232028"/>
                  </a:lnTo>
                  <a:lnTo>
                    <a:pt x="296073" y="232028"/>
                  </a:lnTo>
                  <a:lnTo>
                    <a:pt x="300863" y="224282"/>
                  </a:lnTo>
                  <a:lnTo>
                    <a:pt x="277622" y="207645"/>
                  </a:lnTo>
                  <a:lnTo>
                    <a:pt x="278384" y="204724"/>
                  </a:lnTo>
                  <a:lnTo>
                    <a:pt x="278638" y="201802"/>
                  </a:lnTo>
                  <a:lnTo>
                    <a:pt x="278638" y="195961"/>
                  </a:lnTo>
                  <a:lnTo>
                    <a:pt x="278384" y="193039"/>
                  </a:lnTo>
                  <a:lnTo>
                    <a:pt x="277622" y="190119"/>
                  </a:lnTo>
                  <a:lnTo>
                    <a:pt x="300863" y="173482"/>
                  </a:lnTo>
                  <a:lnTo>
                    <a:pt x="295899" y="165481"/>
                  </a:lnTo>
                  <a:close/>
                </a:path>
                <a:path w="443229" h="441960" extrusionOk="0">
                  <a:moveTo>
                    <a:pt x="236077" y="138382"/>
                  </a:moveTo>
                  <a:lnTo>
                    <a:pt x="182006" y="138382"/>
                  </a:lnTo>
                  <a:lnTo>
                    <a:pt x="179197" y="139319"/>
                  </a:lnTo>
                  <a:lnTo>
                    <a:pt x="176275" y="140715"/>
                  </a:lnTo>
                  <a:lnTo>
                    <a:pt x="171450" y="143510"/>
                  </a:lnTo>
                  <a:lnTo>
                    <a:pt x="169164" y="145161"/>
                  </a:lnTo>
                  <a:lnTo>
                    <a:pt x="167259" y="147065"/>
                  </a:lnTo>
                  <a:lnTo>
                    <a:pt x="250825" y="147065"/>
                  </a:lnTo>
                  <a:lnTo>
                    <a:pt x="236077" y="138382"/>
                  </a:lnTo>
                  <a:close/>
                </a:path>
                <a:path w="443229" h="441960" extrusionOk="0">
                  <a:moveTo>
                    <a:pt x="277622" y="136016"/>
                  </a:moveTo>
                  <a:lnTo>
                    <a:pt x="250825" y="147065"/>
                  </a:lnTo>
                  <a:lnTo>
                    <a:pt x="284476" y="147065"/>
                  </a:lnTo>
                  <a:lnTo>
                    <a:pt x="277622" y="136016"/>
                  </a:lnTo>
                  <a:close/>
                </a:path>
                <a:path w="443229" h="441960" extrusionOk="0">
                  <a:moveTo>
                    <a:pt x="232283" y="110616"/>
                  </a:moveTo>
                  <a:lnTo>
                    <a:pt x="185800" y="110616"/>
                  </a:lnTo>
                  <a:lnTo>
                    <a:pt x="182234" y="138382"/>
                  </a:lnTo>
                  <a:lnTo>
                    <a:pt x="235849" y="138382"/>
                  </a:lnTo>
                  <a:lnTo>
                    <a:pt x="232283" y="1106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5"/>
          <p:cNvGrpSpPr/>
          <p:nvPr/>
        </p:nvGrpSpPr>
        <p:grpSpPr>
          <a:xfrm>
            <a:off x="632784" y="1482304"/>
            <a:ext cx="2726402" cy="2719094"/>
            <a:chOff x="7355141" y="1304887"/>
            <a:chExt cx="3621315" cy="3611608"/>
          </a:xfrm>
        </p:grpSpPr>
        <p:sp>
          <p:nvSpPr>
            <p:cNvPr id="291" name="Google Shape;291;p5"/>
            <p:cNvSpPr/>
            <p:nvPr/>
          </p:nvSpPr>
          <p:spPr>
            <a:xfrm>
              <a:off x="8459317" y="2403760"/>
              <a:ext cx="1418119" cy="1412161"/>
            </a:xfrm>
            <a:custGeom>
              <a:avLst/>
              <a:gdLst/>
              <a:ahLst/>
              <a:cxnLst/>
              <a:rect l="l" t="t" r="r" b="b"/>
              <a:pathLst>
                <a:path w="1418119" h="1412161" extrusionOk="0">
                  <a:moveTo>
                    <a:pt x="0" y="0"/>
                  </a:moveTo>
                  <a:lnTo>
                    <a:pt x="1418120" y="0"/>
                  </a:lnTo>
                  <a:lnTo>
                    <a:pt x="1418120" y="1412161"/>
                  </a:lnTo>
                  <a:lnTo>
                    <a:pt x="0" y="141216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0D6E6"/>
                </a:gs>
              </a:gsLst>
              <a:lin ang="5400000" scaled="0"/>
            </a:gradFill>
            <a:ln w="9525" cap="flat" cmpd="sng">
              <a:solidFill>
                <a:srgbClr val="A7B2F4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508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8556394" y="2495365"/>
              <a:ext cx="1222968" cy="1222968"/>
            </a:xfrm>
            <a:custGeom>
              <a:avLst/>
              <a:gdLst/>
              <a:ahLst/>
              <a:cxnLst/>
              <a:rect l="l" t="t" r="r" b="b"/>
              <a:pathLst>
                <a:path w="1222968" h="1222968" extrusionOk="0">
                  <a:moveTo>
                    <a:pt x="0" y="0"/>
                  </a:moveTo>
                  <a:lnTo>
                    <a:pt x="1222969" y="0"/>
                  </a:lnTo>
                  <a:lnTo>
                    <a:pt x="1222969" y="1222969"/>
                  </a:lnTo>
                  <a:lnTo>
                    <a:pt x="0" y="1222969"/>
                  </a:lnTo>
                  <a:close/>
                </a:path>
              </a:pathLst>
            </a:custGeom>
            <a:gradFill>
              <a:gsLst>
                <a:gs pos="0">
                  <a:srgbClr val="102080"/>
                </a:gs>
                <a:gs pos="100000">
                  <a:srgbClr val="091450"/>
                </a:gs>
              </a:gsLst>
              <a:lin ang="5400000" scaled="0"/>
            </a:gradFill>
            <a:ln w="9525" cap="flat" cmpd="sng">
              <a:solidFill>
                <a:srgbClr val="A7B2F4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293" name="Google Shape;293;p5"/>
            <p:cNvGrpSpPr/>
            <p:nvPr/>
          </p:nvGrpSpPr>
          <p:grpSpPr>
            <a:xfrm>
              <a:off x="8425571" y="1304887"/>
              <a:ext cx="1462669" cy="1098872"/>
              <a:chOff x="8425571" y="1304887"/>
              <a:chExt cx="1462669" cy="1098872"/>
            </a:xfrm>
          </p:grpSpPr>
          <p:sp>
            <p:nvSpPr>
              <p:cNvPr id="294" name="Google Shape;294;p5"/>
              <p:cNvSpPr/>
              <p:nvPr/>
            </p:nvSpPr>
            <p:spPr>
              <a:xfrm rot="-4603200">
                <a:off x="8434441" y="1706591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4"/>
                      <a:pt x="67834" y="87398"/>
                      <a:pt x="43699" y="87398"/>
                    </a:cubicBezTo>
                    <a:cubicBezTo>
                      <a:pt x="19565" y="87398"/>
                      <a:pt x="0" y="67834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8478187" y="1794014"/>
                <a:ext cx="102280" cy="609745"/>
              </a:xfrm>
              <a:custGeom>
                <a:avLst/>
                <a:gdLst/>
                <a:ahLst/>
                <a:cxnLst/>
                <a:rect l="l" t="t" r="r" b="b"/>
                <a:pathLst>
                  <a:path w="102280" h="609745" extrusionOk="0">
                    <a:moveTo>
                      <a:pt x="0" y="0"/>
                    </a:moveTo>
                    <a:lnTo>
                      <a:pt x="0" y="328704"/>
                    </a:lnTo>
                    <a:lnTo>
                      <a:pt x="102281" y="376367"/>
                    </a:lnTo>
                    <a:lnTo>
                      <a:pt x="102281" y="609746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 rot="-1349998">
                <a:off x="8612255" y="1467781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8803414" y="1531843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 rot="-4846799">
                <a:off x="8982509" y="1309787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8645519" y="1534324"/>
                <a:ext cx="98317" cy="869435"/>
              </a:xfrm>
              <a:custGeom>
                <a:avLst/>
                <a:gdLst/>
                <a:ahLst/>
                <a:cxnLst/>
                <a:rect l="l" t="t" r="r" b="b"/>
                <a:pathLst>
                  <a:path w="98317" h="869435" extrusionOk="0">
                    <a:moveTo>
                      <a:pt x="0" y="0"/>
                    </a:moveTo>
                    <a:lnTo>
                      <a:pt x="0" y="614707"/>
                    </a:lnTo>
                    <a:lnTo>
                      <a:pt x="98317" y="681751"/>
                    </a:lnTo>
                    <a:lnTo>
                      <a:pt x="98317" y="869436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8619450" y="2309917"/>
                <a:ext cx="87155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55" h="93842" extrusionOk="0">
                    <a:moveTo>
                      <a:pt x="0" y="93843"/>
                    </a:moveTo>
                    <a:lnTo>
                      <a:pt x="0" y="0"/>
                    </a:lnTo>
                    <a:lnTo>
                      <a:pt x="87155" y="0"/>
                    </a:lnTo>
                    <a:lnTo>
                      <a:pt x="87155" y="9384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8804168" y="2309917"/>
                <a:ext cx="87130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30" h="93842" extrusionOk="0">
                    <a:moveTo>
                      <a:pt x="0" y="93843"/>
                    </a:moveTo>
                    <a:lnTo>
                      <a:pt x="0" y="0"/>
                    </a:lnTo>
                    <a:lnTo>
                      <a:pt x="87131" y="0"/>
                    </a:lnTo>
                    <a:lnTo>
                      <a:pt x="87131" y="9384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8836681" y="1598377"/>
                <a:ext cx="107265" cy="805382"/>
              </a:xfrm>
              <a:custGeom>
                <a:avLst/>
                <a:gdLst/>
                <a:ahLst/>
                <a:cxnLst/>
                <a:rect l="l" t="t" r="r" b="b"/>
                <a:pathLst>
                  <a:path w="107265" h="805382" extrusionOk="0">
                    <a:moveTo>
                      <a:pt x="107266" y="805383"/>
                    </a:moveTo>
                    <a:lnTo>
                      <a:pt x="107266" y="462769"/>
                    </a:lnTo>
                    <a:lnTo>
                      <a:pt x="0" y="37065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9015709" y="1376306"/>
                <a:ext cx="124361" cy="1027453"/>
              </a:xfrm>
              <a:custGeom>
                <a:avLst/>
                <a:gdLst/>
                <a:ahLst/>
                <a:cxnLst/>
                <a:rect l="l" t="t" r="r" b="b"/>
                <a:pathLst>
                  <a:path w="124361" h="1027453" extrusionOk="0">
                    <a:moveTo>
                      <a:pt x="0" y="0"/>
                    </a:moveTo>
                    <a:lnTo>
                      <a:pt x="0" y="483755"/>
                    </a:lnTo>
                    <a:lnTo>
                      <a:pt x="124362" y="592723"/>
                    </a:lnTo>
                    <a:lnTo>
                      <a:pt x="124362" y="102745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9015709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9213826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9406716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9606584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-4603200">
                <a:off x="9164971" y="1597468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2"/>
                      <a:pt x="57792" y="74461"/>
                      <a:pt x="37231" y="74461"/>
                    </a:cubicBezTo>
                    <a:cubicBezTo>
                      <a:pt x="16669" y="74461"/>
                      <a:pt x="0" y="57792"/>
                      <a:pt x="0" y="37231"/>
                    </a:cubicBezTo>
                    <a:cubicBezTo>
                      <a:pt x="0" y="16669"/>
                      <a:pt x="16669" y="0"/>
                      <a:pt x="37231" y="0"/>
                    </a:cubicBezTo>
                    <a:cubicBezTo>
                      <a:pt x="57792" y="0"/>
                      <a:pt x="74461" y="16669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>
                <a:off x="9231822" y="1657372"/>
                <a:ext cx="189800" cy="746387"/>
              </a:xfrm>
              <a:custGeom>
                <a:avLst/>
                <a:gdLst/>
                <a:ahLst/>
                <a:cxnLst/>
                <a:rect l="l" t="t" r="r" b="b"/>
                <a:pathLst>
                  <a:path w="189800" h="746387" extrusionOk="0">
                    <a:moveTo>
                      <a:pt x="0" y="0"/>
                    </a:moveTo>
                    <a:lnTo>
                      <a:pt x="189801" y="143086"/>
                    </a:lnTo>
                    <a:lnTo>
                      <a:pt x="189801" y="359077"/>
                    </a:lnTo>
                    <a:lnTo>
                      <a:pt x="113807" y="441515"/>
                    </a:lnTo>
                    <a:lnTo>
                      <a:pt x="113807" y="746388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0" name="Google Shape;310;p5"/>
              <p:cNvSpPr/>
              <p:nvPr/>
            </p:nvSpPr>
            <p:spPr>
              <a:xfrm>
                <a:off x="9526627" y="2096528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2"/>
                      <a:pt x="46242" y="59579"/>
                      <a:pt x="29789" y="59579"/>
                    </a:cubicBezTo>
                    <a:cubicBezTo>
                      <a:pt x="13337" y="59579"/>
                      <a:pt x="0" y="46242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9556416" y="2156107"/>
                <a:ext cx="2431" cy="247652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247652" extrusionOk="0">
                    <a:moveTo>
                      <a:pt x="0" y="0"/>
                    </a:moveTo>
                    <a:lnTo>
                      <a:pt x="0" y="24765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 rot="-1349998">
                <a:off x="9806910" y="1712566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3" name="Google Shape;313;p5"/>
              <p:cNvSpPr/>
              <p:nvPr/>
            </p:nvSpPr>
            <p:spPr>
              <a:xfrm>
                <a:off x="9740381" y="1778815"/>
                <a:ext cx="84966" cy="624944"/>
              </a:xfrm>
              <a:custGeom>
                <a:avLst/>
                <a:gdLst/>
                <a:ahLst/>
                <a:cxnLst/>
                <a:rect l="l" t="t" r="r" b="b"/>
                <a:pathLst>
                  <a:path w="84966" h="624944" extrusionOk="0">
                    <a:moveTo>
                      <a:pt x="84967" y="0"/>
                    </a:moveTo>
                    <a:lnTo>
                      <a:pt x="0" y="173094"/>
                    </a:lnTo>
                    <a:lnTo>
                      <a:pt x="0" y="624944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314" name="Google Shape;314;p5"/>
            <p:cNvGrpSpPr/>
            <p:nvPr/>
          </p:nvGrpSpPr>
          <p:grpSpPr>
            <a:xfrm>
              <a:off x="8423673" y="3815921"/>
              <a:ext cx="1460287" cy="1100574"/>
              <a:chOff x="8423673" y="3815921"/>
              <a:chExt cx="1460287" cy="1100574"/>
            </a:xfrm>
          </p:grpSpPr>
          <p:sp>
            <p:nvSpPr>
              <p:cNvPr id="315" name="Google Shape;315;p5"/>
              <p:cNvSpPr/>
              <p:nvPr/>
            </p:nvSpPr>
            <p:spPr>
              <a:xfrm rot="-4846799">
                <a:off x="9790125" y="4425813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4"/>
                      <a:pt x="67834" y="87398"/>
                      <a:pt x="43699" y="87398"/>
                    </a:cubicBezTo>
                    <a:cubicBezTo>
                      <a:pt x="19565" y="87398"/>
                      <a:pt x="0" y="67834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6" name="Google Shape;316;p5"/>
              <p:cNvSpPr/>
              <p:nvPr/>
            </p:nvSpPr>
            <p:spPr>
              <a:xfrm>
                <a:off x="9731456" y="3815921"/>
                <a:ext cx="102280" cy="609745"/>
              </a:xfrm>
              <a:custGeom>
                <a:avLst/>
                <a:gdLst/>
                <a:ahLst/>
                <a:cxnLst/>
                <a:rect l="l" t="t" r="r" b="b"/>
                <a:pathLst>
                  <a:path w="102280" h="609745" extrusionOk="0">
                    <a:moveTo>
                      <a:pt x="102281" y="609746"/>
                    </a:moveTo>
                    <a:lnTo>
                      <a:pt x="102281" y="281041"/>
                    </a:lnTo>
                    <a:lnTo>
                      <a:pt x="0" y="233378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7" name="Google Shape;317;p5"/>
              <p:cNvSpPr/>
              <p:nvPr/>
            </p:nvSpPr>
            <p:spPr>
              <a:xfrm rot="-2700000">
                <a:off x="9633146" y="4685346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8" name="Google Shape;318;p5"/>
              <p:cNvSpPr/>
              <p:nvPr/>
            </p:nvSpPr>
            <p:spPr>
              <a:xfrm>
                <a:off x="9441977" y="4621304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19" name="Google Shape;319;p5"/>
              <p:cNvSpPr/>
              <p:nvPr/>
            </p:nvSpPr>
            <p:spPr>
              <a:xfrm rot="-4603200">
                <a:off x="9262910" y="4843210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39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39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0" name="Google Shape;320;p5"/>
              <p:cNvSpPr/>
              <p:nvPr/>
            </p:nvSpPr>
            <p:spPr>
              <a:xfrm>
                <a:off x="9568089" y="3815921"/>
                <a:ext cx="98317" cy="869435"/>
              </a:xfrm>
              <a:custGeom>
                <a:avLst/>
                <a:gdLst/>
                <a:ahLst/>
                <a:cxnLst/>
                <a:rect l="l" t="t" r="r" b="b"/>
                <a:pathLst>
                  <a:path w="98317" h="869435" extrusionOk="0">
                    <a:moveTo>
                      <a:pt x="98317" y="869436"/>
                    </a:moveTo>
                    <a:lnTo>
                      <a:pt x="98317" y="254729"/>
                    </a:lnTo>
                    <a:lnTo>
                      <a:pt x="0" y="187685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1" name="Google Shape;321;p5"/>
              <p:cNvSpPr/>
              <p:nvPr/>
            </p:nvSpPr>
            <p:spPr>
              <a:xfrm>
                <a:off x="9605320" y="3815921"/>
                <a:ext cx="87155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55" h="93842" extrusionOk="0">
                    <a:moveTo>
                      <a:pt x="87155" y="0"/>
                    </a:moveTo>
                    <a:lnTo>
                      <a:pt x="87155" y="93842"/>
                    </a:lnTo>
                    <a:lnTo>
                      <a:pt x="0" y="93842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2" name="Google Shape;322;p5"/>
              <p:cNvSpPr/>
              <p:nvPr/>
            </p:nvSpPr>
            <p:spPr>
              <a:xfrm>
                <a:off x="9420626" y="3815921"/>
                <a:ext cx="87130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30" h="93842" extrusionOk="0">
                    <a:moveTo>
                      <a:pt x="87131" y="0"/>
                    </a:moveTo>
                    <a:lnTo>
                      <a:pt x="87131" y="93842"/>
                    </a:lnTo>
                    <a:lnTo>
                      <a:pt x="0" y="93842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3" name="Google Shape;323;p5"/>
              <p:cNvSpPr/>
              <p:nvPr/>
            </p:nvSpPr>
            <p:spPr>
              <a:xfrm>
                <a:off x="9367977" y="3815921"/>
                <a:ext cx="107265" cy="805382"/>
              </a:xfrm>
              <a:custGeom>
                <a:avLst/>
                <a:gdLst/>
                <a:ahLst/>
                <a:cxnLst/>
                <a:rect l="l" t="t" r="r" b="b"/>
                <a:pathLst>
                  <a:path w="107265" h="805382" extrusionOk="0">
                    <a:moveTo>
                      <a:pt x="0" y="0"/>
                    </a:moveTo>
                    <a:lnTo>
                      <a:pt x="0" y="342614"/>
                    </a:lnTo>
                    <a:lnTo>
                      <a:pt x="107266" y="434706"/>
                    </a:lnTo>
                    <a:lnTo>
                      <a:pt x="107266" y="80538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4" name="Google Shape;324;p5"/>
              <p:cNvSpPr/>
              <p:nvPr/>
            </p:nvSpPr>
            <p:spPr>
              <a:xfrm>
                <a:off x="9171854" y="3815921"/>
                <a:ext cx="124361" cy="1027453"/>
              </a:xfrm>
              <a:custGeom>
                <a:avLst/>
                <a:gdLst/>
                <a:ahLst/>
                <a:cxnLst/>
                <a:rect l="l" t="t" r="r" b="b"/>
                <a:pathLst>
                  <a:path w="124361" h="1027453" extrusionOk="0">
                    <a:moveTo>
                      <a:pt x="124361" y="1027453"/>
                    </a:moveTo>
                    <a:lnTo>
                      <a:pt x="124361" y="543699"/>
                    </a:lnTo>
                    <a:lnTo>
                      <a:pt x="0" y="434706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5" name="Google Shape;325;p5"/>
              <p:cNvSpPr/>
              <p:nvPr/>
            </p:nvSpPr>
            <p:spPr>
              <a:xfrm>
                <a:off x="9205121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6" name="Google Shape;326;p5"/>
              <p:cNvSpPr/>
              <p:nvPr/>
            </p:nvSpPr>
            <p:spPr>
              <a:xfrm>
                <a:off x="9007003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7" name="Google Shape;327;p5"/>
              <p:cNvSpPr/>
              <p:nvPr/>
            </p:nvSpPr>
            <p:spPr>
              <a:xfrm>
                <a:off x="8814114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8" name="Google Shape;328;p5"/>
              <p:cNvSpPr/>
              <p:nvPr/>
            </p:nvSpPr>
            <p:spPr>
              <a:xfrm>
                <a:off x="8614246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29" name="Google Shape;329;p5"/>
              <p:cNvSpPr/>
              <p:nvPr/>
            </p:nvSpPr>
            <p:spPr>
              <a:xfrm rot="-2700000">
                <a:off x="9072427" y="4547696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2"/>
                      <a:pt x="57793" y="74461"/>
                      <a:pt x="37231" y="74461"/>
                    </a:cubicBezTo>
                    <a:cubicBezTo>
                      <a:pt x="16669" y="74461"/>
                      <a:pt x="0" y="57793"/>
                      <a:pt x="0" y="37231"/>
                    </a:cubicBezTo>
                    <a:cubicBezTo>
                      <a:pt x="0" y="16669"/>
                      <a:pt x="16669" y="0"/>
                      <a:pt x="37231" y="0"/>
                    </a:cubicBezTo>
                    <a:cubicBezTo>
                      <a:pt x="57793" y="0"/>
                      <a:pt x="74461" y="16668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0" name="Google Shape;330;p5"/>
              <p:cNvSpPr/>
              <p:nvPr/>
            </p:nvSpPr>
            <p:spPr>
              <a:xfrm>
                <a:off x="8890302" y="3815921"/>
                <a:ext cx="189800" cy="746387"/>
              </a:xfrm>
              <a:custGeom>
                <a:avLst/>
                <a:gdLst/>
                <a:ahLst/>
                <a:cxnLst/>
                <a:rect l="l" t="t" r="r" b="b"/>
                <a:pathLst>
                  <a:path w="189800" h="746387" extrusionOk="0">
                    <a:moveTo>
                      <a:pt x="189801" y="746388"/>
                    </a:moveTo>
                    <a:lnTo>
                      <a:pt x="0" y="603301"/>
                    </a:lnTo>
                    <a:lnTo>
                      <a:pt x="0" y="387286"/>
                    </a:lnTo>
                    <a:lnTo>
                      <a:pt x="75993" y="304873"/>
                    </a:lnTo>
                    <a:lnTo>
                      <a:pt x="7599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1" name="Google Shape;331;p5"/>
              <p:cNvSpPr/>
              <p:nvPr/>
            </p:nvSpPr>
            <p:spPr>
              <a:xfrm>
                <a:off x="8725719" y="4063574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1"/>
                      <a:pt x="46242" y="59579"/>
                      <a:pt x="29789" y="59579"/>
                    </a:cubicBezTo>
                    <a:cubicBezTo>
                      <a:pt x="13337" y="59579"/>
                      <a:pt x="0" y="46241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2" name="Google Shape;332;p5"/>
              <p:cNvSpPr/>
              <p:nvPr/>
            </p:nvSpPr>
            <p:spPr>
              <a:xfrm>
                <a:off x="8755508" y="3815921"/>
                <a:ext cx="2431" cy="247652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247652" extrusionOk="0">
                    <a:moveTo>
                      <a:pt x="0" y="247653"/>
                    </a:move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3" name="Google Shape;333;p5"/>
              <p:cNvSpPr/>
              <p:nvPr/>
            </p:nvSpPr>
            <p:spPr>
              <a:xfrm rot="-1349998">
                <a:off x="8434483" y="4436596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4" name="Google Shape;334;p5"/>
              <p:cNvSpPr/>
              <p:nvPr/>
            </p:nvSpPr>
            <p:spPr>
              <a:xfrm>
                <a:off x="8486577" y="3815921"/>
                <a:ext cx="84966" cy="624944"/>
              </a:xfrm>
              <a:custGeom>
                <a:avLst/>
                <a:gdLst/>
                <a:ahLst/>
                <a:cxnLst/>
                <a:rect l="l" t="t" r="r" b="b"/>
                <a:pathLst>
                  <a:path w="84966" h="624944" extrusionOk="0">
                    <a:moveTo>
                      <a:pt x="0" y="624944"/>
                    </a:moveTo>
                    <a:lnTo>
                      <a:pt x="84967" y="451850"/>
                    </a:lnTo>
                    <a:lnTo>
                      <a:pt x="84967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335" name="Google Shape;335;p5"/>
            <p:cNvGrpSpPr/>
            <p:nvPr/>
          </p:nvGrpSpPr>
          <p:grpSpPr>
            <a:xfrm>
              <a:off x="7355141" y="2410520"/>
              <a:ext cx="1104175" cy="1461070"/>
              <a:chOff x="7355141" y="2410520"/>
              <a:chExt cx="1104175" cy="1461070"/>
            </a:xfrm>
          </p:grpSpPr>
          <p:sp>
            <p:nvSpPr>
              <p:cNvPr id="336" name="Google Shape;336;p5"/>
              <p:cNvSpPr/>
              <p:nvPr/>
            </p:nvSpPr>
            <p:spPr>
              <a:xfrm rot="-2700000">
                <a:off x="7762185" y="3766091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3"/>
                      <a:pt x="67834" y="87398"/>
                      <a:pt x="43699" y="87398"/>
                    </a:cubicBezTo>
                    <a:cubicBezTo>
                      <a:pt x="19565" y="87398"/>
                      <a:pt x="0" y="67833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7" name="Google Shape;337;p5"/>
              <p:cNvSpPr/>
              <p:nvPr/>
            </p:nvSpPr>
            <p:spPr>
              <a:xfrm>
                <a:off x="7849571" y="3707488"/>
                <a:ext cx="609745" cy="102305"/>
              </a:xfrm>
              <a:custGeom>
                <a:avLst/>
                <a:gdLst/>
                <a:ahLst/>
                <a:cxnLst/>
                <a:rect l="l" t="t" r="r" b="b"/>
                <a:pathLst>
                  <a:path w="609745" h="102305" extrusionOk="0">
                    <a:moveTo>
                      <a:pt x="0" y="102305"/>
                    </a:moveTo>
                    <a:lnTo>
                      <a:pt x="328704" y="102305"/>
                    </a:lnTo>
                    <a:lnTo>
                      <a:pt x="376367" y="0"/>
                    </a:lnTo>
                    <a:lnTo>
                      <a:pt x="609746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8" name="Google Shape;338;p5"/>
              <p:cNvSpPr/>
              <p:nvPr/>
            </p:nvSpPr>
            <p:spPr>
              <a:xfrm rot="-4603200">
                <a:off x="7523349" y="3609070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39"/>
                      <a:pt x="51640" y="66534"/>
                      <a:pt x="33267" y="66534"/>
                    </a:cubicBezTo>
                    <a:cubicBezTo>
                      <a:pt x="14894" y="66534"/>
                      <a:pt x="0" y="51639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39" name="Google Shape;339;p5"/>
              <p:cNvSpPr/>
              <p:nvPr/>
            </p:nvSpPr>
            <p:spPr>
              <a:xfrm rot="-2700000">
                <a:off x="7587408" y="3418016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0" name="Google Shape;340;p5"/>
              <p:cNvSpPr/>
              <p:nvPr/>
            </p:nvSpPr>
            <p:spPr>
              <a:xfrm rot="-1349998">
                <a:off x="7365339" y="3238999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39"/>
                      <a:pt x="51640" y="66534"/>
                      <a:pt x="33267" y="66534"/>
                    </a:cubicBezTo>
                    <a:cubicBezTo>
                      <a:pt x="14894" y="66534"/>
                      <a:pt x="0" y="51639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1" name="Google Shape;341;p5"/>
              <p:cNvSpPr/>
              <p:nvPr/>
            </p:nvSpPr>
            <p:spPr>
              <a:xfrm>
                <a:off x="7589881" y="3544145"/>
                <a:ext cx="869435" cy="98292"/>
              </a:xfrm>
              <a:custGeom>
                <a:avLst/>
                <a:gdLst/>
                <a:ahLst/>
                <a:cxnLst/>
                <a:rect l="l" t="t" r="r" b="b"/>
                <a:pathLst>
                  <a:path w="869435" h="98292" extrusionOk="0">
                    <a:moveTo>
                      <a:pt x="0" y="98293"/>
                    </a:moveTo>
                    <a:lnTo>
                      <a:pt x="614707" y="98293"/>
                    </a:lnTo>
                    <a:lnTo>
                      <a:pt x="681751" y="0"/>
                    </a:lnTo>
                    <a:lnTo>
                      <a:pt x="869436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2" name="Google Shape;342;p5"/>
              <p:cNvSpPr/>
              <p:nvPr/>
            </p:nvSpPr>
            <p:spPr>
              <a:xfrm>
                <a:off x="8365474" y="3581376"/>
                <a:ext cx="93842" cy="87130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30" extrusionOk="0">
                    <a:moveTo>
                      <a:pt x="93843" y="87131"/>
                    </a:moveTo>
                    <a:lnTo>
                      <a:pt x="0" y="87131"/>
                    </a:lnTo>
                    <a:lnTo>
                      <a:pt x="0" y="0"/>
                    </a:lnTo>
                    <a:lnTo>
                      <a:pt x="9384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3" name="Google Shape;343;p5"/>
              <p:cNvSpPr/>
              <p:nvPr/>
            </p:nvSpPr>
            <p:spPr>
              <a:xfrm>
                <a:off x="8365474" y="3396657"/>
                <a:ext cx="93842" cy="87155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55" extrusionOk="0">
                    <a:moveTo>
                      <a:pt x="93843" y="87155"/>
                    </a:moveTo>
                    <a:lnTo>
                      <a:pt x="0" y="87155"/>
                    </a:lnTo>
                    <a:lnTo>
                      <a:pt x="0" y="0"/>
                    </a:lnTo>
                    <a:lnTo>
                      <a:pt x="9384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4" name="Google Shape;344;p5"/>
              <p:cNvSpPr/>
              <p:nvPr/>
            </p:nvSpPr>
            <p:spPr>
              <a:xfrm>
                <a:off x="7653934" y="3344033"/>
                <a:ext cx="805382" cy="107241"/>
              </a:xfrm>
              <a:custGeom>
                <a:avLst/>
                <a:gdLst/>
                <a:ahLst/>
                <a:cxnLst/>
                <a:rect l="l" t="t" r="r" b="b"/>
                <a:pathLst>
                  <a:path w="805382" h="107241" extrusionOk="0">
                    <a:moveTo>
                      <a:pt x="805383" y="0"/>
                    </a:moveTo>
                    <a:lnTo>
                      <a:pt x="462769" y="0"/>
                    </a:lnTo>
                    <a:lnTo>
                      <a:pt x="370653" y="107242"/>
                    </a:lnTo>
                    <a:lnTo>
                      <a:pt x="0" y="107242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5" name="Google Shape;345;p5"/>
              <p:cNvSpPr/>
              <p:nvPr/>
            </p:nvSpPr>
            <p:spPr>
              <a:xfrm>
                <a:off x="7431863" y="3147886"/>
                <a:ext cx="1027453" cy="124385"/>
              </a:xfrm>
              <a:custGeom>
                <a:avLst/>
                <a:gdLst/>
                <a:ahLst/>
                <a:cxnLst/>
                <a:rect l="l" t="t" r="r" b="b"/>
                <a:pathLst>
                  <a:path w="1027453" h="124385" extrusionOk="0">
                    <a:moveTo>
                      <a:pt x="0" y="124386"/>
                    </a:moveTo>
                    <a:lnTo>
                      <a:pt x="483755" y="124386"/>
                    </a:lnTo>
                    <a:lnTo>
                      <a:pt x="592723" y="0"/>
                    </a:lnTo>
                    <a:lnTo>
                      <a:pt x="102745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6" name="Google Shape;346;p5"/>
              <p:cNvSpPr/>
              <p:nvPr/>
            </p:nvSpPr>
            <p:spPr>
              <a:xfrm>
                <a:off x="8360513" y="3181152"/>
                <a:ext cx="98803" cy="91118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8" extrusionOk="0">
                    <a:moveTo>
                      <a:pt x="98803" y="91119"/>
                    </a:moveTo>
                    <a:lnTo>
                      <a:pt x="0" y="91119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7" name="Google Shape;347;p5"/>
              <p:cNvSpPr/>
              <p:nvPr/>
            </p:nvSpPr>
            <p:spPr>
              <a:xfrm>
                <a:off x="8360513" y="2983035"/>
                <a:ext cx="98803" cy="91119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9" extrusionOk="0">
                    <a:moveTo>
                      <a:pt x="98803" y="91119"/>
                    </a:moveTo>
                    <a:lnTo>
                      <a:pt x="0" y="91119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8" name="Google Shape;348;p5"/>
              <p:cNvSpPr/>
              <p:nvPr/>
            </p:nvSpPr>
            <p:spPr>
              <a:xfrm>
                <a:off x="8360513" y="2790146"/>
                <a:ext cx="98803" cy="91118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8" extrusionOk="0">
                    <a:moveTo>
                      <a:pt x="98803" y="91119"/>
                    </a:moveTo>
                    <a:lnTo>
                      <a:pt x="0" y="91119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49" name="Google Shape;349;p5"/>
              <p:cNvSpPr/>
              <p:nvPr/>
            </p:nvSpPr>
            <p:spPr>
              <a:xfrm>
                <a:off x="8360513" y="2590278"/>
                <a:ext cx="98803" cy="91094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094" extrusionOk="0">
                    <a:moveTo>
                      <a:pt x="98803" y="91095"/>
                    </a:moveTo>
                    <a:lnTo>
                      <a:pt x="0" y="91095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0" name="Google Shape;350;p5"/>
              <p:cNvSpPr/>
              <p:nvPr/>
            </p:nvSpPr>
            <p:spPr>
              <a:xfrm>
                <a:off x="7653083" y="3048474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3"/>
                      <a:pt x="57793" y="74461"/>
                      <a:pt x="37231" y="74461"/>
                    </a:cubicBezTo>
                    <a:cubicBezTo>
                      <a:pt x="16669" y="74461"/>
                      <a:pt x="0" y="57793"/>
                      <a:pt x="0" y="37231"/>
                    </a:cubicBezTo>
                    <a:cubicBezTo>
                      <a:pt x="0" y="16669"/>
                      <a:pt x="16669" y="0"/>
                      <a:pt x="37231" y="0"/>
                    </a:cubicBezTo>
                    <a:cubicBezTo>
                      <a:pt x="57793" y="0"/>
                      <a:pt x="74461" y="16669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1" name="Google Shape;351;p5"/>
              <p:cNvSpPr/>
              <p:nvPr/>
            </p:nvSpPr>
            <p:spPr>
              <a:xfrm>
                <a:off x="7712929" y="2866358"/>
                <a:ext cx="746387" cy="189800"/>
              </a:xfrm>
              <a:custGeom>
                <a:avLst/>
                <a:gdLst/>
                <a:ahLst/>
                <a:cxnLst/>
                <a:rect l="l" t="t" r="r" b="b"/>
                <a:pathLst>
                  <a:path w="746387" h="189800" extrusionOk="0">
                    <a:moveTo>
                      <a:pt x="0" y="189801"/>
                    </a:moveTo>
                    <a:lnTo>
                      <a:pt x="143086" y="0"/>
                    </a:lnTo>
                    <a:lnTo>
                      <a:pt x="359077" y="0"/>
                    </a:lnTo>
                    <a:lnTo>
                      <a:pt x="441515" y="75969"/>
                    </a:lnTo>
                    <a:lnTo>
                      <a:pt x="746388" y="7596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2" name="Google Shape;352;p5"/>
              <p:cNvSpPr/>
              <p:nvPr/>
            </p:nvSpPr>
            <p:spPr>
              <a:xfrm rot="-2700000">
                <a:off x="8152077" y="2701762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2"/>
                      <a:pt x="46242" y="59579"/>
                      <a:pt x="29789" y="59579"/>
                    </a:cubicBezTo>
                    <a:cubicBezTo>
                      <a:pt x="13337" y="59579"/>
                      <a:pt x="0" y="46242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3" name="Google Shape;353;p5"/>
              <p:cNvSpPr/>
              <p:nvPr/>
            </p:nvSpPr>
            <p:spPr>
              <a:xfrm>
                <a:off x="8211664" y="2731540"/>
                <a:ext cx="247652" cy="2431"/>
              </a:xfrm>
              <a:custGeom>
                <a:avLst/>
                <a:gdLst/>
                <a:ahLst/>
                <a:cxnLst/>
                <a:rect l="l" t="t" r="r" b="b"/>
                <a:pathLst>
                  <a:path w="247652" h="2431" extrusionOk="0">
                    <a:moveTo>
                      <a:pt x="0" y="0"/>
                    </a:moveTo>
                    <a:lnTo>
                      <a:pt x="24765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4" name="Google Shape;354;p5"/>
              <p:cNvSpPr/>
              <p:nvPr/>
            </p:nvSpPr>
            <p:spPr>
              <a:xfrm>
                <a:off x="7768131" y="2410520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5" name="Google Shape;355;p5"/>
              <p:cNvSpPr/>
              <p:nvPr/>
            </p:nvSpPr>
            <p:spPr>
              <a:xfrm>
                <a:off x="7834372" y="2462633"/>
                <a:ext cx="624944" cy="84942"/>
              </a:xfrm>
              <a:custGeom>
                <a:avLst/>
                <a:gdLst/>
                <a:ahLst/>
                <a:cxnLst/>
                <a:rect l="l" t="t" r="r" b="b"/>
                <a:pathLst>
                  <a:path w="624944" h="84942" extrusionOk="0">
                    <a:moveTo>
                      <a:pt x="0" y="0"/>
                    </a:moveTo>
                    <a:lnTo>
                      <a:pt x="173094" y="84942"/>
                    </a:lnTo>
                    <a:lnTo>
                      <a:pt x="624944" y="84942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356" name="Google Shape;356;p5"/>
            <p:cNvGrpSpPr/>
            <p:nvPr/>
          </p:nvGrpSpPr>
          <p:grpSpPr>
            <a:xfrm>
              <a:off x="9877436" y="2401562"/>
              <a:ext cx="1099019" cy="1457258"/>
              <a:chOff x="9877436" y="2401562"/>
              <a:chExt cx="1099019" cy="1457258"/>
            </a:xfrm>
          </p:grpSpPr>
          <p:sp>
            <p:nvSpPr>
              <p:cNvPr id="357" name="Google Shape;357;p5"/>
              <p:cNvSpPr/>
              <p:nvPr/>
            </p:nvSpPr>
            <p:spPr>
              <a:xfrm rot="-4603200">
                <a:off x="10487037" y="2410432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4"/>
                      <a:pt x="67834" y="87398"/>
                      <a:pt x="43699" y="87398"/>
                    </a:cubicBezTo>
                    <a:cubicBezTo>
                      <a:pt x="19565" y="87398"/>
                      <a:pt x="0" y="67834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8" name="Google Shape;358;p5"/>
              <p:cNvSpPr/>
              <p:nvPr/>
            </p:nvSpPr>
            <p:spPr>
              <a:xfrm>
                <a:off x="9877436" y="2454219"/>
                <a:ext cx="609745" cy="102305"/>
              </a:xfrm>
              <a:custGeom>
                <a:avLst/>
                <a:gdLst/>
                <a:ahLst/>
                <a:cxnLst/>
                <a:rect l="l" t="t" r="r" b="b"/>
                <a:pathLst>
                  <a:path w="609745" h="102305" extrusionOk="0">
                    <a:moveTo>
                      <a:pt x="609746" y="0"/>
                    </a:moveTo>
                    <a:lnTo>
                      <a:pt x="281041" y="0"/>
                    </a:lnTo>
                    <a:lnTo>
                      <a:pt x="233378" y="102305"/>
                    </a:lnTo>
                    <a:lnTo>
                      <a:pt x="0" y="102305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59" name="Google Shape;359;p5"/>
              <p:cNvSpPr/>
              <p:nvPr/>
            </p:nvSpPr>
            <p:spPr>
              <a:xfrm>
                <a:off x="10746872" y="2588308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3" y="33267"/>
                    </a:moveTo>
                    <a:cubicBezTo>
                      <a:pt x="66533" y="51640"/>
                      <a:pt x="51639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39" y="0"/>
                      <a:pt x="66533" y="14894"/>
                      <a:pt x="66533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 rot="-4603200">
                <a:off x="10682704" y="2779365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39"/>
                      <a:pt x="51639" y="66534"/>
                      <a:pt x="33267" y="66534"/>
                    </a:cubicBezTo>
                    <a:cubicBezTo>
                      <a:pt x="14894" y="66534"/>
                      <a:pt x="0" y="51639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39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1" name="Google Shape;361;p5"/>
              <p:cNvSpPr/>
              <p:nvPr/>
            </p:nvSpPr>
            <p:spPr>
              <a:xfrm rot="-4846799">
                <a:off x="10905022" y="2958571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2" name="Google Shape;362;p5"/>
              <p:cNvSpPr/>
              <p:nvPr/>
            </p:nvSpPr>
            <p:spPr>
              <a:xfrm>
                <a:off x="9877436" y="2621575"/>
                <a:ext cx="869435" cy="98292"/>
              </a:xfrm>
              <a:custGeom>
                <a:avLst/>
                <a:gdLst/>
                <a:ahLst/>
                <a:cxnLst/>
                <a:rect l="l" t="t" r="r" b="b"/>
                <a:pathLst>
                  <a:path w="869435" h="98292" extrusionOk="0">
                    <a:moveTo>
                      <a:pt x="869436" y="0"/>
                    </a:moveTo>
                    <a:lnTo>
                      <a:pt x="254729" y="0"/>
                    </a:lnTo>
                    <a:lnTo>
                      <a:pt x="187685" y="98293"/>
                    </a:lnTo>
                    <a:lnTo>
                      <a:pt x="0" y="9829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3" name="Google Shape;363;p5"/>
              <p:cNvSpPr/>
              <p:nvPr/>
            </p:nvSpPr>
            <p:spPr>
              <a:xfrm>
                <a:off x="9877436" y="2595506"/>
                <a:ext cx="93842" cy="87130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30" extrusionOk="0">
                    <a:moveTo>
                      <a:pt x="0" y="0"/>
                    </a:moveTo>
                    <a:lnTo>
                      <a:pt x="93842" y="0"/>
                    </a:lnTo>
                    <a:lnTo>
                      <a:pt x="93842" y="87131"/>
                    </a:lnTo>
                    <a:lnTo>
                      <a:pt x="0" y="87131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4" name="Google Shape;364;p5"/>
              <p:cNvSpPr/>
              <p:nvPr/>
            </p:nvSpPr>
            <p:spPr>
              <a:xfrm>
                <a:off x="9877436" y="2780200"/>
                <a:ext cx="93842" cy="87155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55" extrusionOk="0">
                    <a:moveTo>
                      <a:pt x="0" y="0"/>
                    </a:moveTo>
                    <a:lnTo>
                      <a:pt x="93842" y="0"/>
                    </a:lnTo>
                    <a:lnTo>
                      <a:pt x="93842" y="87155"/>
                    </a:lnTo>
                    <a:lnTo>
                      <a:pt x="0" y="87155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5" name="Google Shape;365;p5"/>
              <p:cNvSpPr/>
              <p:nvPr/>
            </p:nvSpPr>
            <p:spPr>
              <a:xfrm>
                <a:off x="9877436" y="2812737"/>
                <a:ext cx="805382" cy="107241"/>
              </a:xfrm>
              <a:custGeom>
                <a:avLst/>
                <a:gdLst/>
                <a:ahLst/>
                <a:cxnLst/>
                <a:rect l="l" t="t" r="r" b="b"/>
                <a:pathLst>
                  <a:path w="805382" h="107241" extrusionOk="0">
                    <a:moveTo>
                      <a:pt x="0" y="107242"/>
                    </a:moveTo>
                    <a:lnTo>
                      <a:pt x="342614" y="107242"/>
                    </a:lnTo>
                    <a:lnTo>
                      <a:pt x="434706" y="0"/>
                    </a:lnTo>
                    <a:lnTo>
                      <a:pt x="80538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6" name="Google Shape;366;p5"/>
              <p:cNvSpPr/>
              <p:nvPr/>
            </p:nvSpPr>
            <p:spPr>
              <a:xfrm>
                <a:off x="9877436" y="2991741"/>
                <a:ext cx="1027453" cy="124385"/>
              </a:xfrm>
              <a:custGeom>
                <a:avLst/>
                <a:gdLst/>
                <a:ahLst/>
                <a:cxnLst/>
                <a:rect l="l" t="t" r="r" b="b"/>
                <a:pathLst>
                  <a:path w="1027453" h="124385" extrusionOk="0">
                    <a:moveTo>
                      <a:pt x="1027453" y="0"/>
                    </a:moveTo>
                    <a:lnTo>
                      <a:pt x="543698" y="0"/>
                    </a:lnTo>
                    <a:lnTo>
                      <a:pt x="434706" y="124386"/>
                    </a:lnTo>
                    <a:lnTo>
                      <a:pt x="0" y="124386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7" name="Google Shape;367;p5"/>
              <p:cNvSpPr/>
              <p:nvPr/>
            </p:nvSpPr>
            <p:spPr>
              <a:xfrm>
                <a:off x="9877436" y="2991741"/>
                <a:ext cx="98803" cy="91119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9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119"/>
                    </a:lnTo>
                    <a:lnTo>
                      <a:pt x="0" y="9111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8" name="Google Shape;368;p5"/>
              <p:cNvSpPr/>
              <p:nvPr/>
            </p:nvSpPr>
            <p:spPr>
              <a:xfrm>
                <a:off x="9877436" y="3189858"/>
                <a:ext cx="98803" cy="91118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8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119"/>
                    </a:lnTo>
                    <a:lnTo>
                      <a:pt x="0" y="9111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69" name="Google Shape;369;p5"/>
              <p:cNvSpPr/>
              <p:nvPr/>
            </p:nvSpPr>
            <p:spPr>
              <a:xfrm>
                <a:off x="9877436" y="3382747"/>
                <a:ext cx="98803" cy="91119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9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119"/>
                    </a:lnTo>
                    <a:lnTo>
                      <a:pt x="0" y="9111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0" name="Google Shape;370;p5"/>
              <p:cNvSpPr/>
              <p:nvPr/>
            </p:nvSpPr>
            <p:spPr>
              <a:xfrm>
                <a:off x="9877436" y="3582640"/>
                <a:ext cx="98803" cy="91094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094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095"/>
                    </a:lnTo>
                    <a:lnTo>
                      <a:pt x="0" y="91095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1" name="Google Shape;371;p5"/>
              <p:cNvSpPr/>
              <p:nvPr/>
            </p:nvSpPr>
            <p:spPr>
              <a:xfrm rot="-2700000">
                <a:off x="10609221" y="3141090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3"/>
                      <a:pt x="57793" y="74461"/>
                      <a:pt x="37230" y="74461"/>
                    </a:cubicBezTo>
                    <a:cubicBezTo>
                      <a:pt x="16669" y="74461"/>
                      <a:pt x="0" y="57793"/>
                      <a:pt x="0" y="37231"/>
                    </a:cubicBezTo>
                    <a:cubicBezTo>
                      <a:pt x="0" y="16669"/>
                      <a:pt x="16668" y="0"/>
                      <a:pt x="37230" y="0"/>
                    </a:cubicBezTo>
                    <a:cubicBezTo>
                      <a:pt x="57792" y="0"/>
                      <a:pt x="74461" y="16669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2" name="Google Shape;372;p5"/>
              <p:cNvSpPr/>
              <p:nvPr/>
            </p:nvSpPr>
            <p:spPr>
              <a:xfrm>
                <a:off x="9877436" y="3207853"/>
                <a:ext cx="746387" cy="189800"/>
              </a:xfrm>
              <a:custGeom>
                <a:avLst/>
                <a:gdLst/>
                <a:ahLst/>
                <a:cxnLst/>
                <a:rect l="l" t="t" r="r" b="b"/>
                <a:pathLst>
                  <a:path w="746387" h="189800" extrusionOk="0">
                    <a:moveTo>
                      <a:pt x="746388" y="0"/>
                    </a:moveTo>
                    <a:lnTo>
                      <a:pt x="603301" y="189801"/>
                    </a:lnTo>
                    <a:lnTo>
                      <a:pt x="387286" y="189801"/>
                    </a:lnTo>
                    <a:lnTo>
                      <a:pt x="304873" y="113832"/>
                    </a:lnTo>
                    <a:lnTo>
                      <a:pt x="0" y="113832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3" name="Google Shape;373;p5"/>
              <p:cNvSpPr/>
              <p:nvPr/>
            </p:nvSpPr>
            <p:spPr>
              <a:xfrm>
                <a:off x="10125089" y="3502683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2"/>
                      <a:pt x="46242" y="59579"/>
                      <a:pt x="29789" y="59579"/>
                    </a:cubicBezTo>
                    <a:cubicBezTo>
                      <a:pt x="13337" y="59579"/>
                      <a:pt x="0" y="46242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4" name="Google Shape;374;p5"/>
              <p:cNvSpPr/>
              <p:nvPr/>
            </p:nvSpPr>
            <p:spPr>
              <a:xfrm>
                <a:off x="9877436" y="3532472"/>
                <a:ext cx="247652" cy="2431"/>
              </a:xfrm>
              <a:custGeom>
                <a:avLst/>
                <a:gdLst/>
                <a:ahLst/>
                <a:cxnLst/>
                <a:rect l="l" t="t" r="r" b="b"/>
                <a:pathLst>
                  <a:path w="247652" h="2431" extrusionOk="0">
                    <a:moveTo>
                      <a:pt x="247653" y="0"/>
                    </a:move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5" name="Google Shape;375;p5"/>
              <p:cNvSpPr/>
              <p:nvPr/>
            </p:nvSpPr>
            <p:spPr>
              <a:xfrm rot="-4846799">
                <a:off x="10498228" y="3783105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76" name="Google Shape;376;p5"/>
              <p:cNvSpPr/>
              <p:nvPr/>
            </p:nvSpPr>
            <p:spPr>
              <a:xfrm>
                <a:off x="9877436" y="3716437"/>
                <a:ext cx="624944" cy="84942"/>
              </a:xfrm>
              <a:custGeom>
                <a:avLst/>
                <a:gdLst/>
                <a:ahLst/>
                <a:cxnLst/>
                <a:rect l="l" t="t" r="r" b="b"/>
                <a:pathLst>
                  <a:path w="624944" h="84942" extrusionOk="0">
                    <a:moveTo>
                      <a:pt x="624944" y="84942"/>
                    </a:moveTo>
                    <a:lnTo>
                      <a:pt x="451850" y="0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sp>
        <p:nvSpPr>
          <p:cNvPr id="377" name="Google Shape;377;p5"/>
          <p:cNvSpPr/>
          <p:nvPr/>
        </p:nvSpPr>
        <p:spPr>
          <a:xfrm flipH="1">
            <a:off x="242980" y="1068380"/>
            <a:ext cx="3525232" cy="4141795"/>
          </a:xfrm>
          <a:custGeom>
            <a:avLst/>
            <a:gdLst/>
            <a:ahLst/>
            <a:cxnLst/>
            <a:rect l="l" t="t" r="r" b="b"/>
            <a:pathLst>
              <a:path w="5548389" h="6518805" extrusionOk="0">
                <a:moveTo>
                  <a:pt x="2438537" y="1739"/>
                </a:moveTo>
                <a:cubicBezTo>
                  <a:pt x="3900774" y="-43800"/>
                  <a:pt x="4781994" y="814636"/>
                  <a:pt x="4927137" y="1439089"/>
                </a:cubicBezTo>
                <a:cubicBezTo>
                  <a:pt x="5093014" y="2152749"/>
                  <a:pt x="5173596" y="2518367"/>
                  <a:pt x="5093014" y="2798259"/>
                </a:cubicBezTo>
                <a:cubicBezTo>
                  <a:pt x="4993573" y="2934133"/>
                  <a:pt x="5026578" y="3036146"/>
                  <a:pt x="5225460" y="3376045"/>
                </a:cubicBezTo>
                <a:cubicBezTo>
                  <a:pt x="5424341" y="3715945"/>
                  <a:pt x="5822534" y="4089706"/>
                  <a:pt x="5258464" y="4157429"/>
                </a:cubicBezTo>
                <a:cubicBezTo>
                  <a:pt x="4893704" y="4225580"/>
                  <a:pt x="5126018" y="4463038"/>
                  <a:pt x="5126018" y="4463038"/>
                </a:cubicBezTo>
                <a:cubicBezTo>
                  <a:pt x="5126018" y="4463038"/>
                  <a:pt x="5225460" y="4667064"/>
                  <a:pt x="4927137" y="4700925"/>
                </a:cubicBezTo>
                <a:cubicBezTo>
                  <a:pt x="4927137" y="4700925"/>
                  <a:pt x="5126018" y="5074686"/>
                  <a:pt x="4960140" y="5074686"/>
                </a:cubicBezTo>
                <a:cubicBezTo>
                  <a:pt x="4794263" y="5074686"/>
                  <a:pt x="4761259" y="5142837"/>
                  <a:pt x="4727826" y="5278712"/>
                </a:cubicBezTo>
                <a:cubicBezTo>
                  <a:pt x="4694822" y="5414586"/>
                  <a:pt x="4760830" y="6162108"/>
                  <a:pt x="3600113" y="5720195"/>
                </a:cubicBezTo>
                <a:cubicBezTo>
                  <a:pt x="3434289" y="5635274"/>
                  <a:pt x="3453493" y="5998008"/>
                  <a:pt x="3447586" y="6342279"/>
                </a:cubicBezTo>
                <a:lnTo>
                  <a:pt x="3440337" y="6518805"/>
                </a:lnTo>
                <a:lnTo>
                  <a:pt x="672970" y="6518805"/>
                </a:lnTo>
                <a:lnTo>
                  <a:pt x="670814" y="6495013"/>
                </a:lnTo>
                <a:cubicBezTo>
                  <a:pt x="639669" y="5814795"/>
                  <a:pt x="942475" y="4671329"/>
                  <a:pt x="887774" y="4206292"/>
                </a:cubicBezTo>
                <a:cubicBezTo>
                  <a:pt x="820450" y="3633938"/>
                  <a:pt x="582593" y="3783239"/>
                  <a:pt x="350279" y="3443768"/>
                </a:cubicBezTo>
                <a:cubicBezTo>
                  <a:pt x="118392" y="3103868"/>
                  <a:pt x="33953" y="2661956"/>
                  <a:pt x="521" y="2254334"/>
                </a:cubicBezTo>
                <a:cubicBezTo>
                  <a:pt x="521" y="2254334"/>
                  <a:pt x="-80490" y="453680"/>
                  <a:pt x="1776743" y="79919"/>
                </a:cubicBezTo>
                <a:cubicBezTo>
                  <a:pt x="2008897" y="33199"/>
                  <a:pt x="2229646" y="8245"/>
                  <a:pt x="2438537" y="1739"/>
                </a:cubicBezTo>
                <a:close/>
              </a:path>
            </a:pathLst>
          </a:custGeom>
          <a:gradFill>
            <a:gsLst>
              <a:gs pos="0">
                <a:srgbClr val="A7B2F4">
                  <a:alpha val="0"/>
                </a:srgbClr>
              </a:gs>
              <a:gs pos="100000">
                <a:srgbClr val="A4B1F5"/>
              </a:gs>
            </a:gsLst>
            <a:lin ang="16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8" name="Google Shape;378;p5"/>
          <p:cNvSpPr/>
          <p:nvPr/>
        </p:nvSpPr>
        <p:spPr>
          <a:xfrm>
            <a:off x="5375789" y="1068380"/>
            <a:ext cx="3525232" cy="4141795"/>
          </a:xfrm>
          <a:custGeom>
            <a:avLst/>
            <a:gdLst/>
            <a:ahLst/>
            <a:cxnLst/>
            <a:rect l="l" t="t" r="r" b="b"/>
            <a:pathLst>
              <a:path w="5548389" h="6518805" extrusionOk="0">
                <a:moveTo>
                  <a:pt x="2438537" y="1739"/>
                </a:moveTo>
                <a:cubicBezTo>
                  <a:pt x="3900774" y="-43800"/>
                  <a:pt x="4781994" y="814636"/>
                  <a:pt x="4927137" y="1439089"/>
                </a:cubicBezTo>
                <a:cubicBezTo>
                  <a:pt x="5093014" y="2152749"/>
                  <a:pt x="5173596" y="2518367"/>
                  <a:pt x="5093014" y="2798259"/>
                </a:cubicBezTo>
                <a:cubicBezTo>
                  <a:pt x="4993573" y="2934133"/>
                  <a:pt x="5026578" y="3036146"/>
                  <a:pt x="5225460" y="3376045"/>
                </a:cubicBezTo>
                <a:cubicBezTo>
                  <a:pt x="5424341" y="3715945"/>
                  <a:pt x="5822534" y="4089706"/>
                  <a:pt x="5258464" y="4157429"/>
                </a:cubicBezTo>
                <a:cubicBezTo>
                  <a:pt x="4893704" y="4225580"/>
                  <a:pt x="5126018" y="4463038"/>
                  <a:pt x="5126018" y="4463038"/>
                </a:cubicBezTo>
                <a:cubicBezTo>
                  <a:pt x="5126018" y="4463038"/>
                  <a:pt x="5225460" y="4667064"/>
                  <a:pt x="4927137" y="4700925"/>
                </a:cubicBezTo>
                <a:cubicBezTo>
                  <a:pt x="4927137" y="4700925"/>
                  <a:pt x="5126018" y="5074686"/>
                  <a:pt x="4960140" y="5074686"/>
                </a:cubicBezTo>
                <a:cubicBezTo>
                  <a:pt x="4794263" y="5074686"/>
                  <a:pt x="4761259" y="5142837"/>
                  <a:pt x="4727826" y="5278712"/>
                </a:cubicBezTo>
                <a:cubicBezTo>
                  <a:pt x="4694822" y="5414586"/>
                  <a:pt x="4760830" y="6162108"/>
                  <a:pt x="3600113" y="5720195"/>
                </a:cubicBezTo>
                <a:cubicBezTo>
                  <a:pt x="3434289" y="5635274"/>
                  <a:pt x="3453493" y="5998008"/>
                  <a:pt x="3447586" y="6342279"/>
                </a:cubicBezTo>
                <a:lnTo>
                  <a:pt x="3440337" y="6518805"/>
                </a:lnTo>
                <a:lnTo>
                  <a:pt x="672970" y="6518805"/>
                </a:lnTo>
                <a:lnTo>
                  <a:pt x="670814" y="6495013"/>
                </a:lnTo>
                <a:cubicBezTo>
                  <a:pt x="639669" y="5814795"/>
                  <a:pt x="942475" y="4671329"/>
                  <a:pt x="887774" y="4206292"/>
                </a:cubicBezTo>
                <a:cubicBezTo>
                  <a:pt x="820450" y="3633938"/>
                  <a:pt x="582593" y="3783239"/>
                  <a:pt x="350279" y="3443768"/>
                </a:cubicBezTo>
                <a:cubicBezTo>
                  <a:pt x="118392" y="3103868"/>
                  <a:pt x="33953" y="2661956"/>
                  <a:pt x="521" y="2254334"/>
                </a:cubicBezTo>
                <a:cubicBezTo>
                  <a:pt x="521" y="2254334"/>
                  <a:pt x="-80490" y="453680"/>
                  <a:pt x="1776743" y="79919"/>
                </a:cubicBezTo>
                <a:cubicBezTo>
                  <a:pt x="2008897" y="33199"/>
                  <a:pt x="2229646" y="8245"/>
                  <a:pt x="2438537" y="1739"/>
                </a:cubicBezTo>
                <a:close/>
              </a:path>
            </a:pathLst>
          </a:custGeom>
          <a:gradFill>
            <a:gsLst>
              <a:gs pos="0">
                <a:srgbClr val="D0D6E6">
                  <a:alpha val="3529"/>
                </a:srgbClr>
              </a:gs>
              <a:gs pos="41000">
                <a:srgbClr val="6976C0"/>
              </a:gs>
              <a:gs pos="100000">
                <a:schemeClr val="accent1"/>
              </a:gs>
            </a:gsLst>
            <a:lin ang="168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9" name="Google Shape;379;p5"/>
          <p:cNvSpPr txBox="1">
            <a:spLocks noGrp="1"/>
          </p:cNvSpPr>
          <p:nvPr>
            <p:ph type="title"/>
          </p:nvPr>
        </p:nvSpPr>
        <p:spPr>
          <a:xfrm>
            <a:off x="305990" y="386785"/>
            <a:ext cx="81093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Өсөлтийн стратеги</a:t>
            </a:r>
            <a:endParaRPr/>
          </a:p>
        </p:txBody>
      </p:sp>
      <p:sp>
        <p:nvSpPr>
          <p:cNvPr id="380" name="Google Shape;380;p5"/>
          <p:cNvSpPr txBox="1"/>
          <p:nvPr/>
        </p:nvSpPr>
        <p:spPr>
          <a:xfrm>
            <a:off x="305990" y="726164"/>
            <a:ext cx="822364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Системийн бүх эрхтэн шиг ажилладаг платформын шийдэл</a:t>
            </a: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81" name="Google Shape;381;p5"/>
          <p:cNvGrpSpPr/>
          <p:nvPr/>
        </p:nvGrpSpPr>
        <p:grpSpPr>
          <a:xfrm>
            <a:off x="3246506" y="1517514"/>
            <a:ext cx="1606543" cy="2773817"/>
            <a:chOff x="4328674" y="1896352"/>
            <a:chExt cx="2735347" cy="3698422"/>
          </a:xfrm>
        </p:grpSpPr>
        <p:cxnSp>
          <p:nvCxnSpPr>
            <p:cNvPr id="382" name="Google Shape;382;p5"/>
            <p:cNvCxnSpPr/>
            <p:nvPr/>
          </p:nvCxnSpPr>
          <p:spPr>
            <a:xfrm rot="10800000" flipH="1">
              <a:off x="6006946" y="3749141"/>
              <a:ext cx="463801" cy="926649"/>
            </a:xfrm>
            <a:prstGeom prst="straightConnector1">
              <a:avLst/>
            </a:prstGeom>
            <a:noFill/>
            <a:ln w="73025" cap="rnd" cmpd="sng">
              <a:solidFill>
                <a:srgbClr val="A7B2F4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83" name="Google Shape;383;p5"/>
            <p:cNvGrpSpPr/>
            <p:nvPr/>
          </p:nvGrpSpPr>
          <p:grpSpPr>
            <a:xfrm>
              <a:off x="4328674" y="1896352"/>
              <a:ext cx="2735347" cy="3698422"/>
              <a:chOff x="4328674" y="1896352"/>
              <a:chExt cx="2735347" cy="3698422"/>
            </a:xfrm>
          </p:grpSpPr>
          <p:cxnSp>
            <p:nvCxnSpPr>
              <p:cNvPr id="384" name="Google Shape;384;p5"/>
              <p:cNvCxnSpPr/>
              <p:nvPr/>
            </p:nvCxnSpPr>
            <p:spPr>
              <a:xfrm>
                <a:off x="5412252" y="1896352"/>
                <a:ext cx="594694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EDF1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5" name="Google Shape;385;p5"/>
              <p:cNvCxnSpPr/>
              <p:nvPr/>
            </p:nvCxnSpPr>
            <p:spPr>
              <a:xfrm>
                <a:off x="4328674" y="2822035"/>
                <a:ext cx="1678272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EDF1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6" name="Google Shape;386;p5"/>
              <p:cNvCxnSpPr/>
              <p:nvPr/>
            </p:nvCxnSpPr>
            <p:spPr>
              <a:xfrm>
                <a:off x="4328674" y="3747606"/>
                <a:ext cx="2735347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EDF1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7" name="Google Shape;387;p5"/>
              <p:cNvCxnSpPr/>
              <p:nvPr/>
            </p:nvCxnSpPr>
            <p:spPr>
              <a:xfrm>
                <a:off x="4328674" y="4671190"/>
                <a:ext cx="1678272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EDF1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5"/>
              <p:cNvCxnSpPr/>
              <p:nvPr/>
            </p:nvCxnSpPr>
            <p:spPr>
              <a:xfrm>
                <a:off x="4328674" y="5594774"/>
                <a:ext cx="1678272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EDF1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9" name="Google Shape;389;p5"/>
              <p:cNvCxnSpPr/>
              <p:nvPr/>
            </p:nvCxnSpPr>
            <p:spPr>
              <a:xfrm>
                <a:off x="6006946" y="2819936"/>
                <a:ext cx="463801" cy="926649"/>
              </a:xfrm>
              <a:prstGeom prst="straightConnector1">
                <a:avLst/>
              </a:prstGeom>
              <a:noFill/>
              <a:ln w="73025" cap="rnd" cmpd="sng">
                <a:solidFill>
                  <a:srgbClr val="A7B2F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0" name="Google Shape;390;p5"/>
              <p:cNvCxnSpPr/>
              <p:nvPr/>
            </p:nvCxnSpPr>
            <p:spPr>
              <a:xfrm>
                <a:off x="6006946" y="1896352"/>
                <a:ext cx="1057075" cy="1852789"/>
              </a:xfrm>
              <a:prstGeom prst="straightConnector1">
                <a:avLst/>
              </a:prstGeom>
              <a:noFill/>
              <a:ln w="73025" cap="rnd" cmpd="sng">
                <a:solidFill>
                  <a:srgbClr val="A7B2F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1" name="Google Shape;391;p5"/>
              <p:cNvCxnSpPr/>
              <p:nvPr/>
            </p:nvCxnSpPr>
            <p:spPr>
              <a:xfrm rot="10800000" flipH="1">
                <a:off x="6006946" y="3747606"/>
                <a:ext cx="1057075" cy="1847168"/>
              </a:xfrm>
              <a:prstGeom prst="straightConnector1">
                <a:avLst/>
              </a:prstGeom>
              <a:noFill/>
              <a:ln w="73025" cap="rnd" cmpd="sng">
                <a:solidFill>
                  <a:srgbClr val="A7B2F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392" name="Google Shape;392;p5"/>
          <p:cNvGrpSpPr/>
          <p:nvPr/>
        </p:nvGrpSpPr>
        <p:grpSpPr>
          <a:xfrm>
            <a:off x="2011181" y="1198456"/>
            <a:ext cx="1722834" cy="3415000"/>
            <a:chOff x="1112837" y="1588928"/>
            <a:chExt cx="2297112" cy="4553333"/>
          </a:xfrm>
        </p:grpSpPr>
        <p:grpSp>
          <p:nvGrpSpPr>
            <p:cNvPr id="393" name="Google Shape;393;p5"/>
            <p:cNvGrpSpPr/>
            <p:nvPr/>
          </p:nvGrpSpPr>
          <p:grpSpPr>
            <a:xfrm>
              <a:off x="1112837" y="1588928"/>
              <a:ext cx="2297112" cy="858997"/>
              <a:chOff x="1112837" y="1788953"/>
              <a:chExt cx="2297112" cy="858997"/>
            </a:xfrm>
          </p:grpSpPr>
          <p:sp>
            <p:nvSpPr>
              <p:cNvPr id="394" name="Google Shape;394;p5"/>
              <p:cNvSpPr/>
              <p:nvPr/>
            </p:nvSpPr>
            <p:spPr>
              <a:xfrm>
                <a:off x="1112838" y="1788953"/>
                <a:ext cx="2297111" cy="858997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189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mn-MN" sz="6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ТАРХИ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Процессор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(Чип дээрх систем)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5" name="Google Shape;395;p5"/>
              <p:cNvCxnSpPr/>
              <p:nvPr/>
            </p:nvCxnSpPr>
            <p:spPr>
              <a:xfrm>
                <a:off x="1112837" y="1788953"/>
                <a:ext cx="0" cy="8589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96" name="Google Shape;396;p5"/>
            <p:cNvGrpSpPr/>
            <p:nvPr/>
          </p:nvGrpSpPr>
          <p:grpSpPr>
            <a:xfrm>
              <a:off x="1112837" y="2512512"/>
              <a:ext cx="2297112" cy="858997"/>
              <a:chOff x="1112837" y="1788953"/>
              <a:chExt cx="2297112" cy="858997"/>
            </a:xfrm>
          </p:grpSpPr>
          <p:sp>
            <p:nvSpPr>
              <p:cNvPr id="397" name="Google Shape;397;p5"/>
              <p:cNvSpPr/>
              <p:nvPr/>
            </p:nvSpPr>
            <p:spPr>
              <a:xfrm>
                <a:off x="1112838" y="1788953"/>
                <a:ext cx="2297111" cy="858997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189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mn-MN" sz="6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СУДАС БА МЭДРЭЛ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Модем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8" name="Google Shape;398;p5"/>
              <p:cNvCxnSpPr/>
              <p:nvPr/>
            </p:nvCxnSpPr>
            <p:spPr>
              <a:xfrm>
                <a:off x="1112837" y="1788953"/>
                <a:ext cx="0" cy="8589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99" name="Google Shape;399;p5"/>
            <p:cNvGrpSpPr/>
            <p:nvPr/>
          </p:nvGrpSpPr>
          <p:grpSpPr>
            <a:xfrm>
              <a:off x="1112837" y="3436096"/>
              <a:ext cx="2297112" cy="858997"/>
              <a:chOff x="1112837" y="1788953"/>
              <a:chExt cx="2297112" cy="858997"/>
            </a:xfrm>
          </p:grpSpPr>
          <p:sp>
            <p:nvSpPr>
              <p:cNvPr id="400" name="Google Shape;400;p5"/>
              <p:cNvSpPr/>
              <p:nvPr/>
            </p:nvSpPr>
            <p:spPr>
              <a:xfrm>
                <a:off x="1112838" y="1788953"/>
                <a:ext cx="2297111" cy="858997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189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mn-MN" sz="6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МЭДРЭХҮЙН ЭРХТЭН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Зургийн мэдрэгч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Дэлгэцийн драйвер IC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1" name="Google Shape;401;p5"/>
              <p:cNvCxnSpPr/>
              <p:nvPr/>
            </p:nvCxnSpPr>
            <p:spPr>
              <a:xfrm>
                <a:off x="1112837" y="1788953"/>
                <a:ext cx="0" cy="8589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02" name="Google Shape;402;p5"/>
            <p:cNvGrpSpPr/>
            <p:nvPr/>
          </p:nvGrpSpPr>
          <p:grpSpPr>
            <a:xfrm>
              <a:off x="1112837" y="4359680"/>
              <a:ext cx="2297112" cy="858997"/>
              <a:chOff x="1112837" y="1788953"/>
              <a:chExt cx="2297112" cy="858997"/>
            </a:xfrm>
          </p:grpSpPr>
          <p:sp>
            <p:nvSpPr>
              <p:cNvPr id="403" name="Google Shape;403;p5"/>
              <p:cNvSpPr/>
              <p:nvPr/>
            </p:nvSpPr>
            <p:spPr>
              <a:xfrm>
                <a:off x="1112838" y="1788953"/>
                <a:ext cx="2297111" cy="858997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189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mn-MN" sz="6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ЗҮРХ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Цахилгаан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удирдлагын IC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4" name="Google Shape;404;p5"/>
              <p:cNvCxnSpPr/>
              <p:nvPr/>
            </p:nvCxnSpPr>
            <p:spPr>
              <a:xfrm>
                <a:off x="1112837" y="1788953"/>
                <a:ext cx="0" cy="8589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05" name="Google Shape;405;p5"/>
            <p:cNvGrpSpPr/>
            <p:nvPr/>
          </p:nvGrpSpPr>
          <p:grpSpPr>
            <a:xfrm>
              <a:off x="1112837" y="5283264"/>
              <a:ext cx="2297112" cy="858997"/>
              <a:chOff x="1112837" y="1788953"/>
              <a:chExt cx="2297112" cy="858997"/>
            </a:xfrm>
          </p:grpSpPr>
          <p:sp>
            <p:nvSpPr>
              <p:cNvPr id="406" name="Google Shape;406;p5"/>
              <p:cNvSpPr/>
              <p:nvPr/>
            </p:nvSpPr>
            <p:spPr>
              <a:xfrm>
                <a:off x="1112838" y="1788953"/>
                <a:ext cx="2297111" cy="858997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189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mn-MN" sz="6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ДАРХЛААНЫ СИСТЕМ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Аюулгүй байдал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7" name="Google Shape;407;p5"/>
              <p:cNvCxnSpPr/>
              <p:nvPr/>
            </p:nvCxnSpPr>
            <p:spPr>
              <a:xfrm>
                <a:off x="1112837" y="1788953"/>
                <a:ext cx="0" cy="8589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408" name="Google Shape;408;p5"/>
          <p:cNvGrpSpPr/>
          <p:nvPr/>
        </p:nvGrpSpPr>
        <p:grpSpPr>
          <a:xfrm>
            <a:off x="3617725" y="1401225"/>
            <a:ext cx="232579" cy="232579"/>
            <a:chOff x="3730336" y="1917411"/>
            <a:chExt cx="375227" cy="375227"/>
          </a:xfrm>
        </p:grpSpPr>
        <p:sp>
          <p:nvSpPr>
            <p:cNvPr id="409" name="Google Shape;409;p5"/>
            <p:cNvSpPr/>
            <p:nvPr/>
          </p:nvSpPr>
          <p:spPr>
            <a:xfrm>
              <a:off x="3730336" y="1917411"/>
              <a:ext cx="375227" cy="375227"/>
            </a:xfrm>
            <a:prstGeom prst="ellipse">
              <a:avLst/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857337" y="2044412"/>
              <a:ext cx="121227" cy="121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11" name="Google Shape;411;p5"/>
          <p:cNvGrpSpPr/>
          <p:nvPr/>
        </p:nvGrpSpPr>
        <p:grpSpPr>
          <a:xfrm>
            <a:off x="3617725" y="2093913"/>
            <a:ext cx="232579" cy="232579"/>
            <a:chOff x="3730336" y="1917411"/>
            <a:chExt cx="375227" cy="375227"/>
          </a:xfrm>
        </p:grpSpPr>
        <p:sp>
          <p:nvSpPr>
            <p:cNvPr id="412" name="Google Shape;412;p5"/>
            <p:cNvSpPr/>
            <p:nvPr/>
          </p:nvSpPr>
          <p:spPr>
            <a:xfrm>
              <a:off x="3730336" y="1917411"/>
              <a:ext cx="375227" cy="375227"/>
            </a:xfrm>
            <a:prstGeom prst="ellipse">
              <a:avLst/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3857337" y="2044412"/>
              <a:ext cx="121227" cy="121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14" name="Google Shape;414;p5"/>
          <p:cNvGrpSpPr/>
          <p:nvPr/>
        </p:nvGrpSpPr>
        <p:grpSpPr>
          <a:xfrm>
            <a:off x="3617725" y="2789666"/>
            <a:ext cx="232579" cy="232579"/>
            <a:chOff x="3730336" y="1917411"/>
            <a:chExt cx="375227" cy="375227"/>
          </a:xfrm>
        </p:grpSpPr>
        <p:sp>
          <p:nvSpPr>
            <p:cNvPr id="415" name="Google Shape;415;p5"/>
            <p:cNvSpPr/>
            <p:nvPr/>
          </p:nvSpPr>
          <p:spPr>
            <a:xfrm>
              <a:off x="3730336" y="1917411"/>
              <a:ext cx="375227" cy="375227"/>
            </a:xfrm>
            <a:prstGeom prst="ellipse">
              <a:avLst/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3857337" y="2044412"/>
              <a:ext cx="121227" cy="121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17" name="Google Shape;417;p5"/>
          <p:cNvGrpSpPr/>
          <p:nvPr/>
        </p:nvGrpSpPr>
        <p:grpSpPr>
          <a:xfrm>
            <a:off x="3617725" y="3482354"/>
            <a:ext cx="232579" cy="232579"/>
            <a:chOff x="3730336" y="1917411"/>
            <a:chExt cx="375227" cy="375227"/>
          </a:xfrm>
        </p:grpSpPr>
        <p:sp>
          <p:nvSpPr>
            <p:cNvPr id="418" name="Google Shape;418;p5"/>
            <p:cNvSpPr/>
            <p:nvPr/>
          </p:nvSpPr>
          <p:spPr>
            <a:xfrm>
              <a:off x="3730336" y="1917411"/>
              <a:ext cx="375227" cy="375227"/>
            </a:xfrm>
            <a:prstGeom prst="ellipse">
              <a:avLst/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857337" y="2044412"/>
              <a:ext cx="121227" cy="121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20" name="Google Shape;420;p5"/>
          <p:cNvGrpSpPr/>
          <p:nvPr/>
        </p:nvGrpSpPr>
        <p:grpSpPr>
          <a:xfrm>
            <a:off x="3617725" y="4175042"/>
            <a:ext cx="232579" cy="232579"/>
            <a:chOff x="3730336" y="1917411"/>
            <a:chExt cx="375227" cy="375227"/>
          </a:xfrm>
        </p:grpSpPr>
        <p:sp>
          <p:nvSpPr>
            <p:cNvPr id="421" name="Google Shape;421;p5"/>
            <p:cNvSpPr/>
            <p:nvPr/>
          </p:nvSpPr>
          <p:spPr>
            <a:xfrm>
              <a:off x="3730336" y="1917411"/>
              <a:ext cx="375227" cy="375227"/>
            </a:xfrm>
            <a:prstGeom prst="ellipse">
              <a:avLst/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857337" y="2044412"/>
              <a:ext cx="121227" cy="121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23" name="Google Shape;423;p5"/>
          <p:cNvGrpSpPr/>
          <p:nvPr/>
        </p:nvGrpSpPr>
        <p:grpSpPr>
          <a:xfrm flipH="1">
            <a:off x="4841031" y="1517514"/>
            <a:ext cx="1709221" cy="2773817"/>
            <a:chOff x="4153851" y="1896352"/>
            <a:chExt cx="2910170" cy="3698422"/>
          </a:xfrm>
        </p:grpSpPr>
        <p:cxnSp>
          <p:nvCxnSpPr>
            <p:cNvPr id="424" name="Google Shape;424;p5"/>
            <p:cNvCxnSpPr/>
            <p:nvPr/>
          </p:nvCxnSpPr>
          <p:spPr>
            <a:xfrm rot="10800000" flipH="1">
              <a:off x="6006946" y="3749141"/>
              <a:ext cx="463801" cy="926649"/>
            </a:xfrm>
            <a:prstGeom prst="straightConnector1">
              <a:avLst/>
            </a:prstGeom>
            <a:noFill/>
            <a:ln w="730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25" name="Google Shape;425;p5"/>
            <p:cNvGrpSpPr/>
            <p:nvPr/>
          </p:nvGrpSpPr>
          <p:grpSpPr>
            <a:xfrm>
              <a:off x="4153851" y="1896352"/>
              <a:ext cx="2910170" cy="3698422"/>
              <a:chOff x="4153851" y="1896352"/>
              <a:chExt cx="2910170" cy="3698422"/>
            </a:xfrm>
          </p:grpSpPr>
          <p:cxnSp>
            <p:nvCxnSpPr>
              <p:cNvPr id="426" name="Google Shape;426;p5"/>
              <p:cNvCxnSpPr/>
              <p:nvPr/>
            </p:nvCxnSpPr>
            <p:spPr>
              <a:xfrm>
                <a:off x="5023533" y="1896354"/>
                <a:ext cx="983413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102080">
                    <a:alpha val="42352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7" name="Google Shape;427;p5"/>
              <p:cNvCxnSpPr/>
              <p:nvPr/>
            </p:nvCxnSpPr>
            <p:spPr>
              <a:xfrm>
                <a:off x="4328674" y="2822035"/>
                <a:ext cx="1678272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102080">
                    <a:alpha val="42352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8" name="Google Shape;428;p5"/>
              <p:cNvCxnSpPr/>
              <p:nvPr/>
            </p:nvCxnSpPr>
            <p:spPr>
              <a:xfrm>
                <a:off x="4153851" y="3747606"/>
                <a:ext cx="2910170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102080">
                    <a:alpha val="42352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9" name="Google Shape;429;p5"/>
              <p:cNvCxnSpPr/>
              <p:nvPr/>
            </p:nvCxnSpPr>
            <p:spPr>
              <a:xfrm>
                <a:off x="4328674" y="4671190"/>
                <a:ext cx="1678272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102080">
                    <a:alpha val="42352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" name="Google Shape;430;p5"/>
              <p:cNvCxnSpPr/>
              <p:nvPr/>
            </p:nvCxnSpPr>
            <p:spPr>
              <a:xfrm>
                <a:off x="4328674" y="5594774"/>
                <a:ext cx="1678272" cy="0"/>
              </a:xfrm>
              <a:prstGeom prst="straightConnector1">
                <a:avLst/>
              </a:prstGeom>
              <a:noFill/>
              <a:ln w="73025" cap="rnd" cmpd="sng">
                <a:solidFill>
                  <a:srgbClr val="102080">
                    <a:alpha val="42352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1" name="Google Shape;431;p5"/>
              <p:cNvCxnSpPr/>
              <p:nvPr/>
            </p:nvCxnSpPr>
            <p:spPr>
              <a:xfrm>
                <a:off x="6006946" y="2819936"/>
                <a:ext cx="463801" cy="926649"/>
              </a:xfrm>
              <a:prstGeom prst="straightConnector1">
                <a:avLst/>
              </a:prstGeom>
              <a:noFill/>
              <a:ln w="730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2" name="Google Shape;432;p5"/>
              <p:cNvCxnSpPr/>
              <p:nvPr/>
            </p:nvCxnSpPr>
            <p:spPr>
              <a:xfrm>
                <a:off x="6006946" y="1896352"/>
                <a:ext cx="1057075" cy="1852789"/>
              </a:xfrm>
              <a:prstGeom prst="straightConnector1">
                <a:avLst/>
              </a:prstGeom>
              <a:noFill/>
              <a:ln w="730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3" name="Google Shape;433;p5"/>
              <p:cNvCxnSpPr/>
              <p:nvPr/>
            </p:nvCxnSpPr>
            <p:spPr>
              <a:xfrm rot="10800000" flipH="1">
                <a:off x="6006946" y="3747606"/>
                <a:ext cx="1057075" cy="1847168"/>
              </a:xfrm>
              <a:prstGeom prst="straightConnector1">
                <a:avLst/>
              </a:prstGeom>
              <a:noFill/>
              <a:ln w="730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434" name="Google Shape;434;p5"/>
          <p:cNvGrpSpPr/>
          <p:nvPr/>
        </p:nvGrpSpPr>
        <p:grpSpPr>
          <a:xfrm>
            <a:off x="4737887" y="2796564"/>
            <a:ext cx="232579" cy="232579"/>
            <a:chOff x="3730336" y="1917411"/>
            <a:chExt cx="375227" cy="375227"/>
          </a:xfrm>
        </p:grpSpPr>
        <p:sp>
          <p:nvSpPr>
            <p:cNvPr id="435" name="Google Shape;435;p5"/>
            <p:cNvSpPr/>
            <p:nvPr/>
          </p:nvSpPr>
          <p:spPr>
            <a:xfrm>
              <a:off x="3730336" y="1917411"/>
              <a:ext cx="375227" cy="375227"/>
            </a:xfrm>
            <a:prstGeom prst="ellipse">
              <a:avLst/>
            </a:prstGeom>
            <a:gradFill>
              <a:gsLst>
                <a:gs pos="0">
                  <a:srgbClr val="D0D6E6">
                    <a:alpha val="60392"/>
                  </a:srgbClr>
                </a:gs>
                <a:gs pos="100000">
                  <a:srgbClr val="C1CBF9">
                    <a:alpha val="0"/>
                  </a:srgbClr>
                </a:gs>
              </a:gsLst>
              <a:lin ang="27000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0" tIns="2700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3857337" y="2044412"/>
              <a:ext cx="121227" cy="121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437" name="Google Shape;437;p5"/>
          <p:cNvGrpSpPr/>
          <p:nvPr/>
        </p:nvGrpSpPr>
        <p:grpSpPr>
          <a:xfrm>
            <a:off x="5645856" y="1482304"/>
            <a:ext cx="2726402" cy="2719094"/>
            <a:chOff x="7355141" y="1304887"/>
            <a:chExt cx="3621315" cy="3611608"/>
          </a:xfrm>
        </p:grpSpPr>
        <p:sp>
          <p:nvSpPr>
            <p:cNvPr id="438" name="Google Shape;438;p5"/>
            <p:cNvSpPr/>
            <p:nvPr/>
          </p:nvSpPr>
          <p:spPr>
            <a:xfrm>
              <a:off x="8459317" y="2403760"/>
              <a:ext cx="1418119" cy="1412161"/>
            </a:xfrm>
            <a:custGeom>
              <a:avLst/>
              <a:gdLst/>
              <a:ahLst/>
              <a:cxnLst/>
              <a:rect l="l" t="t" r="r" b="b"/>
              <a:pathLst>
                <a:path w="1418119" h="1412161" extrusionOk="0">
                  <a:moveTo>
                    <a:pt x="0" y="0"/>
                  </a:moveTo>
                  <a:lnTo>
                    <a:pt x="1418120" y="0"/>
                  </a:lnTo>
                  <a:lnTo>
                    <a:pt x="1418120" y="1412161"/>
                  </a:lnTo>
                  <a:lnTo>
                    <a:pt x="0" y="141216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0D6E6"/>
                </a:gs>
              </a:gsLst>
              <a:lin ang="5400000" scaled="0"/>
            </a:gradFill>
            <a:ln w="9525" cap="flat" cmpd="sng">
              <a:solidFill>
                <a:srgbClr val="A7B2F4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508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8556394" y="2495365"/>
              <a:ext cx="1222968" cy="1222968"/>
            </a:xfrm>
            <a:custGeom>
              <a:avLst/>
              <a:gdLst/>
              <a:ahLst/>
              <a:cxnLst/>
              <a:rect l="l" t="t" r="r" b="b"/>
              <a:pathLst>
                <a:path w="1222968" h="1222968" extrusionOk="0">
                  <a:moveTo>
                    <a:pt x="0" y="0"/>
                  </a:moveTo>
                  <a:lnTo>
                    <a:pt x="1222969" y="0"/>
                  </a:lnTo>
                  <a:lnTo>
                    <a:pt x="1222969" y="1222969"/>
                  </a:lnTo>
                  <a:lnTo>
                    <a:pt x="0" y="1222969"/>
                  </a:lnTo>
                  <a:close/>
                </a:path>
              </a:pathLst>
            </a:custGeom>
            <a:gradFill>
              <a:gsLst>
                <a:gs pos="0">
                  <a:srgbClr val="102080"/>
                </a:gs>
                <a:gs pos="100000">
                  <a:srgbClr val="091450"/>
                </a:gs>
              </a:gsLst>
              <a:lin ang="5400000" scaled="0"/>
            </a:gradFill>
            <a:ln w="9525" cap="flat" cmpd="sng">
              <a:solidFill>
                <a:srgbClr val="A7B2F4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440" name="Google Shape;440;p5"/>
            <p:cNvGrpSpPr/>
            <p:nvPr/>
          </p:nvGrpSpPr>
          <p:grpSpPr>
            <a:xfrm>
              <a:off x="8425571" y="1304887"/>
              <a:ext cx="1462669" cy="1098872"/>
              <a:chOff x="8425571" y="1304887"/>
              <a:chExt cx="1462669" cy="1098872"/>
            </a:xfrm>
          </p:grpSpPr>
          <p:sp>
            <p:nvSpPr>
              <p:cNvPr id="441" name="Google Shape;441;p5"/>
              <p:cNvSpPr/>
              <p:nvPr/>
            </p:nvSpPr>
            <p:spPr>
              <a:xfrm rot="-4603200">
                <a:off x="8434441" y="1706591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4"/>
                      <a:pt x="67834" y="87398"/>
                      <a:pt x="43699" y="87398"/>
                    </a:cubicBezTo>
                    <a:cubicBezTo>
                      <a:pt x="19565" y="87398"/>
                      <a:pt x="0" y="67834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2" name="Google Shape;442;p5"/>
              <p:cNvSpPr/>
              <p:nvPr/>
            </p:nvSpPr>
            <p:spPr>
              <a:xfrm>
                <a:off x="8478187" y="1794014"/>
                <a:ext cx="102280" cy="609745"/>
              </a:xfrm>
              <a:custGeom>
                <a:avLst/>
                <a:gdLst/>
                <a:ahLst/>
                <a:cxnLst/>
                <a:rect l="l" t="t" r="r" b="b"/>
                <a:pathLst>
                  <a:path w="102280" h="609745" extrusionOk="0">
                    <a:moveTo>
                      <a:pt x="0" y="0"/>
                    </a:moveTo>
                    <a:lnTo>
                      <a:pt x="0" y="328704"/>
                    </a:lnTo>
                    <a:lnTo>
                      <a:pt x="102281" y="376367"/>
                    </a:lnTo>
                    <a:lnTo>
                      <a:pt x="102281" y="609746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3" name="Google Shape;443;p5"/>
              <p:cNvSpPr/>
              <p:nvPr/>
            </p:nvSpPr>
            <p:spPr>
              <a:xfrm rot="-1349998">
                <a:off x="8612255" y="1467781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4" name="Google Shape;444;p5"/>
              <p:cNvSpPr/>
              <p:nvPr/>
            </p:nvSpPr>
            <p:spPr>
              <a:xfrm>
                <a:off x="8803414" y="1531843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5" name="Google Shape;445;p5"/>
              <p:cNvSpPr/>
              <p:nvPr/>
            </p:nvSpPr>
            <p:spPr>
              <a:xfrm rot="-4846799">
                <a:off x="8982509" y="1309787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6" name="Google Shape;446;p5"/>
              <p:cNvSpPr/>
              <p:nvPr/>
            </p:nvSpPr>
            <p:spPr>
              <a:xfrm>
                <a:off x="8645519" y="1534324"/>
                <a:ext cx="98317" cy="869435"/>
              </a:xfrm>
              <a:custGeom>
                <a:avLst/>
                <a:gdLst/>
                <a:ahLst/>
                <a:cxnLst/>
                <a:rect l="l" t="t" r="r" b="b"/>
                <a:pathLst>
                  <a:path w="98317" h="869435" extrusionOk="0">
                    <a:moveTo>
                      <a:pt x="0" y="0"/>
                    </a:moveTo>
                    <a:lnTo>
                      <a:pt x="0" y="614707"/>
                    </a:lnTo>
                    <a:lnTo>
                      <a:pt x="98317" y="681751"/>
                    </a:lnTo>
                    <a:lnTo>
                      <a:pt x="98317" y="869436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7" name="Google Shape;447;p5"/>
              <p:cNvSpPr/>
              <p:nvPr/>
            </p:nvSpPr>
            <p:spPr>
              <a:xfrm>
                <a:off x="8619450" y="2309917"/>
                <a:ext cx="87155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55" h="93842" extrusionOk="0">
                    <a:moveTo>
                      <a:pt x="0" y="93843"/>
                    </a:moveTo>
                    <a:lnTo>
                      <a:pt x="0" y="0"/>
                    </a:lnTo>
                    <a:lnTo>
                      <a:pt x="87155" y="0"/>
                    </a:lnTo>
                    <a:lnTo>
                      <a:pt x="87155" y="9384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8" name="Google Shape;448;p5"/>
              <p:cNvSpPr/>
              <p:nvPr/>
            </p:nvSpPr>
            <p:spPr>
              <a:xfrm>
                <a:off x="8804168" y="2309917"/>
                <a:ext cx="87130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30" h="93842" extrusionOk="0">
                    <a:moveTo>
                      <a:pt x="0" y="93843"/>
                    </a:moveTo>
                    <a:lnTo>
                      <a:pt x="0" y="0"/>
                    </a:lnTo>
                    <a:lnTo>
                      <a:pt x="87131" y="0"/>
                    </a:lnTo>
                    <a:lnTo>
                      <a:pt x="87131" y="9384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49" name="Google Shape;449;p5"/>
              <p:cNvSpPr/>
              <p:nvPr/>
            </p:nvSpPr>
            <p:spPr>
              <a:xfrm>
                <a:off x="8836681" y="1598377"/>
                <a:ext cx="107265" cy="805382"/>
              </a:xfrm>
              <a:custGeom>
                <a:avLst/>
                <a:gdLst/>
                <a:ahLst/>
                <a:cxnLst/>
                <a:rect l="l" t="t" r="r" b="b"/>
                <a:pathLst>
                  <a:path w="107265" h="805382" extrusionOk="0">
                    <a:moveTo>
                      <a:pt x="107266" y="805383"/>
                    </a:moveTo>
                    <a:lnTo>
                      <a:pt x="107266" y="462769"/>
                    </a:lnTo>
                    <a:lnTo>
                      <a:pt x="0" y="37065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0" name="Google Shape;450;p5"/>
              <p:cNvSpPr/>
              <p:nvPr/>
            </p:nvSpPr>
            <p:spPr>
              <a:xfrm>
                <a:off x="9015709" y="1376306"/>
                <a:ext cx="124361" cy="1027453"/>
              </a:xfrm>
              <a:custGeom>
                <a:avLst/>
                <a:gdLst/>
                <a:ahLst/>
                <a:cxnLst/>
                <a:rect l="l" t="t" r="r" b="b"/>
                <a:pathLst>
                  <a:path w="124361" h="1027453" extrusionOk="0">
                    <a:moveTo>
                      <a:pt x="0" y="0"/>
                    </a:moveTo>
                    <a:lnTo>
                      <a:pt x="0" y="483755"/>
                    </a:lnTo>
                    <a:lnTo>
                      <a:pt x="124362" y="592723"/>
                    </a:lnTo>
                    <a:lnTo>
                      <a:pt x="124362" y="102745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1" name="Google Shape;451;p5"/>
              <p:cNvSpPr/>
              <p:nvPr/>
            </p:nvSpPr>
            <p:spPr>
              <a:xfrm>
                <a:off x="9015709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2" name="Google Shape;452;p5"/>
              <p:cNvSpPr/>
              <p:nvPr/>
            </p:nvSpPr>
            <p:spPr>
              <a:xfrm>
                <a:off x="9213826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3" name="Google Shape;453;p5"/>
              <p:cNvSpPr/>
              <p:nvPr/>
            </p:nvSpPr>
            <p:spPr>
              <a:xfrm>
                <a:off x="9406716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4" name="Google Shape;454;p5"/>
              <p:cNvSpPr/>
              <p:nvPr/>
            </p:nvSpPr>
            <p:spPr>
              <a:xfrm>
                <a:off x="9606584" y="2304956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0" y="98803"/>
                    </a:moveTo>
                    <a:lnTo>
                      <a:pt x="0" y="0"/>
                    </a:lnTo>
                    <a:lnTo>
                      <a:pt x="91095" y="0"/>
                    </a:lnTo>
                    <a:lnTo>
                      <a:pt x="91095" y="9880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5" name="Google Shape;455;p5"/>
              <p:cNvSpPr/>
              <p:nvPr/>
            </p:nvSpPr>
            <p:spPr>
              <a:xfrm rot="-4603200">
                <a:off x="9164971" y="1597468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2"/>
                      <a:pt x="57792" y="74461"/>
                      <a:pt x="37231" y="74461"/>
                    </a:cubicBezTo>
                    <a:cubicBezTo>
                      <a:pt x="16669" y="74461"/>
                      <a:pt x="0" y="57792"/>
                      <a:pt x="0" y="37231"/>
                    </a:cubicBezTo>
                    <a:cubicBezTo>
                      <a:pt x="0" y="16669"/>
                      <a:pt x="16669" y="0"/>
                      <a:pt x="37231" y="0"/>
                    </a:cubicBezTo>
                    <a:cubicBezTo>
                      <a:pt x="57792" y="0"/>
                      <a:pt x="74461" y="16669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6" name="Google Shape;456;p5"/>
              <p:cNvSpPr/>
              <p:nvPr/>
            </p:nvSpPr>
            <p:spPr>
              <a:xfrm>
                <a:off x="9231822" y="1657372"/>
                <a:ext cx="189800" cy="746387"/>
              </a:xfrm>
              <a:custGeom>
                <a:avLst/>
                <a:gdLst/>
                <a:ahLst/>
                <a:cxnLst/>
                <a:rect l="l" t="t" r="r" b="b"/>
                <a:pathLst>
                  <a:path w="189800" h="746387" extrusionOk="0">
                    <a:moveTo>
                      <a:pt x="0" y="0"/>
                    </a:moveTo>
                    <a:lnTo>
                      <a:pt x="189801" y="143086"/>
                    </a:lnTo>
                    <a:lnTo>
                      <a:pt x="189801" y="359077"/>
                    </a:lnTo>
                    <a:lnTo>
                      <a:pt x="113807" y="441515"/>
                    </a:lnTo>
                    <a:lnTo>
                      <a:pt x="113807" y="746388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7" name="Google Shape;457;p5"/>
              <p:cNvSpPr/>
              <p:nvPr/>
            </p:nvSpPr>
            <p:spPr>
              <a:xfrm>
                <a:off x="9526627" y="2096528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2"/>
                      <a:pt x="46242" y="59579"/>
                      <a:pt x="29789" y="59579"/>
                    </a:cubicBezTo>
                    <a:cubicBezTo>
                      <a:pt x="13337" y="59579"/>
                      <a:pt x="0" y="46242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9556416" y="2156107"/>
                <a:ext cx="2431" cy="247652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247652" extrusionOk="0">
                    <a:moveTo>
                      <a:pt x="0" y="0"/>
                    </a:moveTo>
                    <a:lnTo>
                      <a:pt x="0" y="24765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59" name="Google Shape;459;p5"/>
              <p:cNvSpPr/>
              <p:nvPr/>
            </p:nvSpPr>
            <p:spPr>
              <a:xfrm rot="-1349998">
                <a:off x="9806910" y="1712566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0" name="Google Shape;460;p5"/>
              <p:cNvSpPr/>
              <p:nvPr/>
            </p:nvSpPr>
            <p:spPr>
              <a:xfrm>
                <a:off x="9740381" y="1778815"/>
                <a:ext cx="84966" cy="624944"/>
              </a:xfrm>
              <a:custGeom>
                <a:avLst/>
                <a:gdLst/>
                <a:ahLst/>
                <a:cxnLst/>
                <a:rect l="l" t="t" r="r" b="b"/>
                <a:pathLst>
                  <a:path w="84966" h="624944" extrusionOk="0">
                    <a:moveTo>
                      <a:pt x="84967" y="0"/>
                    </a:moveTo>
                    <a:lnTo>
                      <a:pt x="0" y="173094"/>
                    </a:lnTo>
                    <a:lnTo>
                      <a:pt x="0" y="624944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461" name="Google Shape;461;p5"/>
            <p:cNvGrpSpPr/>
            <p:nvPr/>
          </p:nvGrpSpPr>
          <p:grpSpPr>
            <a:xfrm>
              <a:off x="8423673" y="3815921"/>
              <a:ext cx="1460287" cy="1100574"/>
              <a:chOff x="8423673" y="3815921"/>
              <a:chExt cx="1460287" cy="1100574"/>
            </a:xfrm>
          </p:grpSpPr>
          <p:sp>
            <p:nvSpPr>
              <p:cNvPr id="462" name="Google Shape;462;p5"/>
              <p:cNvSpPr/>
              <p:nvPr/>
            </p:nvSpPr>
            <p:spPr>
              <a:xfrm rot="-4846799">
                <a:off x="9790125" y="4425813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4"/>
                      <a:pt x="67834" y="87398"/>
                      <a:pt x="43699" y="87398"/>
                    </a:cubicBezTo>
                    <a:cubicBezTo>
                      <a:pt x="19565" y="87398"/>
                      <a:pt x="0" y="67834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3" name="Google Shape;463;p5"/>
              <p:cNvSpPr/>
              <p:nvPr/>
            </p:nvSpPr>
            <p:spPr>
              <a:xfrm>
                <a:off x="9731456" y="3815921"/>
                <a:ext cx="102280" cy="609745"/>
              </a:xfrm>
              <a:custGeom>
                <a:avLst/>
                <a:gdLst/>
                <a:ahLst/>
                <a:cxnLst/>
                <a:rect l="l" t="t" r="r" b="b"/>
                <a:pathLst>
                  <a:path w="102280" h="609745" extrusionOk="0">
                    <a:moveTo>
                      <a:pt x="102281" y="609746"/>
                    </a:moveTo>
                    <a:lnTo>
                      <a:pt x="102281" y="281041"/>
                    </a:lnTo>
                    <a:lnTo>
                      <a:pt x="0" y="233378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4" name="Google Shape;464;p5"/>
              <p:cNvSpPr/>
              <p:nvPr/>
            </p:nvSpPr>
            <p:spPr>
              <a:xfrm rot="-2700000">
                <a:off x="9633146" y="4685346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5" name="Google Shape;465;p5"/>
              <p:cNvSpPr/>
              <p:nvPr/>
            </p:nvSpPr>
            <p:spPr>
              <a:xfrm>
                <a:off x="9441977" y="4621304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6" name="Google Shape;466;p5"/>
              <p:cNvSpPr/>
              <p:nvPr/>
            </p:nvSpPr>
            <p:spPr>
              <a:xfrm rot="-4603200">
                <a:off x="9262910" y="4843210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39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39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7" name="Google Shape;467;p5"/>
              <p:cNvSpPr/>
              <p:nvPr/>
            </p:nvSpPr>
            <p:spPr>
              <a:xfrm>
                <a:off x="9568089" y="3815921"/>
                <a:ext cx="98317" cy="869435"/>
              </a:xfrm>
              <a:custGeom>
                <a:avLst/>
                <a:gdLst/>
                <a:ahLst/>
                <a:cxnLst/>
                <a:rect l="l" t="t" r="r" b="b"/>
                <a:pathLst>
                  <a:path w="98317" h="869435" extrusionOk="0">
                    <a:moveTo>
                      <a:pt x="98317" y="869436"/>
                    </a:moveTo>
                    <a:lnTo>
                      <a:pt x="98317" y="254729"/>
                    </a:lnTo>
                    <a:lnTo>
                      <a:pt x="0" y="187685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8" name="Google Shape;468;p5"/>
              <p:cNvSpPr/>
              <p:nvPr/>
            </p:nvSpPr>
            <p:spPr>
              <a:xfrm>
                <a:off x="9605320" y="3815921"/>
                <a:ext cx="87155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55" h="93842" extrusionOk="0">
                    <a:moveTo>
                      <a:pt x="87155" y="0"/>
                    </a:moveTo>
                    <a:lnTo>
                      <a:pt x="87155" y="93842"/>
                    </a:lnTo>
                    <a:lnTo>
                      <a:pt x="0" y="93842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69" name="Google Shape;469;p5"/>
              <p:cNvSpPr/>
              <p:nvPr/>
            </p:nvSpPr>
            <p:spPr>
              <a:xfrm>
                <a:off x="9420626" y="3815921"/>
                <a:ext cx="87130" cy="93842"/>
              </a:xfrm>
              <a:custGeom>
                <a:avLst/>
                <a:gdLst/>
                <a:ahLst/>
                <a:cxnLst/>
                <a:rect l="l" t="t" r="r" b="b"/>
                <a:pathLst>
                  <a:path w="87130" h="93842" extrusionOk="0">
                    <a:moveTo>
                      <a:pt x="87131" y="0"/>
                    </a:moveTo>
                    <a:lnTo>
                      <a:pt x="87131" y="93842"/>
                    </a:lnTo>
                    <a:lnTo>
                      <a:pt x="0" y="93842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0" name="Google Shape;470;p5"/>
              <p:cNvSpPr/>
              <p:nvPr/>
            </p:nvSpPr>
            <p:spPr>
              <a:xfrm>
                <a:off x="9367977" y="3815921"/>
                <a:ext cx="107265" cy="805382"/>
              </a:xfrm>
              <a:custGeom>
                <a:avLst/>
                <a:gdLst/>
                <a:ahLst/>
                <a:cxnLst/>
                <a:rect l="l" t="t" r="r" b="b"/>
                <a:pathLst>
                  <a:path w="107265" h="805382" extrusionOk="0">
                    <a:moveTo>
                      <a:pt x="0" y="0"/>
                    </a:moveTo>
                    <a:lnTo>
                      <a:pt x="0" y="342614"/>
                    </a:lnTo>
                    <a:lnTo>
                      <a:pt x="107266" y="434706"/>
                    </a:lnTo>
                    <a:lnTo>
                      <a:pt x="107266" y="80538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1" name="Google Shape;471;p5"/>
              <p:cNvSpPr/>
              <p:nvPr/>
            </p:nvSpPr>
            <p:spPr>
              <a:xfrm>
                <a:off x="9171854" y="3815921"/>
                <a:ext cx="124361" cy="1027453"/>
              </a:xfrm>
              <a:custGeom>
                <a:avLst/>
                <a:gdLst/>
                <a:ahLst/>
                <a:cxnLst/>
                <a:rect l="l" t="t" r="r" b="b"/>
                <a:pathLst>
                  <a:path w="124361" h="1027453" extrusionOk="0">
                    <a:moveTo>
                      <a:pt x="124361" y="1027453"/>
                    </a:moveTo>
                    <a:lnTo>
                      <a:pt x="124361" y="543699"/>
                    </a:lnTo>
                    <a:lnTo>
                      <a:pt x="0" y="434706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2" name="Google Shape;472;p5"/>
              <p:cNvSpPr/>
              <p:nvPr/>
            </p:nvSpPr>
            <p:spPr>
              <a:xfrm>
                <a:off x="9205121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3" name="Google Shape;473;p5"/>
              <p:cNvSpPr/>
              <p:nvPr/>
            </p:nvSpPr>
            <p:spPr>
              <a:xfrm>
                <a:off x="9007003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4" name="Google Shape;474;p5"/>
              <p:cNvSpPr/>
              <p:nvPr/>
            </p:nvSpPr>
            <p:spPr>
              <a:xfrm>
                <a:off x="8814114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5" name="Google Shape;475;p5"/>
              <p:cNvSpPr/>
              <p:nvPr/>
            </p:nvSpPr>
            <p:spPr>
              <a:xfrm>
                <a:off x="8614246" y="3815921"/>
                <a:ext cx="91094" cy="98803"/>
              </a:xfrm>
              <a:custGeom>
                <a:avLst/>
                <a:gdLst/>
                <a:ahLst/>
                <a:cxnLst/>
                <a:rect l="l" t="t" r="r" b="b"/>
                <a:pathLst>
                  <a:path w="91094" h="98803" extrusionOk="0">
                    <a:moveTo>
                      <a:pt x="91095" y="0"/>
                    </a:moveTo>
                    <a:lnTo>
                      <a:pt x="91095" y="98803"/>
                    </a:lnTo>
                    <a:lnTo>
                      <a:pt x="0" y="98803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6" name="Google Shape;476;p5"/>
              <p:cNvSpPr/>
              <p:nvPr/>
            </p:nvSpPr>
            <p:spPr>
              <a:xfrm rot="-2700000">
                <a:off x="9072427" y="4547696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2"/>
                      <a:pt x="57793" y="74461"/>
                      <a:pt x="37231" y="74461"/>
                    </a:cubicBezTo>
                    <a:cubicBezTo>
                      <a:pt x="16669" y="74461"/>
                      <a:pt x="0" y="57793"/>
                      <a:pt x="0" y="37231"/>
                    </a:cubicBezTo>
                    <a:cubicBezTo>
                      <a:pt x="0" y="16669"/>
                      <a:pt x="16669" y="0"/>
                      <a:pt x="37231" y="0"/>
                    </a:cubicBezTo>
                    <a:cubicBezTo>
                      <a:pt x="57793" y="0"/>
                      <a:pt x="74461" y="16668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7" name="Google Shape;477;p5"/>
              <p:cNvSpPr/>
              <p:nvPr/>
            </p:nvSpPr>
            <p:spPr>
              <a:xfrm>
                <a:off x="8890302" y="3815921"/>
                <a:ext cx="189800" cy="746387"/>
              </a:xfrm>
              <a:custGeom>
                <a:avLst/>
                <a:gdLst/>
                <a:ahLst/>
                <a:cxnLst/>
                <a:rect l="l" t="t" r="r" b="b"/>
                <a:pathLst>
                  <a:path w="189800" h="746387" extrusionOk="0">
                    <a:moveTo>
                      <a:pt x="189801" y="746388"/>
                    </a:moveTo>
                    <a:lnTo>
                      <a:pt x="0" y="603301"/>
                    </a:lnTo>
                    <a:lnTo>
                      <a:pt x="0" y="387286"/>
                    </a:lnTo>
                    <a:lnTo>
                      <a:pt x="75993" y="304873"/>
                    </a:lnTo>
                    <a:lnTo>
                      <a:pt x="7599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8" name="Google Shape;478;p5"/>
              <p:cNvSpPr/>
              <p:nvPr/>
            </p:nvSpPr>
            <p:spPr>
              <a:xfrm>
                <a:off x="8725719" y="4063574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1"/>
                      <a:pt x="46242" y="59579"/>
                      <a:pt x="29789" y="59579"/>
                    </a:cubicBezTo>
                    <a:cubicBezTo>
                      <a:pt x="13337" y="59579"/>
                      <a:pt x="0" y="46241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79" name="Google Shape;479;p5"/>
              <p:cNvSpPr/>
              <p:nvPr/>
            </p:nvSpPr>
            <p:spPr>
              <a:xfrm>
                <a:off x="8755508" y="3815921"/>
                <a:ext cx="2431" cy="247652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247652" extrusionOk="0">
                    <a:moveTo>
                      <a:pt x="0" y="247653"/>
                    </a:move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0" name="Google Shape;480;p5"/>
              <p:cNvSpPr/>
              <p:nvPr/>
            </p:nvSpPr>
            <p:spPr>
              <a:xfrm rot="-1349998">
                <a:off x="8434483" y="4436596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1" name="Google Shape;481;p5"/>
              <p:cNvSpPr/>
              <p:nvPr/>
            </p:nvSpPr>
            <p:spPr>
              <a:xfrm>
                <a:off x="8486577" y="3815921"/>
                <a:ext cx="84966" cy="624944"/>
              </a:xfrm>
              <a:custGeom>
                <a:avLst/>
                <a:gdLst/>
                <a:ahLst/>
                <a:cxnLst/>
                <a:rect l="l" t="t" r="r" b="b"/>
                <a:pathLst>
                  <a:path w="84966" h="624944" extrusionOk="0">
                    <a:moveTo>
                      <a:pt x="0" y="624944"/>
                    </a:moveTo>
                    <a:lnTo>
                      <a:pt x="84967" y="451850"/>
                    </a:lnTo>
                    <a:lnTo>
                      <a:pt x="84967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482" name="Google Shape;482;p5"/>
            <p:cNvGrpSpPr/>
            <p:nvPr/>
          </p:nvGrpSpPr>
          <p:grpSpPr>
            <a:xfrm>
              <a:off x="7355141" y="2410520"/>
              <a:ext cx="1104175" cy="1461070"/>
              <a:chOff x="7355141" y="2410520"/>
              <a:chExt cx="1104175" cy="1461070"/>
            </a:xfrm>
          </p:grpSpPr>
          <p:sp>
            <p:nvSpPr>
              <p:cNvPr id="483" name="Google Shape;483;p5"/>
              <p:cNvSpPr/>
              <p:nvPr/>
            </p:nvSpPr>
            <p:spPr>
              <a:xfrm rot="-2700000">
                <a:off x="7762185" y="3766091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3"/>
                      <a:pt x="67834" y="87398"/>
                      <a:pt x="43699" y="87398"/>
                    </a:cubicBezTo>
                    <a:cubicBezTo>
                      <a:pt x="19565" y="87398"/>
                      <a:pt x="0" y="67833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4" name="Google Shape;484;p5"/>
              <p:cNvSpPr/>
              <p:nvPr/>
            </p:nvSpPr>
            <p:spPr>
              <a:xfrm>
                <a:off x="7849571" y="3707488"/>
                <a:ext cx="609745" cy="102305"/>
              </a:xfrm>
              <a:custGeom>
                <a:avLst/>
                <a:gdLst/>
                <a:ahLst/>
                <a:cxnLst/>
                <a:rect l="l" t="t" r="r" b="b"/>
                <a:pathLst>
                  <a:path w="609745" h="102305" extrusionOk="0">
                    <a:moveTo>
                      <a:pt x="0" y="102305"/>
                    </a:moveTo>
                    <a:lnTo>
                      <a:pt x="328704" y="102305"/>
                    </a:lnTo>
                    <a:lnTo>
                      <a:pt x="376367" y="0"/>
                    </a:lnTo>
                    <a:lnTo>
                      <a:pt x="609746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5" name="Google Shape;485;p5"/>
              <p:cNvSpPr/>
              <p:nvPr/>
            </p:nvSpPr>
            <p:spPr>
              <a:xfrm rot="-4603200">
                <a:off x="7523349" y="3609070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39"/>
                      <a:pt x="51640" y="66534"/>
                      <a:pt x="33267" y="66534"/>
                    </a:cubicBezTo>
                    <a:cubicBezTo>
                      <a:pt x="14894" y="66534"/>
                      <a:pt x="0" y="51639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6" name="Google Shape;486;p5"/>
              <p:cNvSpPr/>
              <p:nvPr/>
            </p:nvSpPr>
            <p:spPr>
              <a:xfrm rot="-2700000">
                <a:off x="7587408" y="3418016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7" name="Google Shape;487;p5"/>
              <p:cNvSpPr/>
              <p:nvPr/>
            </p:nvSpPr>
            <p:spPr>
              <a:xfrm rot="-1349998">
                <a:off x="7365339" y="3238999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39"/>
                      <a:pt x="51640" y="66534"/>
                      <a:pt x="33267" y="66534"/>
                    </a:cubicBezTo>
                    <a:cubicBezTo>
                      <a:pt x="14894" y="66534"/>
                      <a:pt x="0" y="51639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8" name="Google Shape;488;p5"/>
              <p:cNvSpPr/>
              <p:nvPr/>
            </p:nvSpPr>
            <p:spPr>
              <a:xfrm>
                <a:off x="7589881" y="3544145"/>
                <a:ext cx="869435" cy="98292"/>
              </a:xfrm>
              <a:custGeom>
                <a:avLst/>
                <a:gdLst/>
                <a:ahLst/>
                <a:cxnLst/>
                <a:rect l="l" t="t" r="r" b="b"/>
                <a:pathLst>
                  <a:path w="869435" h="98292" extrusionOk="0">
                    <a:moveTo>
                      <a:pt x="0" y="98293"/>
                    </a:moveTo>
                    <a:lnTo>
                      <a:pt x="614707" y="98293"/>
                    </a:lnTo>
                    <a:lnTo>
                      <a:pt x="681751" y="0"/>
                    </a:lnTo>
                    <a:lnTo>
                      <a:pt x="869436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89" name="Google Shape;489;p5"/>
              <p:cNvSpPr/>
              <p:nvPr/>
            </p:nvSpPr>
            <p:spPr>
              <a:xfrm>
                <a:off x="8365474" y="3581376"/>
                <a:ext cx="93842" cy="87130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30" extrusionOk="0">
                    <a:moveTo>
                      <a:pt x="93843" y="87131"/>
                    </a:moveTo>
                    <a:lnTo>
                      <a:pt x="0" y="87131"/>
                    </a:lnTo>
                    <a:lnTo>
                      <a:pt x="0" y="0"/>
                    </a:lnTo>
                    <a:lnTo>
                      <a:pt x="9384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0" name="Google Shape;490;p5"/>
              <p:cNvSpPr/>
              <p:nvPr/>
            </p:nvSpPr>
            <p:spPr>
              <a:xfrm>
                <a:off x="8365474" y="3396657"/>
                <a:ext cx="93842" cy="87155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55" extrusionOk="0">
                    <a:moveTo>
                      <a:pt x="93843" y="87155"/>
                    </a:moveTo>
                    <a:lnTo>
                      <a:pt x="0" y="87155"/>
                    </a:lnTo>
                    <a:lnTo>
                      <a:pt x="0" y="0"/>
                    </a:lnTo>
                    <a:lnTo>
                      <a:pt x="9384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1" name="Google Shape;491;p5"/>
              <p:cNvSpPr/>
              <p:nvPr/>
            </p:nvSpPr>
            <p:spPr>
              <a:xfrm>
                <a:off x="7653934" y="3344033"/>
                <a:ext cx="805382" cy="107241"/>
              </a:xfrm>
              <a:custGeom>
                <a:avLst/>
                <a:gdLst/>
                <a:ahLst/>
                <a:cxnLst/>
                <a:rect l="l" t="t" r="r" b="b"/>
                <a:pathLst>
                  <a:path w="805382" h="107241" extrusionOk="0">
                    <a:moveTo>
                      <a:pt x="805383" y="0"/>
                    </a:moveTo>
                    <a:lnTo>
                      <a:pt x="462769" y="0"/>
                    </a:lnTo>
                    <a:lnTo>
                      <a:pt x="370653" y="107242"/>
                    </a:lnTo>
                    <a:lnTo>
                      <a:pt x="0" y="107242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2" name="Google Shape;492;p5"/>
              <p:cNvSpPr/>
              <p:nvPr/>
            </p:nvSpPr>
            <p:spPr>
              <a:xfrm>
                <a:off x="7431863" y="3147886"/>
                <a:ext cx="1027453" cy="124385"/>
              </a:xfrm>
              <a:custGeom>
                <a:avLst/>
                <a:gdLst/>
                <a:ahLst/>
                <a:cxnLst/>
                <a:rect l="l" t="t" r="r" b="b"/>
                <a:pathLst>
                  <a:path w="1027453" h="124385" extrusionOk="0">
                    <a:moveTo>
                      <a:pt x="0" y="124386"/>
                    </a:moveTo>
                    <a:lnTo>
                      <a:pt x="483755" y="124386"/>
                    </a:lnTo>
                    <a:lnTo>
                      <a:pt x="592723" y="0"/>
                    </a:lnTo>
                    <a:lnTo>
                      <a:pt x="102745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3" name="Google Shape;493;p5"/>
              <p:cNvSpPr/>
              <p:nvPr/>
            </p:nvSpPr>
            <p:spPr>
              <a:xfrm>
                <a:off x="8360513" y="3181152"/>
                <a:ext cx="98803" cy="91118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8" extrusionOk="0">
                    <a:moveTo>
                      <a:pt x="98803" y="91119"/>
                    </a:moveTo>
                    <a:lnTo>
                      <a:pt x="0" y="91119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4" name="Google Shape;494;p5"/>
              <p:cNvSpPr/>
              <p:nvPr/>
            </p:nvSpPr>
            <p:spPr>
              <a:xfrm>
                <a:off x="8360513" y="2983035"/>
                <a:ext cx="98803" cy="91119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9" extrusionOk="0">
                    <a:moveTo>
                      <a:pt x="98803" y="91119"/>
                    </a:moveTo>
                    <a:lnTo>
                      <a:pt x="0" y="91119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5" name="Google Shape;495;p5"/>
              <p:cNvSpPr/>
              <p:nvPr/>
            </p:nvSpPr>
            <p:spPr>
              <a:xfrm>
                <a:off x="8360513" y="2790146"/>
                <a:ext cx="98803" cy="91118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8" extrusionOk="0">
                    <a:moveTo>
                      <a:pt x="98803" y="91119"/>
                    </a:moveTo>
                    <a:lnTo>
                      <a:pt x="0" y="91119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6" name="Google Shape;496;p5"/>
              <p:cNvSpPr/>
              <p:nvPr/>
            </p:nvSpPr>
            <p:spPr>
              <a:xfrm>
                <a:off x="8360513" y="2590278"/>
                <a:ext cx="98803" cy="91094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094" extrusionOk="0">
                    <a:moveTo>
                      <a:pt x="98803" y="91095"/>
                    </a:moveTo>
                    <a:lnTo>
                      <a:pt x="0" y="91095"/>
                    </a:lnTo>
                    <a:lnTo>
                      <a:pt x="0" y="0"/>
                    </a:lnTo>
                    <a:lnTo>
                      <a:pt x="9880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7" name="Google Shape;497;p5"/>
              <p:cNvSpPr/>
              <p:nvPr/>
            </p:nvSpPr>
            <p:spPr>
              <a:xfrm>
                <a:off x="7653083" y="3048474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3"/>
                      <a:pt x="57793" y="74461"/>
                      <a:pt x="37231" y="74461"/>
                    </a:cubicBezTo>
                    <a:cubicBezTo>
                      <a:pt x="16669" y="74461"/>
                      <a:pt x="0" y="57793"/>
                      <a:pt x="0" y="37231"/>
                    </a:cubicBezTo>
                    <a:cubicBezTo>
                      <a:pt x="0" y="16669"/>
                      <a:pt x="16669" y="0"/>
                      <a:pt x="37231" y="0"/>
                    </a:cubicBezTo>
                    <a:cubicBezTo>
                      <a:pt x="57793" y="0"/>
                      <a:pt x="74461" y="16669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8" name="Google Shape;498;p5"/>
              <p:cNvSpPr/>
              <p:nvPr/>
            </p:nvSpPr>
            <p:spPr>
              <a:xfrm>
                <a:off x="7712929" y="2866358"/>
                <a:ext cx="746387" cy="189800"/>
              </a:xfrm>
              <a:custGeom>
                <a:avLst/>
                <a:gdLst/>
                <a:ahLst/>
                <a:cxnLst/>
                <a:rect l="l" t="t" r="r" b="b"/>
                <a:pathLst>
                  <a:path w="746387" h="189800" extrusionOk="0">
                    <a:moveTo>
                      <a:pt x="0" y="189801"/>
                    </a:moveTo>
                    <a:lnTo>
                      <a:pt x="143086" y="0"/>
                    </a:lnTo>
                    <a:lnTo>
                      <a:pt x="359077" y="0"/>
                    </a:lnTo>
                    <a:lnTo>
                      <a:pt x="441515" y="75969"/>
                    </a:lnTo>
                    <a:lnTo>
                      <a:pt x="746388" y="7596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499" name="Google Shape;499;p5"/>
              <p:cNvSpPr/>
              <p:nvPr/>
            </p:nvSpPr>
            <p:spPr>
              <a:xfrm rot="-2700000">
                <a:off x="8152077" y="2701762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2"/>
                      <a:pt x="46242" y="59579"/>
                      <a:pt x="29789" y="59579"/>
                    </a:cubicBezTo>
                    <a:cubicBezTo>
                      <a:pt x="13337" y="59579"/>
                      <a:pt x="0" y="46242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0" name="Google Shape;500;p5"/>
              <p:cNvSpPr/>
              <p:nvPr/>
            </p:nvSpPr>
            <p:spPr>
              <a:xfrm>
                <a:off x="8211664" y="2731540"/>
                <a:ext cx="247652" cy="2431"/>
              </a:xfrm>
              <a:custGeom>
                <a:avLst/>
                <a:gdLst/>
                <a:ahLst/>
                <a:cxnLst/>
                <a:rect l="l" t="t" r="r" b="b"/>
                <a:pathLst>
                  <a:path w="247652" h="2431" extrusionOk="0">
                    <a:moveTo>
                      <a:pt x="0" y="0"/>
                    </a:moveTo>
                    <a:lnTo>
                      <a:pt x="24765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1" name="Google Shape;501;p5"/>
              <p:cNvSpPr/>
              <p:nvPr/>
            </p:nvSpPr>
            <p:spPr>
              <a:xfrm>
                <a:off x="7768131" y="2410520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2" name="Google Shape;502;p5"/>
              <p:cNvSpPr/>
              <p:nvPr/>
            </p:nvSpPr>
            <p:spPr>
              <a:xfrm>
                <a:off x="7834372" y="2462633"/>
                <a:ext cx="624944" cy="84942"/>
              </a:xfrm>
              <a:custGeom>
                <a:avLst/>
                <a:gdLst/>
                <a:ahLst/>
                <a:cxnLst/>
                <a:rect l="l" t="t" r="r" b="b"/>
                <a:pathLst>
                  <a:path w="624944" h="84942" extrusionOk="0">
                    <a:moveTo>
                      <a:pt x="0" y="0"/>
                    </a:moveTo>
                    <a:lnTo>
                      <a:pt x="173094" y="84942"/>
                    </a:lnTo>
                    <a:lnTo>
                      <a:pt x="624944" y="84942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503" name="Google Shape;503;p5"/>
            <p:cNvGrpSpPr/>
            <p:nvPr/>
          </p:nvGrpSpPr>
          <p:grpSpPr>
            <a:xfrm>
              <a:off x="9877436" y="2401562"/>
              <a:ext cx="1099019" cy="1457258"/>
              <a:chOff x="9877436" y="2401562"/>
              <a:chExt cx="1099019" cy="1457258"/>
            </a:xfrm>
          </p:grpSpPr>
          <p:sp>
            <p:nvSpPr>
              <p:cNvPr id="504" name="Google Shape;504;p5"/>
              <p:cNvSpPr/>
              <p:nvPr/>
            </p:nvSpPr>
            <p:spPr>
              <a:xfrm rot="-4603200">
                <a:off x="10487037" y="2410432"/>
                <a:ext cx="87398" cy="87398"/>
              </a:xfrm>
              <a:custGeom>
                <a:avLst/>
                <a:gdLst/>
                <a:ahLst/>
                <a:cxnLst/>
                <a:rect l="l" t="t" r="r" b="b"/>
                <a:pathLst>
                  <a:path w="87398" h="87398" extrusionOk="0">
                    <a:moveTo>
                      <a:pt x="87398" y="43699"/>
                    </a:moveTo>
                    <a:cubicBezTo>
                      <a:pt x="87398" y="67834"/>
                      <a:pt x="67834" y="87398"/>
                      <a:pt x="43699" y="87398"/>
                    </a:cubicBezTo>
                    <a:cubicBezTo>
                      <a:pt x="19565" y="87398"/>
                      <a:pt x="0" y="67834"/>
                      <a:pt x="0" y="43699"/>
                    </a:cubicBezTo>
                    <a:cubicBezTo>
                      <a:pt x="0" y="19565"/>
                      <a:pt x="19565" y="0"/>
                      <a:pt x="43699" y="0"/>
                    </a:cubicBezTo>
                    <a:cubicBezTo>
                      <a:pt x="67834" y="0"/>
                      <a:pt x="87398" y="19565"/>
                      <a:pt x="87398" y="4369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5" name="Google Shape;505;p5"/>
              <p:cNvSpPr/>
              <p:nvPr/>
            </p:nvSpPr>
            <p:spPr>
              <a:xfrm>
                <a:off x="9877436" y="2454219"/>
                <a:ext cx="609745" cy="102305"/>
              </a:xfrm>
              <a:custGeom>
                <a:avLst/>
                <a:gdLst/>
                <a:ahLst/>
                <a:cxnLst/>
                <a:rect l="l" t="t" r="r" b="b"/>
                <a:pathLst>
                  <a:path w="609745" h="102305" extrusionOk="0">
                    <a:moveTo>
                      <a:pt x="609746" y="0"/>
                    </a:moveTo>
                    <a:lnTo>
                      <a:pt x="281041" y="0"/>
                    </a:lnTo>
                    <a:lnTo>
                      <a:pt x="233378" y="102305"/>
                    </a:lnTo>
                    <a:lnTo>
                      <a:pt x="0" y="102305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6" name="Google Shape;506;p5"/>
              <p:cNvSpPr/>
              <p:nvPr/>
            </p:nvSpPr>
            <p:spPr>
              <a:xfrm>
                <a:off x="10746872" y="2588308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3" y="33267"/>
                    </a:moveTo>
                    <a:cubicBezTo>
                      <a:pt x="66533" y="51640"/>
                      <a:pt x="51639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39" y="0"/>
                      <a:pt x="66533" y="14894"/>
                      <a:pt x="66533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7" name="Google Shape;507;p5"/>
              <p:cNvSpPr/>
              <p:nvPr/>
            </p:nvSpPr>
            <p:spPr>
              <a:xfrm rot="-4603200">
                <a:off x="10682704" y="2779365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39"/>
                      <a:pt x="51639" y="66534"/>
                      <a:pt x="33267" y="66534"/>
                    </a:cubicBezTo>
                    <a:cubicBezTo>
                      <a:pt x="14894" y="66534"/>
                      <a:pt x="0" y="51639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39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8" name="Google Shape;508;p5"/>
              <p:cNvSpPr/>
              <p:nvPr/>
            </p:nvSpPr>
            <p:spPr>
              <a:xfrm rot="-4846799">
                <a:off x="10905022" y="2958571"/>
                <a:ext cx="66533" cy="66533"/>
              </a:xfrm>
              <a:custGeom>
                <a:avLst/>
                <a:gdLst/>
                <a:ahLst/>
                <a:cxnLst/>
                <a:rect l="l" t="t" r="r" b="b"/>
                <a:pathLst>
                  <a:path w="66533" h="66533" extrusionOk="0">
                    <a:moveTo>
                      <a:pt x="66534" y="33267"/>
                    </a:moveTo>
                    <a:cubicBezTo>
                      <a:pt x="66534" y="51640"/>
                      <a:pt x="51640" y="66534"/>
                      <a:pt x="33267" y="66534"/>
                    </a:cubicBezTo>
                    <a:cubicBezTo>
                      <a:pt x="14894" y="66534"/>
                      <a:pt x="0" y="51640"/>
                      <a:pt x="0" y="33267"/>
                    </a:cubicBezTo>
                    <a:cubicBezTo>
                      <a:pt x="0" y="14894"/>
                      <a:pt x="14894" y="0"/>
                      <a:pt x="33267" y="0"/>
                    </a:cubicBezTo>
                    <a:cubicBezTo>
                      <a:pt x="51640" y="0"/>
                      <a:pt x="66534" y="14894"/>
                      <a:pt x="66534" y="33267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09" name="Google Shape;509;p5"/>
              <p:cNvSpPr/>
              <p:nvPr/>
            </p:nvSpPr>
            <p:spPr>
              <a:xfrm>
                <a:off x="9877436" y="2621575"/>
                <a:ext cx="869435" cy="98292"/>
              </a:xfrm>
              <a:custGeom>
                <a:avLst/>
                <a:gdLst/>
                <a:ahLst/>
                <a:cxnLst/>
                <a:rect l="l" t="t" r="r" b="b"/>
                <a:pathLst>
                  <a:path w="869435" h="98292" extrusionOk="0">
                    <a:moveTo>
                      <a:pt x="869436" y="0"/>
                    </a:moveTo>
                    <a:lnTo>
                      <a:pt x="254729" y="0"/>
                    </a:lnTo>
                    <a:lnTo>
                      <a:pt x="187685" y="98293"/>
                    </a:lnTo>
                    <a:lnTo>
                      <a:pt x="0" y="98293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0" name="Google Shape;510;p5"/>
              <p:cNvSpPr/>
              <p:nvPr/>
            </p:nvSpPr>
            <p:spPr>
              <a:xfrm>
                <a:off x="9877436" y="2595506"/>
                <a:ext cx="93842" cy="87130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30" extrusionOk="0">
                    <a:moveTo>
                      <a:pt x="0" y="0"/>
                    </a:moveTo>
                    <a:lnTo>
                      <a:pt x="93842" y="0"/>
                    </a:lnTo>
                    <a:lnTo>
                      <a:pt x="93842" y="87131"/>
                    </a:lnTo>
                    <a:lnTo>
                      <a:pt x="0" y="87131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1" name="Google Shape;511;p5"/>
              <p:cNvSpPr/>
              <p:nvPr/>
            </p:nvSpPr>
            <p:spPr>
              <a:xfrm>
                <a:off x="9877436" y="2780200"/>
                <a:ext cx="93842" cy="87155"/>
              </a:xfrm>
              <a:custGeom>
                <a:avLst/>
                <a:gdLst/>
                <a:ahLst/>
                <a:cxnLst/>
                <a:rect l="l" t="t" r="r" b="b"/>
                <a:pathLst>
                  <a:path w="93842" h="87155" extrusionOk="0">
                    <a:moveTo>
                      <a:pt x="0" y="0"/>
                    </a:moveTo>
                    <a:lnTo>
                      <a:pt x="93842" y="0"/>
                    </a:lnTo>
                    <a:lnTo>
                      <a:pt x="93842" y="87155"/>
                    </a:lnTo>
                    <a:lnTo>
                      <a:pt x="0" y="87155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2" name="Google Shape;512;p5"/>
              <p:cNvSpPr/>
              <p:nvPr/>
            </p:nvSpPr>
            <p:spPr>
              <a:xfrm>
                <a:off x="9877436" y="2812737"/>
                <a:ext cx="805382" cy="107241"/>
              </a:xfrm>
              <a:custGeom>
                <a:avLst/>
                <a:gdLst/>
                <a:ahLst/>
                <a:cxnLst/>
                <a:rect l="l" t="t" r="r" b="b"/>
                <a:pathLst>
                  <a:path w="805382" h="107241" extrusionOk="0">
                    <a:moveTo>
                      <a:pt x="0" y="107242"/>
                    </a:moveTo>
                    <a:lnTo>
                      <a:pt x="342614" y="107242"/>
                    </a:lnTo>
                    <a:lnTo>
                      <a:pt x="434706" y="0"/>
                    </a:lnTo>
                    <a:lnTo>
                      <a:pt x="805383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3" name="Google Shape;513;p5"/>
              <p:cNvSpPr/>
              <p:nvPr/>
            </p:nvSpPr>
            <p:spPr>
              <a:xfrm>
                <a:off x="9877436" y="2991741"/>
                <a:ext cx="1027453" cy="124385"/>
              </a:xfrm>
              <a:custGeom>
                <a:avLst/>
                <a:gdLst/>
                <a:ahLst/>
                <a:cxnLst/>
                <a:rect l="l" t="t" r="r" b="b"/>
                <a:pathLst>
                  <a:path w="1027453" h="124385" extrusionOk="0">
                    <a:moveTo>
                      <a:pt x="1027453" y="0"/>
                    </a:moveTo>
                    <a:lnTo>
                      <a:pt x="543698" y="0"/>
                    </a:lnTo>
                    <a:lnTo>
                      <a:pt x="434706" y="124386"/>
                    </a:lnTo>
                    <a:lnTo>
                      <a:pt x="0" y="124386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4" name="Google Shape;514;p5"/>
              <p:cNvSpPr/>
              <p:nvPr/>
            </p:nvSpPr>
            <p:spPr>
              <a:xfrm>
                <a:off x="9877436" y="2991741"/>
                <a:ext cx="98803" cy="91119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9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119"/>
                    </a:lnTo>
                    <a:lnTo>
                      <a:pt x="0" y="9111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5" name="Google Shape;515;p5"/>
              <p:cNvSpPr/>
              <p:nvPr/>
            </p:nvSpPr>
            <p:spPr>
              <a:xfrm>
                <a:off x="9877436" y="3189858"/>
                <a:ext cx="98803" cy="91118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8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119"/>
                    </a:lnTo>
                    <a:lnTo>
                      <a:pt x="0" y="9111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6" name="Google Shape;516;p5"/>
              <p:cNvSpPr/>
              <p:nvPr/>
            </p:nvSpPr>
            <p:spPr>
              <a:xfrm>
                <a:off x="9877436" y="3382747"/>
                <a:ext cx="98803" cy="91119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119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119"/>
                    </a:lnTo>
                    <a:lnTo>
                      <a:pt x="0" y="91119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7" name="Google Shape;517;p5"/>
              <p:cNvSpPr/>
              <p:nvPr/>
            </p:nvSpPr>
            <p:spPr>
              <a:xfrm>
                <a:off x="9877436" y="3582640"/>
                <a:ext cx="98803" cy="91094"/>
              </a:xfrm>
              <a:custGeom>
                <a:avLst/>
                <a:gdLst/>
                <a:ahLst/>
                <a:cxnLst/>
                <a:rect l="l" t="t" r="r" b="b"/>
                <a:pathLst>
                  <a:path w="98803" h="91094" extrusionOk="0">
                    <a:moveTo>
                      <a:pt x="0" y="0"/>
                    </a:moveTo>
                    <a:lnTo>
                      <a:pt x="98803" y="0"/>
                    </a:lnTo>
                    <a:lnTo>
                      <a:pt x="98803" y="91095"/>
                    </a:lnTo>
                    <a:lnTo>
                      <a:pt x="0" y="91095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8" name="Google Shape;518;p5"/>
              <p:cNvSpPr/>
              <p:nvPr/>
            </p:nvSpPr>
            <p:spPr>
              <a:xfrm rot="-2700000">
                <a:off x="10609221" y="3141090"/>
                <a:ext cx="74461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74461" h="74461" extrusionOk="0">
                    <a:moveTo>
                      <a:pt x="74461" y="37231"/>
                    </a:moveTo>
                    <a:cubicBezTo>
                      <a:pt x="74461" y="57793"/>
                      <a:pt x="57793" y="74461"/>
                      <a:pt x="37230" y="74461"/>
                    </a:cubicBezTo>
                    <a:cubicBezTo>
                      <a:pt x="16669" y="74461"/>
                      <a:pt x="0" y="57793"/>
                      <a:pt x="0" y="37231"/>
                    </a:cubicBezTo>
                    <a:cubicBezTo>
                      <a:pt x="0" y="16669"/>
                      <a:pt x="16668" y="0"/>
                      <a:pt x="37230" y="0"/>
                    </a:cubicBezTo>
                    <a:cubicBezTo>
                      <a:pt x="57792" y="0"/>
                      <a:pt x="74461" y="16669"/>
                      <a:pt x="74461" y="3723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19" name="Google Shape;519;p5"/>
              <p:cNvSpPr/>
              <p:nvPr/>
            </p:nvSpPr>
            <p:spPr>
              <a:xfrm>
                <a:off x="9877436" y="3207853"/>
                <a:ext cx="746387" cy="189800"/>
              </a:xfrm>
              <a:custGeom>
                <a:avLst/>
                <a:gdLst/>
                <a:ahLst/>
                <a:cxnLst/>
                <a:rect l="l" t="t" r="r" b="b"/>
                <a:pathLst>
                  <a:path w="746387" h="189800" extrusionOk="0">
                    <a:moveTo>
                      <a:pt x="746388" y="0"/>
                    </a:moveTo>
                    <a:lnTo>
                      <a:pt x="603301" y="189801"/>
                    </a:lnTo>
                    <a:lnTo>
                      <a:pt x="387286" y="189801"/>
                    </a:lnTo>
                    <a:lnTo>
                      <a:pt x="304873" y="113832"/>
                    </a:lnTo>
                    <a:lnTo>
                      <a:pt x="0" y="113832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20" name="Google Shape;520;p5"/>
              <p:cNvSpPr/>
              <p:nvPr/>
            </p:nvSpPr>
            <p:spPr>
              <a:xfrm>
                <a:off x="10125089" y="3502683"/>
                <a:ext cx="59578" cy="59578"/>
              </a:xfrm>
              <a:custGeom>
                <a:avLst/>
                <a:gdLst/>
                <a:ahLst/>
                <a:cxnLst/>
                <a:rect l="l" t="t" r="r" b="b"/>
                <a:pathLst>
                  <a:path w="59578" h="59578" extrusionOk="0">
                    <a:moveTo>
                      <a:pt x="59579" y="29789"/>
                    </a:moveTo>
                    <a:cubicBezTo>
                      <a:pt x="59579" y="46242"/>
                      <a:pt x="46242" y="59579"/>
                      <a:pt x="29789" y="59579"/>
                    </a:cubicBezTo>
                    <a:cubicBezTo>
                      <a:pt x="13337" y="59579"/>
                      <a:pt x="0" y="46242"/>
                      <a:pt x="0" y="29789"/>
                    </a:cubicBezTo>
                    <a:cubicBezTo>
                      <a:pt x="0" y="13337"/>
                      <a:pt x="13337" y="0"/>
                      <a:pt x="29789" y="0"/>
                    </a:cubicBezTo>
                    <a:cubicBezTo>
                      <a:pt x="46242" y="0"/>
                      <a:pt x="59579" y="13337"/>
                      <a:pt x="59579" y="29789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21" name="Google Shape;521;p5"/>
              <p:cNvSpPr/>
              <p:nvPr/>
            </p:nvSpPr>
            <p:spPr>
              <a:xfrm>
                <a:off x="9877436" y="3532472"/>
                <a:ext cx="247652" cy="2431"/>
              </a:xfrm>
              <a:custGeom>
                <a:avLst/>
                <a:gdLst/>
                <a:ahLst/>
                <a:cxnLst/>
                <a:rect l="l" t="t" r="r" b="b"/>
                <a:pathLst>
                  <a:path w="247652" h="2431" extrusionOk="0">
                    <a:moveTo>
                      <a:pt x="247653" y="0"/>
                    </a:move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22" name="Google Shape;522;p5"/>
              <p:cNvSpPr/>
              <p:nvPr/>
            </p:nvSpPr>
            <p:spPr>
              <a:xfrm rot="-4846799">
                <a:off x="10498228" y="3783105"/>
                <a:ext cx="70521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70521" h="70521" extrusionOk="0">
                    <a:moveTo>
                      <a:pt x="70522" y="35261"/>
                    </a:moveTo>
                    <a:cubicBezTo>
                      <a:pt x="70522" y="54735"/>
                      <a:pt x="54735" y="70522"/>
                      <a:pt x="35261" y="70522"/>
                    </a:cubicBezTo>
                    <a:cubicBezTo>
                      <a:pt x="15787" y="70522"/>
                      <a:pt x="0" y="54735"/>
                      <a:pt x="0" y="35261"/>
                    </a:cubicBezTo>
                    <a:cubicBezTo>
                      <a:pt x="0" y="15787"/>
                      <a:pt x="15787" y="0"/>
                      <a:pt x="35261" y="0"/>
                    </a:cubicBezTo>
                    <a:cubicBezTo>
                      <a:pt x="54735" y="0"/>
                      <a:pt x="70522" y="15787"/>
                      <a:pt x="70522" y="35261"/>
                    </a:cubicBezTo>
                    <a:close/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523" name="Google Shape;523;p5"/>
              <p:cNvSpPr/>
              <p:nvPr/>
            </p:nvSpPr>
            <p:spPr>
              <a:xfrm>
                <a:off x="9877436" y="3716437"/>
                <a:ext cx="624944" cy="84942"/>
              </a:xfrm>
              <a:custGeom>
                <a:avLst/>
                <a:gdLst/>
                <a:ahLst/>
                <a:cxnLst/>
                <a:rect l="l" t="t" r="r" b="b"/>
                <a:pathLst>
                  <a:path w="624944" h="84942" extrusionOk="0">
                    <a:moveTo>
                      <a:pt x="624944" y="84942"/>
                    </a:moveTo>
                    <a:lnTo>
                      <a:pt x="451850" y="0"/>
                    </a:lnTo>
                    <a:lnTo>
                      <a:pt x="0" y="0"/>
                    </a:lnTo>
                  </a:path>
                </a:pathLst>
              </a:custGeom>
              <a:noFill/>
              <a:ln w="30450" cap="flat" cmpd="sng">
                <a:solidFill>
                  <a:srgbClr val="A7B2F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sp>
        <p:nvSpPr>
          <p:cNvPr id="524" name="Google Shape;524;p5"/>
          <p:cNvSpPr txBox="1"/>
          <p:nvPr/>
        </p:nvSpPr>
        <p:spPr>
          <a:xfrm>
            <a:off x="6644197" y="2694227"/>
            <a:ext cx="742441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</a:pPr>
            <a:r>
              <a:rPr lang="mn-MN" sz="12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Платформын шийдэл нийлүүлэгч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163" y="2414518"/>
            <a:ext cx="102949" cy="10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Санхүүгийн гол үзүүлэлт</a:t>
            </a:r>
            <a:endParaRPr/>
          </a:p>
        </p:txBody>
      </p:sp>
      <p:sp>
        <p:nvSpPr>
          <p:cNvPr id="531" name="Google Shape;531;p6"/>
          <p:cNvSpPr/>
          <p:nvPr/>
        </p:nvSpPr>
        <p:spPr>
          <a:xfrm>
            <a:off x="0" y="1430594"/>
            <a:ext cx="9144000" cy="2719013"/>
          </a:xfrm>
          <a:prstGeom prst="rect">
            <a:avLst/>
          </a:prstGeom>
          <a:solidFill>
            <a:srgbClr val="D0D6E6">
              <a:alpha val="2431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2" name="Google Shape;532;p6"/>
          <p:cNvSpPr/>
          <p:nvPr/>
        </p:nvSpPr>
        <p:spPr>
          <a:xfrm>
            <a:off x="2545037" y="821531"/>
            <a:ext cx="6023713" cy="38177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3" name="Google Shape;533;p6"/>
          <p:cNvSpPr txBox="1"/>
          <p:nvPr/>
        </p:nvSpPr>
        <p:spPr>
          <a:xfrm>
            <a:off x="365700" y="2485320"/>
            <a:ext cx="19458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Тогтвортой өсөлт</a:t>
            </a:r>
            <a:endParaRPr sz="1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34" name="Google Shape;534;p6"/>
          <p:cNvCxnSpPr/>
          <p:nvPr/>
        </p:nvCxnSpPr>
        <p:spPr>
          <a:xfrm>
            <a:off x="2994005" y="4251218"/>
            <a:ext cx="526923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5" name="Google Shape;535;p6"/>
          <p:cNvCxnSpPr/>
          <p:nvPr/>
        </p:nvCxnSpPr>
        <p:spPr>
          <a:xfrm>
            <a:off x="2994005" y="3603279"/>
            <a:ext cx="526923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36" name="Google Shape;536;p6"/>
          <p:cNvCxnSpPr/>
          <p:nvPr/>
        </p:nvCxnSpPr>
        <p:spPr>
          <a:xfrm>
            <a:off x="2994005" y="2955341"/>
            <a:ext cx="526923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37" name="Google Shape;537;p6"/>
          <p:cNvCxnSpPr/>
          <p:nvPr/>
        </p:nvCxnSpPr>
        <p:spPr>
          <a:xfrm>
            <a:off x="2994005" y="2307404"/>
            <a:ext cx="526923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538" name="Google Shape;538;p6"/>
          <p:cNvGrpSpPr/>
          <p:nvPr/>
        </p:nvGrpSpPr>
        <p:grpSpPr>
          <a:xfrm>
            <a:off x="3139504" y="2466579"/>
            <a:ext cx="4970912" cy="1784640"/>
            <a:chOff x="728070" y="3435267"/>
            <a:chExt cx="10737698" cy="2617472"/>
          </a:xfrm>
        </p:grpSpPr>
        <p:sp>
          <p:nvSpPr>
            <p:cNvPr id="539" name="Google Shape;539;p6"/>
            <p:cNvSpPr/>
            <p:nvPr/>
          </p:nvSpPr>
          <p:spPr>
            <a:xfrm>
              <a:off x="728070" y="5177199"/>
              <a:ext cx="514238" cy="875537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1514490" y="4927251"/>
              <a:ext cx="514238" cy="1125486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2300910" y="4927239"/>
              <a:ext cx="514238" cy="1125498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087330" y="5001925"/>
              <a:ext cx="514238" cy="1050811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3873750" y="4480731"/>
              <a:ext cx="514238" cy="1572006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660170" y="4406055"/>
              <a:ext cx="514238" cy="1646682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5446590" y="4057060"/>
              <a:ext cx="514238" cy="1995677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6233010" y="3982384"/>
              <a:ext cx="514238" cy="2070354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7019430" y="3758355"/>
              <a:ext cx="514238" cy="2294383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7805850" y="3683679"/>
              <a:ext cx="514238" cy="2369059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8592270" y="3435267"/>
              <a:ext cx="514238" cy="2617471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9378690" y="3435267"/>
              <a:ext cx="514238" cy="2617471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10165110" y="3932091"/>
              <a:ext cx="514238" cy="2120647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10951530" y="3461177"/>
              <a:ext cx="514238" cy="2591562"/>
            </a:xfrm>
            <a:prstGeom prst="rect">
              <a:avLst/>
            </a:prstGeom>
            <a:solidFill>
              <a:srgbClr val="D0D6E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553" name="Google Shape;553;p6"/>
          <p:cNvSpPr/>
          <p:nvPr/>
        </p:nvSpPr>
        <p:spPr>
          <a:xfrm>
            <a:off x="2992406" y="2270270"/>
            <a:ext cx="5346658" cy="1980943"/>
          </a:xfrm>
          <a:custGeom>
            <a:avLst/>
            <a:gdLst/>
            <a:ahLst/>
            <a:cxnLst/>
            <a:rect l="l" t="t" r="r" b="b"/>
            <a:pathLst>
              <a:path w="10030" h="10146" extrusionOk="0">
                <a:moveTo>
                  <a:pt x="30" y="6866"/>
                </a:moveTo>
                <a:lnTo>
                  <a:pt x="10030" y="0"/>
                </a:lnTo>
                <a:lnTo>
                  <a:pt x="10003" y="10146"/>
                </a:lnTo>
                <a:lnTo>
                  <a:pt x="3" y="10146"/>
                </a:lnTo>
                <a:cubicBezTo>
                  <a:pt x="-10" y="8882"/>
                  <a:pt x="43" y="8130"/>
                  <a:pt x="30" y="6866"/>
                </a:cubicBezTo>
                <a:close/>
              </a:path>
            </a:pathLst>
          </a:custGeom>
          <a:gradFill>
            <a:gsLst>
              <a:gs pos="0">
                <a:srgbClr val="C1CBF9">
                  <a:alpha val="66274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54" name="Google Shape;554;p6"/>
          <p:cNvCxnSpPr/>
          <p:nvPr/>
        </p:nvCxnSpPr>
        <p:spPr>
          <a:xfrm rot="10800000" flipH="1">
            <a:off x="3029308" y="2270267"/>
            <a:ext cx="5309756" cy="1333013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5" name="Google Shape;555;p6"/>
          <p:cNvSpPr txBox="1"/>
          <p:nvPr/>
        </p:nvSpPr>
        <p:spPr>
          <a:xfrm>
            <a:off x="3137813" y="4311612"/>
            <a:ext cx="23975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2011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"/>
          <p:cNvSpPr txBox="1"/>
          <p:nvPr/>
        </p:nvSpPr>
        <p:spPr>
          <a:xfrm>
            <a:off x="7816720" y="4311612"/>
            <a:ext cx="351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2030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6"/>
          <p:cNvSpPr/>
          <p:nvPr/>
        </p:nvSpPr>
        <p:spPr>
          <a:xfrm>
            <a:off x="700229" y="1065054"/>
            <a:ext cx="7539066" cy="1022733"/>
          </a:xfrm>
          <a:prstGeom prst="roundRect">
            <a:avLst>
              <a:gd name="adj" fmla="val 3547"/>
            </a:avLst>
          </a:prstGeom>
          <a:gradFill>
            <a:gsLst>
              <a:gs pos="0">
                <a:schemeClr val="accent1"/>
              </a:gs>
              <a:gs pos="100000">
                <a:srgbClr val="0E1E78"/>
              </a:gs>
            </a:gsLst>
            <a:lin ang="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8" name="Google Shape;558;p6"/>
          <p:cNvSpPr/>
          <p:nvPr/>
        </p:nvSpPr>
        <p:spPr>
          <a:xfrm rot="10800000">
            <a:off x="7169377" y="2041299"/>
            <a:ext cx="187755" cy="104100"/>
          </a:xfrm>
          <a:prstGeom prst="triangle">
            <a:avLst>
              <a:gd name="adj" fmla="val 50000"/>
            </a:avLst>
          </a:prstGeom>
          <a:solidFill>
            <a:srgbClr val="10208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59" name="Google Shape;559;p6"/>
          <p:cNvCxnSpPr>
            <a:stCxn id="558" idx="0"/>
          </p:cNvCxnSpPr>
          <p:nvPr/>
        </p:nvCxnSpPr>
        <p:spPr>
          <a:xfrm>
            <a:off x="7263255" y="2145399"/>
            <a:ext cx="0" cy="3990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0" name="Google Shape;560;p6"/>
          <p:cNvSpPr txBox="1"/>
          <p:nvPr/>
        </p:nvSpPr>
        <p:spPr>
          <a:xfrm>
            <a:off x="1776994" y="1310505"/>
            <a:ext cx="1447205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5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AI чип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"/>
          <p:cNvSpPr/>
          <p:nvPr/>
        </p:nvSpPr>
        <p:spPr>
          <a:xfrm>
            <a:off x="1038335" y="1276966"/>
            <a:ext cx="563780" cy="56378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2" name="Google Shape;562;p6"/>
          <p:cNvSpPr txBox="1"/>
          <p:nvPr/>
        </p:nvSpPr>
        <p:spPr>
          <a:xfrm>
            <a:off x="1776995" y="1586245"/>
            <a:ext cx="1310739" cy="25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mn-MN" sz="8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Тэргүүлэх процессороор манлайлна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6"/>
          <p:cNvSpPr txBox="1"/>
          <p:nvPr/>
        </p:nvSpPr>
        <p:spPr>
          <a:xfrm>
            <a:off x="4212313" y="1310505"/>
            <a:ext cx="1935764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5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200 мегапиксел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"/>
          <p:cNvSpPr/>
          <p:nvPr/>
        </p:nvSpPr>
        <p:spPr>
          <a:xfrm>
            <a:off x="3485975" y="1276966"/>
            <a:ext cx="563779" cy="56378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5" name="Google Shape;565;p6"/>
          <p:cNvSpPr txBox="1"/>
          <p:nvPr/>
        </p:nvSpPr>
        <p:spPr>
          <a:xfrm>
            <a:off x="4212314" y="1586245"/>
            <a:ext cx="1540425" cy="25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mn-MN" sz="8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200MP мэдрэгчийн өргөн хэрэглээ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"/>
          <p:cNvSpPr txBox="1"/>
          <p:nvPr/>
        </p:nvSpPr>
        <p:spPr>
          <a:xfrm>
            <a:off x="6740852" y="1310505"/>
            <a:ext cx="1227655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5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20+ жил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"/>
          <p:cNvSpPr/>
          <p:nvPr/>
        </p:nvSpPr>
        <p:spPr>
          <a:xfrm>
            <a:off x="6001330" y="1276966"/>
            <a:ext cx="563779" cy="56378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8" name="Google Shape;568;p6"/>
          <p:cNvSpPr txBox="1"/>
          <p:nvPr/>
        </p:nvSpPr>
        <p:spPr>
          <a:xfrm>
            <a:off x="6740853" y="1586246"/>
            <a:ext cx="110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mn-MN" sz="8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Зах зээлийг тэргүүлэгч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"/>
          <p:cNvSpPr/>
          <p:nvPr/>
        </p:nvSpPr>
        <p:spPr>
          <a:xfrm>
            <a:off x="365700" y="3260742"/>
            <a:ext cx="1939187" cy="34253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технологийн инноваци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p6"/>
          <p:cNvGrpSpPr/>
          <p:nvPr/>
        </p:nvGrpSpPr>
        <p:grpSpPr>
          <a:xfrm>
            <a:off x="1950200" y="3330457"/>
            <a:ext cx="212787" cy="212787"/>
            <a:chOff x="2679879" y="4440610"/>
            <a:chExt cx="283716" cy="283716"/>
          </a:xfrm>
        </p:grpSpPr>
        <p:sp>
          <p:nvSpPr>
            <p:cNvPr id="571" name="Google Shape;571;p6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572" name="Google Shape;572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3" name="Google Shape;573;p6"/>
          <p:cNvSpPr/>
          <p:nvPr/>
        </p:nvSpPr>
        <p:spPr>
          <a:xfrm>
            <a:off x="6530417" y="3004471"/>
            <a:ext cx="1140645" cy="537162"/>
          </a:xfrm>
          <a:prstGeom prst="roundRect">
            <a:avLst>
              <a:gd name="adj" fmla="val 9601"/>
            </a:avLst>
          </a:prstGeom>
          <a:gradFill>
            <a:gsLst>
              <a:gs pos="0">
                <a:srgbClr val="D0D6E6">
                  <a:alpha val="60392"/>
                </a:srgbClr>
              </a:gs>
              <a:gs pos="100000">
                <a:srgbClr val="C1CBF9">
                  <a:alpha val="0"/>
                </a:srgbClr>
              </a:gs>
            </a:gsLst>
            <a:lin ang="27000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30200" dist="38100" dir="5400000" algn="t" rotWithShape="0">
              <a:schemeClr val="accent1">
                <a:alpha val="25490"/>
              </a:schemeClr>
            </a:outerShdw>
          </a:effectLst>
        </p:spPr>
        <p:txBody>
          <a:bodyPr spcFirstLastPara="1" wrap="square" lIns="0" tIns="2700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4" name="Google Shape;574;p6"/>
          <p:cNvSpPr txBox="1"/>
          <p:nvPr/>
        </p:nvSpPr>
        <p:spPr>
          <a:xfrm>
            <a:off x="6670937" y="3096529"/>
            <a:ext cx="4616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3X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6"/>
          <p:cNvSpPr txBox="1"/>
          <p:nvPr/>
        </p:nvSpPr>
        <p:spPr>
          <a:xfrm>
            <a:off x="7116944" y="3158868"/>
            <a:ext cx="461606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mn-MN" sz="8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Орлогын өсөлт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6" name="Google Shape;57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6030" y="1379046"/>
            <a:ext cx="414338" cy="414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1007" y="1398535"/>
            <a:ext cx="539495" cy="315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4327" y="1433065"/>
            <a:ext cx="395477" cy="250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9" name="Google Shape;579;p6"/>
          <p:cNvCxnSpPr/>
          <p:nvPr/>
        </p:nvCxnSpPr>
        <p:spPr>
          <a:xfrm>
            <a:off x="2545037" y="821531"/>
            <a:ext cx="6023713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0" name="Google Shape;580;p6"/>
          <p:cNvSpPr/>
          <p:nvPr/>
        </p:nvSpPr>
        <p:spPr>
          <a:xfrm>
            <a:off x="974646" y="1213277"/>
            <a:ext cx="691158" cy="691158"/>
          </a:xfrm>
          <a:prstGeom prst="ellipse">
            <a:avLst/>
          </a:prstGeom>
          <a:noFill/>
          <a:ln w="12700" cap="flat" cmpd="sng">
            <a:solidFill>
              <a:schemeClr val="lt1">
                <a:alpha val="17254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1" name="Google Shape;581;p6"/>
          <p:cNvSpPr/>
          <p:nvPr/>
        </p:nvSpPr>
        <p:spPr>
          <a:xfrm>
            <a:off x="3422286" y="1213277"/>
            <a:ext cx="691158" cy="691158"/>
          </a:xfrm>
          <a:prstGeom prst="ellipse">
            <a:avLst/>
          </a:prstGeom>
          <a:noFill/>
          <a:ln w="12700" cap="flat" cmpd="sng">
            <a:solidFill>
              <a:schemeClr val="lt1">
                <a:alpha val="17254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2" name="Google Shape;582;p6"/>
          <p:cNvSpPr/>
          <p:nvPr/>
        </p:nvSpPr>
        <p:spPr>
          <a:xfrm>
            <a:off x="5937641" y="1213277"/>
            <a:ext cx="691158" cy="691158"/>
          </a:xfrm>
          <a:prstGeom prst="ellipse">
            <a:avLst/>
          </a:prstGeom>
          <a:noFill/>
          <a:ln w="12700" cap="flat" cmpd="sng">
            <a:solidFill>
              <a:schemeClr val="lt1">
                <a:alpha val="17254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"/>
          <p:cNvSpPr txBox="1">
            <a:spLocks noGrp="1"/>
          </p:cNvSpPr>
          <p:nvPr>
            <p:ph type="title"/>
          </p:nvPr>
        </p:nvSpPr>
        <p:spPr>
          <a:xfrm>
            <a:off x="305990" y="386785"/>
            <a:ext cx="81093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AI бизнесийн багц</a:t>
            </a:r>
            <a:endParaRPr/>
          </a:p>
        </p:txBody>
      </p:sp>
      <p:sp>
        <p:nvSpPr>
          <p:cNvPr id="588" name="Google Shape;588;p7"/>
          <p:cNvSpPr txBox="1"/>
          <p:nvPr/>
        </p:nvSpPr>
        <p:spPr>
          <a:xfrm>
            <a:off x="305990" y="726164"/>
            <a:ext cx="85320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Олон төрлийн хэрэглээнд зориулсан AI логик</a:t>
            </a: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89" name="Google Shape;589;p7"/>
          <p:cNvGrpSpPr/>
          <p:nvPr/>
        </p:nvGrpSpPr>
        <p:grpSpPr>
          <a:xfrm>
            <a:off x="305991" y="1200150"/>
            <a:ext cx="8189229" cy="3303652"/>
            <a:chOff x="407988" y="1403118"/>
            <a:chExt cx="11376026" cy="4589251"/>
          </a:xfrm>
        </p:grpSpPr>
        <p:sp>
          <p:nvSpPr>
            <p:cNvPr id="590" name="Google Shape;590;p7"/>
            <p:cNvSpPr/>
            <p:nvPr/>
          </p:nvSpPr>
          <p:spPr>
            <a:xfrm rot="5400000">
              <a:off x="5333480" y="-2005309"/>
              <a:ext cx="1608482" cy="10181434"/>
            </a:xfrm>
            <a:prstGeom prst="homePlate">
              <a:avLst>
                <a:gd name="adj" fmla="val 53220"/>
              </a:avLst>
            </a:prstGeom>
            <a:gradFill>
              <a:gsLst>
                <a:gs pos="0">
                  <a:srgbClr val="1428A0">
                    <a:alpha val="45490"/>
                  </a:srgbClr>
                </a:gs>
                <a:gs pos="100000">
                  <a:srgbClr val="0F9ED5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91" name="Google Shape;591;p7"/>
            <p:cNvSpPr/>
            <p:nvPr/>
          </p:nvSpPr>
          <p:spPr>
            <a:xfrm rot="5400000">
              <a:off x="5333480" y="-2171455"/>
              <a:ext cx="1608482" cy="10181434"/>
            </a:xfrm>
            <a:prstGeom prst="homePlate">
              <a:avLst>
                <a:gd name="adj" fmla="val 53220"/>
              </a:avLst>
            </a:prstGeom>
            <a:gradFill>
              <a:gsLst>
                <a:gs pos="0">
                  <a:schemeClr val="accent1"/>
                </a:gs>
                <a:gs pos="100000">
                  <a:srgbClr val="0F9ED5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592" name="Google Shape;592;p7"/>
            <p:cNvGrpSpPr/>
            <p:nvPr/>
          </p:nvGrpSpPr>
          <p:grpSpPr>
            <a:xfrm>
              <a:off x="407988" y="1403118"/>
              <a:ext cx="11376026" cy="1608481"/>
              <a:chOff x="407987" y="1420072"/>
              <a:chExt cx="14208199" cy="2008928"/>
            </a:xfrm>
          </p:grpSpPr>
          <p:grpSp>
            <p:nvGrpSpPr>
              <p:cNvPr id="593" name="Google Shape;593;p7"/>
              <p:cNvGrpSpPr/>
              <p:nvPr/>
            </p:nvGrpSpPr>
            <p:grpSpPr>
              <a:xfrm>
                <a:off x="407987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594" name="Google Shape;594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5" name="Google Shape;595;p7"/>
                <p:cNvSpPr txBox="1"/>
                <p:nvPr/>
              </p:nvSpPr>
              <p:spPr>
                <a:xfrm>
                  <a:off x="1746772" y="2880860"/>
                  <a:ext cx="1153500" cy="22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SoC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6" name="Google Shape;596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7" name="Google Shape;597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98" name="Google Shape;598;p7"/>
              <p:cNvGrpSpPr/>
              <p:nvPr/>
            </p:nvGrpSpPr>
            <p:grpSpPr>
              <a:xfrm>
                <a:off x="2193064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599" name="Google Shape;599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0" name="Google Shape;600;p7"/>
                <p:cNvSpPr txBox="1"/>
                <p:nvPr/>
              </p:nvSpPr>
              <p:spPr>
                <a:xfrm>
                  <a:off x="1746772" y="2880860"/>
                  <a:ext cx="1153618" cy="2019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mn-M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Гар утасны CIS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2" name="Google Shape;602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03" name="Google Shape;603;p7"/>
              <p:cNvGrpSpPr/>
              <p:nvPr/>
            </p:nvGrpSpPr>
            <p:grpSpPr>
              <a:xfrm>
                <a:off x="3978141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604" name="Google Shape;604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5" name="Google Shape;605;p7"/>
                <p:cNvSpPr txBox="1"/>
                <p:nvPr/>
              </p:nvSpPr>
              <p:spPr>
                <a:xfrm>
                  <a:off x="1625643" y="2779881"/>
                  <a:ext cx="1395900" cy="44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mn-M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Цахилгаан удирдлага 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6" name="Google Shape;606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7" name="Google Shape;607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08" name="Google Shape;608;p7"/>
              <p:cNvGrpSpPr/>
              <p:nvPr/>
            </p:nvGrpSpPr>
            <p:grpSpPr>
              <a:xfrm>
                <a:off x="5763218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609" name="Google Shape;609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0" name="Google Shape;610;p7"/>
                <p:cNvSpPr txBox="1"/>
                <p:nvPr/>
              </p:nvSpPr>
              <p:spPr>
                <a:xfrm>
                  <a:off x="1746772" y="2678901"/>
                  <a:ext cx="1153500" cy="44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mn-M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Дэлгэцийн драйвер IC 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2" name="Google Shape;612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3" name="Google Shape;613;p7"/>
              <p:cNvGrpSpPr/>
              <p:nvPr/>
            </p:nvGrpSpPr>
            <p:grpSpPr>
              <a:xfrm>
                <a:off x="7548295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614" name="Google Shape;614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5" name="Google Shape;615;p7"/>
                <p:cNvSpPr txBox="1"/>
                <p:nvPr/>
              </p:nvSpPr>
              <p:spPr>
                <a:xfrm>
                  <a:off x="1746772" y="2678901"/>
                  <a:ext cx="1153500" cy="44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mn-M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NFC/SIM банк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7" name="Google Shape;617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8" name="Google Shape;618;p7"/>
              <p:cNvGrpSpPr/>
              <p:nvPr/>
            </p:nvGrpSpPr>
            <p:grpSpPr>
              <a:xfrm>
                <a:off x="9333372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619" name="Google Shape;619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0" name="Google Shape;620;p7"/>
                <p:cNvSpPr txBox="1"/>
                <p:nvPr/>
              </p:nvSpPr>
              <p:spPr>
                <a:xfrm>
                  <a:off x="1746772" y="2880860"/>
                  <a:ext cx="1153618" cy="2019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DTV SoC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1" name="Google Shape;621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2" name="Google Shape;622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23" name="Google Shape;623;p7"/>
              <p:cNvGrpSpPr/>
              <p:nvPr/>
            </p:nvGrpSpPr>
            <p:grpSpPr>
              <a:xfrm>
                <a:off x="11118449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624" name="Google Shape;624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5" name="Google Shape;625;p7"/>
                <p:cNvSpPr txBox="1"/>
                <p:nvPr/>
              </p:nvSpPr>
              <p:spPr>
                <a:xfrm>
                  <a:off x="1746772" y="2880860"/>
                  <a:ext cx="1153618" cy="2019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mn-M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Авто SoC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7" name="Google Shape;627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28" name="Google Shape;628;p7"/>
              <p:cNvGrpSpPr/>
              <p:nvPr/>
            </p:nvGrpSpPr>
            <p:grpSpPr>
              <a:xfrm>
                <a:off x="12903523" y="1420072"/>
                <a:ext cx="1712663" cy="2008928"/>
                <a:chOff x="1425678" y="1420072"/>
                <a:chExt cx="1799621" cy="2110929"/>
              </a:xfrm>
            </p:grpSpPr>
            <p:sp>
              <p:nvSpPr>
                <p:cNvPr id="629" name="Google Shape;629;p7"/>
                <p:cNvSpPr/>
                <p:nvPr/>
              </p:nvSpPr>
              <p:spPr>
                <a:xfrm>
                  <a:off x="1425678" y="1420072"/>
                  <a:ext cx="1799621" cy="2110929"/>
                </a:xfrm>
                <a:prstGeom prst="roundRect">
                  <a:avLst>
                    <a:gd name="adj" fmla="val 14186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0E1E78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30" name="Google Shape;630;p7"/>
                <p:cNvSpPr txBox="1"/>
                <p:nvPr/>
              </p:nvSpPr>
              <p:spPr>
                <a:xfrm>
                  <a:off x="1746772" y="2880860"/>
                  <a:ext cx="1153618" cy="2019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mn-MN" sz="800" b="1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Авто CIS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7"/>
                <p:cNvSpPr/>
                <p:nvPr/>
              </p:nvSpPr>
              <p:spPr>
                <a:xfrm>
                  <a:off x="1978847" y="1680974"/>
                  <a:ext cx="751706" cy="751706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dist="50800" dir="3060000" algn="t" rotWithShape="0">
                    <a:srgbClr val="091450">
                      <a:alpha val="5490"/>
                    </a:srgb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endParaRPr sz="6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32" name="Google Shape;632;p7"/>
                <p:cNvSpPr/>
                <p:nvPr/>
              </p:nvSpPr>
              <p:spPr>
                <a:xfrm>
                  <a:off x="1893928" y="1596055"/>
                  <a:ext cx="921544" cy="921544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lt1">
                      <a:alpha val="17254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33" name="Google Shape;633;p7"/>
            <p:cNvGrpSpPr/>
            <p:nvPr/>
          </p:nvGrpSpPr>
          <p:grpSpPr>
            <a:xfrm>
              <a:off x="407988" y="3970799"/>
              <a:ext cx="2751939" cy="2021570"/>
              <a:chOff x="1911305" y="4490560"/>
              <a:chExt cx="2906713" cy="2135267"/>
            </a:xfrm>
          </p:grpSpPr>
          <p:sp>
            <p:nvSpPr>
              <p:cNvPr id="634" name="Google Shape;634;p7"/>
              <p:cNvSpPr/>
              <p:nvPr/>
            </p:nvSpPr>
            <p:spPr>
              <a:xfrm>
                <a:off x="1911305" y="4490560"/>
                <a:ext cx="2906713" cy="21352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pic>
            <p:nvPicPr>
              <p:cNvPr id="635" name="Google Shape;635;p7" descr="Close up of person using smartphone"/>
              <p:cNvPicPr preferRelativeResize="0"/>
              <p:nvPr/>
            </p:nvPicPr>
            <p:blipFill rotWithShape="1">
              <a:blip r:embed="rId3">
                <a:alphaModFix/>
              </a:blip>
              <a:srcRect t="17305" b="17306"/>
              <a:stretch/>
            </p:blipFill>
            <p:spPr>
              <a:xfrm>
                <a:off x="2087585" y="5278514"/>
                <a:ext cx="2508183" cy="10928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6" name="Google Shape;636;p7"/>
              <p:cNvSpPr txBox="1"/>
              <p:nvPr/>
            </p:nvSpPr>
            <p:spPr>
              <a:xfrm>
                <a:off x="2087585" y="4777786"/>
                <a:ext cx="1686287" cy="227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Ухаалаг утас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7" name="Google Shape;637;p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43867" y="4772106"/>
                <a:ext cx="251901" cy="2519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38" name="Google Shape;638;p7"/>
            <p:cNvCxnSpPr/>
            <p:nvPr/>
          </p:nvCxnSpPr>
          <p:spPr>
            <a:xfrm>
              <a:off x="407988" y="3970799"/>
              <a:ext cx="2751939" cy="0"/>
            </a:xfrm>
            <a:prstGeom prst="straightConnector1">
              <a:avLst/>
            </a:prstGeom>
            <a:noFill/>
            <a:ln w="12700" cap="flat" cmpd="sng">
              <a:solidFill>
                <a:schemeClr val="dk1">
                  <a:alpha val="91372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39" name="Google Shape;639;p7"/>
            <p:cNvGrpSpPr/>
            <p:nvPr/>
          </p:nvGrpSpPr>
          <p:grpSpPr>
            <a:xfrm>
              <a:off x="3282684" y="3970799"/>
              <a:ext cx="2751939" cy="2021570"/>
              <a:chOff x="1911305" y="4490560"/>
              <a:chExt cx="2906713" cy="2135267"/>
            </a:xfrm>
          </p:grpSpPr>
          <p:sp>
            <p:nvSpPr>
              <p:cNvPr id="640" name="Google Shape;640;p7"/>
              <p:cNvSpPr/>
              <p:nvPr/>
            </p:nvSpPr>
            <p:spPr>
              <a:xfrm>
                <a:off x="1911305" y="4490560"/>
                <a:ext cx="2906713" cy="21352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pic>
            <p:nvPicPr>
              <p:cNvPr id="641" name="Google Shape;641;p7"/>
              <p:cNvPicPr preferRelativeResize="0"/>
              <p:nvPr/>
            </p:nvPicPr>
            <p:blipFill rotWithShape="1">
              <a:blip r:embed="rId5">
                <a:alphaModFix/>
              </a:blip>
              <a:srcRect t="17226" b="17225"/>
              <a:stretch/>
            </p:blipFill>
            <p:spPr>
              <a:xfrm>
                <a:off x="2087585" y="5278514"/>
                <a:ext cx="2508183" cy="10928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2" name="Google Shape;642;p7"/>
              <p:cNvSpPr txBox="1"/>
              <p:nvPr/>
            </p:nvSpPr>
            <p:spPr>
              <a:xfrm>
                <a:off x="2087585" y="4777786"/>
                <a:ext cx="1686287" cy="227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Зүүдэг төхөөрөмж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43" name="Google Shape;643;p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43867" y="4772106"/>
                <a:ext cx="251901" cy="2519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44" name="Google Shape;644;p7"/>
            <p:cNvCxnSpPr/>
            <p:nvPr/>
          </p:nvCxnSpPr>
          <p:spPr>
            <a:xfrm>
              <a:off x="3282684" y="3970799"/>
              <a:ext cx="2751939" cy="0"/>
            </a:xfrm>
            <a:prstGeom prst="straightConnector1">
              <a:avLst/>
            </a:prstGeom>
            <a:noFill/>
            <a:ln w="12700" cap="flat" cmpd="sng">
              <a:solidFill>
                <a:schemeClr val="dk1">
                  <a:alpha val="91372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45" name="Google Shape;645;p7"/>
            <p:cNvGrpSpPr/>
            <p:nvPr/>
          </p:nvGrpSpPr>
          <p:grpSpPr>
            <a:xfrm>
              <a:off x="6157379" y="3970799"/>
              <a:ext cx="2751939" cy="2021570"/>
              <a:chOff x="1911305" y="4490560"/>
              <a:chExt cx="2906713" cy="2135267"/>
            </a:xfrm>
          </p:grpSpPr>
          <p:sp>
            <p:nvSpPr>
              <p:cNvPr id="646" name="Google Shape;646;p7"/>
              <p:cNvSpPr/>
              <p:nvPr/>
            </p:nvSpPr>
            <p:spPr>
              <a:xfrm>
                <a:off x="1911305" y="4490560"/>
                <a:ext cx="2906713" cy="21352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pic>
            <p:nvPicPr>
              <p:cNvPr id="647" name="Google Shape;647;p7"/>
              <p:cNvPicPr preferRelativeResize="0"/>
              <p:nvPr/>
            </p:nvPicPr>
            <p:blipFill rotWithShape="1">
              <a:blip r:embed="rId6">
                <a:alphaModFix/>
              </a:blip>
              <a:srcRect l="50000" t="53524" r="6878" b="12099"/>
              <a:stretch/>
            </p:blipFill>
            <p:spPr>
              <a:xfrm>
                <a:off x="2087585" y="5278514"/>
                <a:ext cx="2508183" cy="10928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8" name="Google Shape;648;p7"/>
              <p:cNvSpPr txBox="1"/>
              <p:nvPr/>
            </p:nvSpPr>
            <p:spPr>
              <a:xfrm>
                <a:off x="2087585" y="4777786"/>
                <a:ext cx="1686287" cy="227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Авто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49" name="Google Shape;649;p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43867" y="4772106"/>
                <a:ext cx="251901" cy="2519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50" name="Google Shape;650;p7"/>
            <p:cNvCxnSpPr/>
            <p:nvPr/>
          </p:nvCxnSpPr>
          <p:spPr>
            <a:xfrm>
              <a:off x="6157379" y="3970799"/>
              <a:ext cx="2751939" cy="0"/>
            </a:xfrm>
            <a:prstGeom prst="straightConnector1">
              <a:avLst/>
            </a:prstGeom>
            <a:noFill/>
            <a:ln w="12700" cap="flat" cmpd="sng">
              <a:solidFill>
                <a:schemeClr val="dk1">
                  <a:alpha val="91372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51" name="Google Shape;651;p7"/>
            <p:cNvGrpSpPr/>
            <p:nvPr/>
          </p:nvGrpSpPr>
          <p:grpSpPr>
            <a:xfrm>
              <a:off x="9032075" y="3970799"/>
              <a:ext cx="2751939" cy="2021570"/>
              <a:chOff x="1911305" y="4490560"/>
              <a:chExt cx="2906713" cy="2135267"/>
            </a:xfrm>
          </p:grpSpPr>
          <p:sp>
            <p:nvSpPr>
              <p:cNvPr id="652" name="Google Shape;652;p7"/>
              <p:cNvSpPr/>
              <p:nvPr/>
            </p:nvSpPr>
            <p:spPr>
              <a:xfrm>
                <a:off x="1911305" y="4490560"/>
                <a:ext cx="2906713" cy="21352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pic>
            <p:nvPicPr>
              <p:cNvPr id="653" name="Google Shape;653;p7"/>
              <p:cNvPicPr preferRelativeResize="0"/>
              <p:nvPr/>
            </p:nvPicPr>
            <p:blipFill rotWithShape="1">
              <a:blip r:embed="rId7">
                <a:alphaModFix/>
              </a:blip>
              <a:srcRect t="11363" b="11363"/>
              <a:stretch/>
            </p:blipFill>
            <p:spPr>
              <a:xfrm>
                <a:off x="2087585" y="5278514"/>
                <a:ext cx="2508183" cy="10928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4" name="Google Shape;654;p7"/>
              <p:cNvSpPr txBox="1"/>
              <p:nvPr/>
            </p:nvSpPr>
            <p:spPr>
              <a:xfrm>
                <a:off x="2087585" y="4777786"/>
                <a:ext cx="1686287" cy="227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Робот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55" name="Google Shape;655;p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43867" y="4772106"/>
                <a:ext cx="251901" cy="2519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56" name="Google Shape;656;p7"/>
            <p:cNvCxnSpPr/>
            <p:nvPr/>
          </p:nvCxnSpPr>
          <p:spPr>
            <a:xfrm>
              <a:off x="9032075" y="3970799"/>
              <a:ext cx="2751939" cy="0"/>
            </a:xfrm>
            <a:prstGeom prst="straightConnector1">
              <a:avLst/>
            </a:prstGeom>
            <a:noFill/>
            <a:ln w="12700" cap="flat" cmpd="sng">
              <a:solidFill>
                <a:schemeClr val="dk1">
                  <a:alpha val="91372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657" name="Google Shape;657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69569" y="1740982"/>
              <a:ext cx="292625" cy="294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663892" y="1736090"/>
              <a:ext cx="347298" cy="284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794407" y="1755989"/>
              <a:ext cx="346946" cy="300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95046" y="1808111"/>
              <a:ext cx="199627" cy="212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1" name="Google Shape;661;p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580053" y="1767364"/>
              <a:ext cx="224920" cy="277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7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0960316" y="1755609"/>
              <a:ext cx="320641" cy="285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095911" y="1732120"/>
              <a:ext cx="331305" cy="3298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4" name="Google Shape;66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299478" y="1704661"/>
              <a:ext cx="491310" cy="316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7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310634" y="1761739"/>
              <a:ext cx="331532" cy="2102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8"/>
          <p:cNvPicPr preferRelativeResize="0"/>
          <p:nvPr/>
        </p:nvPicPr>
        <p:blipFill rotWithShape="1">
          <a:blip r:embed="rId3">
            <a:alphaModFix/>
          </a:blip>
          <a:srcRect l="-1" r="28" b="10187"/>
          <a:stretch/>
        </p:blipFill>
        <p:spPr>
          <a:xfrm>
            <a:off x="-2682" y="-224"/>
            <a:ext cx="9146682" cy="4619848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8"/>
          <p:cNvSpPr txBox="1">
            <a:spLocks noGrp="1"/>
          </p:cNvSpPr>
          <p:nvPr>
            <p:ph type="title"/>
          </p:nvPr>
        </p:nvSpPr>
        <p:spPr>
          <a:xfrm>
            <a:off x="268715" y="1362259"/>
            <a:ext cx="16914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</a:pPr>
            <a:r>
              <a:rPr lang="mn-MN" sz="1400" b="0">
                <a:solidFill>
                  <a:schemeClr val="lt1"/>
                </a:solidFill>
              </a:rPr>
              <a:t>Дэлхийн хэмжээнд</a:t>
            </a:r>
            <a:endParaRPr/>
          </a:p>
        </p:txBody>
      </p:sp>
      <p:sp>
        <p:nvSpPr>
          <p:cNvPr id="672" name="Google Shape;672;p8"/>
          <p:cNvSpPr txBox="1"/>
          <p:nvPr/>
        </p:nvSpPr>
        <p:spPr>
          <a:xfrm>
            <a:off x="268715" y="1764119"/>
            <a:ext cx="16915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8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Дэлхийн хэмжээний R&amp;D туршлага.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3" name="Google Shape;673;p8"/>
          <p:cNvGrpSpPr/>
          <p:nvPr/>
        </p:nvGrpSpPr>
        <p:grpSpPr>
          <a:xfrm rot="8100000" flipH="1">
            <a:off x="290803" y="3134719"/>
            <a:ext cx="308529" cy="307776"/>
            <a:chOff x="10439928" y="2985331"/>
            <a:chExt cx="641137" cy="639573"/>
          </a:xfrm>
        </p:grpSpPr>
        <p:sp>
          <p:nvSpPr>
            <p:cNvPr id="674" name="Google Shape;674;p8"/>
            <p:cNvSpPr/>
            <p:nvPr/>
          </p:nvSpPr>
          <p:spPr>
            <a:xfrm>
              <a:off x="10439928" y="2985331"/>
              <a:ext cx="637800" cy="637800"/>
            </a:xfrm>
            <a:prstGeom prst="ellipse">
              <a:avLst/>
            </a:prstGeom>
            <a:noFill/>
            <a:ln w="9525" cap="flat" cmpd="sng">
              <a:solidFill>
                <a:schemeClr val="lt1">
                  <a:alpha val="5803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5" name="Google Shape;675;p8"/>
            <p:cNvGrpSpPr/>
            <p:nvPr/>
          </p:nvGrpSpPr>
          <p:grpSpPr>
            <a:xfrm rot="-2700000">
              <a:off x="10645147" y="3223767"/>
              <a:ext cx="227912" cy="160767"/>
              <a:chOff x="3179128" y="1641228"/>
              <a:chExt cx="1045800" cy="737700"/>
            </a:xfrm>
          </p:grpSpPr>
          <p:sp>
            <p:nvSpPr>
              <p:cNvPr id="676" name="Google Shape;676;p8"/>
              <p:cNvSpPr/>
              <p:nvPr/>
            </p:nvSpPr>
            <p:spPr>
              <a:xfrm>
                <a:off x="3829228" y="1641228"/>
                <a:ext cx="395700" cy="737700"/>
              </a:xfrm>
              <a:prstGeom prst="chevron">
                <a:avLst>
                  <a:gd name="adj" fmla="val 100000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7" name="Google Shape;677;p8"/>
              <p:cNvCxnSpPr>
                <a:stCxn id="676" idx="1"/>
              </p:cNvCxnSpPr>
              <p:nvPr/>
            </p:nvCxnSpPr>
            <p:spPr>
              <a:xfrm flipH="1">
                <a:off x="3179128" y="2010078"/>
                <a:ext cx="1045800" cy="198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678" name="Google Shape;678;p8"/>
            <p:cNvSpPr/>
            <p:nvPr/>
          </p:nvSpPr>
          <p:spPr>
            <a:xfrm>
              <a:off x="10443265" y="2987104"/>
              <a:ext cx="637800" cy="637800"/>
            </a:xfrm>
            <a:prstGeom prst="arc">
              <a:avLst>
                <a:gd name="adj1" fmla="val 16200000"/>
                <a:gd name="adj2" fmla="val 2547781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8"/>
          <p:cNvGrpSpPr/>
          <p:nvPr/>
        </p:nvGrpSpPr>
        <p:grpSpPr>
          <a:xfrm>
            <a:off x="2248340" y="400066"/>
            <a:ext cx="6896207" cy="4219557"/>
            <a:chOff x="2942694" y="759358"/>
            <a:chExt cx="9194943" cy="5626076"/>
          </a:xfrm>
        </p:grpSpPr>
        <p:sp>
          <p:nvSpPr>
            <p:cNvPr id="680" name="Google Shape;680;p8"/>
            <p:cNvSpPr/>
            <p:nvPr/>
          </p:nvSpPr>
          <p:spPr>
            <a:xfrm flipH="1">
              <a:off x="2942694" y="759358"/>
              <a:ext cx="9194943" cy="5626076"/>
            </a:xfrm>
            <a:prstGeom prst="round1Rect">
              <a:avLst>
                <a:gd name="adj" fmla="val 1529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681" name="Google Shape;681;p8"/>
            <p:cNvGrpSpPr/>
            <p:nvPr/>
          </p:nvGrpSpPr>
          <p:grpSpPr>
            <a:xfrm>
              <a:off x="3465338" y="1177236"/>
              <a:ext cx="8115645" cy="4503527"/>
              <a:chOff x="1587155" y="697115"/>
              <a:chExt cx="10508881" cy="5831580"/>
            </a:xfrm>
          </p:grpSpPr>
          <p:grpSp>
            <p:nvGrpSpPr>
              <p:cNvPr id="682" name="Google Shape;682;p8"/>
              <p:cNvGrpSpPr/>
              <p:nvPr/>
            </p:nvGrpSpPr>
            <p:grpSpPr>
              <a:xfrm>
                <a:off x="1587155" y="697115"/>
                <a:ext cx="10353679" cy="5831580"/>
                <a:chOff x="401316" y="1271151"/>
                <a:chExt cx="8343799" cy="4699540"/>
              </a:xfrm>
            </p:grpSpPr>
            <p:sp>
              <p:nvSpPr>
                <p:cNvPr id="683" name="Google Shape;683;p8"/>
                <p:cNvSpPr/>
                <p:nvPr/>
              </p:nvSpPr>
              <p:spPr>
                <a:xfrm>
                  <a:off x="4607223" y="4771139"/>
                  <a:ext cx="276919" cy="333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919" h="333794" extrusionOk="0">
                      <a:moveTo>
                        <a:pt x="275180" y="15550"/>
                      </a:moveTo>
                      <a:cubicBezTo>
                        <a:pt x="275180" y="8893"/>
                        <a:pt x="233499" y="16842"/>
                        <a:pt x="226543" y="19524"/>
                      </a:cubicBezTo>
                      <a:cubicBezTo>
                        <a:pt x="219588" y="22158"/>
                        <a:pt x="197629" y="26132"/>
                        <a:pt x="190674" y="22158"/>
                      </a:cubicBezTo>
                      <a:cubicBezTo>
                        <a:pt x="183719" y="18183"/>
                        <a:pt x="139702" y="22158"/>
                        <a:pt x="139702" y="22158"/>
                      </a:cubicBezTo>
                      <a:lnTo>
                        <a:pt x="131604" y="12867"/>
                      </a:lnTo>
                      <a:cubicBezTo>
                        <a:pt x="131604" y="12867"/>
                        <a:pt x="59766" y="12867"/>
                        <a:pt x="51668" y="12867"/>
                      </a:cubicBezTo>
                      <a:cubicBezTo>
                        <a:pt x="43570" y="12867"/>
                        <a:pt x="37757" y="11526"/>
                        <a:pt x="30802" y="6260"/>
                      </a:cubicBezTo>
                      <a:cubicBezTo>
                        <a:pt x="23847" y="944"/>
                        <a:pt x="16891" y="944"/>
                        <a:pt x="8793" y="4918"/>
                      </a:cubicBezTo>
                      <a:cubicBezTo>
                        <a:pt x="1639" y="8446"/>
                        <a:pt x="3527" y="1590"/>
                        <a:pt x="0" y="0"/>
                      </a:cubicBezTo>
                      <a:cubicBezTo>
                        <a:pt x="2782" y="11029"/>
                        <a:pt x="5713" y="21810"/>
                        <a:pt x="7253" y="33286"/>
                      </a:cubicBezTo>
                      <a:cubicBezTo>
                        <a:pt x="10135" y="42676"/>
                        <a:pt x="11625" y="52413"/>
                        <a:pt x="15252" y="61554"/>
                      </a:cubicBezTo>
                      <a:cubicBezTo>
                        <a:pt x="18779" y="70596"/>
                        <a:pt x="24691" y="78396"/>
                        <a:pt x="28566" y="87289"/>
                      </a:cubicBezTo>
                      <a:cubicBezTo>
                        <a:pt x="34528" y="101100"/>
                        <a:pt x="33683" y="115855"/>
                        <a:pt x="33037" y="130759"/>
                      </a:cubicBezTo>
                      <a:cubicBezTo>
                        <a:pt x="37012" y="138758"/>
                        <a:pt x="40639" y="146260"/>
                        <a:pt x="42228" y="152420"/>
                      </a:cubicBezTo>
                      <a:cubicBezTo>
                        <a:pt x="46004" y="166927"/>
                        <a:pt x="39496" y="187693"/>
                        <a:pt x="43272" y="197083"/>
                      </a:cubicBezTo>
                      <a:cubicBezTo>
                        <a:pt x="45706" y="203194"/>
                        <a:pt x="47594" y="212136"/>
                        <a:pt x="49134" y="222022"/>
                      </a:cubicBezTo>
                      <a:cubicBezTo>
                        <a:pt x="50028" y="224606"/>
                        <a:pt x="50923" y="227239"/>
                        <a:pt x="51867" y="229773"/>
                      </a:cubicBezTo>
                      <a:cubicBezTo>
                        <a:pt x="57232" y="244627"/>
                        <a:pt x="59617" y="258240"/>
                        <a:pt x="62200" y="273790"/>
                      </a:cubicBezTo>
                      <a:cubicBezTo>
                        <a:pt x="63591" y="282136"/>
                        <a:pt x="64436" y="297040"/>
                        <a:pt x="68857" y="304840"/>
                      </a:cubicBezTo>
                      <a:cubicBezTo>
                        <a:pt x="69950" y="306181"/>
                        <a:pt x="71093" y="307572"/>
                        <a:pt x="72186" y="309113"/>
                      </a:cubicBezTo>
                      <a:cubicBezTo>
                        <a:pt x="77601" y="314229"/>
                        <a:pt x="85500" y="316962"/>
                        <a:pt x="91164" y="322874"/>
                      </a:cubicBezTo>
                      <a:cubicBezTo>
                        <a:pt x="91362" y="322427"/>
                        <a:pt x="91511" y="321930"/>
                        <a:pt x="91511" y="321284"/>
                      </a:cubicBezTo>
                      <a:cubicBezTo>
                        <a:pt x="91511" y="315819"/>
                        <a:pt x="99758" y="305635"/>
                        <a:pt x="104528" y="313435"/>
                      </a:cubicBezTo>
                      <a:cubicBezTo>
                        <a:pt x="109347" y="321284"/>
                        <a:pt x="107260" y="332264"/>
                        <a:pt x="116848" y="332264"/>
                      </a:cubicBezTo>
                      <a:cubicBezTo>
                        <a:pt x="126437" y="332264"/>
                        <a:pt x="143577" y="336189"/>
                        <a:pt x="146309" y="331469"/>
                      </a:cubicBezTo>
                      <a:cubicBezTo>
                        <a:pt x="149042" y="326749"/>
                        <a:pt x="161362" y="322874"/>
                        <a:pt x="161362" y="314229"/>
                      </a:cubicBezTo>
                      <a:lnTo>
                        <a:pt x="161362" y="139453"/>
                      </a:lnTo>
                      <a:cubicBezTo>
                        <a:pt x="161362" y="133194"/>
                        <a:pt x="184663" y="139453"/>
                        <a:pt x="184663" y="129269"/>
                      </a:cubicBezTo>
                      <a:cubicBezTo>
                        <a:pt x="184663" y="119084"/>
                        <a:pt x="184663" y="38354"/>
                        <a:pt x="184663" y="38354"/>
                      </a:cubicBezTo>
                      <a:cubicBezTo>
                        <a:pt x="184663" y="38354"/>
                        <a:pt x="201802" y="36813"/>
                        <a:pt x="206572" y="35224"/>
                      </a:cubicBezTo>
                      <a:cubicBezTo>
                        <a:pt x="211391" y="33634"/>
                        <a:pt x="228481" y="23449"/>
                        <a:pt x="232604" y="26579"/>
                      </a:cubicBezTo>
                      <a:cubicBezTo>
                        <a:pt x="236728" y="29709"/>
                        <a:pt x="242193" y="40688"/>
                        <a:pt x="244925" y="36764"/>
                      </a:cubicBezTo>
                      <a:cubicBezTo>
                        <a:pt x="247657" y="32839"/>
                        <a:pt x="254513" y="24989"/>
                        <a:pt x="261369" y="24989"/>
                      </a:cubicBezTo>
                      <a:cubicBezTo>
                        <a:pt x="265095" y="24989"/>
                        <a:pt x="271206" y="23151"/>
                        <a:pt x="276919" y="21611"/>
                      </a:cubicBezTo>
                      <a:cubicBezTo>
                        <a:pt x="275876" y="19376"/>
                        <a:pt x="275180" y="17190"/>
                        <a:pt x="275180" y="1555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4" name="Google Shape;684;p8"/>
                <p:cNvSpPr/>
                <p:nvPr/>
              </p:nvSpPr>
              <p:spPr>
                <a:xfrm>
                  <a:off x="4884192" y="4733531"/>
                  <a:ext cx="182219" cy="184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19" h="184662" extrusionOk="0">
                      <a:moveTo>
                        <a:pt x="122810" y="8595"/>
                      </a:moveTo>
                      <a:lnTo>
                        <a:pt x="119382" y="0"/>
                      </a:lnTo>
                      <a:lnTo>
                        <a:pt x="99510" y="745"/>
                      </a:lnTo>
                      <a:cubicBezTo>
                        <a:pt x="86494" y="4670"/>
                        <a:pt x="86494" y="9340"/>
                        <a:pt x="86494" y="14060"/>
                      </a:cubicBezTo>
                      <a:cubicBezTo>
                        <a:pt x="86494" y="18779"/>
                        <a:pt x="74173" y="29709"/>
                        <a:pt x="65230" y="32839"/>
                      </a:cubicBezTo>
                      <a:cubicBezTo>
                        <a:pt x="56338" y="35969"/>
                        <a:pt x="46749" y="59518"/>
                        <a:pt x="41285" y="62598"/>
                      </a:cubicBezTo>
                      <a:cubicBezTo>
                        <a:pt x="35819" y="65728"/>
                        <a:pt x="17338" y="57878"/>
                        <a:pt x="11824" y="57133"/>
                      </a:cubicBezTo>
                      <a:cubicBezTo>
                        <a:pt x="9340" y="56785"/>
                        <a:pt x="4819" y="57878"/>
                        <a:pt x="0" y="59219"/>
                      </a:cubicBezTo>
                      <a:cubicBezTo>
                        <a:pt x="3428" y="66125"/>
                        <a:pt x="10582" y="74322"/>
                        <a:pt x="13215" y="74322"/>
                      </a:cubicBezTo>
                      <a:cubicBezTo>
                        <a:pt x="16693" y="74322"/>
                        <a:pt x="17835" y="102143"/>
                        <a:pt x="25933" y="106168"/>
                      </a:cubicBezTo>
                      <a:cubicBezTo>
                        <a:pt x="34031" y="110142"/>
                        <a:pt x="49084" y="119432"/>
                        <a:pt x="49084" y="124698"/>
                      </a:cubicBezTo>
                      <a:cubicBezTo>
                        <a:pt x="49084" y="130014"/>
                        <a:pt x="58375" y="136622"/>
                        <a:pt x="58375" y="144571"/>
                      </a:cubicBezTo>
                      <a:cubicBezTo>
                        <a:pt x="58375" y="152519"/>
                        <a:pt x="67565" y="163399"/>
                        <a:pt x="74570" y="163101"/>
                      </a:cubicBezTo>
                      <a:cubicBezTo>
                        <a:pt x="89375" y="162555"/>
                        <a:pt x="90915" y="169609"/>
                        <a:pt x="90915" y="174329"/>
                      </a:cubicBezTo>
                      <a:cubicBezTo>
                        <a:pt x="90915" y="179049"/>
                        <a:pt x="110440" y="174329"/>
                        <a:pt x="113023" y="179049"/>
                      </a:cubicBezTo>
                      <a:cubicBezTo>
                        <a:pt x="115408" y="183371"/>
                        <a:pt x="134684" y="181732"/>
                        <a:pt x="139354" y="184663"/>
                      </a:cubicBezTo>
                      <a:cubicBezTo>
                        <a:pt x="147402" y="175720"/>
                        <a:pt x="158928" y="163946"/>
                        <a:pt x="162853" y="157885"/>
                      </a:cubicBezTo>
                      <a:cubicBezTo>
                        <a:pt x="169013" y="148495"/>
                        <a:pt x="163896" y="135578"/>
                        <a:pt x="169013" y="132051"/>
                      </a:cubicBezTo>
                      <a:cubicBezTo>
                        <a:pt x="174130" y="128524"/>
                        <a:pt x="185457" y="113222"/>
                        <a:pt x="181334" y="112079"/>
                      </a:cubicBezTo>
                      <a:cubicBezTo>
                        <a:pt x="177210" y="110937"/>
                        <a:pt x="180291" y="99162"/>
                        <a:pt x="174130" y="92108"/>
                      </a:cubicBezTo>
                      <a:cubicBezTo>
                        <a:pt x="167970" y="85053"/>
                        <a:pt x="181334" y="81526"/>
                        <a:pt x="180291" y="68609"/>
                      </a:cubicBezTo>
                      <a:cubicBezTo>
                        <a:pt x="179247" y="55692"/>
                        <a:pt x="182327" y="29808"/>
                        <a:pt x="179247" y="27473"/>
                      </a:cubicBezTo>
                      <a:cubicBezTo>
                        <a:pt x="176167" y="25138"/>
                        <a:pt x="161760" y="23946"/>
                        <a:pt x="152519" y="16892"/>
                      </a:cubicBezTo>
                      <a:cubicBezTo>
                        <a:pt x="143378" y="9787"/>
                        <a:pt x="122810" y="8595"/>
                        <a:pt x="122810" y="859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8"/>
                <p:cNvSpPr/>
                <p:nvPr/>
              </p:nvSpPr>
              <p:spPr>
                <a:xfrm>
                  <a:off x="4768685" y="4792800"/>
                  <a:ext cx="206670" cy="253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70" h="253526" extrusionOk="0">
                      <a:moveTo>
                        <a:pt x="190127" y="103882"/>
                      </a:moveTo>
                      <a:cubicBezTo>
                        <a:pt x="183073" y="104180"/>
                        <a:pt x="173931" y="93300"/>
                        <a:pt x="173931" y="85351"/>
                      </a:cubicBezTo>
                      <a:cubicBezTo>
                        <a:pt x="173931" y="77402"/>
                        <a:pt x="164641" y="70795"/>
                        <a:pt x="164641" y="65479"/>
                      </a:cubicBezTo>
                      <a:cubicBezTo>
                        <a:pt x="164641" y="60163"/>
                        <a:pt x="149588" y="50923"/>
                        <a:pt x="141490" y="46948"/>
                      </a:cubicBezTo>
                      <a:cubicBezTo>
                        <a:pt x="133392" y="42973"/>
                        <a:pt x="132250" y="15103"/>
                        <a:pt x="128772" y="15103"/>
                      </a:cubicBezTo>
                      <a:cubicBezTo>
                        <a:pt x="126139" y="15103"/>
                        <a:pt x="118985" y="6905"/>
                        <a:pt x="115557" y="0"/>
                      </a:cubicBezTo>
                      <a:cubicBezTo>
                        <a:pt x="109844" y="1540"/>
                        <a:pt x="103733" y="3378"/>
                        <a:pt x="100007" y="3378"/>
                      </a:cubicBezTo>
                      <a:cubicBezTo>
                        <a:pt x="93151" y="3378"/>
                        <a:pt x="86295" y="11228"/>
                        <a:pt x="83562" y="15153"/>
                      </a:cubicBezTo>
                      <a:cubicBezTo>
                        <a:pt x="80830" y="19077"/>
                        <a:pt x="75365" y="8098"/>
                        <a:pt x="71242" y="4968"/>
                      </a:cubicBezTo>
                      <a:cubicBezTo>
                        <a:pt x="67118" y="1838"/>
                        <a:pt x="50028" y="12023"/>
                        <a:pt x="45209" y="13612"/>
                      </a:cubicBezTo>
                      <a:cubicBezTo>
                        <a:pt x="40440" y="15202"/>
                        <a:pt x="23300" y="16742"/>
                        <a:pt x="23300" y="16742"/>
                      </a:cubicBezTo>
                      <a:cubicBezTo>
                        <a:pt x="23300" y="16742"/>
                        <a:pt x="23300" y="97423"/>
                        <a:pt x="23300" y="107658"/>
                      </a:cubicBezTo>
                      <a:cubicBezTo>
                        <a:pt x="23300" y="117842"/>
                        <a:pt x="0" y="111582"/>
                        <a:pt x="0" y="117842"/>
                      </a:cubicBezTo>
                      <a:cubicBezTo>
                        <a:pt x="0" y="120773"/>
                        <a:pt x="0" y="156990"/>
                        <a:pt x="0" y="195791"/>
                      </a:cubicBezTo>
                      <a:cubicBezTo>
                        <a:pt x="5017" y="197877"/>
                        <a:pt x="9787" y="200660"/>
                        <a:pt x="10979" y="204038"/>
                      </a:cubicBezTo>
                      <a:cubicBezTo>
                        <a:pt x="13712" y="211887"/>
                        <a:pt x="19872" y="229127"/>
                        <a:pt x="18531" y="233797"/>
                      </a:cubicBezTo>
                      <a:cubicBezTo>
                        <a:pt x="17189" y="238516"/>
                        <a:pt x="13761" y="235386"/>
                        <a:pt x="13761" y="240056"/>
                      </a:cubicBezTo>
                      <a:cubicBezTo>
                        <a:pt x="13761" y="244776"/>
                        <a:pt x="11029" y="251831"/>
                        <a:pt x="17885" y="251831"/>
                      </a:cubicBezTo>
                      <a:cubicBezTo>
                        <a:pt x="24741" y="251831"/>
                        <a:pt x="36366" y="256550"/>
                        <a:pt x="41185" y="250241"/>
                      </a:cubicBezTo>
                      <a:cubicBezTo>
                        <a:pt x="45955" y="243981"/>
                        <a:pt x="61753" y="229872"/>
                        <a:pt x="62448" y="222817"/>
                      </a:cubicBezTo>
                      <a:cubicBezTo>
                        <a:pt x="63144" y="215763"/>
                        <a:pt x="66522" y="200113"/>
                        <a:pt x="78197" y="208708"/>
                      </a:cubicBezTo>
                      <a:cubicBezTo>
                        <a:pt x="89872" y="217303"/>
                        <a:pt x="90518" y="218892"/>
                        <a:pt x="105621" y="218892"/>
                      </a:cubicBezTo>
                      <a:cubicBezTo>
                        <a:pt x="120674" y="218892"/>
                        <a:pt x="124798" y="218097"/>
                        <a:pt x="127530" y="207118"/>
                      </a:cubicBezTo>
                      <a:cubicBezTo>
                        <a:pt x="130262" y="196139"/>
                        <a:pt x="127530" y="187544"/>
                        <a:pt x="136423" y="187544"/>
                      </a:cubicBezTo>
                      <a:cubicBezTo>
                        <a:pt x="145316" y="187544"/>
                        <a:pt x="156295" y="178154"/>
                        <a:pt x="156295" y="171100"/>
                      </a:cubicBezTo>
                      <a:cubicBezTo>
                        <a:pt x="156295" y="164045"/>
                        <a:pt x="160418" y="153066"/>
                        <a:pt x="165883" y="153066"/>
                      </a:cubicBezTo>
                      <a:cubicBezTo>
                        <a:pt x="171348" y="153066"/>
                        <a:pt x="182973" y="145216"/>
                        <a:pt x="184364" y="137367"/>
                      </a:cubicBezTo>
                      <a:cubicBezTo>
                        <a:pt x="185706" y="129517"/>
                        <a:pt x="195294" y="132647"/>
                        <a:pt x="198722" y="127977"/>
                      </a:cubicBezTo>
                      <a:cubicBezTo>
                        <a:pt x="200411" y="125692"/>
                        <a:pt x="203740" y="120177"/>
                        <a:pt x="206671" y="115159"/>
                      </a:cubicBezTo>
                      <a:cubicBezTo>
                        <a:pt x="206671" y="115110"/>
                        <a:pt x="206572" y="115060"/>
                        <a:pt x="206572" y="115060"/>
                      </a:cubicBezTo>
                      <a:cubicBezTo>
                        <a:pt x="206472" y="110390"/>
                        <a:pt x="204932" y="103335"/>
                        <a:pt x="190127" y="10388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6" name="Google Shape;686;p8"/>
                <p:cNvSpPr/>
                <p:nvPr/>
              </p:nvSpPr>
              <p:spPr>
                <a:xfrm>
                  <a:off x="5012070" y="5013828"/>
                  <a:ext cx="31149" cy="43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49" h="43882" extrusionOk="0">
                      <a:moveTo>
                        <a:pt x="15749" y="0"/>
                      </a:moveTo>
                      <a:cubicBezTo>
                        <a:pt x="10035" y="0"/>
                        <a:pt x="0" y="15848"/>
                        <a:pt x="0" y="19127"/>
                      </a:cubicBezTo>
                      <a:cubicBezTo>
                        <a:pt x="0" y="22406"/>
                        <a:pt x="7154" y="43172"/>
                        <a:pt x="14308" y="43719"/>
                      </a:cubicBezTo>
                      <a:cubicBezTo>
                        <a:pt x="21511" y="44265"/>
                        <a:pt x="26728" y="43719"/>
                        <a:pt x="27225" y="37707"/>
                      </a:cubicBezTo>
                      <a:cubicBezTo>
                        <a:pt x="27473" y="34727"/>
                        <a:pt x="29311" y="32342"/>
                        <a:pt x="31149" y="30603"/>
                      </a:cubicBezTo>
                      <a:cubicBezTo>
                        <a:pt x="30603" y="25436"/>
                        <a:pt x="29411" y="14407"/>
                        <a:pt x="29013" y="7800"/>
                      </a:cubicBezTo>
                      <a:cubicBezTo>
                        <a:pt x="24741" y="4571"/>
                        <a:pt x="19475" y="0"/>
                        <a:pt x="15749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7" name="Google Shape;687;p8"/>
                <p:cNvSpPr/>
                <p:nvPr/>
              </p:nvSpPr>
              <p:spPr>
                <a:xfrm>
                  <a:off x="4928209" y="5093736"/>
                  <a:ext cx="52065" cy="59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65" h="59843" extrusionOk="0">
                      <a:moveTo>
                        <a:pt x="37012" y="1866"/>
                      </a:moveTo>
                      <a:cubicBezTo>
                        <a:pt x="34279" y="-4393"/>
                        <a:pt x="16494" y="6586"/>
                        <a:pt x="13712" y="12846"/>
                      </a:cubicBezTo>
                      <a:cubicBezTo>
                        <a:pt x="10979" y="19105"/>
                        <a:pt x="0" y="36344"/>
                        <a:pt x="0" y="36344"/>
                      </a:cubicBezTo>
                      <a:lnTo>
                        <a:pt x="13712" y="58304"/>
                      </a:lnTo>
                      <a:lnTo>
                        <a:pt x="23300" y="59844"/>
                      </a:lnTo>
                      <a:cubicBezTo>
                        <a:pt x="23300" y="59844"/>
                        <a:pt x="26033" y="52044"/>
                        <a:pt x="28815" y="45734"/>
                      </a:cubicBezTo>
                      <a:cubicBezTo>
                        <a:pt x="31547" y="39474"/>
                        <a:pt x="43868" y="47324"/>
                        <a:pt x="43868" y="41064"/>
                      </a:cubicBezTo>
                      <a:cubicBezTo>
                        <a:pt x="43868" y="34804"/>
                        <a:pt x="52065" y="28545"/>
                        <a:pt x="52065" y="22235"/>
                      </a:cubicBezTo>
                      <a:cubicBezTo>
                        <a:pt x="52065" y="15976"/>
                        <a:pt x="39744" y="8126"/>
                        <a:pt x="37012" y="186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8" name="Google Shape;688;p8"/>
                <p:cNvSpPr/>
                <p:nvPr/>
              </p:nvSpPr>
              <p:spPr>
                <a:xfrm>
                  <a:off x="4698486" y="4908009"/>
                  <a:ext cx="362270" cy="372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270" h="372628" extrusionOk="0">
                      <a:moveTo>
                        <a:pt x="319396" y="198921"/>
                      </a:moveTo>
                      <a:cubicBezTo>
                        <a:pt x="318850" y="186302"/>
                        <a:pt x="329432" y="175074"/>
                        <a:pt x="341355" y="173385"/>
                      </a:cubicBezTo>
                      <a:cubicBezTo>
                        <a:pt x="341454" y="173186"/>
                        <a:pt x="341504" y="172938"/>
                        <a:pt x="341603" y="172739"/>
                      </a:cubicBezTo>
                      <a:cubicBezTo>
                        <a:pt x="343690" y="167225"/>
                        <a:pt x="345578" y="161660"/>
                        <a:pt x="347217" y="155997"/>
                      </a:cubicBezTo>
                      <a:cubicBezTo>
                        <a:pt x="349552" y="147949"/>
                        <a:pt x="355166" y="142186"/>
                        <a:pt x="362072" y="139354"/>
                      </a:cubicBezTo>
                      <a:cubicBezTo>
                        <a:pt x="362121" y="138807"/>
                        <a:pt x="362221" y="138211"/>
                        <a:pt x="362270" y="137665"/>
                      </a:cubicBezTo>
                      <a:cubicBezTo>
                        <a:pt x="354173" y="137565"/>
                        <a:pt x="345031" y="139155"/>
                        <a:pt x="345031" y="139155"/>
                      </a:cubicBezTo>
                      <a:cubicBezTo>
                        <a:pt x="345031" y="139155"/>
                        <a:pt x="344932" y="138112"/>
                        <a:pt x="344733" y="136373"/>
                      </a:cubicBezTo>
                      <a:cubicBezTo>
                        <a:pt x="342895" y="138062"/>
                        <a:pt x="341057" y="140496"/>
                        <a:pt x="340808" y="143477"/>
                      </a:cubicBezTo>
                      <a:cubicBezTo>
                        <a:pt x="340312" y="149489"/>
                        <a:pt x="335095" y="150035"/>
                        <a:pt x="327892" y="149489"/>
                      </a:cubicBezTo>
                      <a:cubicBezTo>
                        <a:pt x="320738" y="148942"/>
                        <a:pt x="313584" y="128176"/>
                        <a:pt x="313584" y="124897"/>
                      </a:cubicBezTo>
                      <a:cubicBezTo>
                        <a:pt x="313584" y="121618"/>
                        <a:pt x="323619" y="105770"/>
                        <a:pt x="329332" y="105770"/>
                      </a:cubicBezTo>
                      <a:cubicBezTo>
                        <a:pt x="333058" y="105770"/>
                        <a:pt x="338324" y="110340"/>
                        <a:pt x="342547" y="113570"/>
                      </a:cubicBezTo>
                      <a:cubicBezTo>
                        <a:pt x="342398" y="111185"/>
                        <a:pt x="342349" y="109347"/>
                        <a:pt x="342448" y="108602"/>
                      </a:cubicBezTo>
                      <a:cubicBezTo>
                        <a:pt x="342945" y="105074"/>
                        <a:pt x="346571" y="64485"/>
                        <a:pt x="340411" y="60411"/>
                      </a:cubicBezTo>
                      <a:cubicBezTo>
                        <a:pt x="334251" y="56288"/>
                        <a:pt x="328090" y="15153"/>
                        <a:pt x="326053" y="11029"/>
                      </a:cubicBezTo>
                      <a:cubicBezTo>
                        <a:pt x="324016" y="6905"/>
                        <a:pt x="301412" y="9241"/>
                        <a:pt x="298828" y="4571"/>
                      </a:cubicBezTo>
                      <a:cubicBezTo>
                        <a:pt x="296295" y="-99"/>
                        <a:pt x="277217" y="4421"/>
                        <a:pt x="276820" y="0"/>
                      </a:cubicBezTo>
                      <a:cubicBezTo>
                        <a:pt x="273889" y="5017"/>
                        <a:pt x="270560" y="10483"/>
                        <a:pt x="268871" y="12817"/>
                      </a:cubicBezTo>
                      <a:cubicBezTo>
                        <a:pt x="265443" y="17537"/>
                        <a:pt x="255855" y="14407"/>
                        <a:pt x="254513" y="22207"/>
                      </a:cubicBezTo>
                      <a:cubicBezTo>
                        <a:pt x="253122" y="30057"/>
                        <a:pt x="241497" y="37906"/>
                        <a:pt x="236032" y="37906"/>
                      </a:cubicBezTo>
                      <a:cubicBezTo>
                        <a:pt x="230518" y="37906"/>
                        <a:pt x="226444" y="48885"/>
                        <a:pt x="226444" y="55940"/>
                      </a:cubicBezTo>
                      <a:cubicBezTo>
                        <a:pt x="226444" y="62995"/>
                        <a:pt x="215465" y="72384"/>
                        <a:pt x="206572" y="72384"/>
                      </a:cubicBezTo>
                      <a:cubicBezTo>
                        <a:pt x="197679" y="72384"/>
                        <a:pt x="200411" y="80979"/>
                        <a:pt x="197679" y="91958"/>
                      </a:cubicBezTo>
                      <a:cubicBezTo>
                        <a:pt x="194946" y="102938"/>
                        <a:pt x="190823" y="103733"/>
                        <a:pt x="175770" y="103733"/>
                      </a:cubicBezTo>
                      <a:cubicBezTo>
                        <a:pt x="160716" y="103733"/>
                        <a:pt x="160021" y="102143"/>
                        <a:pt x="148346" y="93548"/>
                      </a:cubicBezTo>
                      <a:cubicBezTo>
                        <a:pt x="136721" y="84904"/>
                        <a:pt x="133293" y="100603"/>
                        <a:pt x="132597" y="107658"/>
                      </a:cubicBezTo>
                      <a:cubicBezTo>
                        <a:pt x="131902" y="114712"/>
                        <a:pt x="116153" y="128822"/>
                        <a:pt x="111384" y="135081"/>
                      </a:cubicBezTo>
                      <a:cubicBezTo>
                        <a:pt x="106565" y="141341"/>
                        <a:pt x="94939" y="136671"/>
                        <a:pt x="88084" y="136671"/>
                      </a:cubicBezTo>
                      <a:cubicBezTo>
                        <a:pt x="81228" y="136671"/>
                        <a:pt x="83960" y="129616"/>
                        <a:pt x="83960" y="124897"/>
                      </a:cubicBezTo>
                      <a:cubicBezTo>
                        <a:pt x="83960" y="120177"/>
                        <a:pt x="87388" y="123307"/>
                        <a:pt x="88729" y="118637"/>
                      </a:cubicBezTo>
                      <a:cubicBezTo>
                        <a:pt x="90120" y="113917"/>
                        <a:pt x="83960" y="96678"/>
                        <a:pt x="81178" y="88878"/>
                      </a:cubicBezTo>
                      <a:cubicBezTo>
                        <a:pt x="79986" y="85500"/>
                        <a:pt x="75216" y="82718"/>
                        <a:pt x="70199" y="80631"/>
                      </a:cubicBezTo>
                      <a:lnTo>
                        <a:pt x="70199" y="177459"/>
                      </a:lnTo>
                      <a:cubicBezTo>
                        <a:pt x="70199" y="186103"/>
                        <a:pt x="57878" y="189978"/>
                        <a:pt x="55145" y="194698"/>
                      </a:cubicBezTo>
                      <a:cubicBezTo>
                        <a:pt x="52413" y="199418"/>
                        <a:pt x="35273" y="195493"/>
                        <a:pt x="25685" y="195493"/>
                      </a:cubicBezTo>
                      <a:cubicBezTo>
                        <a:pt x="16096" y="195493"/>
                        <a:pt x="18183" y="184513"/>
                        <a:pt x="13364" y="176664"/>
                      </a:cubicBezTo>
                      <a:cubicBezTo>
                        <a:pt x="8595" y="168814"/>
                        <a:pt x="348" y="178999"/>
                        <a:pt x="348" y="184513"/>
                      </a:cubicBezTo>
                      <a:cubicBezTo>
                        <a:pt x="348" y="185159"/>
                        <a:pt x="199" y="185706"/>
                        <a:pt x="0" y="186103"/>
                      </a:cubicBezTo>
                      <a:cubicBezTo>
                        <a:pt x="1242" y="187395"/>
                        <a:pt x="2385" y="188786"/>
                        <a:pt x="3378" y="190425"/>
                      </a:cubicBezTo>
                      <a:cubicBezTo>
                        <a:pt x="7055" y="196685"/>
                        <a:pt x="7104" y="211093"/>
                        <a:pt x="11426" y="215961"/>
                      </a:cubicBezTo>
                      <a:cubicBezTo>
                        <a:pt x="18481" y="223861"/>
                        <a:pt x="20717" y="237026"/>
                        <a:pt x="16047" y="246713"/>
                      </a:cubicBezTo>
                      <a:cubicBezTo>
                        <a:pt x="16593" y="248800"/>
                        <a:pt x="16841" y="250986"/>
                        <a:pt x="16991" y="253122"/>
                      </a:cubicBezTo>
                      <a:cubicBezTo>
                        <a:pt x="22406" y="264549"/>
                        <a:pt x="28119" y="274684"/>
                        <a:pt x="30206" y="282036"/>
                      </a:cubicBezTo>
                      <a:cubicBezTo>
                        <a:pt x="33634" y="294208"/>
                        <a:pt x="37409" y="305535"/>
                        <a:pt x="30206" y="306728"/>
                      </a:cubicBezTo>
                      <a:cubicBezTo>
                        <a:pt x="30057" y="306777"/>
                        <a:pt x="29907" y="306827"/>
                        <a:pt x="29759" y="306827"/>
                      </a:cubicBezTo>
                      <a:cubicBezTo>
                        <a:pt x="34081" y="317310"/>
                        <a:pt x="36416" y="328090"/>
                        <a:pt x="36565" y="339666"/>
                      </a:cubicBezTo>
                      <a:cubicBezTo>
                        <a:pt x="36615" y="342647"/>
                        <a:pt x="36018" y="345478"/>
                        <a:pt x="35074" y="348062"/>
                      </a:cubicBezTo>
                      <a:cubicBezTo>
                        <a:pt x="35422" y="349552"/>
                        <a:pt x="36217" y="350496"/>
                        <a:pt x="38105" y="350943"/>
                      </a:cubicBezTo>
                      <a:cubicBezTo>
                        <a:pt x="44613" y="352483"/>
                        <a:pt x="42527" y="357203"/>
                        <a:pt x="47693" y="357601"/>
                      </a:cubicBezTo>
                      <a:cubicBezTo>
                        <a:pt x="52810" y="357998"/>
                        <a:pt x="56586" y="363860"/>
                        <a:pt x="60014" y="368928"/>
                      </a:cubicBezTo>
                      <a:cubicBezTo>
                        <a:pt x="63442" y="374045"/>
                        <a:pt x="71341" y="374045"/>
                        <a:pt x="75067" y="367735"/>
                      </a:cubicBezTo>
                      <a:cubicBezTo>
                        <a:pt x="78495" y="362022"/>
                        <a:pt x="88481" y="359935"/>
                        <a:pt x="99262" y="359588"/>
                      </a:cubicBezTo>
                      <a:cubicBezTo>
                        <a:pt x="102441" y="356309"/>
                        <a:pt x="106366" y="353874"/>
                        <a:pt x="110638" y="352533"/>
                      </a:cubicBezTo>
                      <a:cubicBezTo>
                        <a:pt x="114216" y="351390"/>
                        <a:pt x="117942" y="350943"/>
                        <a:pt x="121518" y="349950"/>
                      </a:cubicBezTo>
                      <a:cubicBezTo>
                        <a:pt x="126735" y="346720"/>
                        <a:pt x="132498" y="345876"/>
                        <a:pt x="137963" y="346869"/>
                      </a:cubicBezTo>
                      <a:cubicBezTo>
                        <a:pt x="143279" y="346422"/>
                        <a:pt x="148545" y="346671"/>
                        <a:pt x="153264" y="347664"/>
                      </a:cubicBezTo>
                      <a:cubicBezTo>
                        <a:pt x="156742" y="345876"/>
                        <a:pt x="160568" y="344833"/>
                        <a:pt x="164442" y="344733"/>
                      </a:cubicBezTo>
                      <a:cubicBezTo>
                        <a:pt x="165536" y="344733"/>
                        <a:pt x="166628" y="344634"/>
                        <a:pt x="167672" y="344634"/>
                      </a:cubicBezTo>
                      <a:cubicBezTo>
                        <a:pt x="168069" y="344535"/>
                        <a:pt x="168516" y="344435"/>
                        <a:pt x="168963" y="344286"/>
                      </a:cubicBezTo>
                      <a:cubicBezTo>
                        <a:pt x="169659" y="343839"/>
                        <a:pt x="170504" y="343342"/>
                        <a:pt x="171149" y="342994"/>
                      </a:cubicBezTo>
                      <a:cubicBezTo>
                        <a:pt x="171348" y="342845"/>
                        <a:pt x="171497" y="342696"/>
                        <a:pt x="171547" y="342597"/>
                      </a:cubicBezTo>
                      <a:cubicBezTo>
                        <a:pt x="172242" y="341852"/>
                        <a:pt x="172888" y="341057"/>
                        <a:pt x="173534" y="340262"/>
                      </a:cubicBezTo>
                      <a:cubicBezTo>
                        <a:pt x="180638" y="331568"/>
                        <a:pt x="192959" y="331170"/>
                        <a:pt x="202399" y="335691"/>
                      </a:cubicBezTo>
                      <a:cubicBezTo>
                        <a:pt x="203342" y="335493"/>
                        <a:pt x="204336" y="335344"/>
                        <a:pt x="205429" y="335244"/>
                      </a:cubicBezTo>
                      <a:cubicBezTo>
                        <a:pt x="205479" y="335195"/>
                        <a:pt x="205528" y="335145"/>
                        <a:pt x="205528" y="335145"/>
                      </a:cubicBezTo>
                      <a:cubicBezTo>
                        <a:pt x="226295" y="317012"/>
                        <a:pt x="253569" y="312143"/>
                        <a:pt x="270610" y="289488"/>
                      </a:cubicBezTo>
                      <a:cubicBezTo>
                        <a:pt x="281540" y="274982"/>
                        <a:pt x="288842" y="258190"/>
                        <a:pt x="297686" y="242391"/>
                      </a:cubicBezTo>
                      <a:cubicBezTo>
                        <a:pt x="295649" y="238864"/>
                        <a:pt x="294308" y="234691"/>
                        <a:pt x="294109" y="229723"/>
                      </a:cubicBezTo>
                      <a:cubicBezTo>
                        <a:pt x="293562" y="217104"/>
                        <a:pt x="306231" y="202200"/>
                        <a:pt x="319346" y="203988"/>
                      </a:cubicBezTo>
                      <a:cubicBezTo>
                        <a:pt x="319595" y="204038"/>
                        <a:pt x="319794" y="204038"/>
                        <a:pt x="320042" y="204038"/>
                      </a:cubicBezTo>
                      <a:cubicBezTo>
                        <a:pt x="319694" y="202448"/>
                        <a:pt x="319446" y="200709"/>
                        <a:pt x="319396" y="198921"/>
                      </a:cubicBezTo>
                      <a:close/>
                      <a:moveTo>
                        <a:pt x="273591" y="226792"/>
                      </a:moveTo>
                      <a:cubicBezTo>
                        <a:pt x="273591" y="233051"/>
                        <a:pt x="261270" y="225202"/>
                        <a:pt x="258537" y="231462"/>
                      </a:cubicBezTo>
                      <a:cubicBezTo>
                        <a:pt x="255805" y="237771"/>
                        <a:pt x="253023" y="245571"/>
                        <a:pt x="253023" y="245571"/>
                      </a:cubicBezTo>
                      <a:lnTo>
                        <a:pt x="243435" y="244031"/>
                      </a:lnTo>
                      <a:lnTo>
                        <a:pt x="229723" y="222072"/>
                      </a:lnTo>
                      <a:cubicBezTo>
                        <a:pt x="229723" y="222072"/>
                        <a:pt x="240702" y="204833"/>
                        <a:pt x="243435" y="198573"/>
                      </a:cubicBezTo>
                      <a:cubicBezTo>
                        <a:pt x="246167" y="192313"/>
                        <a:pt x="264002" y="181334"/>
                        <a:pt x="266735" y="187594"/>
                      </a:cubicBezTo>
                      <a:cubicBezTo>
                        <a:pt x="269467" y="193853"/>
                        <a:pt x="281788" y="201703"/>
                        <a:pt x="281788" y="207963"/>
                      </a:cubicBezTo>
                      <a:cubicBezTo>
                        <a:pt x="281788" y="214223"/>
                        <a:pt x="273591" y="220482"/>
                        <a:pt x="273591" y="22679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8"/>
                <p:cNvSpPr/>
                <p:nvPr/>
              </p:nvSpPr>
              <p:spPr>
                <a:xfrm>
                  <a:off x="4603398" y="4468899"/>
                  <a:ext cx="257841" cy="326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841" h="326128" extrusionOk="0">
                      <a:moveTo>
                        <a:pt x="251582" y="132183"/>
                      </a:moveTo>
                      <a:cubicBezTo>
                        <a:pt x="244379" y="135711"/>
                        <a:pt x="238218" y="134518"/>
                        <a:pt x="231015" y="134518"/>
                      </a:cubicBezTo>
                      <a:cubicBezTo>
                        <a:pt x="223811" y="134518"/>
                        <a:pt x="222817" y="142765"/>
                        <a:pt x="218694" y="141573"/>
                      </a:cubicBezTo>
                      <a:cubicBezTo>
                        <a:pt x="214570" y="140381"/>
                        <a:pt x="217650" y="126271"/>
                        <a:pt x="218694" y="120409"/>
                      </a:cubicBezTo>
                      <a:cubicBezTo>
                        <a:pt x="219737" y="114547"/>
                        <a:pt x="212533" y="103965"/>
                        <a:pt x="207416" y="99245"/>
                      </a:cubicBezTo>
                      <a:cubicBezTo>
                        <a:pt x="202299" y="94525"/>
                        <a:pt x="213577" y="65164"/>
                        <a:pt x="210496" y="61637"/>
                      </a:cubicBezTo>
                      <a:cubicBezTo>
                        <a:pt x="207416" y="58110"/>
                        <a:pt x="206373" y="48720"/>
                        <a:pt x="206373" y="40473"/>
                      </a:cubicBezTo>
                      <a:cubicBezTo>
                        <a:pt x="206373" y="32226"/>
                        <a:pt x="201206" y="36946"/>
                        <a:pt x="190972" y="36946"/>
                      </a:cubicBezTo>
                      <a:cubicBezTo>
                        <a:pt x="180688" y="36946"/>
                        <a:pt x="179694" y="31084"/>
                        <a:pt x="179694" y="31084"/>
                      </a:cubicBezTo>
                      <a:cubicBezTo>
                        <a:pt x="179694" y="31084"/>
                        <a:pt x="167374" y="27556"/>
                        <a:pt x="161213" y="31084"/>
                      </a:cubicBezTo>
                      <a:cubicBezTo>
                        <a:pt x="155053" y="34611"/>
                        <a:pt x="156096" y="55775"/>
                        <a:pt x="151973" y="54582"/>
                      </a:cubicBezTo>
                      <a:cubicBezTo>
                        <a:pt x="147849" y="53390"/>
                        <a:pt x="135528" y="55775"/>
                        <a:pt x="125245" y="59302"/>
                      </a:cubicBezTo>
                      <a:cubicBezTo>
                        <a:pt x="114961" y="62829"/>
                        <a:pt x="110887" y="56967"/>
                        <a:pt x="105720" y="42858"/>
                      </a:cubicBezTo>
                      <a:cubicBezTo>
                        <a:pt x="100603" y="28748"/>
                        <a:pt x="94393" y="33468"/>
                        <a:pt x="96480" y="22886"/>
                      </a:cubicBezTo>
                      <a:cubicBezTo>
                        <a:pt x="98517" y="12304"/>
                        <a:pt x="92356" y="530"/>
                        <a:pt x="92356" y="530"/>
                      </a:cubicBezTo>
                      <a:cubicBezTo>
                        <a:pt x="92356" y="530"/>
                        <a:pt x="24542" y="-662"/>
                        <a:pt x="17338" y="530"/>
                      </a:cubicBezTo>
                      <a:cubicBezTo>
                        <a:pt x="14407" y="1027"/>
                        <a:pt x="9290" y="4604"/>
                        <a:pt x="4272" y="8678"/>
                      </a:cubicBezTo>
                      <a:cubicBezTo>
                        <a:pt x="8446" y="26761"/>
                        <a:pt x="21611" y="56917"/>
                        <a:pt x="24542" y="64022"/>
                      </a:cubicBezTo>
                      <a:cubicBezTo>
                        <a:pt x="27622" y="71474"/>
                        <a:pt x="20766" y="78131"/>
                        <a:pt x="20766" y="91843"/>
                      </a:cubicBezTo>
                      <a:cubicBezTo>
                        <a:pt x="20766" y="105555"/>
                        <a:pt x="33783" y="130643"/>
                        <a:pt x="35124" y="147485"/>
                      </a:cubicBezTo>
                      <a:cubicBezTo>
                        <a:pt x="36515" y="164327"/>
                        <a:pt x="26927" y="174909"/>
                        <a:pt x="18680" y="185888"/>
                      </a:cubicBezTo>
                      <a:cubicBezTo>
                        <a:pt x="16544" y="188770"/>
                        <a:pt x="14358" y="192595"/>
                        <a:pt x="12321" y="196967"/>
                      </a:cubicBezTo>
                      <a:cubicBezTo>
                        <a:pt x="16593" y="222751"/>
                        <a:pt x="12768" y="249678"/>
                        <a:pt x="2484" y="278045"/>
                      </a:cubicBezTo>
                      <a:cubicBezTo>
                        <a:pt x="1640" y="280331"/>
                        <a:pt x="795" y="282467"/>
                        <a:pt x="0" y="284603"/>
                      </a:cubicBezTo>
                      <a:cubicBezTo>
                        <a:pt x="348" y="287038"/>
                        <a:pt x="745" y="289472"/>
                        <a:pt x="1242" y="291857"/>
                      </a:cubicBezTo>
                      <a:cubicBezTo>
                        <a:pt x="2037" y="295384"/>
                        <a:pt x="2882" y="298862"/>
                        <a:pt x="3776" y="302290"/>
                      </a:cubicBezTo>
                      <a:cubicBezTo>
                        <a:pt x="7253" y="303879"/>
                        <a:pt x="5366" y="310785"/>
                        <a:pt x="12569" y="307208"/>
                      </a:cubicBezTo>
                      <a:cubicBezTo>
                        <a:pt x="20717" y="303233"/>
                        <a:pt x="27622" y="303233"/>
                        <a:pt x="34578" y="308549"/>
                      </a:cubicBezTo>
                      <a:cubicBezTo>
                        <a:pt x="41533" y="313815"/>
                        <a:pt x="47296" y="315157"/>
                        <a:pt x="55443" y="315157"/>
                      </a:cubicBezTo>
                      <a:cubicBezTo>
                        <a:pt x="63541" y="315157"/>
                        <a:pt x="135380" y="315157"/>
                        <a:pt x="135380" y="315157"/>
                      </a:cubicBezTo>
                      <a:lnTo>
                        <a:pt x="143477" y="324447"/>
                      </a:lnTo>
                      <a:cubicBezTo>
                        <a:pt x="143477" y="324447"/>
                        <a:pt x="187494" y="320473"/>
                        <a:pt x="194450" y="324447"/>
                      </a:cubicBezTo>
                      <a:cubicBezTo>
                        <a:pt x="201405" y="328422"/>
                        <a:pt x="223364" y="324447"/>
                        <a:pt x="230319" y="321814"/>
                      </a:cubicBezTo>
                      <a:cubicBezTo>
                        <a:pt x="231511" y="321367"/>
                        <a:pt x="233797" y="320721"/>
                        <a:pt x="236678" y="320075"/>
                      </a:cubicBezTo>
                      <a:lnTo>
                        <a:pt x="210248" y="278741"/>
                      </a:lnTo>
                      <a:lnTo>
                        <a:pt x="212633" y="190558"/>
                      </a:lnTo>
                      <a:lnTo>
                        <a:pt x="247012" y="191899"/>
                      </a:lnTo>
                      <a:lnTo>
                        <a:pt x="252924" y="185093"/>
                      </a:lnTo>
                      <a:lnTo>
                        <a:pt x="257842" y="132432"/>
                      </a:lnTo>
                      <a:cubicBezTo>
                        <a:pt x="256053" y="131438"/>
                        <a:pt x="253917" y="131041"/>
                        <a:pt x="251582" y="13218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0" name="Google Shape;690;p8"/>
                <p:cNvSpPr/>
                <p:nvPr/>
              </p:nvSpPr>
              <p:spPr>
                <a:xfrm>
                  <a:off x="4813596" y="4530536"/>
                  <a:ext cx="266784" cy="266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84" h="266528" extrusionOk="0">
                      <a:moveTo>
                        <a:pt x="205131" y="10880"/>
                      </a:moveTo>
                      <a:cubicBezTo>
                        <a:pt x="202051" y="10880"/>
                        <a:pt x="194698" y="5266"/>
                        <a:pt x="188389" y="0"/>
                      </a:cubicBezTo>
                      <a:cubicBezTo>
                        <a:pt x="183917" y="5713"/>
                        <a:pt x="168218" y="4720"/>
                        <a:pt x="160518" y="4720"/>
                      </a:cubicBezTo>
                      <a:cubicBezTo>
                        <a:pt x="152271" y="4720"/>
                        <a:pt x="159474" y="17637"/>
                        <a:pt x="154358" y="22356"/>
                      </a:cubicBezTo>
                      <a:cubicBezTo>
                        <a:pt x="149240" y="27076"/>
                        <a:pt x="147154" y="34131"/>
                        <a:pt x="151277" y="36466"/>
                      </a:cubicBezTo>
                      <a:cubicBezTo>
                        <a:pt x="155401" y="38800"/>
                        <a:pt x="150234" y="58822"/>
                        <a:pt x="150234" y="65876"/>
                      </a:cubicBezTo>
                      <a:cubicBezTo>
                        <a:pt x="150234" y="72931"/>
                        <a:pt x="141987" y="88233"/>
                        <a:pt x="145117" y="90568"/>
                      </a:cubicBezTo>
                      <a:cubicBezTo>
                        <a:pt x="148197" y="92903"/>
                        <a:pt x="153314" y="109397"/>
                        <a:pt x="160518" y="111732"/>
                      </a:cubicBezTo>
                      <a:cubicBezTo>
                        <a:pt x="167722" y="114067"/>
                        <a:pt x="172839" y="105869"/>
                        <a:pt x="175919" y="105869"/>
                      </a:cubicBezTo>
                      <a:cubicBezTo>
                        <a:pt x="178999" y="105869"/>
                        <a:pt x="178999" y="116451"/>
                        <a:pt x="178999" y="124698"/>
                      </a:cubicBezTo>
                      <a:cubicBezTo>
                        <a:pt x="178999" y="132945"/>
                        <a:pt x="174876" y="136423"/>
                        <a:pt x="174876" y="136423"/>
                      </a:cubicBezTo>
                      <a:cubicBezTo>
                        <a:pt x="174876" y="136423"/>
                        <a:pt x="163548" y="141143"/>
                        <a:pt x="158431" y="136423"/>
                      </a:cubicBezTo>
                      <a:cubicBezTo>
                        <a:pt x="153264" y="131753"/>
                        <a:pt x="149191" y="118836"/>
                        <a:pt x="149191" y="114116"/>
                      </a:cubicBezTo>
                      <a:cubicBezTo>
                        <a:pt x="149191" y="109397"/>
                        <a:pt x="136870" y="109397"/>
                        <a:pt x="131753" y="109397"/>
                      </a:cubicBezTo>
                      <a:cubicBezTo>
                        <a:pt x="126636" y="109397"/>
                        <a:pt x="121469" y="98815"/>
                        <a:pt x="119432" y="94095"/>
                      </a:cubicBezTo>
                      <a:cubicBezTo>
                        <a:pt x="117345" y="89425"/>
                        <a:pt x="111185" y="95287"/>
                        <a:pt x="111185" y="98815"/>
                      </a:cubicBezTo>
                      <a:cubicBezTo>
                        <a:pt x="111185" y="102342"/>
                        <a:pt x="106068" y="102342"/>
                        <a:pt x="100901" y="102342"/>
                      </a:cubicBezTo>
                      <a:cubicBezTo>
                        <a:pt x="95784" y="102342"/>
                        <a:pt x="85500" y="92952"/>
                        <a:pt x="81377" y="95287"/>
                      </a:cubicBezTo>
                      <a:cubicBezTo>
                        <a:pt x="77253" y="97622"/>
                        <a:pt x="73130" y="87040"/>
                        <a:pt x="74173" y="82370"/>
                      </a:cubicBezTo>
                      <a:cubicBezTo>
                        <a:pt x="75216" y="77651"/>
                        <a:pt x="63889" y="81228"/>
                        <a:pt x="59815" y="83563"/>
                      </a:cubicBezTo>
                      <a:cubicBezTo>
                        <a:pt x="55692" y="85898"/>
                        <a:pt x="53655" y="77700"/>
                        <a:pt x="53655" y="77700"/>
                      </a:cubicBezTo>
                      <a:cubicBezTo>
                        <a:pt x="53655" y="77700"/>
                        <a:pt x="51270" y="72981"/>
                        <a:pt x="47594" y="70894"/>
                      </a:cubicBezTo>
                      <a:lnTo>
                        <a:pt x="42675" y="123556"/>
                      </a:lnTo>
                      <a:lnTo>
                        <a:pt x="36764" y="130362"/>
                      </a:lnTo>
                      <a:lnTo>
                        <a:pt x="2385" y="129021"/>
                      </a:lnTo>
                      <a:lnTo>
                        <a:pt x="0" y="217204"/>
                      </a:lnTo>
                      <a:lnTo>
                        <a:pt x="26430" y="258538"/>
                      </a:lnTo>
                      <a:cubicBezTo>
                        <a:pt x="40191" y="255308"/>
                        <a:pt x="68758" y="250837"/>
                        <a:pt x="68758" y="256302"/>
                      </a:cubicBezTo>
                      <a:cubicBezTo>
                        <a:pt x="68758" y="257941"/>
                        <a:pt x="69453" y="260078"/>
                        <a:pt x="70596" y="262413"/>
                      </a:cubicBezTo>
                      <a:cubicBezTo>
                        <a:pt x="75415" y="261121"/>
                        <a:pt x="79936" y="259978"/>
                        <a:pt x="82420" y="260326"/>
                      </a:cubicBezTo>
                      <a:cubicBezTo>
                        <a:pt x="87935" y="261121"/>
                        <a:pt x="106416" y="268921"/>
                        <a:pt x="111881" y="265791"/>
                      </a:cubicBezTo>
                      <a:cubicBezTo>
                        <a:pt x="117345" y="262661"/>
                        <a:pt x="126934" y="239162"/>
                        <a:pt x="135826" y="236032"/>
                      </a:cubicBezTo>
                      <a:cubicBezTo>
                        <a:pt x="144719" y="232902"/>
                        <a:pt x="157090" y="221923"/>
                        <a:pt x="157090" y="217253"/>
                      </a:cubicBezTo>
                      <a:cubicBezTo>
                        <a:pt x="157090" y="212534"/>
                        <a:pt x="157090" y="207864"/>
                        <a:pt x="170106" y="203939"/>
                      </a:cubicBezTo>
                      <a:lnTo>
                        <a:pt x="189978" y="203194"/>
                      </a:lnTo>
                      <a:lnTo>
                        <a:pt x="191320" y="203144"/>
                      </a:lnTo>
                      <a:lnTo>
                        <a:pt x="186550" y="183520"/>
                      </a:lnTo>
                      <a:cubicBezTo>
                        <a:pt x="186550" y="183520"/>
                        <a:pt x="247260" y="157587"/>
                        <a:pt x="250738" y="156941"/>
                      </a:cubicBezTo>
                      <a:cubicBezTo>
                        <a:pt x="248055" y="150681"/>
                        <a:pt x="245323" y="146061"/>
                        <a:pt x="246664" y="145266"/>
                      </a:cubicBezTo>
                      <a:cubicBezTo>
                        <a:pt x="249049" y="143925"/>
                        <a:pt x="250191" y="124897"/>
                        <a:pt x="250191" y="119482"/>
                      </a:cubicBezTo>
                      <a:cubicBezTo>
                        <a:pt x="250191" y="114067"/>
                        <a:pt x="264400" y="118091"/>
                        <a:pt x="259680" y="112675"/>
                      </a:cubicBezTo>
                      <a:cubicBezTo>
                        <a:pt x="254961" y="107260"/>
                        <a:pt x="256153" y="76061"/>
                        <a:pt x="258488" y="69255"/>
                      </a:cubicBezTo>
                      <a:cubicBezTo>
                        <a:pt x="260873" y="62498"/>
                        <a:pt x="266785" y="69255"/>
                        <a:pt x="266785" y="63840"/>
                      </a:cubicBezTo>
                      <a:cubicBezTo>
                        <a:pt x="266785" y="58375"/>
                        <a:pt x="259680" y="40738"/>
                        <a:pt x="256103" y="35323"/>
                      </a:cubicBezTo>
                      <a:cubicBezTo>
                        <a:pt x="253520" y="31398"/>
                        <a:pt x="232405" y="21760"/>
                        <a:pt x="226444" y="20419"/>
                      </a:cubicBezTo>
                      <a:cubicBezTo>
                        <a:pt x="220582" y="18978"/>
                        <a:pt x="211093" y="10880"/>
                        <a:pt x="205131" y="1088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1" name="Google Shape;691;p8"/>
                <p:cNvSpPr/>
                <p:nvPr/>
              </p:nvSpPr>
              <p:spPr>
                <a:xfrm>
                  <a:off x="4972077" y="4339862"/>
                  <a:ext cx="44506" cy="43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06" h="43264" extrusionOk="0">
                      <a:moveTo>
                        <a:pt x="36962" y="0"/>
                      </a:moveTo>
                      <a:cubicBezTo>
                        <a:pt x="31845" y="1640"/>
                        <a:pt x="26430" y="3527"/>
                        <a:pt x="24145" y="4819"/>
                      </a:cubicBezTo>
                      <a:cubicBezTo>
                        <a:pt x="20866" y="6707"/>
                        <a:pt x="19127" y="7899"/>
                        <a:pt x="12569" y="7154"/>
                      </a:cubicBezTo>
                      <a:cubicBezTo>
                        <a:pt x="11774" y="8247"/>
                        <a:pt x="10880" y="9191"/>
                        <a:pt x="9737" y="9638"/>
                      </a:cubicBezTo>
                      <a:cubicBezTo>
                        <a:pt x="4074" y="11973"/>
                        <a:pt x="5117" y="26678"/>
                        <a:pt x="5117" y="26678"/>
                      </a:cubicBezTo>
                      <a:cubicBezTo>
                        <a:pt x="5117" y="26678"/>
                        <a:pt x="0" y="27275"/>
                        <a:pt x="0" y="34329"/>
                      </a:cubicBezTo>
                      <a:cubicBezTo>
                        <a:pt x="0" y="39099"/>
                        <a:pt x="2832" y="41185"/>
                        <a:pt x="4620" y="41980"/>
                      </a:cubicBezTo>
                      <a:cubicBezTo>
                        <a:pt x="7502" y="42129"/>
                        <a:pt x="10184" y="42378"/>
                        <a:pt x="12271" y="42825"/>
                      </a:cubicBezTo>
                      <a:cubicBezTo>
                        <a:pt x="25337" y="45557"/>
                        <a:pt x="24145" y="34677"/>
                        <a:pt x="24145" y="34677"/>
                      </a:cubicBezTo>
                      <a:cubicBezTo>
                        <a:pt x="24145" y="34677"/>
                        <a:pt x="43123" y="36018"/>
                        <a:pt x="44315" y="29262"/>
                      </a:cubicBezTo>
                      <a:cubicBezTo>
                        <a:pt x="45507" y="22456"/>
                        <a:pt x="40738" y="11625"/>
                        <a:pt x="40738" y="11625"/>
                      </a:cubicBezTo>
                      <a:lnTo>
                        <a:pt x="36962" y="0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8"/>
                <p:cNvSpPr/>
                <p:nvPr/>
              </p:nvSpPr>
              <p:spPr>
                <a:xfrm>
                  <a:off x="5251083" y="3987548"/>
                  <a:ext cx="236081" cy="365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081" h="365826" extrusionOk="0">
                      <a:moveTo>
                        <a:pt x="236082" y="2364"/>
                      </a:moveTo>
                      <a:cubicBezTo>
                        <a:pt x="232405" y="-1809"/>
                        <a:pt x="226494" y="-319"/>
                        <a:pt x="224059" y="5742"/>
                      </a:cubicBezTo>
                      <a:cubicBezTo>
                        <a:pt x="220284" y="15132"/>
                        <a:pt x="190873" y="21392"/>
                        <a:pt x="171994" y="21789"/>
                      </a:cubicBezTo>
                      <a:cubicBezTo>
                        <a:pt x="153165" y="22186"/>
                        <a:pt x="141888" y="24174"/>
                        <a:pt x="135032" y="31576"/>
                      </a:cubicBezTo>
                      <a:cubicBezTo>
                        <a:pt x="128176" y="39028"/>
                        <a:pt x="111036" y="29638"/>
                        <a:pt x="104876" y="37836"/>
                      </a:cubicBezTo>
                      <a:cubicBezTo>
                        <a:pt x="98715" y="46083"/>
                        <a:pt x="74372" y="53138"/>
                        <a:pt x="66522" y="34308"/>
                      </a:cubicBezTo>
                      <a:cubicBezTo>
                        <a:pt x="63194" y="26360"/>
                        <a:pt x="58822" y="21988"/>
                        <a:pt x="54649" y="19206"/>
                      </a:cubicBezTo>
                      <a:cubicBezTo>
                        <a:pt x="47991" y="26956"/>
                        <a:pt x="40092" y="38432"/>
                        <a:pt x="41533" y="42158"/>
                      </a:cubicBezTo>
                      <a:cubicBezTo>
                        <a:pt x="43619" y="47424"/>
                        <a:pt x="51817" y="63918"/>
                        <a:pt x="55940" y="66253"/>
                      </a:cubicBezTo>
                      <a:cubicBezTo>
                        <a:pt x="60064" y="68588"/>
                        <a:pt x="66721" y="80959"/>
                        <a:pt x="71341" y="82151"/>
                      </a:cubicBezTo>
                      <a:cubicBezTo>
                        <a:pt x="75961" y="83343"/>
                        <a:pt x="101647" y="93329"/>
                        <a:pt x="118091" y="100980"/>
                      </a:cubicBezTo>
                      <a:cubicBezTo>
                        <a:pt x="134535" y="108631"/>
                        <a:pt x="144819" y="109227"/>
                        <a:pt x="149936" y="109227"/>
                      </a:cubicBezTo>
                      <a:cubicBezTo>
                        <a:pt x="155103" y="109227"/>
                        <a:pt x="162803" y="111015"/>
                        <a:pt x="158183" y="115089"/>
                      </a:cubicBezTo>
                      <a:cubicBezTo>
                        <a:pt x="153562" y="119213"/>
                        <a:pt x="103236" y="177389"/>
                        <a:pt x="96529" y="185636"/>
                      </a:cubicBezTo>
                      <a:cubicBezTo>
                        <a:pt x="89823" y="193883"/>
                        <a:pt x="85749" y="190951"/>
                        <a:pt x="70845" y="190951"/>
                      </a:cubicBezTo>
                      <a:cubicBezTo>
                        <a:pt x="55940" y="190951"/>
                        <a:pt x="44663" y="209780"/>
                        <a:pt x="40539" y="209184"/>
                      </a:cubicBezTo>
                      <a:cubicBezTo>
                        <a:pt x="38105" y="208836"/>
                        <a:pt x="29361" y="210575"/>
                        <a:pt x="21760" y="212513"/>
                      </a:cubicBezTo>
                      <a:lnTo>
                        <a:pt x="10681" y="231044"/>
                      </a:lnTo>
                      <a:lnTo>
                        <a:pt x="0" y="250022"/>
                      </a:lnTo>
                      <a:lnTo>
                        <a:pt x="1192" y="345011"/>
                      </a:lnTo>
                      <a:lnTo>
                        <a:pt x="12668" y="365827"/>
                      </a:lnTo>
                      <a:cubicBezTo>
                        <a:pt x="15898" y="360859"/>
                        <a:pt x="21114" y="354251"/>
                        <a:pt x="27275" y="346849"/>
                      </a:cubicBezTo>
                      <a:cubicBezTo>
                        <a:pt x="39198" y="326728"/>
                        <a:pt x="51171" y="306657"/>
                        <a:pt x="67118" y="289369"/>
                      </a:cubicBezTo>
                      <a:cubicBezTo>
                        <a:pt x="72683" y="283357"/>
                        <a:pt x="79091" y="281072"/>
                        <a:pt x="85202" y="281469"/>
                      </a:cubicBezTo>
                      <a:cubicBezTo>
                        <a:pt x="92555" y="275160"/>
                        <a:pt x="98367" y="271881"/>
                        <a:pt x="104478" y="268404"/>
                      </a:cubicBezTo>
                      <a:cubicBezTo>
                        <a:pt x="107360" y="266764"/>
                        <a:pt x="111384" y="263435"/>
                        <a:pt x="116054" y="258914"/>
                      </a:cubicBezTo>
                      <a:cubicBezTo>
                        <a:pt x="116203" y="258616"/>
                        <a:pt x="116401" y="258318"/>
                        <a:pt x="116551" y="258020"/>
                      </a:cubicBezTo>
                      <a:cubicBezTo>
                        <a:pt x="137864" y="218375"/>
                        <a:pt x="156295" y="177289"/>
                        <a:pt x="181880" y="140128"/>
                      </a:cubicBezTo>
                      <a:cubicBezTo>
                        <a:pt x="186650" y="133223"/>
                        <a:pt x="193059" y="129795"/>
                        <a:pt x="199666" y="128950"/>
                      </a:cubicBezTo>
                      <a:cubicBezTo>
                        <a:pt x="200064" y="128255"/>
                        <a:pt x="200511" y="127609"/>
                        <a:pt x="200958" y="126913"/>
                      </a:cubicBezTo>
                      <a:cubicBezTo>
                        <a:pt x="201107" y="124876"/>
                        <a:pt x="201455" y="122740"/>
                        <a:pt x="202100" y="120504"/>
                      </a:cubicBezTo>
                      <a:cubicBezTo>
                        <a:pt x="202895" y="117821"/>
                        <a:pt x="203641" y="115189"/>
                        <a:pt x="204386" y="112506"/>
                      </a:cubicBezTo>
                      <a:cubicBezTo>
                        <a:pt x="204485" y="111711"/>
                        <a:pt x="204485" y="110966"/>
                        <a:pt x="204634" y="110171"/>
                      </a:cubicBezTo>
                      <a:cubicBezTo>
                        <a:pt x="207466" y="95614"/>
                        <a:pt x="209801" y="81008"/>
                        <a:pt x="212235" y="66402"/>
                      </a:cubicBezTo>
                      <a:cubicBezTo>
                        <a:pt x="212732" y="63521"/>
                        <a:pt x="213875" y="60937"/>
                        <a:pt x="215465" y="58602"/>
                      </a:cubicBezTo>
                      <a:cubicBezTo>
                        <a:pt x="216558" y="48219"/>
                        <a:pt x="216955" y="37736"/>
                        <a:pt x="216408" y="26906"/>
                      </a:cubicBezTo>
                      <a:cubicBezTo>
                        <a:pt x="215614" y="12151"/>
                        <a:pt x="225152" y="4053"/>
                        <a:pt x="236082" y="236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3" name="Google Shape;693;p8"/>
                <p:cNvSpPr/>
                <p:nvPr/>
              </p:nvSpPr>
              <p:spPr>
                <a:xfrm>
                  <a:off x="4013640" y="3311422"/>
                  <a:ext cx="278295" cy="251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5" h="251882" extrusionOk="0">
                      <a:moveTo>
                        <a:pt x="278112" y="102643"/>
                      </a:moveTo>
                      <a:cubicBezTo>
                        <a:pt x="277367" y="98320"/>
                        <a:pt x="273591" y="85354"/>
                        <a:pt x="269020" y="84509"/>
                      </a:cubicBezTo>
                      <a:cubicBezTo>
                        <a:pt x="264499" y="83665"/>
                        <a:pt x="267530" y="70698"/>
                        <a:pt x="267530" y="60315"/>
                      </a:cubicBezTo>
                      <a:cubicBezTo>
                        <a:pt x="267530" y="49931"/>
                        <a:pt x="266039" y="40442"/>
                        <a:pt x="260724" y="32692"/>
                      </a:cubicBezTo>
                      <a:cubicBezTo>
                        <a:pt x="259631" y="31053"/>
                        <a:pt x="258289" y="28072"/>
                        <a:pt x="256898" y="24545"/>
                      </a:cubicBezTo>
                      <a:cubicBezTo>
                        <a:pt x="248651" y="24744"/>
                        <a:pt x="238616" y="17639"/>
                        <a:pt x="230021" y="17341"/>
                      </a:cubicBezTo>
                      <a:cubicBezTo>
                        <a:pt x="218048" y="16944"/>
                        <a:pt x="199517" y="24048"/>
                        <a:pt x="190674" y="12621"/>
                      </a:cubicBezTo>
                      <a:cubicBezTo>
                        <a:pt x="182179" y="1791"/>
                        <a:pt x="176217" y="-1836"/>
                        <a:pt x="170057" y="847"/>
                      </a:cubicBezTo>
                      <a:cubicBezTo>
                        <a:pt x="174329" y="5120"/>
                        <a:pt x="177012" y="10932"/>
                        <a:pt x="176962" y="18136"/>
                      </a:cubicBezTo>
                      <a:cubicBezTo>
                        <a:pt x="176813" y="30954"/>
                        <a:pt x="165387" y="45411"/>
                        <a:pt x="151725" y="43870"/>
                      </a:cubicBezTo>
                      <a:cubicBezTo>
                        <a:pt x="151128" y="43821"/>
                        <a:pt x="150631" y="43721"/>
                        <a:pt x="150185" y="43672"/>
                      </a:cubicBezTo>
                      <a:cubicBezTo>
                        <a:pt x="150035" y="44218"/>
                        <a:pt x="149737" y="44963"/>
                        <a:pt x="149241" y="45758"/>
                      </a:cubicBezTo>
                      <a:cubicBezTo>
                        <a:pt x="147949" y="47795"/>
                        <a:pt x="146856" y="49981"/>
                        <a:pt x="145763" y="52167"/>
                      </a:cubicBezTo>
                      <a:cubicBezTo>
                        <a:pt x="141143" y="61507"/>
                        <a:pt x="137963" y="72288"/>
                        <a:pt x="133889" y="82472"/>
                      </a:cubicBezTo>
                      <a:cubicBezTo>
                        <a:pt x="127580" y="98320"/>
                        <a:pt x="119681" y="113523"/>
                        <a:pt x="107360" y="123012"/>
                      </a:cubicBezTo>
                      <a:cubicBezTo>
                        <a:pt x="106763" y="126241"/>
                        <a:pt x="105621" y="129569"/>
                        <a:pt x="103832" y="133047"/>
                      </a:cubicBezTo>
                      <a:cubicBezTo>
                        <a:pt x="100007" y="140400"/>
                        <a:pt x="93896" y="144076"/>
                        <a:pt x="88879" y="150187"/>
                      </a:cubicBezTo>
                      <a:cubicBezTo>
                        <a:pt x="84755" y="155155"/>
                        <a:pt x="81725" y="160918"/>
                        <a:pt x="78644" y="166631"/>
                      </a:cubicBezTo>
                      <a:cubicBezTo>
                        <a:pt x="77651" y="177660"/>
                        <a:pt x="60859" y="199271"/>
                        <a:pt x="50674" y="206127"/>
                      </a:cubicBezTo>
                      <a:cubicBezTo>
                        <a:pt x="38999" y="213977"/>
                        <a:pt x="35273" y="228831"/>
                        <a:pt x="16792" y="232358"/>
                      </a:cubicBezTo>
                      <a:cubicBezTo>
                        <a:pt x="9588" y="233750"/>
                        <a:pt x="4223" y="237277"/>
                        <a:pt x="0" y="241748"/>
                      </a:cubicBezTo>
                      <a:lnTo>
                        <a:pt x="86146" y="241748"/>
                      </a:lnTo>
                      <a:cubicBezTo>
                        <a:pt x="104031" y="241748"/>
                        <a:pt x="99908" y="246319"/>
                        <a:pt x="102789" y="251883"/>
                      </a:cubicBezTo>
                      <a:cubicBezTo>
                        <a:pt x="102392" y="234544"/>
                        <a:pt x="101895" y="217405"/>
                        <a:pt x="102243" y="215715"/>
                      </a:cubicBezTo>
                      <a:cubicBezTo>
                        <a:pt x="102988" y="212238"/>
                        <a:pt x="133939" y="191521"/>
                        <a:pt x="139255" y="188044"/>
                      </a:cubicBezTo>
                      <a:cubicBezTo>
                        <a:pt x="144521" y="184616"/>
                        <a:pt x="154358" y="189782"/>
                        <a:pt x="154358" y="182877"/>
                      </a:cubicBezTo>
                      <a:cubicBezTo>
                        <a:pt x="154358" y="175971"/>
                        <a:pt x="167175" y="179449"/>
                        <a:pt x="174776" y="177710"/>
                      </a:cubicBezTo>
                      <a:cubicBezTo>
                        <a:pt x="182328" y="175971"/>
                        <a:pt x="186848" y="169910"/>
                        <a:pt x="186848" y="162160"/>
                      </a:cubicBezTo>
                      <a:cubicBezTo>
                        <a:pt x="186848" y="154360"/>
                        <a:pt x="197430" y="156099"/>
                        <a:pt x="204237" y="155254"/>
                      </a:cubicBezTo>
                      <a:cubicBezTo>
                        <a:pt x="211043" y="154410"/>
                        <a:pt x="210248" y="147504"/>
                        <a:pt x="214819" y="147504"/>
                      </a:cubicBezTo>
                      <a:cubicBezTo>
                        <a:pt x="219340" y="147504"/>
                        <a:pt x="217104" y="139754"/>
                        <a:pt x="217849" y="131109"/>
                      </a:cubicBezTo>
                      <a:cubicBezTo>
                        <a:pt x="218594" y="122465"/>
                        <a:pt x="218594" y="124204"/>
                        <a:pt x="225401" y="124204"/>
                      </a:cubicBezTo>
                      <a:cubicBezTo>
                        <a:pt x="232207" y="124204"/>
                        <a:pt x="239013" y="119882"/>
                        <a:pt x="239013" y="114665"/>
                      </a:cubicBezTo>
                      <a:cubicBezTo>
                        <a:pt x="239013" y="109499"/>
                        <a:pt x="268474" y="112927"/>
                        <a:pt x="272995" y="112927"/>
                      </a:cubicBezTo>
                      <a:cubicBezTo>
                        <a:pt x="277367" y="112976"/>
                        <a:pt x="278857" y="106965"/>
                        <a:pt x="278112" y="10264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4" name="Google Shape;694;p8"/>
                <p:cNvSpPr/>
                <p:nvPr/>
              </p:nvSpPr>
              <p:spPr>
                <a:xfrm>
                  <a:off x="4491831" y="3276003"/>
                  <a:ext cx="96315" cy="202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5" h="202746" extrusionOk="0">
                      <a:moveTo>
                        <a:pt x="87472" y="107558"/>
                      </a:moveTo>
                      <a:cubicBezTo>
                        <a:pt x="87472" y="102491"/>
                        <a:pt x="81311" y="93847"/>
                        <a:pt x="77884" y="98566"/>
                      </a:cubicBezTo>
                      <a:cubicBezTo>
                        <a:pt x="74456" y="103286"/>
                        <a:pt x="61439" y="99361"/>
                        <a:pt x="59701" y="89574"/>
                      </a:cubicBezTo>
                      <a:cubicBezTo>
                        <a:pt x="58011" y="79787"/>
                        <a:pt x="68245" y="80184"/>
                        <a:pt x="77884" y="71143"/>
                      </a:cubicBezTo>
                      <a:cubicBezTo>
                        <a:pt x="87472" y="62101"/>
                        <a:pt x="88813" y="44862"/>
                        <a:pt x="78529" y="35472"/>
                      </a:cubicBezTo>
                      <a:cubicBezTo>
                        <a:pt x="68245" y="26082"/>
                        <a:pt x="75449" y="20965"/>
                        <a:pt x="82653" y="12370"/>
                      </a:cubicBezTo>
                      <a:cubicBezTo>
                        <a:pt x="83050" y="11874"/>
                        <a:pt x="83398" y="11426"/>
                        <a:pt x="83746" y="10930"/>
                      </a:cubicBezTo>
                      <a:cubicBezTo>
                        <a:pt x="70382" y="4273"/>
                        <a:pt x="56670" y="745"/>
                        <a:pt x="41021" y="2037"/>
                      </a:cubicBezTo>
                      <a:cubicBezTo>
                        <a:pt x="37344" y="2335"/>
                        <a:pt x="33867" y="1540"/>
                        <a:pt x="30687" y="0"/>
                      </a:cubicBezTo>
                      <a:cubicBezTo>
                        <a:pt x="28700" y="497"/>
                        <a:pt x="26564" y="745"/>
                        <a:pt x="24328" y="745"/>
                      </a:cubicBezTo>
                      <a:cubicBezTo>
                        <a:pt x="22291" y="16345"/>
                        <a:pt x="20453" y="35820"/>
                        <a:pt x="24080" y="42129"/>
                      </a:cubicBezTo>
                      <a:cubicBezTo>
                        <a:pt x="29544" y="51519"/>
                        <a:pt x="22738" y="67218"/>
                        <a:pt x="17224" y="70348"/>
                      </a:cubicBezTo>
                      <a:cubicBezTo>
                        <a:pt x="11759" y="73478"/>
                        <a:pt x="7635" y="87587"/>
                        <a:pt x="2170" y="87587"/>
                      </a:cubicBezTo>
                      <a:cubicBezTo>
                        <a:pt x="-3294" y="87587"/>
                        <a:pt x="2170" y="111086"/>
                        <a:pt x="11759" y="115805"/>
                      </a:cubicBezTo>
                      <a:cubicBezTo>
                        <a:pt x="21347" y="120525"/>
                        <a:pt x="21347" y="128325"/>
                        <a:pt x="21347" y="133045"/>
                      </a:cubicBezTo>
                      <a:cubicBezTo>
                        <a:pt x="21347" y="137764"/>
                        <a:pt x="35059" y="142434"/>
                        <a:pt x="39182" y="148744"/>
                      </a:cubicBezTo>
                      <a:cubicBezTo>
                        <a:pt x="43306" y="155003"/>
                        <a:pt x="50112" y="184812"/>
                        <a:pt x="50112" y="195791"/>
                      </a:cubicBezTo>
                      <a:cubicBezTo>
                        <a:pt x="50112" y="198573"/>
                        <a:pt x="50957" y="200908"/>
                        <a:pt x="52149" y="202746"/>
                      </a:cubicBezTo>
                      <a:cubicBezTo>
                        <a:pt x="55676" y="200014"/>
                        <a:pt x="59999" y="196834"/>
                        <a:pt x="61737" y="193009"/>
                      </a:cubicBezTo>
                      <a:cubicBezTo>
                        <a:pt x="64818" y="186352"/>
                        <a:pt x="67202" y="174975"/>
                        <a:pt x="65861" y="171845"/>
                      </a:cubicBezTo>
                      <a:cubicBezTo>
                        <a:pt x="64470" y="168715"/>
                        <a:pt x="64818" y="163250"/>
                        <a:pt x="67898" y="160071"/>
                      </a:cubicBezTo>
                      <a:cubicBezTo>
                        <a:pt x="70978" y="156941"/>
                        <a:pt x="83299" y="142037"/>
                        <a:pt x="85683" y="140894"/>
                      </a:cubicBezTo>
                      <a:cubicBezTo>
                        <a:pt x="88068" y="139702"/>
                        <a:pt x="95967" y="141292"/>
                        <a:pt x="95620" y="132647"/>
                      </a:cubicBezTo>
                      <a:cubicBezTo>
                        <a:pt x="95471" y="129219"/>
                        <a:pt x="95868" y="123953"/>
                        <a:pt x="96315" y="118836"/>
                      </a:cubicBezTo>
                      <a:cubicBezTo>
                        <a:pt x="90850" y="114712"/>
                        <a:pt x="87472" y="109943"/>
                        <a:pt x="87472" y="10755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8"/>
                <p:cNvSpPr/>
                <p:nvPr/>
              </p:nvSpPr>
              <p:spPr>
                <a:xfrm>
                  <a:off x="4115616" y="3271502"/>
                  <a:ext cx="482565" cy="52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565" h="529624" extrusionOk="0">
                      <a:moveTo>
                        <a:pt x="165554" y="100235"/>
                      </a:moveTo>
                      <a:cubicBezTo>
                        <a:pt x="165554" y="110618"/>
                        <a:pt x="162523" y="123585"/>
                        <a:pt x="167044" y="124430"/>
                      </a:cubicBezTo>
                      <a:cubicBezTo>
                        <a:pt x="171615" y="125274"/>
                        <a:pt x="175341" y="138241"/>
                        <a:pt x="176136" y="142563"/>
                      </a:cubicBezTo>
                      <a:cubicBezTo>
                        <a:pt x="176881" y="146885"/>
                        <a:pt x="175391" y="152946"/>
                        <a:pt x="170870" y="152946"/>
                      </a:cubicBezTo>
                      <a:cubicBezTo>
                        <a:pt x="166349" y="152946"/>
                        <a:pt x="136888" y="149518"/>
                        <a:pt x="136888" y="154685"/>
                      </a:cubicBezTo>
                      <a:cubicBezTo>
                        <a:pt x="136888" y="159852"/>
                        <a:pt x="130082" y="164224"/>
                        <a:pt x="123276" y="164224"/>
                      </a:cubicBezTo>
                      <a:cubicBezTo>
                        <a:pt x="116469" y="164224"/>
                        <a:pt x="116469" y="162485"/>
                        <a:pt x="115724" y="171129"/>
                      </a:cubicBezTo>
                      <a:cubicBezTo>
                        <a:pt x="114979" y="179774"/>
                        <a:pt x="117214" y="187524"/>
                        <a:pt x="112694" y="187524"/>
                      </a:cubicBezTo>
                      <a:cubicBezTo>
                        <a:pt x="108173" y="187524"/>
                        <a:pt x="108918" y="194429"/>
                        <a:pt x="102112" y="195274"/>
                      </a:cubicBezTo>
                      <a:cubicBezTo>
                        <a:pt x="95305" y="196168"/>
                        <a:pt x="84723" y="194429"/>
                        <a:pt x="84723" y="202180"/>
                      </a:cubicBezTo>
                      <a:cubicBezTo>
                        <a:pt x="84723" y="209979"/>
                        <a:pt x="80203" y="215991"/>
                        <a:pt x="72651" y="217730"/>
                      </a:cubicBezTo>
                      <a:cubicBezTo>
                        <a:pt x="65100" y="219468"/>
                        <a:pt x="52233" y="215991"/>
                        <a:pt x="52233" y="222896"/>
                      </a:cubicBezTo>
                      <a:cubicBezTo>
                        <a:pt x="52233" y="229802"/>
                        <a:pt x="42445" y="224635"/>
                        <a:pt x="37129" y="228063"/>
                      </a:cubicBezTo>
                      <a:cubicBezTo>
                        <a:pt x="31814" y="231541"/>
                        <a:pt x="863" y="252258"/>
                        <a:pt x="117" y="255735"/>
                      </a:cubicBezTo>
                      <a:cubicBezTo>
                        <a:pt x="-230" y="257424"/>
                        <a:pt x="267" y="274514"/>
                        <a:pt x="664" y="291903"/>
                      </a:cubicBezTo>
                      <a:cubicBezTo>
                        <a:pt x="1459" y="293443"/>
                        <a:pt x="2751" y="295033"/>
                        <a:pt x="5185" y="296672"/>
                      </a:cubicBezTo>
                      <a:cubicBezTo>
                        <a:pt x="16611" y="304124"/>
                        <a:pt x="223382" y="460667"/>
                        <a:pt x="229940" y="468120"/>
                      </a:cubicBezTo>
                      <a:cubicBezTo>
                        <a:pt x="236448" y="475572"/>
                        <a:pt x="244595" y="492314"/>
                        <a:pt x="244595" y="492314"/>
                      </a:cubicBezTo>
                      <a:cubicBezTo>
                        <a:pt x="244595" y="492314"/>
                        <a:pt x="259251" y="494202"/>
                        <a:pt x="270628" y="501654"/>
                      </a:cubicBezTo>
                      <a:cubicBezTo>
                        <a:pt x="282055" y="509106"/>
                        <a:pt x="282005" y="529624"/>
                        <a:pt x="282005" y="529624"/>
                      </a:cubicBezTo>
                      <a:cubicBezTo>
                        <a:pt x="282005" y="529624"/>
                        <a:pt x="296661" y="525898"/>
                        <a:pt x="304808" y="524060"/>
                      </a:cubicBezTo>
                      <a:cubicBezTo>
                        <a:pt x="312956" y="522172"/>
                        <a:pt x="340628" y="510994"/>
                        <a:pt x="340628" y="510994"/>
                      </a:cubicBezTo>
                      <a:lnTo>
                        <a:pt x="382956" y="471895"/>
                      </a:lnTo>
                      <a:lnTo>
                        <a:pt x="482317" y="401051"/>
                      </a:lnTo>
                      <a:cubicBezTo>
                        <a:pt x="482317" y="401051"/>
                        <a:pt x="482416" y="401051"/>
                        <a:pt x="482565" y="401051"/>
                      </a:cubicBezTo>
                      <a:cubicBezTo>
                        <a:pt x="479485" y="388531"/>
                        <a:pt x="476206" y="378446"/>
                        <a:pt x="470890" y="378446"/>
                      </a:cubicBezTo>
                      <a:cubicBezTo>
                        <a:pt x="464929" y="378446"/>
                        <a:pt x="460656" y="372584"/>
                        <a:pt x="453800" y="372584"/>
                      </a:cubicBezTo>
                      <a:cubicBezTo>
                        <a:pt x="446944" y="372584"/>
                        <a:pt x="438399" y="368659"/>
                        <a:pt x="437555" y="361803"/>
                      </a:cubicBezTo>
                      <a:cubicBezTo>
                        <a:pt x="436710" y="354997"/>
                        <a:pt x="440088" y="350079"/>
                        <a:pt x="434971" y="341285"/>
                      </a:cubicBezTo>
                      <a:cubicBezTo>
                        <a:pt x="429854" y="332492"/>
                        <a:pt x="424737" y="328567"/>
                        <a:pt x="424737" y="324642"/>
                      </a:cubicBezTo>
                      <a:cubicBezTo>
                        <a:pt x="424737" y="320717"/>
                        <a:pt x="433431" y="313116"/>
                        <a:pt x="434773" y="311526"/>
                      </a:cubicBezTo>
                      <a:cubicBezTo>
                        <a:pt x="436114" y="309986"/>
                        <a:pt x="431345" y="303677"/>
                        <a:pt x="431345" y="299404"/>
                      </a:cubicBezTo>
                      <a:cubicBezTo>
                        <a:pt x="431345" y="295082"/>
                        <a:pt x="427917" y="287630"/>
                        <a:pt x="431345" y="282960"/>
                      </a:cubicBezTo>
                      <a:cubicBezTo>
                        <a:pt x="434773" y="278241"/>
                        <a:pt x="436810" y="273571"/>
                        <a:pt x="433034" y="264926"/>
                      </a:cubicBezTo>
                      <a:cubicBezTo>
                        <a:pt x="429258" y="256282"/>
                        <a:pt x="438151" y="248482"/>
                        <a:pt x="433729" y="237105"/>
                      </a:cubicBezTo>
                      <a:cubicBezTo>
                        <a:pt x="429258" y="225728"/>
                        <a:pt x="422452" y="216736"/>
                        <a:pt x="423098" y="212811"/>
                      </a:cubicBezTo>
                      <a:cubicBezTo>
                        <a:pt x="423396" y="211122"/>
                        <a:pt x="425631" y="209284"/>
                        <a:pt x="428215" y="207247"/>
                      </a:cubicBezTo>
                      <a:cubicBezTo>
                        <a:pt x="426973" y="205359"/>
                        <a:pt x="426178" y="203074"/>
                        <a:pt x="426178" y="200292"/>
                      </a:cubicBezTo>
                      <a:cubicBezTo>
                        <a:pt x="426178" y="189312"/>
                        <a:pt x="419322" y="159554"/>
                        <a:pt x="415248" y="153244"/>
                      </a:cubicBezTo>
                      <a:cubicBezTo>
                        <a:pt x="411125" y="146984"/>
                        <a:pt x="397413" y="142265"/>
                        <a:pt x="397413" y="137545"/>
                      </a:cubicBezTo>
                      <a:cubicBezTo>
                        <a:pt x="397413" y="132825"/>
                        <a:pt x="397413" y="125026"/>
                        <a:pt x="387825" y="120306"/>
                      </a:cubicBezTo>
                      <a:cubicBezTo>
                        <a:pt x="378236" y="115586"/>
                        <a:pt x="372771" y="92087"/>
                        <a:pt x="378236" y="92087"/>
                      </a:cubicBezTo>
                      <a:cubicBezTo>
                        <a:pt x="383701" y="92087"/>
                        <a:pt x="387825" y="77978"/>
                        <a:pt x="393289" y="74848"/>
                      </a:cubicBezTo>
                      <a:cubicBezTo>
                        <a:pt x="398804" y="71718"/>
                        <a:pt x="405610" y="56069"/>
                        <a:pt x="400145" y="46630"/>
                      </a:cubicBezTo>
                      <a:cubicBezTo>
                        <a:pt x="396519" y="40370"/>
                        <a:pt x="398357" y="20846"/>
                        <a:pt x="400394" y="5246"/>
                      </a:cubicBezTo>
                      <a:cubicBezTo>
                        <a:pt x="391302" y="5147"/>
                        <a:pt x="381267" y="1420"/>
                        <a:pt x="378584" y="377"/>
                      </a:cubicBezTo>
                      <a:cubicBezTo>
                        <a:pt x="374461" y="-1213"/>
                        <a:pt x="362487" y="2712"/>
                        <a:pt x="354936" y="3110"/>
                      </a:cubicBezTo>
                      <a:cubicBezTo>
                        <a:pt x="347385" y="3507"/>
                        <a:pt x="328904" y="17219"/>
                        <a:pt x="322743" y="10562"/>
                      </a:cubicBezTo>
                      <a:cubicBezTo>
                        <a:pt x="316583" y="3904"/>
                        <a:pt x="253538" y="15679"/>
                        <a:pt x="235752" y="16424"/>
                      </a:cubicBezTo>
                      <a:cubicBezTo>
                        <a:pt x="217967" y="17219"/>
                        <a:pt x="210415" y="38383"/>
                        <a:pt x="199784" y="38383"/>
                      </a:cubicBezTo>
                      <a:cubicBezTo>
                        <a:pt x="189152" y="38383"/>
                        <a:pt x="172360" y="48567"/>
                        <a:pt x="163467" y="59944"/>
                      </a:cubicBezTo>
                      <a:cubicBezTo>
                        <a:pt x="160934" y="63173"/>
                        <a:pt x="157953" y="64366"/>
                        <a:pt x="154724" y="64415"/>
                      </a:cubicBezTo>
                      <a:cubicBezTo>
                        <a:pt x="156114" y="67943"/>
                        <a:pt x="157406" y="70924"/>
                        <a:pt x="158549" y="72563"/>
                      </a:cubicBezTo>
                      <a:cubicBezTo>
                        <a:pt x="164063" y="80313"/>
                        <a:pt x="165554" y="89852"/>
                        <a:pt x="165554" y="10023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6" name="Google Shape;696;p8"/>
                <p:cNvSpPr/>
                <p:nvPr/>
              </p:nvSpPr>
              <p:spPr>
                <a:xfrm>
                  <a:off x="4538919" y="3394839"/>
                  <a:ext cx="350290" cy="386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90" h="386514" extrusionOk="0">
                      <a:moveTo>
                        <a:pt x="350291" y="34031"/>
                      </a:moveTo>
                      <a:cubicBezTo>
                        <a:pt x="350092" y="33683"/>
                        <a:pt x="349744" y="33385"/>
                        <a:pt x="349645" y="32988"/>
                      </a:cubicBezTo>
                      <a:cubicBezTo>
                        <a:pt x="347906" y="27523"/>
                        <a:pt x="338666" y="27126"/>
                        <a:pt x="318495" y="23598"/>
                      </a:cubicBezTo>
                      <a:cubicBezTo>
                        <a:pt x="301902" y="20717"/>
                        <a:pt x="303989" y="9638"/>
                        <a:pt x="292811" y="4918"/>
                      </a:cubicBezTo>
                      <a:cubicBezTo>
                        <a:pt x="291867" y="16941"/>
                        <a:pt x="283769" y="28268"/>
                        <a:pt x="268517" y="28268"/>
                      </a:cubicBezTo>
                      <a:cubicBezTo>
                        <a:pt x="257587" y="28268"/>
                        <a:pt x="250383" y="22456"/>
                        <a:pt x="246757" y="14755"/>
                      </a:cubicBezTo>
                      <a:cubicBezTo>
                        <a:pt x="237913" y="20816"/>
                        <a:pt x="231703" y="27970"/>
                        <a:pt x="231554" y="32988"/>
                      </a:cubicBezTo>
                      <a:cubicBezTo>
                        <a:pt x="231207" y="43967"/>
                        <a:pt x="242136" y="56089"/>
                        <a:pt x="234635" y="67466"/>
                      </a:cubicBezTo>
                      <a:cubicBezTo>
                        <a:pt x="227133" y="78843"/>
                        <a:pt x="210688" y="79986"/>
                        <a:pt x="199014" y="67864"/>
                      </a:cubicBezTo>
                      <a:cubicBezTo>
                        <a:pt x="187388" y="55742"/>
                        <a:pt x="170248" y="50227"/>
                        <a:pt x="156238" y="50227"/>
                      </a:cubicBezTo>
                      <a:cubicBezTo>
                        <a:pt x="142179" y="50227"/>
                        <a:pt x="132243" y="40043"/>
                        <a:pt x="133286" y="31448"/>
                      </a:cubicBezTo>
                      <a:cubicBezTo>
                        <a:pt x="134329" y="22853"/>
                        <a:pt x="129858" y="18879"/>
                        <a:pt x="118233" y="16146"/>
                      </a:cubicBezTo>
                      <a:cubicBezTo>
                        <a:pt x="106608" y="13414"/>
                        <a:pt x="96672" y="2434"/>
                        <a:pt x="76104" y="6359"/>
                      </a:cubicBezTo>
                      <a:cubicBezTo>
                        <a:pt x="65125" y="8446"/>
                        <a:pt x="55785" y="4670"/>
                        <a:pt x="49376" y="0"/>
                      </a:cubicBezTo>
                      <a:cubicBezTo>
                        <a:pt x="48929" y="5117"/>
                        <a:pt x="48531" y="10383"/>
                        <a:pt x="48680" y="13811"/>
                      </a:cubicBezTo>
                      <a:cubicBezTo>
                        <a:pt x="49028" y="22456"/>
                        <a:pt x="41129" y="20866"/>
                        <a:pt x="38744" y="22058"/>
                      </a:cubicBezTo>
                      <a:cubicBezTo>
                        <a:pt x="36359" y="23250"/>
                        <a:pt x="24039" y="38105"/>
                        <a:pt x="20958" y="41235"/>
                      </a:cubicBezTo>
                      <a:cubicBezTo>
                        <a:pt x="17878" y="44365"/>
                        <a:pt x="17530" y="49879"/>
                        <a:pt x="18922" y="53009"/>
                      </a:cubicBezTo>
                      <a:cubicBezTo>
                        <a:pt x="20313" y="56139"/>
                        <a:pt x="17878" y="67516"/>
                        <a:pt x="14798" y="74173"/>
                      </a:cubicBezTo>
                      <a:cubicBezTo>
                        <a:pt x="11718" y="80830"/>
                        <a:pt x="738" y="85550"/>
                        <a:pt x="43" y="89475"/>
                      </a:cubicBezTo>
                      <a:cubicBezTo>
                        <a:pt x="-603" y="93399"/>
                        <a:pt x="6203" y="102392"/>
                        <a:pt x="10675" y="113768"/>
                      </a:cubicBezTo>
                      <a:cubicBezTo>
                        <a:pt x="15096" y="125145"/>
                        <a:pt x="6203" y="132995"/>
                        <a:pt x="9979" y="141590"/>
                      </a:cubicBezTo>
                      <a:cubicBezTo>
                        <a:pt x="13755" y="150184"/>
                        <a:pt x="11718" y="154904"/>
                        <a:pt x="8290" y="159623"/>
                      </a:cubicBezTo>
                      <a:cubicBezTo>
                        <a:pt x="4862" y="164343"/>
                        <a:pt x="8290" y="171746"/>
                        <a:pt x="8290" y="176068"/>
                      </a:cubicBezTo>
                      <a:cubicBezTo>
                        <a:pt x="8290" y="180390"/>
                        <a:pt x="13109" y="186650"/>
                        <a:pt x="11718" y="188190"/>
                      </a:cubicBezTo>
                      <a:cubicBezTo>
                        <a:pt x="10327" y="189780"/>
                        <a:pt x="1682" y="197381"/>
                        <a:pt x="1682" y="201306"/>
                      </a:cubicBezTo>
                      <a:cubicBezTo>
                        <a:pt x="1682" y="205230"/>
                        <a:pt x="6800" y="209105"/>
                        <a:pt x="11917" y="217949"/>
                      </a:cubicBezTo>
                      <a:cubicBezTo>
                        <a:pt x="17034" y="226742"/>
                        <a:pt x="13656" y="231611"/>
                        <a:pt x="14500" y="238467"/>
                      </a:cubicBezTo>
                      <a:cubicBezTo>
                        <a:pt x="15345" y="245322"/>
                        <a:pt x="23890" y="249247"/>
                        <a:pt x="30746" y="249247"/>
                      </a:cubicBezTo>
                      <a:cubicBezTo>
                        <a:pt x="37601" y="249247"/>
                        <a:pt x="41874" y="255110"/>
                        <a:pt x="47835" y="255110"/>
                      </a:cubicBezTo>
                      <a:cubicBezTo>
                        <a:pt x="53151" y="255110"/>
                        <a:pt x="56430" y="265195"/>
                        <a:pt x="59511" y="277714"/>
                      </a:cubicBezTo>
                      <a:cubicBezTo>
                        <a:pt x="62044" y="277764"/>
                        <a:pt x="84251" y="278161"/>
                        <a:pt x="93442" y="285166"/>
                      </a:cubicBezTo>
                      <a:cubicBezTo>
                        <a:pt x="103229" y="292618"/>
                        <a:pt x="108098" y="301958"/>
                        <a:pt x="108098" y="301958"/>
                      </a:cubicBezTo>
                      <a:lnTo>
                        <a:pt x="147147" y="277714"/>
                      </a:lnTo>
                      <a:lnTo>
                        <a:pt x="323960" y="386515"/>
                      </a:lnTo>
                      <a:lnTo>
                        <a:pt x="323960" y="372505"/>
                      </a:lnTo>
                      <a:lnTo>
                        <a:pt x="345372" y="372505"/>
                      </a:lnTo>
                      <a:cubicBezTo>
                        <a:pt x="345372" y="372505"/>
                        <a:pt x="345372" y="130610"/>
                        <a:pt x="345372" y="112626"/>
                      </a:cubicBezTo>
                      <a:cubicBezTo>
                        <a:pt x="345372" y="94641"/>
                        <a:pt x="338218" y="83215"/>
                        <a:pt x="345372" y="73378"/>
                      </a:cubicBezTo>
                      <a:cubicBezTo>
                        <a:pt x="352526" y="63591"/>
                        <a:pt x="342491" y="58673"/>
                        <a:pt x="348204" y="40688"/>
                      </a:cubicBezTo>
                      <a:cubicBezTo>
                        <a:pt x="348850" y="38502"/>
                        <a:pt x="349546" y="36316"/>
                        <a:pt x="350291" y="3403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7" name="Google Shape;697;p8"/>
                <p:cNvSpPr/>
                <p:nvPr/>
              </p:nvSpPr>
              <p:spPr>
                <a:xfrm>
                  <a:off x="3932412" y="3938761"/>
                  <a:ext cx="65379" cy="2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79" h="21194" extrusionOk="0">
                      <a:moveTo>
                        <a:pt x="30752" y="1173"/>
                      </a:moveTo>
                      <a:cubicBezTo>
                        <a:pt x="20816" y="6638"/>
                        <a:pt x="13910" y="8078"/>
                        <a:pt x="1441" y="6638"/>
                      </a:cubicBezTo>
                      <a:cubicBezTo>
                        <a:pt x="1341" y="8973"/>
                        <a:pt x="696" y="11705"/>
                        <a:pt x="0" y="14587"/>
                      </a:cubicBezTo>
                      <a:cubicBezTo>
                        <a:pt x="1391" y="16723"/>
                        <a:pt x="2683" y="18909"/>
                        <a:pt x="3825" y="21194"/>
                      </a:cubicBezTo>
                      <a:cubicBezTo>
                        <a:pt x="4372" y="21095"/>
                        <a:pt x="4869" y="20995"/>
                        <a:pt x="5167" y="20995"/>
                      </a:cubicBezTo>
                      <a:cubicBezTo>
                        <a:pt x="12122" y="20499"/>
                        <a:pt x="26827" y="17518"/>
                        <a:pt x="31597" y="12550"/>
                      </a:cubicBezTo>
                      <a:cubicBezTo>
                        <a:pt x="36366" y="7582"/>
                        <a:pt x="44166" y="17518"/>
                        <a:pt x="51071" y="18511"/>
                      </a:cubicBezTo>
                      <a:cubicBezTo>
                        <a:pt x="58027" y="19505"/>
                        <a:pt x="65379" y="14040"/>
                        <a:pt x="65379" y="14040"/>
                      </a:cubicBezTo>
                      <a:cubicBezTo>
                        <a:pt x="65379" y="14040"/>
                        <a:pt x="64088" y="13047"/>
                        <a:pt x="52810" y="12053"/>
                      </a:cubicBezTo>
                      <a:cubicBezTo>
                        <a:pt x="41583" y="11059"/>
                        <a:pt x="40688" y="-4292"/>
                        <a:pt x="30752" y="117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8" name="Google Shape;698;p8"/>
                <p:cNvSpPr/>
                <p:nvPr/>
              </p:nvSpPr>
              <p:spPr>
                <a:xfrm>
                  <a:off x="3921283" y="3865080"/>
                  <a:ext cx="132001" cy="118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1" h="118463" extrusionOk="0">
                      <a:moveTo>
                        <a:pt x="119383" y="80816"/>
                      </a:moveTo>
                      <a:cubicBezTo>
                        <a:pt x="115259" y="76096"/>
                        <a:pt x="115955" y="64371"/>
                        <a:pt x="115955" y="64371"/>
                      </a:cubicBezTo>
                      <a:lnTo>
                        <a:pt x="111682" y="57168"/>
                      </a:lnTo>
                      <a:cubicBezTo>
                        <a:pt x="111682" y="57168"/>
                        <a:pt x="108404" y="42263"/>
                        <a:pt x="98666" y="38537"/>
                      </a:cubicBezTo>
                      <a:cubicBezTo>
                        <a:pt x="88879" y="34811"/>
                        <a:pt x="82371" y="14293"/>
                        <a:pt x="82371" y="14293"/>
                      </a:cubicBezTo>
                      <a:lnTo>
                        <a:pt x="74223" y="14293"/>
                      </a:lnTo>
                      <a:cubicBezTo>
                        <a:pt x="74223" y="14293"/>
                        <a:pt x="67715" y="5003"/>
                        <a:pt x="61207" y="1277"/>
                      </a:cubicBezTo>
                      <a:cubicBezTo>
                        <a:pt x="54699" y="-2449"/>
                        <a:pt x="43272" y="3165"/>
                        <a:pt x="43272" y="3165"/>
                      </a:cubicBezTo>
                      <a:cubicBezTo>
                        <a:pt x="43272" y="3165"/>
                        <a:pt x="30256" y="5053"/>
                        <a:pt x="22108" y="3165"/>
                      </a:cubicBezTo>
                      <a:cubicBezTo>
                        <a:pt x="13961" y="1277"/>
                        <a:pt x="15600" y="14343"/>
                        <a:pt x="9092" y="16231"/>
                      </a:cubicBezTo>
                      <a:cubicBezTo>
                        <a:pt x="8844" y="16330"/>
                        <a:pt x="8347" y="16479"/>
                        <a:pt x="7900" y="16579"/>
                      </a:cubicBezTo>
                      <a:cubicBezTo>
                        <a:pt x="7155" y="24180"/>
                        <a:pt x="6061" y="31930"/>
                        <a:pt x="2584" y="37792"/>
                      </a:cubicBezTo>
                      <a:cubicBezTo>
                        <a:pt x="448" y="41469"/>
                        <a:pt x="-198" y="45592"/>
                        <a:pt x="50" y="49765"/>
                      </a:cubicBezTo>
                      <a:cubicBezTo>
                        <a:pt x="8347" y="55329"/>
                        <a:pt x="11973" y="65564"/>
                        <a:pt x="10930" y="75152"/>
                      </a:cubicBezTo>
                      <a:cubicBezTo>
                        <a:pt x="10980" y="75251"/>
                        <a:pt x="11079" y="75351"/>
                        <a:pt x="11129" y="75401"/>
                      </a:cubicBezTo>
                      <a:cubicBezTo>
                        <a:pt x="12272" y="76643"/>
                        <a:pt x="12619" y="78381"/>
                        <a:pt x="12520" y="80418"/>
                      </a:cubicBezTo>
                      <a:cubicBezTo>
                        <a:pt x="24990" y="81859"/>
                        <a:pt x="31945" y="80369"/>
                        <a:pt x="41832" y="74953"/>
                      </a:cubicBezTo>
                      <a:cubicBezTo>
                        <a:pt x="51817" y="69489"/>
                        <a:pt x="52662" y="84889"/>
                        <a:pt x="63939" y="85883"/>
                      </a:cubicBezTo>
                      <a:cubicBezTo>
                        <a:pt x="75217" y="86877"/>
                        <a:pt x="76508" y="87870"/>
                        <a:pt x="76508" y="87870"/>
                      </a:cubicBezTo>
                      <a:cubicBezTo>
                        <a:pt x="76508" y="87870"/>
                        <a:pt x="69156" y="93335"/>
                        <a:pt x="62200" y="92341"/>
                      </a:cubicBezTo>
                      <a:cubicBezTo>
                        <a:pt x="55295" y="91348"/>
                        <a:pt x="47495" y="81461"/>
                        <a:pt x="42726" y="86380"/>
                      </a:cubicBezTo>
                      <a:cubicBezTo>
                        <a:pt x="37956" y="91348"/>
                        <a:pt x="23251" y="94329"/>
                        <a:pt x="16296" y="94826"/>
                      </a:cubicBezTo>
                      <a:cubicBezTo>
                        <a:pt x="15948" y="94875"/>
                        <a:pt x="15501" y="94925"/>
                        <a:pt x="14955" y="95024"/>
                      </a:cubicBezTo>
                      <a:cubicBezTo>
                        <a:pt x="17538" y="99992"/>
                        <a:pt x="19575" y="105258"/>
                        <a:pt x="20717" y="111021"/>
                      </a:cubicBezTo>
                      <a:cubicBezTo>
                        <a:pt x="24891" y="111468"/>
                        <a:pt x="23549" y="115294"/>
                        <a:pt x="26282" y="115642"/>
                      </a:cubicBezTo>
                      <a:cubicBezTo>
                        <a:pt x="30604" y="116138"/>
                        <a:pt x="39298" y="109680"/>
                        <a:pt x="39298" y="109680"/>
                      </a:cubicBezTo>
                      <a:cubicBezTo>
                        <a:pt x="39298" y="109680"/>
                        <a:pt x="68311" y="107196"/>
                        <a:pt x="73081" y="106699"/>
                      </a:cubicBezTo>
                      <a:cubicBezTo>
                        <a:pt x="74770" y="106500"/>
                        <a:pt x="76906" y="107345"/>
                        <a:pt x="78943" y="108488"/>
                      </a:cubicBezTo>
                      <a:cubicBezTo>
                        <a:pt x="79042" y="107096"/>
                        <a:pt x="78993" y="106053"/>
                        <a:pt x="78993" y="106053"/>
                      </a:cubicBezTo>
                      <a:cubicBezTo>
                        <a:pt x="78993" y="106053"/>
                        <a:pt x="94394" y="109580"/>
                        <a:pt x="95437" y="113704"/>
                      </a:cubicBezTo>
                      <a:cubicBezTo>
                        <a:pt x="96480" y="117828"/>
                        <a:pt x="117545" y="120759"/>
                        <a:pt x="129319" y="116039"/>
                      </a:cubicBezTo>
                      <a:cubicBezTo>
                        <a:pt x="130163" y="115691"/>
                        <a:pt x="131008" y="115344"/>
                        <a:pt x="131853" y="114996"/>
                      </a:cubicBezTo>
                      <a:cubicBezTo>
                        <a:pt x="132002" y="109630"/>
                        <a:pt x="132151" y="100886"/>
                        <a:pt x="131704" y="98204"/>
                      </a:cubicBezTo>
                      <a:cubicBezTo>
                        <a:pt x="131008" y="94130"/>
                        <a:pt x="123457" y="85535"/>
                        <a:pt x="119383" y="8081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8"/>
                <p:cNvSpPr/>
                <p:nvPr/>
              </p:nvSpPr>
              <p:spPr>
                <a:xfrm>
                  <a:off x="3941951" y="3971613"/>
                  <a:ext cx="58275" cy="43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75" h="43885" extrusionOk="0">
                      <a:moveTo>
                        <a:pt x="18580" y="2998"/>
                      </a:moveTo>
                      <a:cubicBezTo>
                        <a:pt x="18580" y="2998"/>
                        <a:pt x="9886" y="9456"/>
                        <a:pt x="5564" y="8960"/>
                      </a:cubicBezTo>
                      <a:cubicBezTo>
                        <a:pt x="2832" y="8661"/>
                        <a:pt x="4223" y="4787"/>
                        <a:pt x="0" y="4339"/>
                      </a:cubicBezTo>
                      <a:cubicBezTo>
                        <a:pt x="199" y="5432"/>
                        <a:pt x="447" y="6525"/>
                        <a:pt x="596" y="7618"/>
                      </a:cubicBezTo>
                      <a:cubicBezTo>
                        <a:pt x="944" y="10202"/>
                        <a:pt x="944" y="12636"/>
                        <a:pt x="696" y="14971"/>
                      </a:cubicBezTo>
                      <a:cubicBezTo>
                        <a:pt x="3130" y="17654"/>
                        <a:pt x="6310" y="19691"/>
                        <a:pt x="12420" y="21678"/>
                      </a:cubicBezTo>
                      <a:cubicBezTo>
                        <a:pt x="25784" y="26000"/>
                        <a:pt x="11377" y="33850"/>
                        <a:pt x="22356" y="41649"/>
                      </a:cubicBezTo>
                      <a:cubicBezTo>
                        <a:pt x="23400" y="42395"/>
                        <a:pt x="24194" y="43140"/>
                        <a:pt x="24989" y="43885"/>
                      </a:cubicBezTo>
                      <a:cubicBezTo>
                        <a:pt x="26033" y="42544"/>
                        <a:pt x="26927" y="41550"/>
                        <a:pt x="27473" y="41053"/>
                      </a:cubicBezTo>
                      <a:cubicBezTo>
                        <a:pt x="32590" y="36930"/>
                        <a:pt x="42874" y="26348"/>
                        <a:pt x="46501" y="28136"/>
                      </a:cubicBezTo>
                      <a:cubicBezTo>
                        <a:pt x="50078" y="29925"/>
                        <a:pt x="54748" y="26397"/>
                        <a:pt x="54748" y="24013"/>
                      </a:cubicBezTo>
                      <a:cubicBezTo>
                        <a:pt x="54748" y="21678"/>
                        <a:pt x="47544" y="14027"/>
                        <a:pt x="53208" y="11692"/>
                      </a:cubicBezTo>
                      <a:cubicBezTo>
                        <a:pt x="57083" y="10102"/>
                        <a:pt x="58027" y="4935"/>
                        <a:pt x="58275" y="1805"/>
                      </a:cubicBezTo>
                      <a:cubicBezTo>
                        <a:pt x="56238" y="713"/>
                        <a:pt x="54102" y="-132"/>
                        <a:pt x="52413" y="17"/>
                      </a:cubicBezTo>
                      <a:cubicBezTo>
                        <a:pt x="47594" y="514"/>
                        <a:pt x="18580" y="2998"/>
                        <a:pt x="18580" y="299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0" name="Google Shape;700;p8"/>
                <p:cNvSpPr/>
                <p:nvPr/>
              </p:nvSpPr>
              <p:spPr>
                <a:xfrm>
                  <a:off x="4652581" y="4013170"/>
                  <a:ext cx="284470" cy="227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470" h="227281" extrusionOk="0">
                      <a:moveTo>
                        <a:pt x="263059" y="128417"/>
                      </a:moveTo>
                      <a:cubicBezTo>
                        <a:pt x="263059" y="123499"/>
                        <a:pt x="263059" y="118630"/>
                        <a:pt x="254514" y="110433"/>
                      </a:cubicBezTo>
                      <a:cubicBezTo>
                        <a:pt x="245919" y="102235"/>
                        <a:pt x="240206" y="100646"/>
                        <a:pt x="240206" y="95727"/>
                      </a:cubicBezTo>
                      <a:cubicBezTo>
                        <a:pt x="240206" y="90809"/>
                        <a:pt x="237324" y="89169"/>
                        <a:pt x="230220" y="79382"/>
                      </a:cubicBezTo>
                      <a:cubicBezTo>
                        <a:pt x="223066" y="69595"/>
                        <a:pt x="211639" y="69595"/>
                        <a:pt x="211639" y="69595"/>
                      </a:cubicBezTo>
                      <a:lnTo>
                        <a:pt x="208758" y="61398"/>
                      </a:lnTo>
                      <a:lnTo>
                        <a:pt x="198772" y="59759"/>
                      </a:lnTo>
                      <a:cubicBezTo>
                        <a:pt x="198772" y="59759"/>
                        <a:pt x="193059" y="54840"/>
                        <a:pt x="201653" y="49922"/>
                      </a:cubicBezTo>
                      <a:cubicBezTo>
                        <a:pt x="210199" y="45003"/>
                        <a:pt x="201653" y="31938"/>
                        <a:pt x="200213" y="27019"/>
                      </a:cubicBezTo>
                      <a:cubicBezTo>
                        <a:pt x="198971" y="22746"/>
                        <a:pt x="186899" y="6104"/>
                        <a:pt x="183818" y="1881"/>
                      </a:cubicBezTo>
                      <a:cubicBezTo>
                        <a:pt x="182278" y="1781"/>
                        <a:pt x="180887" y="1583"/>
                        <a:pt x="179794" y="837"/>
                      </a:cubicBezTo>
                      <a:cubicBezTo>
                        <a:pt x="175025" y="-2292"/>
                        <a:pt x="165436" y="3967"/>
                        <a:pt x="160617" y="9432"/>
                      </a:cubicBezTo>
                      <a:cubicBezTo>
                        <a:pt x="155848" y="14947"/>
                        <a:pt x="159226" y="18077"/>
                        <a:pt x="155848" y="22001"/>
                      </a:cubicBezTo>
                      <a:cubicBezTo>
                        <a:pt x="152420" y="25926"/>
                        <a:pt x="140795" y="37651"/>
                        <a:pt x="133243" y="48630"/>
                      </a:cubicBezTo>
                      <a:cubicBezTo>
                        <a:pt x="125692" y="59609"/>
                        <a:pt x="106515" y="52555"/>
                        <a:pt x="100355" y="56480"/>
                      </a:cubicBezTo>
                      <a:cubicBezTo>
                        <a:pt x="94194" y="60404"/>
                        <a:pt x="103087" y="66664"/>
                        <a:pt x="98964" y="70589"/>
                      </a:cubicBezTo>
                      <a:cubicBezTo>
                        <a:pt x="94840" y="74514"/>
                        <a:pt x="82520" y="80773"/>
                        <a:pt x="78396" y="83108"/>
                      </a:cubicBezTo>
                      <a:cubicBezTo>
                        <a:pt x="74272" y="85443"/>
                        <a:pt x="57828" y="84649"/>
                        <a:pt x="53059" y="91753"/>
                      </a:cubicBezTo>
                      <a:cubicBezTo>
                        <a:pt x="48290" y="98807"/>
                        <a:pt x="42775" y="83903"/>
                        <a:pt x="38006" y="91753"/>
                      </a:cubicBezTo>
                      <a:cubicBezTo>
                        <a:pt x="33236" y="99602"/>
                        <a:pt x="27722" y="100397"/>
                        <a:pt x="24989" y="98013"/>
                      </a:cubicBezTo>
                      <a:cubicBezTo>
                        <a:pt x="24344" y="97466"/>
                        <a:pt x="23648" y="96473"/>
                        <a:pt x="22953" y="95231"/>
                      </a:cubicBezTo>
                      <a:cubicBezTo>
                        <a:pt x="18531" y="99950"/>
                        <a:pt x="13066" y="105216"/>
                        <a:pt x="11278" y="111725"/>
                      </a:cubicBezTo>
                      <a:cubicBezTo>
                        <a:pt x="8197" y="122903"/>
                        <a:pt x="0" y="132888"/>
                        <a:pt x="0" y="138154"/>
                      </a:cubicBezTo>
                      <a:cubicBezTo>
                        <a:pt x="0" y="143470"/>
                        <a:pt x="3080" y="150525"/>
                        <a:pt x="3080" y="159914"/>
                      </a:cubicBezTo>
                      <a:cubicBezTo>
                        <a:pt x="3080" y="169304"/>
                        <a:pt x="5117" y="174024"/>
                        <a:pt x="9737" y="181078"/>
                      </a:cubicBezTo>
                      <a:cubicBezTo>
                        <a:pt x="14358" y="188133"/>
                        <a:pt x="13315" y="196976"/>
                        <a:pt x="13315" y="196976"/>
                      </a:cubicBezTo>
                      <a:cubicBezTo>
                        <a:pt x="13315" y="196976"/>
                        <a:pt x="14855" y="200504"/>
                        <a:pt x="18432" y="205770"/>
                      </a:cubicBezTo>
                      <a:cubicBezTo>
                        <a:pt x="22009" y="211036"/>
                        <a:pt x="32292" y="218687"/>
                        <a:pt x="33336" y="222810"/>
                      </a:cubicBezTo>
                      <a:cubicBezTo>
                        <a:pt x="33833" y="224698"/>
                        <a:pt x="35571" y="226188"/>
                        <a:pt x="37360" y="227281"/>
                      </a:cubicBezTo>
                      <a:cubicBezTo>
                        <a:pt x="37807" y="226437"/>
                        <a:pt x="38254" y="225543"/>
                        <a:pt x="38751" y="224797"/>
                      </a:cubicBezTo>
                      <a:cubicBezTo>
                        <a:pt x="44464" y="216600"/>
                        <a:pt x="43024" y="205174"/>
                        <a:pt x="43024" y="205174"/>
                      </a:cubicBezTo>
                      <a:lnTo>
                        <a:pt x="55891" y="201895"/>
                      </a:lnTo>
                      <a:lnTo>
                        <a:pt x="65876" y="198616"/>
                      </a:lnTo>
                      <a:lnTo>
                        <a:pt x="85898" y="201895"/>
                      </a:lnTo>
                      <a:lnTo>
                        <a:pt x="85898" y="183910"/>
                      </a:lnTo>
                      <a:cubicBezTo>
                        <a:pt x="85898" y="183910"/>
                        <a:pt x="100206" y="162647"/>
                        <a:pt x="110192" y="162647"/>
                      </a:cubicBezTo>
                      <a:cubicBezTo>
                        <a:pt x="120177" y="162647"/>
                        <a:pt x="128772" y="177352"/>
                        <a:pt x="128772" y="177352"/>
                      </a:cubicBezTo>
                      <a:lnTo>
                        <a:pt x="173037" y="187140"/>
                      </a:lnTo>
                      <a:cubicBezTo>
                        <a:pt x="173037" y="187140"/>
                        <a:pt x="175919" y="172434"/>
                        <a:pt x="180191" y="169155"/>
                      </a:cubicBezTo>
                      <a:cubicBezTo>
                        <a:pt x="184464" y="165876"/>
                        <a:pt x="193059" y="172434"/>
                        <a:pt x="198772" y="169155"/>
                      </a:cubicBezTo>
                      <a:cubicBezTo>
                        <a:pt x="204485" y="165876"/>
                        <a:pt x="213080" y="161008"/>
                        <a:pt x="223066" y="161008"/>
                      </a:cubicBezTo>
                      <a:cubicBezTo>
                        <a:pt x="233052" y="161008"/>
                        <a:pt x="237374" y="167516"/>
                        <a:pt x="241646" y="157728"/>
                      </a:cubicBezTo>
                      <a:cubicBezTo>
                        <a:pt x="245919" y="147942"/>
                        <a:pt x="267331" y="161008"/>
                        <a:pt x="267331" y="161008"/>
                      </a:cubicBezTo>
                      <a:lnTo>
                        <a:pt x="284471" y="157728"/>
                      </a:lnTo>
                      <a:lnTo>
                        <a:pt x="278758" y="141384"/>
                      </a:lnTo>
                      <a:cubicBezTo>
                        <a:pt x="278758" y="141483"/>
                        <a:pt x="263059" y="133286"/>
                        <a:pt x="263059" y="12841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1" name="Google Shape;701;p8"/>
                <p:cNvSpPr/>
                <p:nvPr/>
              </p:nvSpPr>
              <p:spPr>
                <a:xfrm>
                  <a:off x="4382787" y="3939750"/>
                  <a:ext cx="273331" cy="248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331" h="248884" extrusionOk="0">
                      <a:moveTo>
                        <a:pt x="270838" y="44549"/>
                      </a:moveTo>
                      <a:cubicBezTo>
                        <a:pt x="266714" y="42959"/>
                        <a:pt x="261250" y="37494"/>
                        <a:pt x="261250" y="33569"/>
                      </a:cubicBezTo>
                      <a:cubicBezTo>
                        <a:pt x="261250" y="31383"/>
                        <a:pt x="261498" y="24925"/>
                        <a:pt x="262690" y="19311"/>
                      </a:cubicBezTo>
                      <a:cubicBezTo>
                        <a:pt x="257226" y="18417"/>
                        <a:pt x="256927" y="12157"/>
                        <a:pt x="253698" y="8530"/>
                      </a:cubicBezTo>
                      <a:cubicBezTo>
                        <a:pt x="250270" y="4606"/>
                        <a:pt x="250270" y="1476"/>
                        <a:pt x="245501" y="3066"/>
                      </a:cubicBezTo>
                      <a:cubicBezTo>
                        <a:pt x="240682" y="4655"/>
                        <a:pt x="235217" y="17970"/>
                        <a:pt x="229057" y="20305"/>
                      </a:cubicBezTo>
                      <a:cubicBezTo>
                        <a:pt x="222896" y="22640"/>
                        <a:pt x="214003" y="17175"/>
                        <a:pt x="209880" y="14840"/>
                      </a:cubicBezTo>
                      <a:cubicBezTo>
                        <a:pt x="205757" y="12505"/>
                        <a:pt x="186580" y="14840"/>
                        <a:pt x="180419" y="14045"/>
                      </a:cubicBezTo>
                      <a:cubicBezTo>
                        <a:pt x="174259" y="13250"/>
                        <a:pt x="168099" y="23434"/>
                        <a:pt x="163329" y="26564"/>
                      </a:cubicBezTo>
                      <a:cubicBezTo>
                        <a:pt x="158510" y="29694"/>
                        <a:pt x="144848" y="28154"/>
                        <a:pt x="140725" y="26564"/>
                      </a:cubicBezTo>
                      <a:cubicBezTo>
                        <a:pt x="136601" y="25024"/>
                        <a:pt x="127013" y="15585"/>
                        <a:pt x="122889" y="15585"/>
                      </a:cubicBezTo>
                      <a:cubicBezTo>
                        <a:pt x="118766" y="15585"/>
                        <a:pt x="110568" y="17125"/>
                        <a:pt x="103713" y="21845"/>
                      </a:cubicBezTo>
                      <a:cubicBezTo>
                        <a:pt x="96857" y="26564"/>
                        <a:pt x="94820" y="13250"/>
                        <a:pt x="90696" y="7736"/>
                      </a:cubicBezTo>
                      <a:cubicBezTo>
                        <a:pt x="86573" y="2271"/>
                        <a:pt x="77680" y="6941"/>
                        <a:pt x="72215" y="1476"/>
                      </a:cubicBezTo>
                      <a:cubicBezTo>
                        <a:pt x="66750" y="-4039"/>
                        <a:pt x="63322" y="7736"/>
                        <a:pt x="58503" y="6941"/>
                      </a:cubicBezTo>
                      <a:cubicBezTo>
                        <a:pt x="53684" y="6146"/>
                        <a:pt x="41363" y="3016"/>
                        <a:pt x="37290" y="6941"/>
                      </a:cubicBezTo>
                      <a:cubicBezTo>
                        <a:pt x="33166" y="10865"/>
                        <a:pt x="33862" y="25770"/>
                        <a:pt x="31825" y="28104"/>
                      </a:cubicBezTo>
                      <a:cubicBezTo>
                        <a:pt x="29788" y="30440"/>
                        <a:pt x="21541" y="41419"/>
                        <a:pt x="21541" y="46934"/>
                      </a:cubicBezTo>
                      <a:cubicBezTo>
                        <a:pt x="21541" y="49467"/>
                        <a:pt x="20697" y="51256"/>
                        <a:pt x="19355" y="52200"/>
                      </a:cubicBezTo>
                      <a:cubicBezTo>
                        <a:pt x="20249" y="58708"/>
                        <a:pt x="21442" y="67004"/>
                        <a:pt x="21690" y="70035"/>
                      </a:cubicBezTo>
                      <a:cubicBezTo>
                        <a:pt x="22187" y="75351"/>
                        <a:pt x="24273" y="101781"/>
                        <a:pt x="19107" y="107643"/>
                      </a:cubicBezTo>
                      <a:cubicBezTo>
                        <a:pt x="13989" y="113505"/>
                        <a:pt x="10363" y="122945"/>
                        <a:pt x="10363" y="122945"/>
                      </a:cubicBezTo>
                      <a:cubicBezTo>
                        <a:pt x="10363" y="122945"/>
                        <a:pt x="2165" y="129403"/>
                        <a:pt x="576" y="142370"/>
                      </a:cubicBezTo>
                      <a:cubicBezTo>
                        <a:pt x="-964" y="155287"/>
                        <a:pt x="1073" y="163534"/>
                        <a:pt x="1073" y="173519"/>
                      </a:cubicBezTo>
                      <a:cubicBezTo>
                        <a:pt x="1073" y="180574"/>
                        <a:pt x="5643" y="185642"/>
                        <a:pt x="8177" y="194435"/>
                      </a:cubicBezTo>
                      <a:cubicBezTo>
                        <a:pt x="8276" y="194534"/>
                        <a:pt x="8376" y="194584"/>
                        <a:pt x="8475" y="194683"/>
                      </a:cubicBezTo>
                      <a:cubicBezTo>
                        <a:pt x="9171" y="195727"/>
                        <a:pt x="10313" y="196621"/>
                        <a:pt x="11754" y="197416"/>
                      </a:cubicBezTo>
                      <a:cubicBezTo>
                        <a:pt x="14635" y="198211"/>
                        <a:pt x="17417" y="199204"/>
                        <a:pt x="20051" y="200397"/>
                      </a:cubicBezTo>
                      <a:cubicBezTo>
                        <a:pt x="27503" y="202235"/>
                        <a:pt x="36743" y="203328"/>
                        <a:pt x="43102" y="204918"/>
                      </a:cubicBezTo>
                      <a:cubicBezTo>
                        <a:pt x="54082" y="207650"/>
                        <a:pt x="65359" y="225287"/>
                        <a:pt x="65011" y="231944"/>
                      </a:cubicBezTo>
                      <a:cubicBezTo>
                        <a:pt x="64962" y="233136"/>
                        <a:pt x="65210" y="234527"/>
                        <a:pt x="65608" y="236018"/>
                      </a:cubicBezTo>
                      <a:cubicBezTo>
                        <a:pt x="75693" y="243172"/>
                        <a:pt x="88063" y="245705"/>
                        <a:pt x="100334" y="248885"/>
                      </a:cubicBezTo>
                      <a:cubicBezTo>
                        <a:pt x="100533" y="248885"/>
                        <a:pt x="100782" y="248786"/>
                        <a:pt x="100980" y="248786"/>
                      </a:cubicBezTo>
                      <a:cubicBezTo>
                        <a:pt x="106793" y="248786"/>
                        <a:pt x="127708" y="249183"/>
                        <a:pt x="131782" y="244861"/>
                      </a:cubicBezTo>
                      <a:cubicBezTo>
                        <a:pt x="132974" y="243619"/>
                        <a:pt x="134216" y="243768"/>
                        <a:pt x="135508" y="244662"/>
                      </a:cubicBezTo>
                      <a:cubicBezTo>
                        <a:pt x="140476" y="229609"/>
                        <a:pt x="142265" y="216245"/>
                        <a:pt x="142265" y="216245"/>
                      </a:cubicBezTo>
                      <a:cubicBezTo>
                        <a:pt x="142265" y="216245"/>
                        <a:pt x="166062" y="188076"/>
                        <a:pt x="168794" y="187281"/>
                      </a:cubicBezTo>
                      <a:cubicBezTo>
                        <a:pt x="171527" y="186486"/>
                        <a:pt x="177687" y="188871"/>
                        <a:pt x="182506" y="184946"/>
                      </a:cubicBezTo>
                      <a:cubicBezTo>
                        <a:pt x="187325" y="181021"/>
                        <a:pt x="197559" y="190411"/>
                        <a:pt x="198950" y="198260"/>
                      </a:cubicBezTo>
                      <a:cubicBezTo>
                        <a:pt x="200341" y="206110"/>
                        <a:pt x="204465" y="195130"/>
                        <a:pt x="208539" y="186486"/>
                      </a:cubicBezTo>
                      <a:cubicBezTo>
                        <a:pt x="212662" y="177842"/>
                        <a:pt x="225629" y="152008"/>
                        <a:pt x="225629" y="145748"/>
                      </a:cubicBezTo>
                      <a:cubicBezTo>
                        <a:pt x="225629" y="139488"/>
                        <a:pt x="236608" y="133974"/>
                        <a:pt x="236608" y="130049"/>
                      </a:cubicBezTo>
                      <a:cubicBezTo>
                        <a:pt x="236608" y="126124"/>
                        <a:pt x="235913" y="117529"/>
                        <a:pt x="239341" y="115940"/>
                      </a:cubicBezTo>
                      <a:cubicBezTo>
                        <a:pt x="242769" y="114399"/>
                        <a:pt x="245501" y="102625"/>
                        <a:pt x="244805" y="98701"/>
                      </a:cubicBezTo>
                      <a:cubicBezTo>
                        <a:pt x="244110" y="94776"/>
                        <a:pt x="256431" y="72867"/>
                        <a:pt x="258517" y="69687"/>
                      </a:cubicBezTo>
                      <a:cubicBezTo>
                        <a:pt x="260554" y="66557"/>
                        <a:pt x="271534" y="68147"/>
                        <a:pt x="272229" y="61092"/>
                      </a:cubicBezTo>
                      <a:cubicBezTo>
                        <a:pt x="272875" y="53938"/>
                        <a:pt x="274962" y="46089"/>
                        <a:pt x="270838" y="4454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8"/>
                <p:cNvSpPr/>
                <p:nvPr/>
              </p:nvSpPr>
              <p:spPr>
                <a:xfrm>
                  <a:off x="4337011" y="3978342"/>
                  <a:ext cx="68334" cy="159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34" h="159121" extrusionOk="0">
                      <a:moveTo>
                        <a:pt x="12519" y="63139"/>
                      </a:moveTo>
                      <a:cubicBezTo>
                        <a:pt x="22257" y="69597"/>
                        <a:pt x="13016" y="78440"/>
                        <a:pt x="17140" y="83110"/>
                      </a:cubicBezTo>
                      <a:cubicBezTo>
                        <a:pt x="21263" y="87830"/>
                        <a:pt x="19723" y="99554"/>
                        <a:pt x="20717" y="114260"/>
                      </a:cubicBezTo>
                      <a:cubicBezTo>
                        <a:pt x="21263" y="122457"/>
                        <a:pt x="22008" y="142777"/>
                        <a:pt x="22555" y="159121"/>
                      </a:cubicBezTo>
                      <a:cubicBezTo>
                        <a:pt x="27076" y="158029"/>
                        <a:pt x="31696" y="157234"/>
                        <a:pt x="36416" y="156886"/>
                      </a:cubicBezTo>
                      <a:cubicBezTo>
                        <a:pt x="40142" y="156637"/>
                        <a:pt x="43619" y="156637"/>
                        <a:pt x="46948" y="156935"/>
                      </a:cubicBezTo>
                      <a:cubicBezTo>
                        <a:pt x="49631" y="154650"/>
                        <a:pt x="51867" y="152911"/>
                        <a:pt x="54003" y="155743"/>
                      </a:cubicBezTo>
                      <a:cubicBezTo>
                        <a:pt x="51469" y="146999"/>
                        <a:pt x="46898" y="141882"/>
                        <a:pt x="46898" y="134828"/>
                      </a:cubicBezTo>
                      <a:cubicBezTo>
                        <a:pt x="46898" y="124842"/>
                        <a:pt x="44861" y="116595"/>
                        <a:pt x="46401" y="103678"/>
                      </a:cubicBezTo>
                      <a:cubicBezTo>
                        <a:pt x="47942" y="90761"/>
                        <a:pt x="56189" y="84253"/>
                        <a:pt x="56189" y="84253"/>
                      </a:cubicBezTo>
                      <a:cubicBezTo>
                        <a:pt x="56189" y="84253"/>
                        <a:pt x="59766" y="74863"/>
                        <a:pt x="64933" y="68951"/>
                      </a:cubicBezTo>
                      <a:cubicBezTo>
                        <a:pt x="70049" y="63089"/>
                        <a:pt x="68013" y="36659"/>
                        <a:pt x="67516" y="31343"/>
                      </a:cubicBezTo>
                      <a:cubicBezTo>
                        <a:pt x="67218" y="28312"/>
                        <a:pt x="66075" y="19966"/>
                        <a:pt x="65181" y="13508"/>
                      </a:cubicBezTo>
                      <a:cubicBezTo>
                        <a:pt x="63541" y="14650"/>
                        <a:pt x="61107" y="14650"/>
                        <a:pt x="57779" y="12961"/>
                      </a:cubicBezTo>
                      <a:cubicBezTo>
                        <a:pt x="51618" y="9831"/>
                        <a:pt x="57083" y="2727"/>
                        <a:pt x="50227" y="392"/>
                      </a:cubicBezTo>
                      <a:cubicBezTo>
                        <a:pt x="43371" y="-1943"/>
                        <a:pt x="40639" y="6652"/>
                        <a:pt x="42030" y="12961"/>
                      </a:cubicBezTo>
                      <a:cubicBezTo>
                        <a:pt x="43371" y="19221"/>
                        <a:pt x="38602" y="19221"/>
                        <a:pt x="35869" y="23146"/>
                      </a:cubicBezTo>
                      <a:cubicBezTo>
                        <a:pt x="33137" y="27070"/>
                        <a:pt x="20816" y="27816"/>
                        <a:pt x="16693" y="27816"/>
                      </a:cubicBezTo>
                      <a:cubicBezTo>
                        <a:pt x="12569" y="27816"/>
                        <a:pt x="7800" y="36460"/>
                        <a:pt x="3676" y="38000"/>
                      </a:cubicBezTo>
                      <a:cubicBezTo>
                        <a:pt x="2732" y="38348"/>
                        <a:pt x="1490" y="38398"/>
                        <a:pt x="0" y="38298"/>
                      </a:cubicBezTo>
                      <a:cubicBezTo>
                        <a:pt x="894" y="59015"/>
                        <a:pt x="3875" y="57425"/>
                        <a:pt x="12519" y="6313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3" name="Google Shape;703;p8"/>
                <p:cNvSpPr/>
                <p:nvPr/>
              </p:nvSpPr>
              <p:spPr>
                <a:xfrm>
                  <a:off x="4316641" y="4013273"/>
                  <a:ext cx="42924" cy="13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24" h="130550" extrusionOk="0">
                      <a:moveTo>
                        <a:pt x="10284" y="33524"/>
                      </a:moveTo>
                      <a:cubicBezTo>
                        <a:pt x="9787" y="42317"/>
                        <a:pt x="7701" y="61742"/>
                        <a:pt x="10781" y="70586"/>
                      </a:cubicBezTo>
                      <a:cubicBezTo>
                        <a:pt x="13861" y="79379"/>
                        <a:pt x="16941" y="93488"/>
                        <a:pt x="16941" y="107001"/>
                      </a:cubicBezTo>
                      <a:cubicBezTo>
                        <a:pt x="16941" y="113510"/>
                        <a:pt x="19425" y="122452"/>
                        <a:pt x="22555" y="130550"/>
                      </a:cubicBezTo>
                      <a:cubicBezTo>
                        <a:pt x="29262" y="128165"/>
                        <a:pt x="36018" y="125880"/>
                        <a:pt x="42924" y="124240"/>
                      </a:cubicBezTo>
                      <a:cubicBezTo>
                        <a:pt x="42378" y="107896"/>
                        <a:pt x="41632" y="87576"/>
                        <a:pt x="41086" y="79379"/>
                      </a:cubicBezTo>
                      <a:cubicBezTo>
                        <a:pt x="40043" y="64674"/>
                        <a:pt x="41583" y="52949"/>
                        <a:pt x="37509" y="48229"/>
                      </a:cubicBezTo>
                      <a:cubicBezTo>
                        <a:pt x="33385" y="43510"/>
                        <a:pt x="42626" y="34716"/>
                        <a:pt x="32889" y="28258"/>
                      </a:cubicBezTo>
                      <a:cubicBezTo>
                        <a:pt x="24294" y="22544"/>
                        <a:pt x="21263" y="24134"/>
                        <a:pt x="20319" y="3467"/>
                      </a:cubicBezTo>
                      <a:cubicBezTo>
                        <a:pt x="15351" y="3119"/>
                        <a:pt x="8048" y="635"/>
                        <a:pt x="2782" y="39"/>
                      </a:cubicBezTo>
                      <a:cubicBezTo>
                        <a:pt x="1689" y="-110"/>
                        <a:pt x="795" y="188"/>
                        <a:pt x="0" y="586"/>
                      </a:cubicBezTo>
                      <a:cubicBezTo>
                        <a:pt x="1093" y="8087"/>
                        <a:pt x="2733" y="16384"/>
                        <a:pt x="4670" y="17626"/>
                      </a:cubicBezTo>
                      <a:cubicBezTo>
                        <a:pt x="8247" y="20011"/>
                        <a:pt x="10781" y="24681"/>
                        <a:pt x="10284" y="3352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4" name="Google Shape;704;p8"/>
                <p:cNvSpPr/>
                <p:nvPr/>
              </p:nvSpPr>
              <p:spPr>
                <a:xfrm>
                  <a:off x="4518345" y="3958961"/>
                  <a:ext cx="171646" cy="305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46" h="305088" extrusionOk="0">
                      <a:moveTo>
                        <a:pt x="167622" y="277069"/>
                      </a:moveTo>
                      <a:cubicBezTo>
                        <a:pt x="166579" y="272945"/>
                        <a:pt x="156345" y="265294"/>
                        <a:pt x="152718" y="260028"/>
                      </a:cubicBezTo>
                      <a:cubicBezTo>
                        <a:pt x="149141" y="254762"/>
                        <a:pt x="147601" y="251235"/>
                        <a:pt x="147601" y="251235"/>
                      </a:cubicBezTo>
                      <a:cubicBezTo>
                        <a:pt x="147601" y="251235"/>
                        <a:pt x="148644" y="242391"/>
                        <a:pt x="144024" y="235337"/>
                      </a:cubicBezTo>
                      <a:cubicBezTo>
                        <a:pt x="139404" y="228282"/>
                        <a:pt x="137367" y="223562"/>
                        <a:pt x="137367" y="214173"/>
                      </a:cubicBezTo>
                      <a:cubicBezTo>
                        <a:pt x="137367" y="204783"/>
                        <a:pt x="134286" y="197729"/>
                        <a:pt x="134286" y="192413"/>
                      </a:cubicBezTo>
                      <a:cubicBezTo>
                        <a:pt x="134286" y="187147"/>
                        <a:pt x="142484" y="177111"/>
                        <a:pt x="145564" y="165983"/>
                      </a:cubicBezTo>
                      <a:cubicBezTo>
                        <a:pt x="147352" y="159474"/>
                        <a:pt x="152768" y="154208"/>
                        <a:pt x="157239" y="149489"/>
                      </a:cubicBezTo>
                      <a:cubicBezTo>
                        <a:pt x="154954" y="145415"/>
                        <a:pt x="152470" y="138112"/>
                        <a:pt x="150383" y="130312"/>
                      </a:cubicBezTo>
                      <a:cubicBezTo>
                        <a:pt x="147650" y="120128"/>
                        <a:pt x="140099" y="116998"/>
                        <a:pt x="131206" y="107608"/>
                      </a:cubicBezTo>
                      <a:cubicBezTo>
                        <a:pt x="122313" y="98219"/>
                        <a:pt x="125741" y="92704"/>
                        <a:pt x="125741" y="88779"/>
                      </a:cubicBezTo>
                      <a:cubicBezTo>
                        <a:pt x="125741" y="84854"/>
                        <a:pt x="137367" y="84854"/>
                        <a:pt x="145614" y="85649"/>
                      </a:cubicBezTo>
                      <a:cubicBezTo>
                        <a:pt x="153811" y="86444"/>
                        <a:pt x="158630" y="84109"/>
                        <a:pt x="155202" y="81725"/>
                      </a:cubicBezTo>
                      <a:cubicBezTo>
                        <a:pt x="151774" y="79340"/>
                        <a:pt x="144918" y="61355"/>
                        <a:pt x="145614" y="48786"/>
                      </a:cubicBezTo>
                      <a:cubicBezTo>
                        <a:pt x="146309" y="36217"/>
                        <a:pt x="142186" y="32342"/>
                        <a:pt x="142881" y="25288"/>
                      </a:cubicBezTo>
                      <a:cubicBezTo>
                        <a:pt x="143577" y="18233"/>
                        <a:pt x="135330" y="199"/>
                        <a:pt x="128474" y="199"/>
                      </a:cubicBezTo>
                      <a:cubicBezTo>
                        <a:pt x="127977" y="199"/>
                        <a:pt x="127629" y="99"/>
                        <a:pt x="127182" y="0"/>
                      </a:cubicBezTo>
                      <a:cubicBezTo>
                        <a:pt x="125990" y="5614"/>
                        <a:pt x="125741" y="12072"/>
                        <a:pt x="125741" y="14258"/>
                      </a:cubicBezTo>
                      <a:cubicBezTo>
                        <a:pt x="125741" y="18183"/>
                        <a:pt x="131206" y="23648"/>
                        <a:pt x="135330" y="25238"/>
                      </a:cubicBezTo>
                      <a:cubicBezTo>
                        <a:pt x="139453" y="26778"/>
                        <a:pt x="137416" y="34627"/>
                        <a:pt x="136721" y="41682"/>
                      </a:cubicBezTo>
                      <a:cubicBezTo>
                        <a:pt x="136025" y="48737"/>
                        <a:pt x="125046" y="47147"/>
                        <a:pt x="123009" y="50277"/>
                      </a:cubicBezTo>
                      <a:cubicBezTo>
                        <a:pt x="120972" y="53407"/>
                        <a:pt x="108651" y="75365"/>
                        <a:pt x="109297" y="79290"/>
                      </a:cubicBezTo>
                      <a:cubicBezTo>
                        <a:pt x="109993" y="83215"/>
                        <a:pt x="107260" y="94989"/>
                        <a:pt x="103832" y="96529"/>
                      </a:cubicBezTo>
                      <a:cubicBezTo>
                        <a:pt x="100404" y="98119"/>
                        <a:pt x="101100" y="106714"/>
                        <a:pt x="101100" y="110639"/>
                      </a:cubicBezTo>
                      <a:cubicBezTo>
                        <a:pt x="101100" y="114563"/>
                        <a:pt x="90121" y="120028"/>
                        <a:pt x="90121" y="126338"/>
                      </a:cubicBezTo>
                      <a:cubicBezTo>
                        <a:pt x="90121" y="132597"/>
                        <a:pt x="77104" y="158481"/>
                        <a:pt x="73030" y="167076"/>
                      </a:cubicBezTo>
                      <a:cubicBezTo>
                        <a:pt x="68907" y="175720"/>
                        <a:pt x="64833" y="186700"/>
                        <a:pt x="63442" y="178850"/>
                      </a:cubicBezTo>
                      <a:cubicBezTo>
                        <a:pt x="62101" y="171000"/>
                        <a:pt x="51817" y="161611"/>
                        <a:pt x="46998" y="165536"/>
                      </a:cubicBezTo>
                      <a:cubicBezTo>
                        <a:pt x="42179" y="169460"/>
                        <a:pt x="36068" y="167076"/>
                        <a:pt x="33286" y="167870"/>
                      </a:cubicBezTo>
                      <a:cubicBezTo>
                        <a:pt x="30553" y="168666"/>
                        <a:pt x="6756" y="196834"/>
                        <a:pt x="6756" y="196834"/>
                      </a:cubicBezTo>
                      <a:cubicBezTo>
                        <a:pt x="6756" y="196834"/>
                        <a:pt x="4968" y="210198"/>
                        <a:pt x="0" y="225252"/>
                      </a:cubicBezTo>
                      <a:cubicBezTo>
                        <a:pt x="1490" y="226295"/>
                        <a:pt x="3030" y="228580"/>
                        <a:pt x="4620" y="231213"/>
                      </a:cubicBezTo>
                      <a:cubicBezTo>
                        <a:pt x="6707" y="230667"/>
                        <a:pt x="8793" y="230319"/>
                        <a:pt x="10781" y="230418"/>
                      </a:cubicBezTo>
                      <a:cubicBezTo>
                        <a:pt x="22455" y="230965"/>
                        <a:pt x="32988" y="236430"/>
                        <a:pt x="38900" y="247012"/>
                      </a:cubicBezTo>
                      <a:cubicBezTo>
                        <a:pt x="42030" y="252576"/>
                        <a:pt x="42725" y="258786"/>
                        <a:pt x="41731" y="264946"/>
                      </a:cubicBezTo>
                      <a:cubicBezTo>
                        <a:pt x="42129" y="266735"/>
                        <a:pt x="42377" y="268523"/>
                        <a:pt x="42377" y="270312"/>
                      </a:cubicBezTo>
                      <a:cubicBezTo>
                        <a:pt x="42377" y="277367"/>
                        <a:pt x="41831" y="284421"/>
                        <a:pt x="40191" y="291327"/>
                      </a:cubicBezTo>
                      <a:cubicBezTo>
                        <a:pt x="39993" y="292122"/>
                        <a:pt x="39794" y="292917"/>
                        <a:pt x="39496" y="293662"/>
                      </a:cubicBezTo>
                      <a:lnTo>
                        <a:pt x="61653" y="293662"/>
                      </a:lnTo>
                      <a:lnTo>
                        <a:pt x="71639" y="290383"/>
                      </a:lnTo>
                      <a:cubicBezTo>
                        <a:pt x="71639" y="290383"/>
                        <a:pt x="125940" y="293662"/>
                        <a:pt x="133094" y="292022"/>
                      </a:cubicBezTo>
                      <a:cubicBezTo>
                        <a:pt x="140248" y="290383"/>
                        <a:pt x="165933" y="305088"/>
                        <a:pt x="165933" y="305088"/>
                      </a:cubicBezTo>
                      <a:cubicBezTo>
                        <a:pt x="165933" y="305088"/>
                        <a:pt x="167175" y="290283"/>
                        <a:pt x="171646" y="281440"/>
                      </a:cubicBezTo>
                      <a:cubicBezTo>
                        <a:pt x="169858" y="280447"/>
                        <a:pt x="168119" y="279006"/>
                        <a:pt x="167622" y="27706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5" name="Google Shape;705;p8"/>
                <p:cNvSpPr/>
                <p:nvPr/>
              </p:nvSpPr>
              <p:spPr>
                <a:xfrm>
                  <a:off x="4119840" y="4026179"/>
                  <a:ext cx="141357" cy="153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357" h="153910" extrusionOk="0">
                      <a:moveTo>
                        <a:pt x="8810" y="120525"/>
                      </a:moveTo>
                      <a:cubicBezTo>
                        <a:pt x="16014" y="125791"/>
                        <a:pt x="27788" y="131703"/>
                        <a:pt x="26794" y="140497"/>
                      </a:cubicBezTo>
                      <a:cubicBezTo>
                        <a:pt x="26198" y="145565"/>
                        <a:pt x="24757" y="148148"/>
                        <a:pt x="23068" y="153116"/>
                      </a:cubicBezTo>
                      <a:cubicBezTo>
                        <a:pt x="23367" y="153364"/>
                        <a:pt x="23665" y="153663"/>
                        <a:pt x="23913" y="153911"/>
                      </a:cubicBezTo>
                      <a:cubicBezTo>
                        <a:pt x="27838" y="152719"/>
                        <a:pt x="31613" y="151526"/>
                        <a:pt x="35041" y="150533"/>
                      </a:cubicBezTo>
                      <a:cubicBezTo>
                        <a:pt x="68079" y="140994"/>
                        <a:pt x="98980" y="138460"/>
                        <a:pt x="132266" y="135579"/>
                      </a:cubicBezTo>
                      <a:cubicBezTo>
                        <a:pt x="128838" y="128474"/>
                        <a:pt x="123473" y="112825"/>
                        <a:pt x="123870" y="108751"/>
                      </a:cubicBezTo>
                      <a:cubicBezTo>
                        <a:pt x="124367" y="104031"/>
                        <a:pt x="133111" y="89922"/>
                        <a:pt x="132614" y="82868"/>
                      </a:cubicBezTo>
                      <a:cubicBezTo>
                        <a:pt x="132117" y="75813"/>
                        <a:pt x="141358" y="71093"/>
                        <a:pt x="141358" y="65231"/>
                      </a:cubicBezTo>
                      <a:cubicBezTo>
                        <a:pt x="141358" y="60760"/>
                        <a:pt x="138973" y="38552"/>
                        <a:pt x="133260" y="24096"/>
                      </a:cubicBezTo>
                      <a:cubicBezTo>
                        <a:pt x="132068" y="24195"/>
                        <a:pt x="130676" y="23499"/>
                        <a:pt x="128987" y="21562"/>
                      </a:cubicBezTo>
                      <a:cubicBezTo>
                        <a:pt x="124864" y="16842"/>
                        <a:pt x="107774" y="17637"/>
                        <a:pt x="101613" y="25486"/>
                      </a:cubicBezTo>
                      <a:cubicBezTo>
                        <a:pt x="95453" y="33336"/>
                        <a:pt x="83132" y="18432"/>
                        <a:pt x="81046" y="14507"/>
                      </a:cubicBezTo>
                      <a:cubicBezTo>
                        <a:pt x="79009" y="10582"/>
                        <a:pt x="70066" y="1938"/>
                        <a:pt x="63210" y="7453"/>
                      </a:cubicBezTo>
                      <a:cubicBezTo>
                        <a:pt x="56354" y="12917"/>
                        <a:pt x="54317" y="11377"/>
                        <a:pt x="55013" y="4323"/>
                      </a:cubicBezTo>
                      <a:cubicBezTo>
                        <a:pt x="55709" y="-2732"/>
                        <a:pt x="44729" y="-397"/>
                        <a:pt x="43388" y="5912"/>
                      </a:cubicBezTo>
                      <a:cubicBezTo>
                        <a:pt x="42046" y="12172"/>
                        <a:pt x="33104" y="17687"/>
                        <a:pt x="30371" y="12967"/>
                      </a:cubicBezTo>
                      <a:cubicBezTo>
                        <a:pt x="27639" y="8247"/>
                        <a:pt x="21479" y="1988"/>
                        <a:pt x="18746" y="9042"/>
                      </a:cubicBezTo>
                      <a:cubicBezTo>
                        <a:pt x="16858" y="13911"/>
                        <a:pt x="13629" y="13514"/>
                        <a:pt x="10897" y="11228"/>
                      </a:cubicBezTo>
                      <a:cubicBezTo>
                        <a:pt x="9158" y="19972"/>
                        <a:pt x="7071" y="29958"/>
                        <a:pt x="10847" y="32342"/>
                      </a:cubicBezTo>
                      <a:cubicBezTo>
                        <a:pt x="15467" y="35274"/>
                        <a:pt x="15964" y="41136"/>
                        <a:pt x="14970" y="44713"/>
                      </a:cubicBezTo>
                      <a:cubicBezTo>
                        <a:pt x="13927" y="48240"/>
                        <a:pt x="22671" y="57083"/>
                        <a:pt x="19094" y="61157"/>
                      </a:cubicBezTo>
                      <a:cubicBezTo>
                        <a:pt x="15517" y="65281"/>
                        <a:pt x="10897" y="57034"/>
                        <a:pt x="8313" y="62896"/>
                      </a:cubicBezTo>
                      <a:cubicBezTo>
                        <a:pt x="5730" y="68758"/>
                        <a:pt x="13430" y="74074"/>
                        <a:pt x="10350" y="78794"/>
                      </a:cubicBezTo>
                      <a:cubicBezTo>
                        <a:pt x="7270" y="83464"/>
                        <a:pt x="2650" y="84060"/>
                        <a:pt x="3693" y="93499"/>
                      </a:cubicBezTo>
                      <a:cubicBezTo>
                        <a:pt x="4736" y="102889"/>
                        <a:pt x="4190" y="109347"/>
                        <a:pt x="1110" y="112328"/>
                      </a:cubicBezTo>
                      <a:cubicBezTo>
                        <a:pt x="-1970" y="115259"/>
                        <a:pt x="1606" y="115259"/>
                        <a:pt x="8810" y="12052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6" name="Google Shape;706;p8"/>
                <p:cNvSpPr/>
                <p:nvPr/>
              </p:nvSpPr>
              <p:spPr>
                <a:xfrm>
                  <a:off x="4243684" y="4013808"/>
                  <a:ext cx="95512" cy="14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12" h="147948" extrusionOk="0">
                      <a:moveTo>
                        <a:pt x="22631" y="146707"/>
                      </a:moveTo>
                      <a:cubicBezTo>
                        <a:pt x="41808" y="144918"/>
                        <a:pt x="60537" y="141341"/>
                        <a:pt x="78969" y="135628"/>
                      </a:cubicBezTo>
                      <a:cubicBezTo>
                        <a:pt x="84533" y="133939"/>
                        <a:pt x="89998" y="131902"/>
                        <a:pt x="95512" y="129964"/>
                      </a:cubicBezTo>
                      <a:cubicBezTo>
                        <a:pt x="92432" y="121867"/>
                        <a:pt x="89898" y="112924"/>
                        <a:pt x="89898" y="106416"/>
                      </a:cubicBezTo>
                      <a:cubicBezTo>
                        <a:pt x="89898" y="92903"/>
                        <a:pt x="86818" y="78794"/>
                        <a:pt x="83738" y="70000"/>
                      </a:cubicBezTo>
                      <a:cubicBezTo>
                        <a:pt x="80658" y="61157"/>
                        <a:pt x="82695" y="41782"/>
                        <a:pt x="83241" y="32938"/>
                      </a:cubicBezTo>
                      <a:cubicBezTo>
                        <a:pt x="83738" y="24145"/>
                        <a:pt x="81204" y="19425"/>
                        <a:pt x="77578" y="17040"/>
                      </a:cubicBezTo>
                      <a:cubicBezTo>
                        <a:pt x="75640" y="15798"/>
                        <a:pt x="74050" y="7452"/>
                        <a:pt x="72908" y="0"/>
                      </a:cubicBezTo>
                      <a:cubicBezTo>
                        <a:pt x="68834" y="2087"/>
                        <a:pt x="68486" y="9787"/>
                        <a:pt x="66797" y="6508"/>
                      </a:cubicBezTo>
                      <a:cubicBezTo>
                        <a:pt x="64760" y="2583"/>
                        <a:pt x="11304" y="249"/>
                        <a:pt x="8571" y="4919"/>
                      </a:cubicBezTo>
                      <a:cubicBezTo>
                        <a:pt x="5839" y="9638"/>
                        <a:pt x="13341" y="26877"/>
                        <a:pt x="12695" y="31597"/>
                      </a:cubicBezTo>
                      <a:cubicBezTo>
                        <a:pt x="12297" y="34429"/>
                        <a:pt x="11105" y="36316"/>
                        <a:pt x="9416" y="36466"/>
                      </a:cubicBezTo>
                      <a:cubicBezTo>
                        <a:pt x="15080" y="50923"/>
                        <a:pt x="17514" y="73130"/>
                        <a:pt x="17514" y="77601"/>
                      </a:cubicBezTo>
                      <a:cubicBezTo>
                        <a:pt x="17514" y="83464"/>
                        <a:pt x="8273" y="88183"/>
                        <a:pt x="8770" y="95238"/>
                      </a:cubicBezTo>
                      <a:cubicBezTo>
                        <a:pt x="9267" y="102292"/>
                        <a:pt x="573" y="116401"/>
                        <a:pt x="26" y="121121"/>
                      </a:cubicBezTo>
                      <a:cubicBezTo>
                        <a:pt x="-421" y="125195"/>
                        <a:pt x="4945" y="140845"/>
                        <a:pt x="8422" y="147949"/>
                      </a:cubicBezTo>
                      <a:cubicBezTo>
                        <a:pt x="13092" y="147551"/>
                        <a:pt x="17812" y="147154"/>
                        <a:pt x="22631" y="14670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8"/>
                <p:cNvSpPr/>
                <p:nvPr/>
              </p:nvSpPr>
              <p:spPr>
                <a:xfrm>
                  <a:off x="3966791" y="3971133"/>
                  <a:ext cx="172912" cy="148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12" h="148221" extrusionOk="0">
                      <a:moveTo>
                        <a:pt x="16693" y="67615"/>
                      </a:moveTo>
                      <a:cubicBezTo>
                        <a:pt x="17736" y="68509"/>
                        <a:pt x="18779" y="69404"/>
                        <a:pt x="19872" y="70348"/>
                      </a:cubicBezTo>
                      <a:cubicBezTo>
                        <a:pt x="30355" y="76905"/>
                        <a:pt x="38800" y="86295"/>
                        <a:pt x="46054" y="96927"/>
                      </a:cubicBezTo>
                      <a:cubicBezTo>
                        <a:pt x="52016" y="91015"/>
                        <a:pt x="58275" y="84059"/>
                        <a:pt x="58573" y="80383"/>
                      </a:cubicBezTo>
                      <a:cubicBezTo>
                        <a:pt x="59070" y="73925"/>
                        <a:pt x="63691" y="76260"/>
                        <a:pt x="69354" y="77452"/>
                      </a:cubicBezTo>
                      <a:cubicBezTo>
                        <a:pt x="75018" y="78644"/>
                        <a:pt x="81675" y="73329"/>
                        <a:pt x="86792" y="73329"/>
                      </a:cubicBezTo>
                      <a:cubicBezTo>
                        <a:pt x="91909" y="73329"/>
                        <a:pt x="105273" y="93896"/>
                        <a:pt x="105273" y="99759"/>
                      </a:cubicBezTo>
                      <a:cubicBezTo>
                        <a:pt x="105273" y="105621"/>
                        <a:pt x="105770" y="110937"/>
                        <a:pt x="108353" y="115656"/>
                      </a:cubicBezTo>
                      <a:cubicBezTo>
                        <a:pt x="108701" y="116252"/>
                        <a:pt x="108900" y="116898"/>
                        <a:pt x="109049" y="117494"/>
                      </a:cubicBezTo>
                      <a:cubicBezTo>
                        <a:pt x="117345" y="115308"/>
                        <a:pt x="124201" y="114166"/>
                        <a:pt x="125791" y="114166"/>
                      </a:cubicBezTo>
                      <a:cubicBezTo>
                        <a:pt x="128325" y="114166"/>
                        <a:pt x="133392" y="128027"/>
                        <a:pt x="132349" y="136721"/>
                      </a:cubicBezTo>
                      <a:cubicBezTo>
                        <a:pt x="131355" y="145415"/>
                        <a:pt x="139950" y="151774"/>
                        <a:pt x="143477" y="146011"/>
                      </a:cubicBezTo>
                      <a:cubicBezTo>
                        <a:pt x="147005" y="140198"/>
                        <a:pt x="151526" y="132697"/>
                        <a:pt x="152569" y="137913"/>
                      </a:cubicBezTo>
                      <a:cubicBezTo>
                        <a:pt x="152867" y="139453"/>
                        <a:pt x="154755" y="140795"/>
                        <a:pt x="157189" y="141888"/>
                      </a:cubicBezTo>
                      <a:cubicBezTo>
                        <a:pt x="158481" y="138460"/>
                        <a:pt x="161213" y="137118"/>
                        <a:pt x="163300" y="133939"/>
                      </a:cubicBezTo>
                      <a:cubicBezTo>
                        <a:pt x="166380" y="129219"/>
                        <a:pt x="158680" y="123953"/>
                        <a:pt x="161263" y="118041"/>
                      </a:cubicBezTo>
                      <a:cubicBezTo>
                        <a:pt x="163846" y="112179"/>
                        <a:pt x="168467" y="120376"/>
                        <a:pt x="172044" y="116302"/>
                      </a:cubicBezTo>
                      <a:cubicBezTo>
                        <a:pt x="175621" y="112179"/>
                        <a:pt x="166927" y="103385"/>
                        <a:pt x="167920" y="99858"/>
                      </a:cubicBezTo>
                      <a:cubicBezTo>
                        <a:pt x="168964" y="96331"/>
                        <a:pt x="168417" y="90468"/>
                        <a:pt x="163797" y="87487"/>
                      </a:cubicBezTo>
                      <a:cubicBezTo>
                        <a:pt x="159971" y="85053"/>
                        <a:pt x="162108" y="75067"/>
                        <a:pt x="163846" y="66373"/>
                      </a:cubicBezTo>
                      <a:cubicBezTo>
                        <a:pt x="162654" y="65379"/>
                        <a:pt x="161561" y="64038"/>
                        <a:pt x="160717" y="62647"/>
                      </a:cubicBezTo>
                      <a:cubicBezTo>
                        <a:pt x="157984" y="57977"/>
                        <a:pt x="160021" y="47743"/>
                        <a:pt x="155252" y="47743"/>
                      </a:cubicBezTo>
                      <a:cubicBezTo>
                        <a:pt x="150433" y="47743"/>
                        <a:pt x="151128" y="39893"/>
                        <a:pt x="155252" y="38353"/>
                      </a:cubicBezTo>
                      <a:cubicBezTo>
                        <a:pt x="159375" y="36813"/>
                        <a:pt x="147055" y="31299"/>
                        <a:pt x="147055" y="25834"/>
                      </a:cubicBezTo>
                      <a:cubicBezTo>
                        <a:pt x="147055" y="20369"/>
                        <a:pt x="140894" y="7005"/>
                        <a:pt x="138162" y="6260"/>
                      </a:cubicBezTo>
                      <a:cubicBezTo>
                        <a:pt x="135429" y="5465"/>
                        <a:pt x="125841" y="19574"/>
                        <a:pt x="121717" y="19574"/>
                      </a:cubicBezTo>
                      <a:cubicBezTo>
                        <a:pt x="117594" y="19574"/>
                        <a:pt x="108701" y="10184"/>
                        <a:pt x="105969" y="17984"/>
                      </a:cubicBezTo>
                      <a:cubicBezTo>
                        <a:pt x="103236" y="25834"/>
                        <a:pt x="97076" y="14060"/>
                        <a:pt x="92952" y="20369"/>
                      </a:cubicBezTo>
                      <a:cubicBezTo>
                        <a:pt x="88829" y="26629"/>
                        <a:pt x="86096" y="13314"/>
                        <a:pt x="86096" y="13314"/>
                      </a:cubicBezTo>
                      <a:cubicBezTo>
                        <a:pt x="86096" y="13314"/>
                        <a:pt x="86146" y="11476"/>
                        <a:pt x="86245" y="8942"/>
                      </a:cubicBezTo>
                      <a:cubicBezTo>
                        <a:pt x="85401" y="9290"/>
                        <a:pt x="84556" y="9638"/>
                        <a:pt x="83712" y="9986"/>
                      </a:cubicBezTo>
                      <a:cubicBezTo>
                        <a:pt x="71888" y="14705"/>
                        <a:pt x="50823" y="11774"/>
                        <a:pt x="49830" y="7651"/>
                      </a:cubicBezTo>
                      <a:cubicBezTo>
                        <a:pt x="48786" y="3527"/>
                        <a:pt x="33385" y="0"/>
                        <a:pt x="33385" y="0"/>
                      </a:cubicBezTo>
                      <a:cubicBezTo>
                        <a:pt x="33385" y="0"/>
                        <a:pt x="33882" y="9986"/>
                        <a:pt x="28219" y="12321"/>
                      </a:cubicBezTo>
                      <a:cubicBezTo>
                        <a:pt x="22555" y="14656"/>
                        <a:pt x="29759" y="22307"/>
                        <a:pt x="29759" y="24641"/>
                      </a:cubicBezTo>
                      <a:cubicBezTo>
                        <a:pt x="29759" y="26977"/>
                        <a:pt x="25138" y="30504"/>
                        <a:pt x="21512" y="28765"/>
                      </a:cubicBezTo>
                      <a:cubicBezTo>
                        <a:pt x="17935" y="27026"/>
                        <a:pt x="7651" y="37608"/>
                        <a:pt x="2484" y="41682"/>
                      </a:cubicBezTo>
                      <a:cubicBezTo>
                        <a:pt x="1888" y="42179"/>
                        <a:pt x="1043" y="43172"/>
                        <a:pt x="0" y="44514"/>
                      </a:cubicBezTo>
                      <a:cubicBezTo>
                        <a:pt x="8048" y="51668"/>
                        <a:pt x="7353" y="59815"/>
                        <a:pt x="16693" y="6761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8" name="Google Shape;708;p8"/>
                <p:cNvSpPr/>
                <p:nvPr/>
              </p:nvSpPr>
              <p:spPr>
                <a:xfrm>
                  <a:off x="4050354" y="4085199"/>
                  <a:ext cx="96345" cy="94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45" h="94094" extrusionOk="0">
                      <a:moveTo>
                        <a:pt x="15351" y="46849"/>
                      </a:moveTo>
                      <a:cubicBezTo>
                        <a:pt x="23052" y="52761"/>
                        <a:pt x="32690" y="62349"/>
                        <a:pt x="42924" y="70795"/>
                      </a:cubicBezTo>
                      <a:cubicBezTo>
                        <a:pt x="58921" y="76657"/>
                        <a:pt x="75514" y="81923"/>
                        <a:pt x="89425" y="91462"/>
                      </a:cubicBezTo>
                      <a:cubicBezTo>
                        <a:pt x="90568" y="92257"/>
                        <a:pt x="91611" y="93151"/>
                        <a:pt x="92555" y="94095"/>
                      </a:cubicBezTo>
                      <a:cubicBezTo>
                        <a:pt x="94244" y="89127"/>
                        <a:pt x="95685" y="86544"/>
                        <a:pt x="96281" y="81476"/>
                      </a:cubicBezTo>
                      <a:cubicBezTo>
                        <a:pt x="97324" y="72633"/>
                        <a:pt x="85500" y="66771"/>
                        <a:pt x="78297" y="61505"/>
                      </a:cubicBezTo>
                      <a:cubicBezTo>
                        <a:pt x="71093" y="56238"/>
                        <a:pt x="67516" y="56238"/>
                        <a:pt x="70596" y="53258"/>
                      </a:cubicBezTo>
                      <a:cubicBezTo>
                        <a:pt x="73676" y="50326"/>
                        <a:pt x="74173" y="43868"/>
                        <a:pt x="73179" y="34429"/>
                      </a:cubicBezTo>
                      <a:cubicBezTo>
                        <a:pt x="72881" y="31398"/>
                        <a:pt x="73130" y="29361"/>
                        <a:pt x="73726" y="27722"/>
                      </a:cubicBezTo>
                      <a:cubicBezTo>
                        <a:pt x="71341" y="26629"/>
                        <a:pt x="69453" y="25288"/>
                        <a:pt x="69106" y="23747"/>
                      </a:cubicBezTo>
                      <a:cubicBezTo>
                        <a:pt x="68112" y="18531"/>
                        <a:pt x="63541" y="26082"/>
                        <a:pt x="60014" y="31845"/>
                      </a:cubicBezTo>
                      <a:cubicBezTo>
                        <a:pt x="56437" y="37608"/>
                        <a:pt x="47892" y="31249"/>
                        <a:pt x="48886" y="22555"/>
                      </a:cubicBezTo>
                      <a:cubicBezTo>
                        <a:pt x="49879" y="13861"/>
                        <a:pt x="44862" y="0"/>
                        <a:pt x="42328" y="0"/>
                      </a:cubicBezTo>
                      <a:cubicBezTo>
                        <a:pt x="40738" y="0"/>
                        <a:pt x="33882" y="1143"/>
                        <a:pt x="25586" y="3329"/>
                      </a:cubicBezTo>
                      <a:cubicBezTo>
                        <a:pt x="26678" y="7552"/>
                        <a:pt x="24244" y="12122"/>
                        <a:pt x="23300" y="16743"/>
                      </a:cubicBezTo>
                      <a:cubicBezTo>
                        <a:pt x="22257" y="22058"/>
                        <a:pt x="9936" y="29659"/>
                        <a:pt x="4819" y="34379"/>
                      </a:cubicBezTo>
                      <a:cubicBezTo>
                        <a:pt x="3478" y="35571"/>
                        <a:pt x="1788" y="38602"/>
                        <a:pt x="0" y="42427"/>
                      </a:cubicBezTo>
                      <a:cubicBezTo>
                        <a:pt x="4918" y="41782"/>
                        <a:pt x="10184" y="42924"/>
                        <a:pt x="15351" y="4684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9" name="Google Shape;709;p8"/>
                <p:cNvSpPr/>
                <p:nvPr/>
              </p:nvSpPr>
              <p:spPr>
                <a:xfrm>
                  <a:off x="4012895" y="4044362"/>
                  <a:ext cx="63306" cy="83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06" h="83562" extrusionOk="0">
                      <a:moveTo>
                        <a:pt x="28169" y="74620"/>
                      </a:moveTo>
                      <a:cubicBezTo>
                        <a:pt x="29361" y="76806"/>
                        <a:pt x="30752" y="78793"/>
                        <a:pt x="32143" y="80681"/>
                      </a:cubicBezTo>
                      <a:cubicBezTo>
                        <a:pt x="33435" y="81625"/>
                        <a:pt x="34776" y="82569"/>
                        <a:pt x="36118" y="83563"/>
                      </a:cubicBezTo>
                      <a:cubicBezTo>
                        <a:pt x="36565" y="83463"/>
                        <a:pt x="37012" y="83364"/>
                        <a:pt x="37459" y="83314"/>
                      </a:cubicBezTo>
                      <a:cubicBezTo>
                        <a:pt x="39247" y="79539"/>
                        <a:pt x="40986" y="76508"/>
                        <a:pt x="42278" y="75266"/>
                      </a:cubicBezTo>
                      <a:cubicBezTo>
                        <a:pt x="47395" y="70546"/>
                        <a:pt x="59766" y="62945"/>
                        <a:pt x="60759" y="57629"/>
                      </a:cubicBezTo>
                      <a:cubicBezTo>
                        <a:pt x="61803" y="52313"/>
                        <a:pt x="64883" y="47047"/>
                        <a:pt x="62299" y="42328"/>
                      </a:cubicBezTo>
                      <a:cubicBezTo>
                        <a:pt x="59716" y="37608"/>
                        <a:pt x="59219" y="32342"/>
                        <a:pt x="59219" y="26430"/>
                      </a:cubicBezTo>
                      <a:cubicBezTo>
                        <a:pt x="59219" y="20568"/>
                        <a:pt x="45855" y="0"/>
                        <a:pt x="40738" y="0"/>
                      </a:cubicBezTo>
                      <a:cubicBezTo>
                        <a:pt x="35621" y="0"/>
                        <a:pt x="28914" y="5266"/>
                        <a:pt x="23300" y="4124"/>
                      </a:cubicBezTo>
                      <a:cubicBezTo>
                        <a:pt x="17637" y="2931"/>
                        <a:pt x="13016" y="596"/>
                        <a:pt x="12519" y="7055"/>
                      </a:cubicBezTo>
                      <a:cubicBezTo>
                        <a:pt x="12221" y="10781"/>
                        <a:pt x="5912" y="17686"/>
                        <a:pt x="0" y="23598"/>
                      </a:cubicBezTo>
                      <a:cubicBezTo>
                        <a:pt x="11029" y="39844"/>
                        <a:pt x="19326" y="58822"/>
                        <a:pt x="28169" y="7462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8"/>
                <p:cNvSpPr/>
                <p:nvPr/>
              </p:nvSpPr>
              <p:spPr>
                <a:xfrm>
                  <a:off x="3922526" y="3553220"/>
                  <a:ext cx="194231" cy="180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231" h="180539" extrusionOk="0">
                      <a:moveTo>
                        <a:pt x="177210" y="0"/>
                      </a:moveTo>
                      <a:lnTo>
                        <a:pt x="91064" y="0"/>
                      </a:lnTo>
                      <a:cubicBezTo>
                        <a:pt x="88183" y="3080"/>
                        <a:pt x="85997" y="6657"/>
                        <a:pt x="84109" y="10334"/>
                      </a:cubicBezTo>
                      <a:cubicBezTo>
                        <a:pt x="78893" y="28964"/>
                        <a:pt x="70894" y="45060"/>
                        <a:pt x="58573" y="60461"/>
                      </a:cubicBezTo>
                      <a:cubicBezTo>
                        <a:pt x="54996" y="64933"/>
                        <a:pt x="51221" y="69255"/>
                        <a:pt x="47495" y="73527"/>
                      </a:cubicBezTo>
                      <a:cubicBezTo>
                        <a:pt x="46004" y="90866"/>
                        <a:pt x="23201" y="117495"/>
                        <a:pt x="7651" y="153712"/>
                      </a:cubicBezTo>
                      <a:cubicBezTo>
                        <a:pt x="5117" y="160965"/>
                        <a:pt x="2732" y="168318"/>
                        <a:pt x="646" y="175720"/>
                      </a:cubicBezTo>
                      <a:cubicBezTo>
                        <a:pt x="348" y="177409"/>
                        <a:pt x="149" y="179049"/>
                        <a:pt x="0" y="180539"/>
                      </a:cubicBezTo>
                      <a:lnTo>
                        <a:pt x="91362" y="180539"/>
                      </a:lnTo>
                      <a:cubicBezTo>
                        <a:pt x="91362" y="180539"/>
                        <a:pt x="91362" y="145117"/>
                        <a:pt x="91362" y="139056"/>
                      </a:cubicBezTo>
                      <a:cubicBezTo>
                        <a:pt x="91362" y="132995"/>
                        <a:pt x="115557" y="125245"/>
                        <a:pt x="115557" y="119184"/>
                      </a:cubicBezTo>
                      <a:cubicBezTo>
                        <a:pt x="115557" y="113123"/>
                        <a:pt x="115557" y="48339"/>
                        <a:pt x="115557" y="48339"/>
                      </a:cubicBezTo>
                      <a:cubicBezTo>
                        <a:pt x="115557" y="48339"/>
                        <a:pt x="191071" y="50078"/>
                        <a:pt x="193357" y="48339"/>
                      </a:cubicBezTo>
                      <a:cubicBezTo>
                        <a:pt x="194549" y="47445"/>
                        <a:pt x="194301" y="28666"/>
                        <a:pt x="193903" y="10185"/>
                      </a:cubicBezTo>
                      <a:cubicBezTo>
                        <a:pt x="190972" y="4620"/>
                        <a:pt x="195046" y="0"/>
                        <a:pt x="177210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1" name="Google Shape;711;p8"/>
                <p:cNvSpPr/>
                <p:nvPr/>
              </p:nvSpPr>
              <p:spPr>
                <a:xfrm>
                  <a:off x="3922393" y="3563355"/>
                  <a:ext cx="280480" cy="352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480" h="352682" extrusionOk="0">
                      <a:moveTo>
                        <a:pt x="20998" y="304790"/>
                      </a:moveTo>
                      <a:cubicBezTo>
                        <a:pt x="29146" y="306678"/>
                        <a:pt x="42162" y="304790"/>
                        <a:pt x="42162" y="304790"/>
                      </a:cubicBezTo>
                      <a:cubicBezTo>
                        <a:pt x="42162" y="304790"/>
                        <a:pt x="53539" y="299226"/>
                        <a:pt x="60097" y="302902"/>
                      </a:cubicBezTo>
                      <a:cubicBezTo>
                        <a:pt x="66605" y="306629"/>
                        <a:pt x="73114" y="315919"/>
                        <a:pt x="73114" y="315919"/>
                      </a:cubicBezTo>
                      <a:lnTo>
                        <a:pt x="81261" y="315919"/>
                      </a:lnTo>
                      <a:cubicBezTo>
                        <a:pt x="81261" y="315919"/>
                        <a:pt x="87769" y="336437"/>
                        <a:pt x="97556" y="340163"/>
                      </a:cubicBezTo>
                      <a:cubicBezTo>
                        <a:pt x="103170" y="342299"/>
                        <a:pt x="106598" y="348112"/>
                        <a:pt x="108536" y="352682"/>
                      </a:cubicBezTo>
                      <a:cubicBezTo>
                        <a:pt x="115491" y="352484"/>
                        <a:pt x="120906" y="349850"/>
                        <a:pt x="120906" y="344137"/>
                      </a:cubicBezTo>
                      <a:cubicBezTo>
                        <a:pt x="120906" y="336983"/>
                        <a:pt x="124036" y="327494"/>
                        <a:pt x="134419" y="338225"/>
                      </a:cubicBezTo>
                      <a:cubicBezTo>
                        <a:pt x="144803" y="348906"/>
                        <a:pt x="144803" y="339418"/>
                        <a:pt x="146889" y="335840"/>
                      </a:cubicBezTo>
                      <a:cubicBezTo>
                        <a:pt x="148976" y="332264"/>
                        <a:pt x="156229" y="337033"/>
                        <a:pt x="162489" y="337033"/>
                      </a:cubicBezTo>
                      <a:cubicBezTo>
                        <a:pt x="168699" y="337033"/>
                        <a:pt x="177045" y="332264"/>
                        <a:pt x="177045" y="332264"/>
                      </a:cubicBezTo>
                      <a:cubicBezTo>
                        <a:pt x="177045" y="332264"/>
                        <a:pt x="263291" y="333456"/>
                        <a:pt x="267414" y="331071"/>
                      </a:cubicBezTo>
                      <a:cubicBezTo>
                        <a:pt x="271538" y="328687"/>
                        <a:pt x="270544" y="308467"/>
                        <a:pt x="270544" y="308467"/>
                      </a:cubicBezTo>
                      <a:lnTo>
                        <a:pt x="263291" y="300170"/>
                      </a:lnTo>
                      <a:lnTo>
                        <a:pt x="241481" y="65976"/>
                      </a:lnTo>
                      <a:lnTo>
                        <a:pt x="280480" y="65976"/>
                      </a:lnTo>
                      <a:cubicBezTo>
                        <a:pt x="238848" y="34478"/>
                        <a:pt x="203127" y="7701"/>
                        <a:pt x="198557" y="4769"/>
                      </a:cubicBezTo>
                      <a:cubicBezTo>
                        <a:pt x="196073" y="3130"/>
                        <a:pt x="194781" y="1540"/>
                        <a:pt x="194036" y="0"/>
                      </a:cubicBezTo>
                      <a:cubicBezTo>
                        <a:pt x="194433" y="18481"/>
                        <a:pt x="194682" y="37260"/>
                        <a:pt x="193489" y="38155"/>
                      </a:cubicBezTo>
                      <a:cubicBezTo>
                        <a:pt x="191204" y="39893"/>
                        <a:pt x="115690" y="38155"/>
                        <a:pt x="115690" y="38155"/>
                      </a:cubicBezTo>
                      <a:cubicBezTo>
                        <a:pt x="115690" y="38155"/>
                        <a:pt x="115690" y="102988"/>
                        <a:pt x="115690" y="108999"/>
                      </a:cubicBezTo>
                      <a:cubicBezTo>
                        <a:pt x="115690" y="115060"/>
                        <a:pt x="91495" y="122810"/>
                        <a:pt x="91495" y="128871"/>
                      </a:cubicBezTo>
                      <a:cubicBezTo>
                        <a:pt x="91495" y="134932"/>
                        <a:pt x="91495" y="170355"/>
                        <a:pt x="91495" y="170355"/>
                      </a:cubicBezTo>
                      <a:lnTo>
                        <a:pt x="133" y="170355"/>
                      </a:lnTo>
                      <a:cubicBezTo>
                        <a:pt x="-1209" y="187445"/>
                        <a:pt x="7933" y="193456"/>
                        <a:pt x="13099" y="200262"/>
                      </a:cubicBezTo>
                      <a:cubicBezTo>
                        <a:pt x="20303" y="209652"/>
                        <a:pt x="7635" y="226096"/>
                        <a:pt x="18216" y="242988"/>
                      </a:cubicBezTo>
                      <a:cubicBezTo>
                        <a:pt x="28848" y="259829"/>
                        <a:pt x="15832" y="285713"/>
                        <a:pt x="10665" y="295103"/>
                      </a:cubicBezTo>
                      <a:cubicBezTo>
                        <a:pt x="7883" y="300220"/>
                        <a:pt x="7585" y="309063"/>
                        <a:pt x="6740" y="318154"/>
                      </a:cubicBezTo>
                      <a:cubicBezTo>
                        <a:pt x="7187" y="318055"/>
                        <a:pt x="7684" y="317906"/>
                        <a:pt x="7933" y="317807"/>
                      </a:cubicBezTo>
                      <a:cubicBezTo>
                        <a:pt x="14490" y="315968"/>
                        <a:pt x="12851" y="302952"/>
                        <a:pt x="20998" y="30479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2" name="Google Shape;712;p8"/>
                <p:cNvSpPr/>
                <p:nvPr/>
              </p:nvSpPr>
              <p:spPr>
                <a:xfrm>
                  <a:off x="4030879" y="3629331"/>
                  <a:ext cx="386778" cy="411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778" h="411488" extrusionOk="0">
                      <a:moveTo>
                        <a:pt x="366841" y="171746"/>
                      </a:moveTo>
                      <a:cubicBezTo>
                        <a:pt x="366841" y="171746"/>
                        <a:pt x="366841" y="151277"/>
                        <a:pt x="355464" y="143776"/>
                      </a:cubicBezTo>
                      <a:cubicBezTo>
                        <a:pt x="344088" y="136323"/>
                        <a:pt x="329432" y="134436"/>
                        <a:pt x="329432" y="134436"/>
                      </a:cubicBezTo>
                      <a:cubicBezTo>
                        <a:pt x="329432" y="134436"/>
                        <a:pt x="321284" y="117644"/>
                        <a:pt x="314776" y="110241"/>
                      </a:cubicBezTo>
                      <a:cubicBezTo>
                        <a:pt x="310851" y="105770"/>
                        <a:pt x="234641" y="47445"/>
                        <a:pt x="171944" y="0"/>
                      </a:cubicBezTo>
                      <a:lnTo>
                        <a:pt x="132945" y="0"/>
                      </a:lnTo>
                      <a:lnTo>
                        <a:pt x="154755" y="234194"/>
                      </a:lnTo>
                      <a:lnTo>
                        <a:pt x="162008" y="242491"/>
                      </a:lnTo>
                      <a:cubicBezTo>
                        <a:pt x="162008" y="242491"/>
                        <a:pt x="163052" y="262711"/>
                        <a:pt x="158878" y="265096"/>
                      </a:cubicBezTo>
                      <a:cubicBezTo>
                        <a:pt x="154705" y="267480"/>
                        <a:pt x="68509" y="266288"/>
                        <a:pt x="68509" y="266288"/>
                      </a:cubicBezTo>
                      <a:cubicBezTo>
                        <a:pt x="68509" y="266288"/>
                        <a:pt x="60213" y="271057"/>
                        <a:pt x="53953" y="271057"/>
                      </a:cubicBezTo>
                      <a:cubicBezTo>
                        <a:pt x="47743" y="271057"/>
                        <a:pt x="40440" y="266288"/>
                        <a:pt x="38353" y="269865"/>
                      </a:cubicBezTo>
                      <a:cubicBezTo>
                        <a:pt x="36267" y="273442"/>
                        <a:pt x="36267" y="282931"/>
                        <a:pt x="25883" y="272250"/>
                      </a:cubicBezTo>
                      <a:cubicBezTo>
                        <a:pt x="15500" y="261518"/>
                        <a:pt x="12370" y="271057"/>
                        <a:pt x="12370" y="278162"/>
                      </a:cubicBezTo>
                      <a:cubicBezTo>
                        <a:pt x="12370" y="283875"/>
                        <a:pt x="6955" y="286508"/>
                        <a:pt x="0" y="286706"/>
                      </a:cubicBezTo>
                      <a:cubicBezTo>
                        <a:pt x="1441" y="290085"/>
                        <a:pt x="2086" y="292817"/>
                        <a:pt x="2086" y="292817"/>
                      </a:cubicBezTo>
                      <a:lnTo>
                        <a:pt x="6359" y="300021"/>
                      </a:lnTo>
                      <a:cubicBezTo>
                        <a:pt x="6359" y="300021"/>
                        <a:pt x="5663" y="311795"/>
                        <a:pt x="9787" y="316465"/>
                      </a:cubicBezTo>
                      <a:cubicBezTo>
                        <a:pt x="13910" y="321185"/>
                        <a:pt x="21412" y="329780"/>
                        <a:pt x="22108" y="333704"/>
                      </a:cubicBezTo>
                      <a:cubicBezTo>
                        <a:pt x="22803" y="337629"/>
                        <a:pt x="22108" y="354868"/>
                        <a:pt x="22108" y="354868"/>
                      </a:cubicBezTo>
                      <a:cubicBezTo>
                        <a:pt x="22108" y="354868"/>
                        <a:pt x="24840" y="368183"/>
                        <a:pt x="28964" y="361923"/>
                      </a:cubicBezTo>
                      <a:cubicBezTo>
                        <a:pt x="33087" y="355613"/>
                        <a:pt x="39247" y="367388"/>
                        <a:pt x="41980" y="359538"/>
                      </a:cubicBezTo>
                      <a:cubicBezTo>
                        <a:pt x="44712" y="351689"/>
                        <a:pt x="53605" y="361128"/>
                        <a:pt x="57729" y="361128"/>
                      </a:cubicBezTo>
                      <a:cubicBezTo>
                        <a:pt x="61852" y="361128"/>
                        <a:pt x="71441" y="347019"/>
                        <a:pt x="74173" y="347813"/>
                      </a:cubicBezTo>
                      <a:cubicBezTo>
                        <a:pt x="76905" y="348608"/>
                        <a:pt x="83066" y="361923"/>
                        <a:pt x="83066" y="367388"/>
                      </a:cubicBezTo>
                      <a:cubicBezTo>
                        <a:pt x="83066" y="372853"/>
                        <a:pt x="95387" y="378367"/>
                        <a:pt x="91263" y="379907"/>
                      </a:cubicBezTo>
                      <a:cubicBezTo>
                        <a:pt x="87140" y="381497"/>
                        <a:pt x="86444" y="389297"/>
                        <a:pt x="91263" y="389297"/>
                      </a:cubicBezTo>
                      <a:cubicBezTo>
                        <a:pt x="96082" y="389297"/>
                        <a:pt x="93996" y="399481"/>
                        <a:pt x="96728" y="404201"/>
                      </a:cubicBezTo>
                      <a:cubicBezTo>
                        <a:pt x="99460" y="408921"/>
                        <a:pt x="104925" y="412845"/>
                        <a:pt x="107707" y="405791"/>
                      </a:cubicBezTo>
                      <a:cubicBezTo>
                        <a:pt x="110440" y="398736"/>
                        <a:pt x="116600" y="404996"/>
                        <a:pt x="119332" y="409716"/>
                      </a:cubicBezTo>
                      <a:cubicBezTo>
                        <a:pt x="122065" y="414435"/>
                        <a:pt x="131008" y="408921"/>
                        <a:pt x="132349" y="402661"/>
                      </a:cubicBezTo>
                      <a:cubicBezTo>
                        <a:pt x="133740" y="396401"/>
                        <a:pt x="144670" y="394017"/>
                        <a:pt x="143974" y="401071"/>
                      </a:cubicBezTo>
                      <a:cubicBezTo>
                        <a:pt x="143279" y="408126"/>
                        <a:pt x="145316" y="409716"/>
                        <a:pt x="152172" y="404201"/>
                      </a:cubicBezTo>
                      <a:cubicBezTo>
                        <a:pt x="154258" y="402561"/>
                        <a:pt x="156494" y="402263"/>
                        <a:pt x="158729" y="402661"/>
                      </a:cubicBezTo>
                      <a:cubicBezTo>
                        <a:pt x="161164" y="393569"/>
                        <a:pt x="163946" y="385124"/>
                        <a:pt x="165188" y="382242"/>
                      </a:cubicBezTo>
                      <a:cubicBezTo>
                        <a:pt x="167225" y="377523"/>
                        <a:pt x="160369" y="366593"/>
                        <a:pt x="163797" y="365003"/>
                      </a:cubicBezTo>
                      <a:cubicBezTo>
                        <a:pt x="167225" y="363413"/>
                        <a:pt x="178850" y="366593"/>
                        <a:pt x="182278" y="355613"/>
                      </a:cubicBezTo>
                      <a:cubicBezTo>
                        <a:pt x="185706" y="344634"/>
                        <a:pt x="189829" y="339169"/>
                        <a:pt x="189829" y="339169"/>
                      </a:cubicBezTo>
                      <a:cubicBezTo>
                        <a:pt x="189829" y="339169"/>
                        <a:pt x="191171" y="315670"/>
                        <a:pt x="197381" y="319595"/>
                      </a:cubicBezTo>
                      <a:cubicBezTo>
                        <a:pt x="203541" y="323520"/>
                        <a:pt x="211093" y="329780"/>
                        <a:pt x="211788" y="320390"/>
                      </a:cubicBezTo>
                      <a:cubicBezTo>
                        <a:pt x="212484" y="311000"/>
                        <a:pt x="219985" y="316465"/>
                        <a:pt x="222072" y="307870"/>
                      </a:cubicBezTo>
                      <a:cubicBezTo>
                        <a:pt x="224109" y="299226"/>
                        <a:pt x="228232" y="300021"/>
                        <a:pt x="233051" y="301611"/>
                      </a:cubicBezTo>
                      <a:cubicBezTo>
                        <a:pt x="237821" y="303200"/>
                        <a:pt x="241944" y="300816"/>
                        <a:pt x="241944" y="296146"/>
                      </a:cubicBezTo>
                      <a:cubicBezTo>
                        <a:pt x="241944" y="291476"/>
                        <a:pt x="252924" y="293811"/>
                        <a:pt x="261817" y="286756"/>
                      </a:cubicBezTo>
                      <a:cubicBezTo>
                        <a:pt x="270709" y="279702"/>
                        <a:pt x="275528" y="274237"/>
                        <a:pt x="278906" y="278112"/>
                      </a:cubicBezTo>
                      <a:cubicBezTo>
                        <a:pt x="282334" y="282036"/>
                        <a:pt x="304939" y="281242"/>
                        <a:pt x="308367" y="279702"/>
                      </a:cubicBezTo>
                      <a:cubicBezTo>
                        <a:pt x="311795" y="278112"/>
                        <a:pt x="318651" y="271107"/>
                        <a:pt x="326848" y="272647"/>
                      </a:cubicBezTo>
                      <a:cubicBezTo>
                        <a:pt x="335046" y="274237"/>
                        <a:pt x="354918" y="268722"/>
                        <a:pt x="363115" y="268722"/>
                      </a:cubicBezTo>
                      <a:cubicBezTo>
                        <a:pt x="371312" y="268722"/>
                        <a:pt x="374790" y="260127"/>
                        <a:pt x="377522" y="256948"/>
                      </a:cubicBezTo>
                      <a:cubicBezTo>
                        <a:pt x="380255" y="253818"/>
                        <a:pt x="382341" y="239709"/>
                        <a:pt x="385074" y="237374"/>
                      </a:cubicBezTo>
                      <a:cubicBezTo>
                        <a:pt x="387260" y="235486"/>
                        <a:pt x="386813" y="186252"/>
                        <a:pt x="386564" y="166827"/>
                      </a:cubicBezTo>
                      <a:cubicBezTo>
                        <a:pt x="378317" y="168815"/>
                        <a:pt x="366841" y="171746"/>
                        <a:pt x="366841" y="17174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8"/>
                <p:cNvSpPr/>
                <p:nvPr/>
              </p:nvSpPr>
              <p:spPr>
                <a:xfrm>
                  <a:off x="4189608" y="3906136"/>
                  <a:ext cx="189579" cy="147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79" h="147659" extrusionOk="0">
                      <a:moveTo>
                        <a:pt x="189333" y="84919"/>
                      </a:moveTo>
                      <a:cubicBezTo>
                        <a:pt x="185855" y="81242"/>
                        <a:pt x="181185" y="80099"/>
                        <a:pt x="179943" y="80099"/>
                      </a:cubicBezTo>
                      <a:cubicBezTo>
                        <a:pt x="177906" y="80099"/>
                        <a:pt x="179446" y="67183"/>
                        <a:pt x="178403" y="65394"/>
                      </a:cubicBezTo>
                      <a:cubicBezTo>
                        <a:pt x="177359" y="63655"/>
                        <a:pt x="170702" y="68921"/>
                        <a:pt x="166579" y="67133"/>
                      </a:cubicBezTo>
                      <a:cubicBezTo>
                        <a:pt x="162455" y="65394"/>
                        <a:pt x="160915" y="57743"/>
                        <a:pt x="157338" y="57743"/>
                      </a:cubicBezTo>
                      <a:cubicBezTo>
                        <a:pt x="153761" y="57743"/>
                        <a:pt x="153215" y="53023"/>
                        <a:pt x="153215" y="47757"/>
                      </a:cubicBezTo>
                      <a:cubicBezTo>
                        <a:pt x="153215" y="42441"/>
                        <a:pt x="146558" y="37175"/>
                        <a:pt x="142434" y="33648"/>
                      </a:cubicBezTo>
                      <a:cubicBezTo>
                        <a:pt x="138310" y="30121"/>
                        <a:pt x="137317" y="20135"/>
                        <a:pt x="134734" y="18347"/>
                      </a:cubicBezTo>
                      <a:cubicBezTo>
                        <a:pt x="133243" y="17353"/>
                        <a:pt x="133839" y="10100"/>
                        <a:pt x="134584" y="4138"/>
                      </a:cubicBezTo>
                      <a:cubicBezTo>
                        <a:pt x="128176" y="4038"/>
                        <a:pt x="121866" y="3244"/>
                        <a:pt x="120177" y="1306"/>
                      </a:cubicBezTo>
                      <a:cubicBezTo>
                        <a:pt x="116749" y="-2619"/>
                        <a:pt x="111980" y="2896"/>
                        <a:pt x="103087" y="9950"/>
                      </a:cubicBezTo>
                      <a:cubicBezTo>
                        <a:pt x="94194" y="17005"/>
                        <a:pt x="83215" y="14670"/>
                        <a:pt x="83215" y="19340"/>
                      </a:cubicBezTo>
                      <a:cubicBezTo>
                        <a:pt x="83215" y="24060"/>
                        <a:pt x="79091" y="26395"/>
                        <a:pt x="74322" y="24805"/>
                      </a:cubicBezTo>
                      <a:cubicBezTo>
                        <a:pt x="69503" y="23265"/>
                        <a:pt x="65429" y="22470"/>
                        <a:pt x="63343" y="31065"/>
                      </a:cubicBezTo>
                      <a:cubicBezTo>
                        <a:pt x="61306" y="39659"/>
                        <a:pt x="53754" y="34195"/>
                        <a:pt x="53059" y="43584"/>
                      </a:cubicBezTo>
                      <a:cubicBezTo>
                        <a:pt x="52363" y="52974"/>
                        <a:pt x="44861" y="46714"/>
                        <a:pt x="38651" y="42789"/>
                      </a:cubicBezTo>
                      <a:cubicBezTo>
                        <a:pt x="32491" y="38865"/>
                        <a:pt x="31100" y="62363"/>
                        <a:pt x="31100" y="62363"/>
                      </a:cubicBezTo>
                      <a:cubicBezTo>
                        <a:pt x="31100" y="62363"/>
                        <a:pt x="26977" y="67878"/>
                        <a:pt x="23549" y="78808"/>
                      </a:cubicBezTo>
                      <a:cubicBezTo>
                        <a:pt x="20121" y="89787"/>
                        <a:pt x="8495" y="86657"/>
                        <a:pt x="5067" y="88197"/>
                      </a:cubicBezTo>
                      <a:cubicBezTo>
                        <a:pt x="1639" y="89787"/>
                        <a:pt x="8495" y="100717"/>
                        <a:pt x="6458" y="105437"/>
                      </a:cubicBezTo>
                      <a:cubicBezTo>
                        <a:pt x="5216" y="108318"/>
                        <a:pt x="2434" y="116714"/>
                        <a:pt x="0" y="125855"/>
                      </a:cubicBezTo>
                      <a:cubicBezTo>
                        <a:pt x="5067" y="126799"/>
                        <a:pt x="9837" y="131718"/>
                        <a:pt x="11277" y="134450"/>
                      </a:cubicBezTo>
                      <a:cubicBezTo>
                        <a:pt x="13314" y="138375"/>
                        <a:pt x="25685" y="153229"/>
                        <a:pt x="31845" y="145429"/>
                      </a:cubicBezTo>
                      <a:cubicBezTo>
                        <a:pt x="38005" y="137580"/>
                        <a:pt x="55096" y="136835"/>
                        <a:pt x="59219" y="141505"/>
                      </a:cubicBezTo>
                      <a:cubicBezTo>
                        <a:pt x="63343" y="146224"/>
                        <a:pt x="66075" y="143840"/>
                        <a:pt x="66770" y="139170"/>
                      </a:cubicBezTo>
                      <a:cubicBezTo>
                        <a:pt x="67466" y="134450"/>
                        <a:pt x="59915" y="117211"/>
                        <a:pt x="62647" y="112491"/>
                      </a:cubicBezTo>
                      <a:cubicBezTo>
                        <a:pt x="65379" y="107772"/>
                        <a:pt x="118786" y="110156"/>
                        <a:pt x="120873" y="114081"/>
                      </a:cubicBezTo>
                      <a:cubicBezTo>
                        <a:pt x="122910" y="118006"/>
                        <a:pt x="122910" y="106231"/>
                        <a:pt x="129766" y="107026"/>
                      </a:cubicBezTo>
                      <a:cubicBezTo>
                        <a:pt x="136622" y="107821"/>
                        <a:pt x="146905" y="111746"/>
                        <a:pt x="150979" y="110156"/>
                      </a:cubicBezTo>
                      <a:cubicBezTo>
                        <a:pt x="155103" y="108566"/>
                        <a:pt x="159872" y="99972"/>
                        <a:pt x="163995" y="99972"/>
                      </a:cubicBezTo>
                      <a:cubicBezTo>
                        <a:pt x="168119" y="99972"/>
                        <a:pt x="180439" y="99227"/>
                        <a:pt x="183172" y="95302"/>
                      </a:cubicBezTo>
                      <a:cubicBezTo>
                        <a:pt x="185905" y="91377"/>
                        <a:pt x="190723" y="91377"/>
                        <a:pt x="189333" y="85117"/>
                      </a:cubicBezTo>
                      <a:cubicBezTo>
                        <a:pt x="189382" y="85117"/>
                        <a:pt x="189382" y="85018"/>
                        <a:pt x="189333" y="8491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4" name="Google Shape;714;p8"/>
                <p:cNvSpPr/>
                <p:nvPr/>
              </p:nvSpPr>
              <p:spPr>
                <a:xfrm>
                  <a:off x="4323491" y="3672503"/>
                  <a:ext cx="357413" cy="320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13" h="320352" extrusionOk="0">
                      <a:moveTo>
                        <a:pt x="343150" y="46898"/>
                      </a:moveTo>
                      <a:cubicBezTo>
                        <a:pt x="343150" y="43073"/>
                        <a:pt x="342355" y="25734"/>
                        <a:pt x="341809" y="12867"/>
                      </a:cubicBezTo>
                      <a:lnTo>
                        <a:pt x="323427" y="24244"/>
                      </a:lnTo>
                      <a:cubicBezTo>
                        <a:pt x="323427" y="24244"/>
                        <a:pt x="318558" y="14954"/>
                        <a:pt x="308771" y="7452"/>
                      </a:cubicBezTo>
                      <a:cubicBezTo>
                        <a:pt x="299034" y="0"/>
                        <a:pt x="274591" y="0"/>
                        <a:pt x="274591" y="0"/>
                      </a:cubicBezTo>
                      <a:lnTo>
                        <a:pt x="175230" y="70845"/>
                      </a:lnTo>
                      <a:lnTo>
                        <a:pt x="132902" y="109943"/>
                      </a:lnTo>
                      <a:cubicBezTo>
                        <a:pt x="132902" y="109943"/>
                        <a:pt x="105230" y="121121"/>
                        <a:pt x="97083" y="123009"/>
                      </a:cubicBezTo>
                      <a:cubicBezTo>
                        <a:pt x="96139" y="123208"/>
                        <a:pt x="95095" y="123456"/>
                        <a:pt x="94002" y="123754"/>
                      </a:cubicBezTo>
                      <a:cubicBezTo>
                        <a:pt x="94251" y="143179"/>
                        <a:pt x="94698" y="192363"/>
                        <a:pt x="92512" y="194301"/>
                      </a:cubicBezTo>
                      <a:cubicBezTo>
                        <a:pt x="89779" y="196636"/>
                        <a:pt x="87693" y="210745"/>
                        <a:pt x="84961" y="213875"/>
                      </a:cubicBezTo>
                      <a:cubicBezTo>
                        <a:pt x="82228" y="217005"/>
                        <a:pt x="78800" y="225649"/>
                        <a:pt x="70553" y="225649"/>
                      </a:cubicBezTo>
                      <a:cubicBezTo>
                        <a:pt x="62356" y="225649"/>
                        <a:pt x="42484" y="231164"/>
                        <a:pt x="34286" y="229574"/>
                      </a:cubicBezTo>
                      <a:cubicBezTo>
                        <a:pt x="26039" y="228034"/>
                        <a:pt x="19233" y="235039"/>
                        <a:pt x="15805" y="236628"/>
                      </a:cubicBezTo>
                      <a:cubicBezTo>
                        <a:pt x="14066" y="237423"/>
                        <a:pt x="7360" y="238020"/>
                        <a:pt x="752" y="237870"/>
                      </a:cubicBezTo>
                      <a:cubicBezTo>
                        <a:pt x="7" y="243882"/>
                        <a:pt x="-540" y="251086"/>
                        <a:pt x="901" y="252079"/>
                      </a:cubicBezTo>
                      <a:cubicBezTo>
                        <a:pt x="3484" y="253868"/>
                        <a:pt x="4478" y="263853"/>
                        <a:pt x="8602" y="267381"/>
                      </a:cubicBezTo>
                      <a:cubicBezTo>
                        <a:pt x="12725" y="270908"/>
                        <a:pt x="19382" y="276174"/>
                        <a:pt x="19382" y="281490"/>
                      </a:cubicBezTo>
                      <a:cubicBezTo>
                        <a:pt x="19382" y="286806"/>
                        <a:pt x="19879" y="291476"/>
                        <a:pt x="23506" y="291476"/>
                      </a:cubicBezTo>
                      <a:cubicBezTo>
                        <a:pt x="27083" y="291476"/>
                        <a:pt x="28623" y="299127"/>
                        <a:pt x="32746" y="300866"/>
                      </a:cubicBezTo>
                      <a:cubicBezTo>
                        <a:pt x="36870" y="302604"/>
                        <a:pt x="43527" y="297338"/>
                        <a:pt x="44570" y="299127"/>
                      </a:cubicBezTo>
                      <a:cubicBezTo>
                        <a:pt x="45613" y="300866"/>
                        <a:pt x="44073" y="313832"/>
                        <a:pt x="46110" y="313832"/>
                      </a:cubicBezTo>
                      <a:cubicBezTo>
                        <a:pt x="47352" y="313832"/>
                        <a:pt x="52022" y="314975"/>
                        <a:pt x="55500" y="318651"/>
                      </a:cubicBezTo>
                      <a:cubicBezTo>
                        <a:pt x="54258" y="312391"/>
                        <a:pt x="56990" y="304095"/>
                        <a:pt x="63747" y="306380"/>
                      </a:cubicBezTo>
                      <a:cubicBezTo>
                        <a:pt x="70603" y="308715"/>
                        <a:pt x="65088" y="315770"/>
                        <a:pt x="71249" y="318949"/>
                      </a:cubicBezTo>
                      <a:cubicBezTo>
                        <a:pt x="77409" y="322079"/>
                        <a:pt x="80837" y="319744"/>
                        <a:pt x="80837" y="314230"/>
                      </a:cubicBezTo>
                      <a:cubicBezTo>
                        <a:pt x="80837" y="308715"/>
                        <a:pt x="89084" y="297785"/>
                        <a:pt x="91121" y="295401"/>
                      </a:cubicBezTo>
                      <a:cubicBezTo>
                        <a:pt x="93158" y="293066"/>
                        <a:pt x="92462" y="278162"/>
                        <a:pt x="96586" y="274237"/>
                      </a:cubicBezTo>
                      <a:cubicBezTo>
                        <a:pt x="100709" y="270312"/>
                        <a:pt x="113030" y="273442"/>
                        <a:pt x="117799" y="274237"/>
                      </a:cubicBezTo>
                      <a:cubicBezTo>
                        <a:pt x="122569" y="275032"/>
                        <a:pt x="125997" y="263257"/>
                        <a:pt x="131511" y="268772"/>
                      </a:cubicBezTo>
                      <a:cubicBezTo>
                        <a:pt x="136976" y="274237"/>
                        <a:pt x="145869" y="269567"/>
                        <a:pt x="149992" y="275032"/>
                      </a:cubicBezTo>
                      <a:cubicBezTo>
                        <a:pt x="154116" y="280496"/>
                        <a:pt x="156153" y="293811"/>
                        <a:pt x="163008" y="289141"/>
                      </a:cubicBezTo>
                      <a:cubicBezTo>
                        <a:pt x="169864" y="284421"/>
                        <a:pt x="178062" y="282881"/>
                        <a:pt x="182185" y="282881"/>
                      </a:cubicBezTo>
                      <a:cubicBezTo>
                        <a:pt x="186309" y="282881"/>
                        <a:pt x="195897" y="292271"/>
                        <a:pt x="200021" y="293860"/>
                      </a:cubicBezTo>
                      <a:cubicBezTo>
                        <a:pt x="204144" y="295450"/>
                        <a:pt x="217806" y="296990"/>
                        <a:pt x="222625" y="293860"/>
                      </a:cubicBezTo>
                      <a:cubicBezTo>
                        <a:pt x="227395" y="290731"/>
                        <a:pt x="233555" y="280546"/>
                        <a:pt x="239715" y="281341"/>
                      </a:cubicBezTo>
                      <a:cubicBezTo>
                        <a:pt x="245876" y="282136"/>
                        <a:pt x="265052" y="279751"/>
                        <a:pt x="269176" y="282136"/>
                      </a:cubicBezTo>
                      <a:cubicBezTo>
                        <a:pt x="273299" y="284471"/>
                        <a:pt x="282192" y="289986"/>
                        <a:pt x="288353" y="287601"/>
                      </a:cubicBezTo>
                      <a:cubicBezTo>
                        <a:pt x="294513" y="285266"/>
                        <a:pt x="299978" y="271951"/>
                        <a:pt x="304797" y="270362"/>
                      </a:cubicBezTo>
                      <a:cubicBezTo>
                        <a:pt x="306287" y="269865"/>
                        <a:pt x="307281" y="269964"/>
                        <a:pt x="308076" y="270262"/>
                      </a:cubicBezTo>
                      <a:cubicBezTo>
                        <a:pt x="308175" y="267232"/>
                        <a:pt x="308175" y="264300"/>
                        <a:pt x="308175" y="261717"/>
                      </a:cubicBezTo>
                      <a:cubicBezTo>
                        <a:pt x="308175" y="247608"/>
                        <a:pt x="310908" y="253073"/>
                        <a:pt x="312994" y="239013"/>
                      </a:cubicBezTo>
                      <a:cubicBezTo>
                        <a:pt x="315031" y="224904"/>
                        <a:pt x="347224" y="188041"/>
                        <a:pt x="349956" y="185706"/>
                      </a:cubicBezTo>
                      <a:cubicBezTo>
                        <a:pt x="352689" y="183371"/>
                        <a:pt x="352689" y="127729"/>
                        <a:pt x="352689" y="119879"/>
                      </a:cubicBezTo>
                      <a:cubicBezTo>
                        <a:pt x="352689" y="112030"/>
                        <a:pt x="354080" y="102640"/>
                        <a:pt x="356812" y="91661"/>
                      </a:cubicBezTo>
                      <a:cubicBezTo>
                        <a:pt x="359545" y="80681"/>
                        <a:pt x="352043" y="81476"/>
                        <a:pt x="352689" y="71292"/>
                      </a:cubicBezTo>
                      <a:cubicBezTo>
                        <a:pt x="353434" y="61008"/>
                        <a:pt x="343150" y="53158"/>
                        <a:pt x="343150" y="4689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5" name="Google Shape;715;p8"/>
                <p:cNvSpPr/>
                <p:nvPr/>
              </p:nvSpPr>
              <p:spPr>
                <a:xfrm>
                  <a:off x="4631616" y="3672503"/>
                  <a:ext cx="231479" cy="439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479" h="439942" extrusionOk="0">
                      <a:moveTo>
                        <a:pt x="231164" y="108800"/>
                      </a:moveTo>
                      <a:lnTo>
                        <a:pt x="54351" y="0"/>
                      </a:lnTo>
                      <a:lnTo>
                        <a:pt x="33684" y="12867"/>
                      </a:lnTo>
                      <a:cubicBezTo>
                        <a:pt x="34280" y="25734"/>
                        <a:pt x="35025" y="43073"/>
                        <a:pt x="35025" y="46898"/>
                      </a:cubicBezTo>
                      <a:cubicBezTo>
                        <a:pt x="35025" y="53208"/>
                        <a:pt x="45309" y="61057"/>
                        <a:pt x="44613" y="71192"/>
                      </a:cubicBezTo>
                      <a:cubicBezTo>
                        <a:pt x="43918" y="81377"/>
                        <a:pt x="51469" y="80582"/>
                        <a:pt x="48737" y="91561"/>
                      </a:cubicBezTo>
                      <a:cubicBezTo>
                        <a:pt x="46004" y="102541"/>
                        <a:pt x="44613" y="111930"/>
                        <a:pt x="44613" y="119780"/>
                      </a:cubicBezTo>
                      <a:cubicBezTo>
                        <a:pt x="44613" y="127629"/>
                        <a:pt x="44613" y="183271"/>
                        <a:pt x="41881" y="185607"/>
                      </a:cubicBezTo>
                      <a:cubicBezTo>
                        <a:pt x="39148" y="187941"/>
                        <a:pt x="6955" y="224805"/>
                        <a:pt x="4918" y="238914"/>
                      </a:cubicBezTo>
                      <a:cubicBezTo>
                        <a:pt x="2882" y="253023"/>
                        <a:pt x="99" y="247508"/>
                        <a:pt x="99" y="261618"/>
                      </a:cubicBezTo>
                      <a:cubicBezTo>
                        <a:pt x="99" y="264201"/>
                        <a:pt x="50" y="267083"/>
                        <a:pt x="0" y="270163"/>
                      </a:cubicBezTo>
                      <a:cubicBezTo>
                        <a:pt x="1788" y="270858"/>
                        <a:pt x="2583" y="273044"/>
                        <a:pt x="4918" y="275727"/>
                      </a:cubicBezTo>
                      <a:cubicBezTo>
                        <a:pt x="8346" y="279652"/>
                        <a:pt x="8346" y="286706"/>
                        <a:pt x="15202" y="286706"/>
                      </a:cubicBezTo>
                      <a:cubicBezTo>
                        <a:pt x="22058" y="286706"/>
                        <a:pt x="30256" y="304740"/>
                        <a:pt x="29610" y="311795"/>
                      </a:cubicBezTo>
                      <a:cubicBezTo>
                        <a:pt x="28914" y="318850"/>
                        <a:pt x="33038" y="322775"/>
                        <a:pt x="32342" y="335294"/>
                      </a:cubicBezTo>
                      <a:cubicBezTo>
                        <a:pt x="31646" y="347813"/>
                        <a:pt x="38502" y="365848"/>
                        <a:pt x="41930" y="368232"/>
                      </a:cubicBezTo>
                      <a:cubicBezTo>
                        <a:pt x="45358" y="370567"/>
                        <a:pt x="40539" y="372952"/>
                        <a:pt x="32342" y="372157"/>
                      </a:cubicBezTo>
                      <a:cubicBezTo>
                        <a:pt x="24145" y="371362"/>
                        <a:pt x="12470" y="371362"/>
                        <a:pt x="12470" y="375287"/>
                      </a:cubicBezTo>
                      <a:cubicBezTo>
                        <a:pt x="12470" y="379212"/>
                        <a:pt x="9042" y="384677"/>
                        <a:pt x="17935" y="394116"/>
                      </a:cubicBezTo>
                      <a:cubicBezTo>
                        <a:pt x="26877" y="403505"/>
                        <a:pt x="34379" y="406635"/>
                        <a:pt x="37111" y="416820"/>
                      </a:cubicBezTo>
                      <a:cubicBezTo>
                        <a:pt x="39844" y="427004"/>
                        <a:pt x="43272" y="436394"/>
                        <a:pt x="46004" y="438779"/>
                      </a:cubicBezTo>
                      <a:cubicBezTo>
                        <a:pt x="48737" y="441114"/>
                        <a:pt x="54201" y="440368"/>
                        <a:pt x="59021" y="432519"/>
                      </a:cubicBezTo>
                      <a:cubicBezTo>
                        <a:pt x="63839" y="424669"/>
                        <a:pt x="69304" y="439574"/>
                        <a:pt x="74074" y="432519"/>
                      </a:cubicBezTo>
                      <a:cubicBezTo>
                        <a:pt x="78843" y="425464"/>
                        <a:pt x="95337" y="426259"/>
                        <a:pt x="99411" y="423874"/>
                      </a:cubicBezTo>
                      <a:cubicBezTo>
                        <a:pt x="103534" y="421540"/>
                        <a:pt x="115855" y="415230"/>
                        <a:pt x="119979" y="411355"/>
                      </a:cubicBezTo>
                      <a:cubicBezTo>
                        <a:pt x="124102" y="407430"/>
                        <a:pt x="115209" y="401171"/>
                        <a:pt x="121370" y="397246"/>
                      </a:cubicBezTo>
                      <a:cubicBezTo>
                        <a:pt x="127530" y="393321"/>
                        <a:pt x="146707" y="400376"/>
                        <a:pt x="154258" y="389396"/>
                      </a:cubicBezTo>
                      <a:cubicBezTo>
                        <a:pt x="161760" y="378417"/>
                        <a:pt x="173435" y="366643"/>
                        <a:pt x="176863" y="362767"/>
                      </a:cubicBezTo>
                      <a:cubicBezTo>
                        <a:pt x="180291" y="358843"/>
                        <a:pt x="176863" y="355713"/>
                        <a:pt x="181632" y="350198"/>
                      </a:cubicBezTo>
                      <a:cubicBezTo>
                        <a:pt x="186402" y="344733"/>
                        <a:pt x="195990" y="338424"/>
                        <a:pt x="200809" y="341603"/>
                      </a:cubicBezTo>
                      <a:cubicBezTo>
                        <a:pt x="201902" y="342299"/>
                        <a:pt x="203293" y="342547"/>
                        <a:pt x="204833" y="342647"/>
                      </a:cubicBezTo>
                      <a:cubicBezTo>
                        <a:pt x="204386" y="342051"/>
                        <a:pt x="204088" y="341653"/>
                        <a:pt x="204088" y="341653"/>
                      </a:cubicBezTo>
                      <a:lnTo>
                        <a:pt x="206969" y="330227"/>
                      </a:lnTo>
                      <a:cubicBezTo>
                        <a:pt x="206969" y="330227"/>
                        <a:pt x="195543" y="323669"/>
                        <a:pt x="195543" y="313882"/>
                      </a:cubicBezTo>
                      <a:cubicBezTo>
                        <a:pt x="195543" y="304095"/>
                        <a:pt x="198374" y="294308"/>
                        <a:pt x="191270" y="294308"/>
                      </a:cubicBezTo>
                      <a:cubicBezTo>
                        <a:pt x="184116" y="294308"/>
                        <a:pt x="182675" y="286110"/>
                        <a:pt x="188389" y="279602"/>
                      </a:cubicBezTo>
                      <a:cubicBezTo>
                        <a:pt x="194102" y="273044"/>
                        <a:pt x="179844" y="259978"/>
                        <a:pt x="189829" y="259978"/>
                      </a:cubicBezTo>
                      <a:cubicBezTo>
                        <a:pt x="199815" y="259978"/>
                        <a:pt x="192711" y="241994"/>
                        <a:pt x="199815" y="240354"/>
                      </a:cubicBezTo>
                      <a:cubicBezTo>
                        <a:pt x="206969" y="238715"/>
                        <a:pt x="208360" y="232157"/>
                        <a:pt x="208360" y="224010"/>
                      </a:cubicBezTo>
                      <a:cubicBezTo>
                        <a:pt x="208360" y="215812"/>
                        <a:pt x="224059" y="210944"/>
                        <a:pt x="228381" y="209304"/>
                      </a:cubicBezTo>
                      <a:cubicBezTo>
                        <a:pt x="232654" y="207665"/>
                        <a:pt x="231263" y="181533"/>
                        <a:pt x="231263" y="181533"/>
                      </a:cubicBezTo>
                      <a:lnTo>
                        <a:pt x="231263" y="108800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6" name="Google Shape;716;p8"/>
                <p:cNvSpPr/>
                <p:nvPr/>
              </p:nvSpPr>
              <p:spPr>
                <a:xfrm>
                  <a:off x="4881013" y="3428820"/>
                  <a:ext cx="248160" cy="289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60" h="289041" extrusionOk="0">
                      <a:moveTo>
                        <a:pt x="247906" y="236479"/>
                      </a:moveTo>
                      <a:cubicBezTo>
                        <a:pt x="249645" y="223960"/>
                        <a:pt x="242093" y="224705"/>
                        <a:pt x="237274" y="207069"/>
                      </a:cubicBezTo>
                      <a:cubicBezTo>
                        <a:pt x="232505" y="189432"/>
                        <a:pt x="213278" y="163201"/>
                        <a:pt x="212633" y="152966"/>
                      </a:cubicBezTo>
                      <a:cubicBezTo>
                        <a:pt x="211937" y="142782"/>
                        <a:pt x="201305" y="136920"/>
                        <a:pt x="201653" y="125940"/>
                      </a:cubicBezTo>
                      <a:cubicBezTo>
                        <a:pt x="202001" y="114961"/>
                        <a:pt x="196536" y="113818"/>
                        <a:pt x="185904" y="96529"/>
                      </a:cubicBezTo>
                      <a:cubicBezTo>
                        <a:pt x="175273" y="79290"/>
                        <a:pt x="172193" y="49134"/>
                        <a:pt x="175273" y="47942"/>
                      </a:cubicBezTo>
                      <a:cubicBezTo>
                        <a:pt x="178353" y="46749"/>
                        <a:pt x="187246" y="73428"/>
                        <a:pt x="190674" y="82022"/>
                      </a:cubicBezTo>
                      <a:cubicBezTo>
                        <a:pt x="194102" y="90667"/>
                        <a:pt x="205727" y="116898"/>
                        <a:pt x="213974" y="116898"/>
                      </a:cubicBezTo>
                      <a:cubicBezTo>
                        <a:pt x="222221" y="116898"/>
                        <a:pt x="225301" y="77303"/>
                        <a:pt x="228033" y="79290"/>
                      </a:cubicBezTo>
                      <a:cubicBezTo>
                        <a:pt x="228282" y="79439"/>
                        <a:pt x="228431" y="79886"/>
                        <a:pt x="228630" y="80433"/>
                      </a:cubicBezTo>
                      <a:lnTo>
                        <a:pt x="229524" y="73279"/>
                      </a:lnTo>
                      <a:lnTo>
                        <a:pt x="232902" y="62598"/>
                      </a:lnTo>
                      <a:lnTo>
                        <a:pt x="216259" y="15947"/>
                      </a:lnTo>
                      <a:cubicBezTo>
                        <a:pt x="215067" y="18084"/>
                        <a:pt x="214173" y="19574"/>
                        <a:pt x="213676" y="20121"/>
                      </a:cubicBezTo>
                      <a:cubicBezTo>
                        <a:pt x="210943" y="23250"/>
                        <a:pt x="199616" y="15401"/>
                        <a:pt x="189034" y="18531"/>
                      </a:cubicBezTo>
                      <a:cubicBezTo>
                        <a:pt x="178403" y="21661"/>
                        <a:pt x="170206" y="17338"/>
                        <a:pt x="159922" y="11476"/>
                      </a:cubicBezTo>
                      <a:cubicBezTo>
                        <a:pt x="159474" y="11228"/>
                        <a:pt x="158928" y="11029"/>
                        <a:pt x="158382" y="10830"/>
                      </a:cubicBezTo>
                      <a:cubicBezTo>
                        <a:pt x="155947" y="12718"/>
                        <a:pt x="153264" y="14308"/>
                        <a:pt x="150284" y="15600"/>
                      </a:cubicBezTo>
                      <a:cubicBezTo>
                        <a:pt x="117395" y="29709"/>
                        <a:pt x="82072" y="31746"/>
                        <a:pt x="47544" y="39645"/>
                      </a:cubicBezTo>
                      <a:cubicBezTo>
                        <a:pt x="25238" y="44762"/>
                        <a:pt x="11973" y="21661"/>
                        <a:pt x="17140" y="5018"/>
                      </a:cubicBezTo>
                      <a:cubicBezTo>
                        <a:pt x="12668" y="3627"/>
                        <a:pt x="9439" y="1987"/>
                        <a:pt x="8148" y="0"/>
                      </a:cubicBezTo>
                      <a:cubicBezTo>
                        <a:pt x="7402" y="2285"/>
                        <a:pt x="6707" y="4471"/>
                        <a:pt x="6011" y="6607"/>
                      </a:cubicBezTo>
                      <a:cubicBezTo>
                        <a:pt x="298" y="24592"/>
                        <a:pt x="10284" y="29510"/>
                        <a:pt x="3180" y="39297"/>
                      </a:cubicBezTo>
                      <a:cubicBezTo>
                        <a:pt x="-3974" y="49084"/>
                        <a:pt x="3180" y="60561"/>
                        <a:pt x="3180" y="78545"/>
                      </a:cubicBezTo>
                      <a:lnTo>
                        <a:pt x="3180" y="282732"/>
                      </a:lnTo>
                      <a:lnTo>
                        <a:pt x="144471" y="282732"/>
                      </a:lnTo>
                      <a:cubicBezTo>
                        <a:pt x="144471" y="282732"/>
                        <a:pt x="148594" y="279602"/>
                        <a:pt x="152718" y="276472"/>
                      </a:cubicBezTo>
                      <a:cubicBezTo>
                        <a:pt x="156841" y="273342"/>
                        <a:pt x="163697" y="281192"/>
                        <a:pt x="163697" y="281192"/>
                      </a:cubicBezTo>
                      <a:lnTo>
                        <a:pt x="193804" y="281192"/>
                      </a:lnTo>
                      <a:cubicBezTo>
                        <a:pt x="193804" y="281192"/>
                        <a:pt x="199318" y="289041"/>
                        <a:pt x="206124" y="289041"/>
                      </a:cubicBezTo>
                      <a:cubicBezTo>
                        <a:pt x="212980" y="289041"/>
                        <a:pt x="208857" y="276472"/>
                        <a:pt x="219836" y="276472"/>
                      </a:cubicBezTo>
                      <a:cubicBezTo>
                        <a:pt x="230766" y="276472"/>
                        <a:pt x="228033" y="257643"/>
                        <a:pt x="234889" y="257643"/>
                      </a:cubicBezTo>
                      <a:cubicBezTo>
                        <a:pt x="241745" y="257643"/>
                        <a:pt x="240404" y="259233"/>
                        <a:pt x="247210" y="248254"/>
                      </a:cubicBezTo>
                      <a:cubicBezTo>
                        <a:pt x="247409" y="247906"/>
                        <a:pt x="247757" y="247508"/>
                        <a:pt x="247955" y="247161"/>
                      </a:cubicBezTo>
                      <a:cubicBezTo>
                        <a:pt x="247459" y="243733"/>
                        <a:pt x="247409" y="240205"/>
                        <a:pt x="247906" y="23647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8"/>
                <p:cNvSpPr/>
                <p:nvPr/>
              </p:nvSpPr>
              <p:spPr>
                <a:xfrm>
                  <a:off x="4540552" y="4249443"/>
                  <a:ext cx="111592" cy="158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92" h="158828" extrusionOk="0">
                      <a:moveTo>
                        <a:pt x="105720" y="71640"/>
                      </a:moveTo>
                      <a:cubicBezTo>
                        <a:pt x="98566" y="66721"/>
                        <a:pt x="92853" y="55245"/>
                        <a:pt x="101448" y="50326"/>
                      </a:cubicBezTo>
                      <a:cubicBezTo>
                        <a:pt x="110043" y="45408"/>
                        <a:pt x="111483" y="35571"/>
                        <a:pt x="104329" y="29014"/>
                      </a:cubicBezTo>
                      <a:cubicBezTo>
                        <a:pt x="97175" y="22456"/>
                        <a:pt x="81426" y="35571"/>
                        <a:pt x="81426" y="29014"/>
                      </a:cubicBezTo>
                      <a:cubicBezTo>
                        <a:pt x="81426" y="25437"/>
                        <a:pt x="82718" y="12619"/>
                        <a:pt x="83861" y="1689"/>
                      </a:cubicBezTo>
                      <a:cubicBezTo>
                        <a:pt x="67268" y="1093"/>
                        <a:pt x="49432" y="0"/>
                        <a:pt x="49432" y="0"/>
                      </a:cubicBezTo>
                      <a:lnTo>
                        <a:pt x="45160" y="1391"/>
                      </a:lnTo>
                      <a:cubicBezTo>
                        <a:pt x="46153" y="20618"/>
                        <a:pt x="44216" y="35522"/>
                        <a:pt x="44216" y="35522"/>
                      </a:cubicBezTo>
                      <a:cubicBezTo>
                        <a:pt x="44216" y="35522"/>
                        <a:pt x="18432" y="37161"/>
                        <a:pt x="12718" y="37161"/>
                      </a:cubicBezTo>
                      <a:cubicBezTo>
                        <a:pt x="11476" y="37161"/>
                        <a:pt x="7552" y="37757"/>
                        <a:pt x="2037" y="38751"/>
                      </a:cubicBezTo>
                      <a:cubicBezTo>
                        <a:pt x="1789" y="39198"/>
                        <a:pt x="1490" y="39546"/>
                        <a:pt x="1242" y="39943"/>
                      </a:cubicBezTo>
                      <a:lnTo>
                        <a:pt x="1242" y="49382"/>
                      </a:lnTo>
                      <a:cubicBezTo>
                        <a:pt x="1242" y="49830"/>
                        <a:pt x="1143" y="50277"/>
                        <a:pt x="1093" y="50724"/>
                      </a:cubicBezTo>
                      <a:cubicBezTo>
                        <a:pt x="3428" y="52910"/>
                        <a:pt x="6160" y="55245"/>
                        <a:pt x="7005" y="57630"/>
                      </a:cubicBezTo>
                      <a:cubicBezTo>
                        <a:pt x="7949" y="60461"/>
                        <a:pt x="3825" y="61256"/>
                        <a:pt x="0" y="62647"/>
                      </a:cubicBezTo>
                      <a:cubicBezTo>
                        <a:pt x="696" y="65032"/>
                        <a:pt x="1192" y="67516"/>
                        <a:pt x="1192" y="69950"/>
                      </a:cubicBezTo>
                      <a:lnTo>
                        <a:pt x="1192" y="77651"/>
                      </a:lnTo>
                      <a:cubicBezTo>
                        <a:pt x="1192" y="78942"/>
                        <a:pt x="1043" y="80234"/>
                        <a:pt x="845" y="81426"/>
                      </a:cubicBezTo>
                      <a:cubicBezTo>
                        <a:pt x="1838" y="82768"/>
                        <a:pt x="2732" y="84109"/>
                        <a:pt x="3428" y="85550"/>
                      </a:cubicBezTo>
                      <a:cubicBezTo>
                        <a:pt x="4670" y="88034"/>
                        <a:pt x="5515" y="90320"/>
                        <a:pt x="6111" y="92704"/>
                      </a:cubicBezTo>
                      <a:cubicBezTo>
                        <a:pt x="9290" y="95933"/>
                        <a:pt x="11874" y="100007"/>
                        <a:pt x="12917" y="104280"/>
                      </a:cubicBezTo>
                      <a:cubicBezTo>
                        <a:pt x="13265" y="105671"/>
                        <a:pt x="13612" y="107012"/>
                        <a:pt x="14060" y="108403"/>
                      </a:cubicBezTo>
                      <a:cubicBezTo>
                        <a:pt x="14507" y="109297"/>
                        <a:pt x="14904" y="110192"/>
                        <a:pt x="15451" y="111036"/>
                      </a:cubicBezTo>
                      <a:cubicBezTo>
                        <a:pt x="18034" y="115160"/>
                        <a:pt x="18978" y="120028"/>
                        <a:pt x="18779" y="124847"/>
                      </a:cubicBezTo>
                      <a:cubicBezTo>
                        <a:pt x="25685" y="130561"/>
                        <a:pt x="32988" y="135827"/>
                        <a:pt x="37708" y="144471"/>
                      </a:cubicBezTo>
                      <a:cubicBezTo>
                        <a:pt x="40241" y="149042"/>
                        <a:pt x="42228" y="153861"/>
                        <a:pt x="44017" y="158829"/>
                      </a:cubicBezTo>
                      <a:cubicBezTo>
                        <a:pt x="44961" y="158531"/>
                        <a:pt x="45955" y="158382"/>
                        <a:pt x="47048" y="158382"/>
                      </a:cubicBezTo>
                      <a:cubicBezTo>
                        <a:pt x="58524" y="158382"/>
                        <a:pt x="54202" y="150185"/>
                        <a:pt x="49929" y="137069"/>
                      </a:cubicBezTo>
                      <a:cubicBezTo>
                        <a:pt x="45656" y="123953"/>
                        <a:pt x="57083" y="125593"/>
                        <a:pt x="64237" y="125593"/>
                      </a:cubicBezTo>
                      <a:cubicBezTo>
                        <a:pt x="71391" y="125593"/>
                        <a:pt x="68510" y="110838"/>
                        <a:pt x="74272" y="110838"/>
                      </a:cubicBezTo>
                      <a:cubicBezTo>
                        <a:pt x="79986" y="110838"/>
                        <a:pt x="81426" y="128871"/>
                        <a:pt x="87140" y="127232"/>
                      </a:cubicBezTo>
                      <a:cubicBezTo>
                        <a:pt x="92853" y="125593"/>
                        <a:pt x="97175" y="132150"/>
                        <a:pt x="104329" y="130511"/>
                      </a:cubicBezTo>
                      <a:cubicBezTo>
                        <a:pt x="111483" y="128871"/>
                        <a:pt x="111483" y="112477"/>
                        <a:pt x="111483" y="99361"/>
                      </a:cubicBezTo>
                      <a:cubicBezTo>
                        <a:pt x="111483" y="86345"/>
                        <a:pt x="112874" y="76558"/>
                        <a:pt x="105720" y="7164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8" name="Google Shape;718;p8"/>
                <p:cNvSpPr/>
                <p:nvPr/>
              </p:nvSpPr>
              <p:spPr>
                <a:xfrm>
                  <a:off x="4540601" y="4250884"/>
                  <a:ext cx="45347" cy="37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7" h="37359" extrusionOk="0">
                      <a:moveTo>
                        <a:pt x="45060" y="0"/>
                      </a:moveTo>
                      <a:lnTo>
                        <a:pt x="39347" y="1838"/>
                      </a:lnTo>
                      <a:lnTo>
                        <a:pt x="17190" y="1838"/>
                      </a:lnTo>
                      <a:cubicBezTo>
                        <a:pt x="15500" y="6508"/>
                        <a:pt x="12271" y="10383"/>
                        <a:pt x="8396" y="13364"/>
                      </a:cubicBezTo>
                      <a:cubicBezTo>
                        <a:pt x="7353" y="16196"/>
                        <a:pt x="5266" y="18630"/>
                        <a:pt x="2037" y="19822"/>
                      </a:cubicBezTo>
                      <a:cubicBezTo>
                        <a:pt x="1341" y="20071"/>
                        <a:pt x="795" y="20419"/>
                        <a:pt x="199" y="20766"/>
                      </a:cubicBezTo>
                      <a:cubicBezTo>
                        <a:pt x="248" y="23598"/>
                        <a:pt x="149" y="26579"/>
                        <a:pt x="0" y="29659"/>
                      </a:cubicBezTo>
                      <a:cubicBezTo>
                        <a:pt x="50" y="29858"/>
                        <a:pt x="99" y="30007"/>
                        <a:pt x="149" y="30206"/>
                      </a:cubicBezTo>
                      <a:cubicBezTo>
                        <a:pt x="398" y="30305"/>
                        <a:pt x="646" y="30355"/>
                        <a:pt x="944" y="30404"/>
                      </a:cubicBezTo>
                      <a:cubicBezTo>
                        <a:pt x="4521" y="30653"/>
                        <a:pt x="3676" y="34031"/>
                        <a:pt x="1788" y="37360"/>
                      </a:cubicBezTo>
                      <a:cubicBezTo>
                        <a:pt x="7353" y="36366"/>
                        <a:pt x="11228" y="35770"/>
                        <a:pt x="12470" y="35770"/>
                      </a:cubicBezTo>
                      <a:cubicBezTo>
                        <a:pt x="18183" y="35770"/>
                        <a:pt x="43967" y="34131"/>
                        <a:pt x="43967" y="34131"/>
                      </a:cubicBezTo>
                      <a:cubicBezTo>
                        <a:pt x="43967" y="34131"/>
                        <a:pt x="46104" y="19177"/>
                        <a:pt x="45060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9" name="Google Shape;719;p8"/>
                <p:cNvSpPr/>
                <p:nvPr/>
              </p:nvSpPr>
              <p:spPr>
                <a:xfrm>
                  <a:off x="4584469" y="4211835"/>
                  <a:ext cx="154649" cy="23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649" h="233895" extrusionOk="0">
                      <a:moveTo>
                        <a:pt x="154059" y="3080"/>
                      </a:moveTo>
                      <a:lnTo>
                        <a:pt x="154059" y="3279"/>
                      </a:lnTo>
                      <a:lnTo>
                        <a:pt x="134038" y="0"/>
                      </a:lnTo>
                      <a:lnTo>
                        <a:pt x="124052" y="3279"/>
                      </a:lnTo>
                      <a:lnTo>
                        <a:pt x="111185" y="6558"/>
                      </a:lnTo>
                      <a:cubicBezTo>
                        <a:pt x="111185" y="6558"/>
                        <a:pt x="112626" y="17984"/>
                        <a:pt x="106913" y="26181"/>
                      </a:cubicBezTo>
                      <a:cubicBezTo>
                        <a:pt x="101199" y="34379"/>
                        <a:pt x="99759" y="52363"/>
                        <a:pt x="99759" y="52363"/>
                      </a:cubicBezTo>
                      <a:cubicBezTo>
                        <a:pt x="99759" y="52363"/>
                        <a:pt x="74074" y="37658"/>
                        <a:pt x="66920" y="39297"/>
                      </a:cubicBezTo>
                      <a:cubicBezTo>
                        <a:pt x="63839" y="39993"/>
                        <a:pt x="52214" y="39794"/>
                        <a:pt x="39893" y="39347"/>
                      </a:cubicBezTo>
                      <a:cubicBezTo>
                        <a:pt x="38701" y="50277"/>
                        <a:pt x="37459" y="63094"/>
                        <a:pt x="37459" y="66671"/>
                      </a:cubicBezTo>
                      <a:cubicBezTo>
                        <a:pt x="37459" y="73229"/>
                        <a:pt x="53208" y="60113"/>
                        <a:pt x="60362" y="66671"/>
                      </a:cubicBezTo>
                      <a:cubicBezTo>
                        <a:pt x="67516" y="73229"/>
                        <a:pt x="66125" y="83066"/>
                        <a:pt x="57480" y="87984"/>
                      </a:cubicBezTo>
                      <a:cubicBezTo>
                        <a:pt x="48885" y="92902"/>
                        <a:pt x="54599" y="104379"/>
                        <a:pt x="61753" y="109297"/>
                      </a:cubicBezTo>
                      <a:cubicBezTo>
                        <a:pt x="68907" y="114216"/>
                        <a:pt x="67466" y="124052"/>
                        <a:pt x="67466" y="137168"/>
                      </a:cubicBezTo>
                      <a:cubicBezTo>
                        <a:pt x="67466" y="150284"/>
                        <a:pt x="67466" y="166628"/>
                        <a:pt x="60312" y="168318"/>
                      </a:cubicBezTo>
                      <a:cubicBezTo>
                        <a:pt x="53158" y="169957"/>
                        <a:pt x="48836" y="163399"/>
                        <a:pt x="43123" y="165039"/>
                      </a:cubicBezTo>
                      <a:cubicBezTo>
                        <a:pt x="37409" y="166678"/>
                        <a:pt x="35969" y="148644"/>
                        <a:pt x="30255" y="148644"/>
                      </a:cubicBezTo>
                      <a:cubicBezTo>
                        <a:pt x="24542" y="148644"/>
                        <a:pt x="27424" y="163399"/>
                        <a:pt x="20220" y="163399"/>
                      </a:cubicBezTo>
                      <a:cubicBezTo>
                        <a:pt x="13066" y="163399"/>
                        <a:pt x="1590" y="161760"/>
                        <a:pt x="5912" y="174875"/>
                      </a:cubicBezTo>
                      <a:cubicBezTo>
                        <a:pt x="10234" y="187991"/>
                        <a:pt x="14507" y="196188"/>
                        <a:pt x="3030" y="196188"/>
                      </a:cubicBezTo>
                      <a:cubicBezTo>
                        <a:pt x="1938" y="196188"/>
                        <a:pt x="944" y="196387"/>
                        <a:pt x="0" y="196635"/>
                      </a:cubicBezTo>
                      <a:cubicBezTo>
                        <a:pt x="2832" y="204535"/>
                        <a:pt x="5068" y="212732"/>
                        <a:pt x="7303" y="220830"/>
                      </a:cubicBezTo>
                      <a:cubicBezTo>
                        <a:pt x="10135" y="225103"/>
                        <a:pt x="12420" y="229524"/>
                        <a:pt x="14308" y="233896"/>
                      </a:cubicBezTo>
                      <a:cubicBezTo>
                        <a:pt x="23847" y="226444"/>
                        <a:pt x="33634" y="219836"/>
                        <a:pt x="36018" y="220731"/>
                      </a:cubicBezTo>
                      <a:cubicBezTo>
                        <a:pt x="40291" y="222370"/>
                        <a:pt x="43172" y="230567"/>
                        <a:pt x="51767" y="222370"/>
                      </a:cubicBezTo>
                      <a:cubicBezTo>
                        <a:pt x="60362" y="214173"/>
                        <a:pt x="70397" y="215812"/>
                        <a:pt x="70397" y="224009"/>
                      </a:cubicBezTo>
                      <a:cubicBezTo>
                        <a:pt x="70397" y="232207"/>
                        <a:pt x="73279" y="230567"/>
                        <a:pt x="80433" y="222370"/>
                      </a:cubicBezTo>
                      <a:cubicBezTo>
                        <a:pt x="87587" y="214173"/>
                        <a:pt x="94741" y="224009"/>
                        <a:pt x="94741" y="207615"/>
                      </a:cubicBezTo>
                      <a:cubicBezTo>
                        <a:pt x="94741" y="191220"/>
                        <a:pt x="103335" y="205975"/>
                        <a:pt x="103335" y="187991"/>
                      </a:cubicBezTo>
                      <a:cubicBezTo>
                        <a:pt x="103335" y="169957"/>
                        <a:pt x="104776" y="151923"/>
                        <a:pt x="104776" y="143726"/>
                      </a:cubicBezTo>
                      <a:cubicBezTo>
                        <a:pt x="104776" y="135528"/>
                        <a:pt x="124847" y="127331"/>
                        <a:pt x="124847" y="114265"/>
                      </a:cubicBezTo>
                      <a:cubicBezTo>
                        <a:pt x="124847" y="101150"/>
                        <a:pt x="142037" y="74968"/>
                        <a:pt x="142037" y="58573"/>
                      </a:cubicBezTo>
                      <a:cubicBezTo>
                        <a:pt x="142037" y="42179"/>
                        <a:pt x="146359" y="38900"/>
                        <a:pt x="150631" y="30703"/>
                      </a:cubicBezTo>
                      <a:cubicBezTo>
                        <a:pt x="153562" y="24890"/>
                        <a:pt x="155748" y="13761"/>
                        <a:pt x="154059" y="308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8"/>
                <p:cNvSpPr/>
                <p:nvPr/>
              </p:nvSpPr>
              <p:spPr>
                <a:xfrm>
                  <a:off x="4816386" y="3675683"/>
                  <a:ext cx="378955" cy="5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55" h="539243" extrusionOk="0">
                      <a:moveTo>
                        <a:pt x="299516" y="10781"/>
                      </a:moveTo>
                      <a:cubicBezTo>
                        <a:pt x="292660" y="10781"/>
                        <a:pt x="295393" y="29610"/>
                        <a:pt x="284463" y="29610"/>
                      </a:cubicBezTo>
                      <a:cubicBezTo>
                        <a:pt x="273484" y="29610"/>
                        <a:pt x="277607" y="42179"/>
                        <a:pt x="270751" y="42179"/>
                      </a:cubicBezTo>
                      <a:cubicBezTo>
                        <a:pt x="263945" y="42179"/>
                        <a:pt x="258431" y="34329"/>
                        <a:pt x="258431" y="34329"/>
                      </a:cubicBezTo>
                      <a:lnTo>
                        <a:pt x="228324" y="34329"/>
                      </a:lnTo>
                      <a:cubicBezTo>
                        <a:pt x="228324" y="34329"/>
                        <a:pt x="221468" y="26480"/>
                        <a:pt x="217345" y="29610"/>
                      </a:cubicBezTo>
                      <a:cubicBezTo>
                        <a:pt x="213221" y="32739"/>
                        <a:pt x="209098" y="35869"/>
                        <a:pt x="209098" y="35869"/>
                      </a:cubicBezTo>
                      <a:lnTo>
                        <a:pt x="67807" y="35869"/>
                      </a:lnTo>
                      <a:cubicBezTo>
                        <a:pt x="67807" y="68410"/>
                        <a:pt x="67807" y="91561"/>
                        <a:pt x="67807" y="91561"/>
                      </a:cubicBezTo>
                      <a:lnTo>
                        <a:pt x="46394" y="91561"/>
                      </a:lnTo>
                      <a:lnTo>
                        <a:pt x="46394" y="178204"/>
                      </a:lnTo>
                      <a:cubicBezTo>
                        <a:pt x="46394" y="178204"/>
                        <a:pt x="47835" y="204336"/>
                        <a:pt x="43513" y="205976"/>
                      </a:cubicBezTo>
                      <a:cubicBezTo>
                        <a:pt x="39240" y="207615"/>
                        <a:pt x="23491" y="212533"/>
                        <a:pt x="23491" y="220681"/>
                      </a:cubicBezTo>
                      <a:cubicBezTo>
                        <a:pt x="23491" y="228878"/>
                        <a:pt x="22051" y="235386"/>
                        <a:pt x="14946" y="237026"/>
                      </a:cubicBezTo>
                      <a:cubicBezTo>
                        <a:pt x="7792" y="238665"/>
                        <a:pt x="14946" y="256650"/>
                        <a:pt x="4961" y="256650"/>
                      </a:cubicBezTo>
                      <a:cubicBezTo>
                        <a:pt x="-5025" y="256650"/>
                        <a:pt x="9233" y="269716"/>
                        <a:pt x="3520" y="276274"/>
                      </a:cubicBezTo>
                      <a:cubicBezTo>
                        <a:pt x="-2193" y="282782"/>
                        <a:pt x="-753" y="290979"/>
                        <a:pt x="6401" y="290979"/>
                      </a:cubicBezTo>
                      <a:cubicBezTo>
                        <a:pt x="13555" y="290979"/>
                        <a:pt x="10674" y="300766"/>
                        <a:pt x="10674" y="310553"/>
                      </a:cubicBezTo>
                      <a:cubicBezTo>
                        <a:pt x="10674" y="320340"/>
                        <a:pt x="22100" y="326898"/>
                        <a:pt x="22100" y="326898"/>
                      </a:cubicBezTo>
                      <a:lnTo>
                        <a:pt x="19219" y="338325"/>
                      </a:lnTo>
                      <a:cubicBezTo>
                        <a:pt x="19219" y="338325"/>
                        <a:pt x="34918" y="359588"/>
                        <a:pt x="36359" y="364457"/>
                      </a:cubicBezTo>
                      <a:cubicBezTo>
                        <a:pt x="37799" y="369375"/>
                        <a:pt x="46345" y="382441"/>
                        <a:pt x="37799" y="387359"/>
                      </a:cubicBezTo>
                      <a:cubicBezTo>
                        <a:pt x="29205" y="392278"/>
                        <a:pt x="34918" y="397196"/>
                        <a:pt x="34918" y="397196"/>
                      </a:cubicBezTo>
                      <a:lnTo>
                        <a:pt x="44904" y="398835"/>
                      </a:lnTo>
                      <a:lnTo>
                        <a:pt x="47785" y="407033"/>
                      </a:lnTo>
                      <a:cubicBezTo>
                        <a:pt x="47785" y="407033"/>
                        <a:pt x="59212" y="407033"/>
                        <a:pt x="66366" y="416820"/>
                      </a:cubicBezTo>
                      <a:cubicBezTo>
                        <a:pt x="73520" y="426607"/>
                        <a:pt x="76351" y="428246"/>
                        <a:pt x="76351" y="433165"/>
                      </a:cubicBezTo>
                      <a:cubicBezTo>
                        <a:pt x="76351" y="438083"/>
                        <a:pt x="82065" y="439722"/>
                        <a:pt x="90659" y="447870"/>
                      </a:cubicBezTo>
                      <a:cubicBezTo>
                        <a:pt x="99204" y="456068"/>
                        <a:pt x="99204" y="460936"/>
                        <a:pt x="99204" y="465854"/>
                      </a:cubicBezTo>
                      <a:cubicBezTo>
                        <a:pt x="99204" y="470723"/>
                        <a:pt x="114904" y="478920"/>
                        <a:pt x="114904" y="478920"/>
                      </a:cubicBezTo>
                      <a:lnTo>
                        <a:pt x="120269" y="494172"/>
                      </a:lnTo>
                      <a:cubicBezTo>
                        <a:pt x="122952" y="495812"/>
                        <a:pt x="125088" y="497749"/>
                        <a:pt x="126280" y="501078"/>
                      </a:cubicBezTo>
                      <a:cubicBezTo>
                        <a:pt x="129162" y="509275"/>
                        <a:pt x="136316" y="514194"/>
                        <a:pt x="136316" y="514194"/>
                      </a:cubicBezTo>
                      <a:cubicBezTo>
                        <a:pt x="136316" y="514194"/>
                        <a:pt x="144911" y="520751"/>
                        <a:pt x="150624" y="514194"/>
                      </a:cubicBezTo>
                      <a:cubicBezTo>
                        <a:pt x="156337" y="507636"/>
                        <a:pt x="163491" y="515833"/>
                        <a:pt x="163491" y="515833"/>
                      </a:cubicBezTo>
                      <a:cubicBezTo>
                        <a:pt x="163491" y="515833"/>
                        <a:pt x="170645" y="509275"/>
                        <a:pt x="174967" y="512554"/>
                      </a:cubicBezTo>
                      <a:cubicBezTo>
                        <a:pt x="177899" y="514790"/>
                        <a:pt x="190666" y="526813"/>
                        <a:pt x="201745" y="538388"/>
                      </a:cubicBezTo>
                      <a:cubicBezTo>
                        <a:pt x="203385" y="537693"/>
                        <a:pt x="214116" y="533172"/>
                        <a:pt x="218885" y="532625"/>
                      </a:cubicBezTo>
                      <a:cubicBezTo>
                        <a:pt x="224002" y="532029"/>
                        <a:pt x="231206" y="542015"/>
                        <a:pt x="233243" y="538487"/>
                      </a:cubicBezTo>
                      <a:cubicBezTo>
                        <a:pt x="235279" y="534960"/>
                        <a:pt x="246110" y="529694"/>
                        <a:pt x="250184" y="532029"/>
                      </a:cubicBezTo>
                      <a:cubicBezTo>
                        <a:pt x="254307" y="534364"/>
                        <a:pt x="264045" y="534960"/>
                        <a:pt x="264541" y="530837"/>
                      </a:cubicBezTo>
                      <a:cubicBezTo>
                        <a:pt x="264889" y="528055"/>
                        <a:pt x="269261" y="525223"/>
                        <a:pt x="272391" y="522242"/>
                      </a:cubicBezTo>
                      <a:cubicBezTo>
                        <a:pt x="273832" y="520851"/>
                        <a:pt x="275024" y="519410"/>
                        <a:pt x="275372" y="517920"/>
                      </a:cubicBezTo>
                      <a:cubicBezTo>
                        <a:pt x="276415" y="513200"/>
                        <a:pt x="288736" y="505003"/>
                        <a:pt x="293853" y="503810"/>
                      </a:cubicBezTo>
                      <a:cubicBezTo>
                        <a:pt x="299020" y="502618"/>
                        <a:pt x="305180" y="502071"/>
                        <a:pt x="307714" y="505549"/>
                      </a:cubicBezTo>
                      <a:cubicBezTo>
                        <a:pt x="308906" y="507189"/>
                        <a:pt x="311142" y="508431"/>
                        <a:pt x="313477" y="509573"/>
                      </a:cubicBezTo>
                      <a:cubicBezTo>
                        <a:pt x="315216" y="494520"/>
                        <a:pt x="318147" y="486273"/>
                        <a:pt x="313874" y="486273"/>
                      </a:cubicBezTo>
                      <a:cubicBezTo>
                        <a:pt x="308161" y="486273"/>
                        <a:pt x="296685" y="479715"/>
                        <a:pt x="292412" y="466600"/>
                      </a:cubicBezTo>
                      <a:cubicBezTo>
                        <a:pt x="288090" y="453484"/>
                        <a:pt x="275223" y="445287"/>
                        <a:pt x="272391" y="437090"/>
                      </a:cubicBezTo>
                      <a:cubicBezTo>
                        <a:pt x="269509" y="428892"/>
                        <a:pt x="253761" y="430581"/>
                        <a:pt x="250879" y="423974"/>
                      </a:cubicBezTo>
                      <a:cubicBezTo>
                        <a:pt x="247998" y="417416"/>
                        <a:pt x="255152" y="417416"/>
                        <a:pt x="255152" y="409219"/>
                      </a:cubicBezTo>
                      <a:cubicBezTo>
                        <a:pt x="255152" y="401021"/>
                        <a:pt x="272341" y="405940"/>
                        <a:pt x="273782" y="404300"/>
                      </a:cubicBezTo>
                      <a:cubicBezTo>
                        <a:pt x="275223" y="402661"/>
                        <a:pt x="276663" y="384676"/>
                        <a:pt x="276663" y="374790"/>
                      </a:cubicBezTo>
                      <a:cubicBezTo>
                        <a:pt x="276663" y="364953"/>
                        <a:pt x="288140" y="355166"/>
                        <a:pt x="283817" y="350198"/>
                      </a:cubicBezTo>
                      <a:cubicBezTo>
                        <a:pt x="279545" y="345280"/>
                        <a:pt x="288090" y="343640"/>
                        <a:pt x="293853" y="338722"/>
                      </a:cubicBezTo>
                      <a:cubicBezTo>
                        <a:pt x="299566" y="333803"/>
                        <a:pt x="295294" y="319049"/>
                        <a:pt x="301007" y="312491"/>
                      </a:cubicBezTo>
                      <a:cubicBezTo>
                        <a:pt x="306720" y="305933"/>
                        <a:pt x="311042" y="292867"/>
                        <a:pt x="315315" y="292867"/>
                      </a:cubicBezTo>
                      <a:cubicBezTo>
                        <a:pt x="319637" y="292867"/>
                        <a:pt x="325350" y="286309"/>
                        <a:pt x="325350" y="279751"/>
                      </a:cubicBezTo>
                      <a:cubicBezTo>
                        <a:pt x="325350" y="273193"/>
                        <a:pt x="335386" y="260127"/>
                        <a:pt x="333945" y="248602"/>
                      </a:cubicBezTo>
                      <a:cubicBezTo>
                        <a:pt x="332504" y="237125"/>
                        <a:pt x="328182" y="222370"/>
                        <a:pt x="335386" y="212533"/>
                      </a:cubicBezTo>
                      <a:cubicBezTo>
                        <a:pt x="342540" y="202697"/>
                        <a:pt x="345421" y="194499"/>
                        <a:pt x="343981" y="186302"/>
                      </a:cubicBezTo>
                      <a:cubicBezTo>
                        <a:pt x="342540" y="178105"/>
                        <a:pt x="352575" y="176465"/>
                        <a:pt x="356848" y="171547"/>
                      </a:cubicBezTo>
                      <a:cubicBezTo>
                        <a:pt x="359878" y="168020"/>
                        <a:pt x="370808" y="162853"/>
                        <a:pt x="378956" y="147949"/>
                      </a:cubicBezTo>
                      <a:cubicBezTo>
                        <a:pt x="373739" y="140645"/>
                        <a:pt x="368175" y="134634"/>
                        <a:pt x="364548" y="132746"/>
                      </a:cubicBezTo>
                      <a:cubicBezTo>
                        <a:pt x="356301" y="128474"/>
                        <a:pt x="350836" y="111980"/>
                        <a:pt x="350836" y="91213"/>
                      </a:cubicBezTo>
                      <a:cubicBezTo>
                        <a:pt x="350836" y="70447"/>
                        <a:pt x="346365" y="53953"/>
                        <a:pt x="345720" y="47346"/>
                      </a:cubicBezTo>
                      <a:cubicBezTo>
                        <a:pt x="345024" y="40688"/>
                        <a:pt x="336131" y="26579"/>
                        <a:pt x="325549" y="19922"/>
                      </a:cubicBezTo>
                      <a:cubicBezTo>
                        <a:pt x="318047" y="15202"/>
                        <a:pt x="313874" y="8148"/>
                        <a:pt x="312582" y="0"/>
                      </a:cubicBezTo>
                      <a:cubicBezTo>
                        <a:pt x="312384" y="348"/>
                        <a:pt x="312036" y="795"/>
                        <a:pt x="311837" y="1093"/>
                      </a:cubicBezTo>
                      <a:cubicBezTo>
                        <a:pt x="305031" y="12370"/>
                        <a:pt x="306372" y="10781"/>
                        <a:pt x="299516" y="1078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1" name="Google Shape;721;p8"/>
                <p:cNvSpPr/>
                <p:nvPr/>
              </p:nvSpPr>
              <p:spPr>
                <a:xfrm>
                  <a:off x="5270068" y="3969593"/>
                  <a:ext cx="40275" cy="50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75" h="50226" extrusionOk="0">
                      <a:moveTo>
                        <a:pt x="14102" y="6011"/>
                      </a:moveTo>
                      <a:cubicBezTo>
                        <a:pt x="12761" y="8495"/>
                        <a:pt x="7246" y="18680"/>
                        <a:pt x="2875" y="24443"/>
                      </a:cubicBezTo>
                      <a:cubicBezTo>
                        <a:pt x="-2193" y="31050"/>
                        <a:pt x="689" y="43421"/>
                        <a:pt x="2129" y="46749"/>
                      </a:cubicBezTo>
                      <a:cubicBezTo>
                        <a:pt x="3570" y="50078"/>
                        <a:pt x="10823" y="49233"/>
                        <a:pt x="15145" y="45905"/>
                      </a:cubicBezTo>
                      <a:cubicBezTo>
                        <a:pt x="18524" y="43321"/>
                        <a:pt x="21008" y="44812"/>
                        <a:pt x="26075" y="50227"/>
                      </a:cubicBezTo>
                      <a:cubicBezTo>
                        <a:pt x="28708" y="45905"/>
                        <a:pt x="32335" y="41036"/>
                        <a:pt x="35664" y="37111"/>
                      </a:cubicBezTo>
                      <a:cubicBezTo>
                        <a:pt x="29950" y="33286"/>
                        <a:pt x="24634" y="32690"/>
                        <a:pt x="23243" y="31050"/>
                      </a:cubicBezTo>
                      <a:cubicBezTo>
                        <a:pt x="20859" y="28318"/>
                        <a:pt x="30099" y="20468"/>
                        <a:pt x="36607" y="18928"/>
                      </a:cubicBezTo>
                      <a:cubicBezTo>
                        <a:pt x="43116" y="17338"/>
                        <a:pt x="40035" y="8744"/>
                        <a:pt x="34570" y="3229"/>
                      </a:cubicBezTo>
                      <a:cubicBezTo>
                        <a:pt x="33676" y="2335"/>
                        <a:pt x="32633" y="1192"/>
                        <a:pt x="31490" y="0"/>
                      </a:cubicBezTo>
                      <a:cubicBezTo>
                        <a:pt x="28410" y="2037"/>
                        <a:pt x="25926" y="3875"/>
                        <a:pt x="25231" y="5018"/>
                      </a:cubicBezTo>
                      <a:cubicBezTo>
                        <a:pt x="23492" y="7700"/>
                        <a:pt x="19666" y="6756"/>
                        <a:pt x="14102" y="601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2" name="Google Shape;722;p8"/>
                <p:cNvSpPr/>
                <p:nvPr/>
              </p:nvSpPr>
              <p:spPr>
                <a:xfrm>
                  <a:off x="5147753" y="3823930"/>
                  <a:ext cx="153805" cy="152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05" h="152457" extrusionOk="0">
                      <a:moveTo>
                        <a:pt x="25481" y="23598"/>
                      </a:moveTo>
                      <a:cubicBezTo>
                        <a:pt x="21159" y="28517"/>
                        <a:pt x="11123" y="30156"/>
                        <a:pt x="12614" y="38353"/>
                      </a:cubicBezTo>
                      <a:cubicBezTo>
                        <a:pt x="14054" y="46551"/>
                        <a:pt x="11173" y="54748"/>
                        <a:pt x="4019" y="64585"/>
                      </a:cubicBezTo>
                      <a:cubicBezTo>
                        <a:pt x="-3085" y="74372"/>
                        <a:pt x="1088" y="88978"/>
                        <a:pt x="2578" y="100405"/>
                      </a:cubicBezTo>
                      <a:cubicBezTo>
                        <a:pt x="11223" y="99709"/>
                        <a:pt x="20165" y="99560"/>
                        <a:pt x="21954" y="101547"/>
                      </a:cubicBezTo>
                      <a:cubicBezTo>
                        <a:pt x="25580" y="105671"/>
                        <a:pt x="27021" y="101547"/>
                        <a:pt x="29157" y="93300"/>
                      </a:cubicBezTo>
                      <a:cubicBezTo>
                        <a:pt x="31343" y="85053"/>
                        <a:pt x="35665" y="85848"/>
                        <a:pt x="39988" y="90021"/>
                      </a:cubicBezTo>
                      <a:cubicBezTo>
                        <a:pt x="44310" y="94145"/>
                        <a:pt x="47191" y="100752"/>
                        <a:pt x="54395" y="96629"/>
                      </a:cubicBezTo>
                      <a:cubicBezTo>
                        <a:pt x="61599" y="92505"/>
                        <a:pt x="60903" y="94989"/>
                        <a:pt x="64530" y="96629"/>
                      </a:cubicBezTo>
                      <a:cubicBezTo>
                        <a:pt x="68156" y="98268"/>
                        <a:pt x="82564" y="95784"/>
                        <a:pt x="87631" y="96629"/>
                      </a:cubicBezTo>
                      <a:cubicBezTo>
                        <a:pt x="92699" y="97473"/>
                        <a:pt x="136765" y="151128"/>
                        <a:pt x="136765" y="151128"/>
                      </a:cubicBezTo>
                      <a:cubicBezTo>
                        <a:pt x="136765" y="151128"/>
                        <a:pt x="136666" y="151327"/>
                        <a:pt x="136467" y="151675"/>
                      </a:cubicBezTo>
                      <a:cubicBezTo>
                        <a:pt x="142031" y="152370"/>
                        <a:pt x="145857" y="153364"/>
                        <a:pt x="147546" y="150780"/>
                      </a:cubicBezTo>
                      <a:cubicBezTo>
                        <a:pt x="148241" y="149688"/>
                        <a:pt x="150775" y="147800"/>
                        <a:pt x="153806" y="145763"/>
                      </a:cubicBezTo>
                      <a:cubicBezTo>
                        <a:pt x="148192" y="139702"/>
                        <a:pt x="139995" y="129815"/>
                        <a:pt x="129164" y="114116"/>
                      </a:cubicBezTo>
                      <a:cubicBezTo>
                        <a:pt x="116148" y="95287"/>
                        <a:pt x="100747" y="85103"/>
                        <a:pt x="92500" y="85103"/>
                      </a:cubicBezTo>
                      <a:cubicBezTo>
                        <a:pt x="84253" y="85103"/>
                        <a:pt x="82912" y="69056"/>
                        <a:pt x="77794" y="68261"/>
                      </a:cubicBezTo>
                      <a:cubicBezTo>
                        <a:pt x="72678" y="67466"/>
                        <a:pt x="61002" y="44365"/>
                        <a:pt x="60655" y="29461"/>
                      </a:cubicBezTo>
                      <a:cubicBezTo>
                        <a:pt x="60456" y="21065"/>
                        <a:pt x="54395" y="9439"/>
                        <a:pt x="47638" y="0"/>
                      </a:cubicBezTo>
                      <a:cubicBezTo>
                        <a:pt x="39491" y="14904"/>
                        <a:pt x="28511" y="20071"/>
                        <a:pt x="25481" y="2359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3" name="Google Shape;723;p8"/>
                <p:cNvSpPr/>
                <p:nvPr/>
              </p:nvSpPr>
              <p:spPr>
                <a:xfrm>
                  <a:off x="5066481" y="3910955"/>
                  <a:ext cx="344054" cy="30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054" h="306673" extrusionOk="0">
                      <a:moveTo>
                        <a:pt x="22295" y="202016"/>
                      </a:moveTo>
                      <a:cubicBezTo>
                        <a:pt x="25127" y="210213"/>
                        <a:pt x="38044" y="218410"/>
                        <a:pt x="42316" y="231526"/>
                      </a:cubicBezTo>
                      <a:cubicBezTo>
                        <a:pt x="46589" y="244642"/>
                        <a:pt x="58065" y="251200"/>
                        <a:pt x="63778" y="251200"/>
                      </a:cubicBezTo>
                      <a:cubicBezTo>
                        <a:pt x="68051" y="251200"/>
                        <a:pt x="65170" y="259446"/>
                        <a:pt x="63381" y="274500"/>
                      </a:cubicBezTo>
                      <a:cubicBezTo>
                        <a:pt x="66113" y="275742"/>
                        <a:pt x="69044" y="276884"/>
                        <a:pt x="70932" y="278126"/>
                      </a:cubicBezTo>
                      <a:cubicBezTo>
                        <a:pt x="74509" y="280461"/>
                        <a:pt x="89414" y="278126"/>
                        <a:pt x="94580" y="283442"/>
                      </a:cubicBezTo>
                      <a:cubicBezTo>
                        <a:pt x="99697" y="288708"/>
                        <a:pt x="116142" y="301079"/>
                        <a:pt x="121259" y="301079"/>
                      </a:cubicBezTo>
                      <a:cubicBezTo>
                        <a:pt x="126425" y="301079"/>
                        <a:pt x="144907" y="304010"/>
                        <a:pt x="147987" y="306345"/>
                      </a:cubicBezTo>
                      <a:cubicBezTo>
                        <a:pt x="151067" y="308729"/>
                        <a:pt x="155191" y="297551"/>
                        <a:pt x="163388" y="292235"/>
                      </a:cubicBezTo>
                      <a:cubicBezTo>
                        <a:pt x="171585" y="286969"/>
                        <a:pt x="181869" y="283442"/>
                        <a:pt x="183409" y="287565"/>
                      </a:cubicBezTo>
                      <a:cubicBezTo>
                        <a:pt x="184949" y="291689"/>
                        <a:pt x="190613" y="295216"/>
                        <a:pt x="194686" y="292881"/>
                      </a:cubicBezTo>
                      <a:cubicBezTo>
                        <a:pt x="196376" y="291937"/>
                        <a:pt x="201046" y="290497"/>
                        <a:pt x="206212" y="289155"/>
                      </a:cubicBezTo>
                      <a:cubicBezTo>
                        <a:pt x="213764" y="287218"/>
                        <a:pt x="222557" y="285479"/>
                        <a:pt x="224992" y="285827"/>
                      </a:cubicBezTo>
                      <a:cubicBezTo>
                        <a:pt x="229115" y="286423"/>
                        <a:pt x="240393" y="267594"/>
                        <a:pt x="255297" y="267594"/>
                      </a:cubicBezTo>
                      <a:cubicBezTo>
                        <a:pt x="270201" y="267594"/>
                        <a:pt x="274275" y="270525"/>
                        <a:pt x="280982" y="262278"/>
                      </a:cubicBezTo>
                      <a:cubicBezTo>
                        <a:pt x="287689" y="254031"/>
                        <a:pt x="338015" y="195855"/>
                        <a:pt x="342635" y="191732"/>
                      </a:cubicBezTo>
                      <a:cubicBezTo>
                        <a:pt x="347256" y="187608"/>
                        <a:pt x="339555" y="185870"/>
                        <a:pt x="334388" y="185870"/>
                      </a:cubicBezTo>
                      <a:cubicBezTo>
                        <a:pt x="329271" y="185870"/>
                        <a:pt x="318987" y="185273"/>
                        <a:pt x="302543" y="177623"/>
                      </a:cubicBezTo>
                      <a:cubicBezTo>
                        <a:pt x="286099" y="169972"/>
                        <a:pt x="260414" y="159986"/>
                        <a:pt x="255794" y="158794"/>
                      </a:cubicBezTo>
                      <a:cubicBezTo>
                        <a:pt x="251174" y="157601"/>
                        <a:pt x="244466" y="145281"/>
                        <a:pt x="240393" y="142896"/>
                      </a:cubicBezTo>
                      <a:cubicBezTo>
                        <a:pt x="236269" y="140561"/>
                        <a:pt x="228072" y="124067"/>
                        <a:pt x="225985" y="118801"/>
                      </a:cubicBezTo>
                      <a:cubicBezTo>
                        <a:pt x="225290" y="116963"/>
                        <a:pt x="226929" y="113187"/>
                        <a:pt x="229513" y="108964"/>
                      </a:cubicBezTo>
                      <a:cubicBezTo>
                        <a:pt x="224495" y="103549"/>
                        <a:pt x="221961" y="102058"/>
                        <a:pt x="218583" y="104642"/>
                      </a:cubicBezTo>
                      <a:cubicBezTo>
                        <a:pt x="214261" y="107970"/>
                        <a:pt x="207007" y="108765"/>
                        <a:pt x="205566" y="105486"/>
                      </a:cubicBezTo>
                      <a:cubicBezTo>
                        <a:pt x="204126" y="102207"/>
                        <a:pt x="201244" y="89787"/>
                        <a:pt x="206312" y="83180"/>
                      </a:cubicBezTo>
                      <a:cubicBezTo>
                        <a:pt x="211379" y="76572"/>
                        <a:pt x="217887" y="64152"/>
                        <a:pt x="217887" y="64152"/>
                      </a:cubicBezTo>
                      <a:cubicBezTo>
                        <a:pt x="217887" y="64152"/>
                        <a:pt x="173821" y="10447"/>
                        <a:pt x="168753" y="9653"/>
                      </a:cubicBezTo>
                      <a:cubicBezTo>
                        <a:pt x="163686" y="8808"/>
                        <a:pt x="149279" y="11292"/>
                        <a:pt x="145652" y="9653"/>
                      </a:cubicBezTo>
                      <a:cubicBezTo>
                        <a:pt x="142025" y="8013"/>
                        <a:pt x="142771" y="5529"/>
                        <a:pt x="135517" y="9653"/>
                      </a:cubicBezTo>
                      <a:cubicBezTo>
                        <a:pt x="128313" y="13776"/>
                        <a:pt x="125432" y="7169"/>
                        <a:pt x="121110" y="3045"/>
                      </a:cubicBezTo>
                      <a:cubicBezTo>
                        <a:pt x="116787" y="-1078"/>
                        <a:pt x="112465" y="-1923"/>
                        <a:pt x="110279" y="6324"/>
                      </a:cubicBezTo>
                      <a:cubicBezTo>
                        <a:pt x="108093" y="14571"/>
                        <a:pt x="106653" y="18694"/>
                        <a:pt x="103076" y="14571"/>
                      </a:cubicBezTo>
                      <a:cubicBezTo>
                        <a:pt x="101287" y="12534"/>
                        <a:pt x="92345" y="12733"/>
                        <a:pt x="83700" y="13428"/>
                      </a:cubicBezTo>
                      <a:cubicBezTo>
                        <a:pt x="83700" y="13478"/>
                        <a:pt x="83700" y="13577"/>
                        <a:pt x="83750" y="13627"/>
                      </a:cubicBezTo>
                      <a:cubicBezTo>
                        <a:pt x="85191" y="25103"/>
                        <a:pt x="75155" y="38219"/>
                        <a:pt x="75155" y="44777"/>
                      </a:cubicBezTo>
                      <a:cubicBezTo>
                        <a:pt x="75155" y="51334"/>
                        <a:pt x="69442" y="57892"/>
                        <a:pt x="65120" y="57892"/>
                      </a:cubicBezTo>
                      <a:cubicBezTo>
                        <a:pt x="60798" y="57892"/>
                        <a:pt x="56525" y="71008"/>
                        <a:pt x="50812" y="77516"/>
                      </a:cubicBezTo>
                      <a:cubicBezTo>
                        <a:pt x="45049" y="84074"/>
                        <a:pt x="49371" y="98829"/>
                        <a:pt x="43658" y="103747"/>
                      </a:cubicBezTo>
                      <a:cubicBezTo>
                        <a:pt x="37895" y="108666"/>
                        <a:pt x="29350" y="110305"/>
                        <a:pt x="33622" y="115224"/>
                      </a:cubicBezTo>
                      <a:cubicBezTo>
                        <a:pt x="37895" y="120142"/>
                        <a:pt x="26468" y="129979"/>
                        <a:pt x="26468" y="139816"/>
                      </a:cubicBezTo>
                      <a:cubicBezTo>
                        <a:pt x="26468" y="149652"/>
                        <a:pt x="25028" y="167687"/>
                        <a:pt x="23587" y="169326"/>
                      </a:cubicBezTo>
                      <a:cubicBezTo>
                        <a:pt x="22146" y="170965"/>
                        <a:pt x="4957" y="166047"/>
                        <a:pt x="4957" y="174244"/>
                      </a:cubicBezTo>
                      <a:cubicBezTo>
                        <a:pt x="4957" y="182442"/>
                        <a:pt x="-2197" y="182442"/>
                        <a:pt x="684" y="188999"/>
                      </a:cubicBezTo>
                      <a:cubicBezTo>
                        <a:pt x="3665" y="195458"/>
                        <a:pt x="19414" y="193818"/>
                        <a:pt x="22295" y="20201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4" name="Google Shape;724;p8"/>
                <p:cNvSpPr/>
                <p:nvPr/>
              </p:nvSpPr>
              <p:spPr>
                <a:xfrm>
                  <a:off x="5119231" y="3342040"/>
                  <a:ext cx="31839" cy="4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9" h="48525" extrusionOk="0">
                      <a:moveTo>
                        <a:pt x="28665" y="20655"/>
                      </a:moveTo>
                      <a:cubicBezTo>
                        <a:pt x="33037" y="16283"/>
                        <a:pt x="35621" y="-906"/>
                        <a:pt x="17438" y="37"/>
                      </a:cubicBezTo>
                      <a:cubicBezTo>
                        <a:pt x="17289" y="1180"/>
                        <a:pt x="17189" y="2323"/>
                        <a:pt x="17189" y="3515"/>
                      </a:cubicBezTo>
                      <a:cubicBezTo>
                        <a:pt x="17189" y="11464"/>
                        <a:pt x="6061" y="28107"/>
                        <a:pt x="0" y="43210"/>
                      </a:cubicBezTo>
                      <a:lnTo>
                        <a:pt x="10929" y="48526"/>
                      </a:lnTo>
                      <a:cubicBezTo>
                        <a:pt x="16643" y="36950"/>
                        <a:pt x="25238" y="24133"/>
                        <a:pt x="28665" y="2065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5" name="Google Shape;725;p8"/>
                <p:cNvSpPr/>
                <p:nvPr/>
              </p:nvSpPr>
              <p:spPr>
                <a:xfrm>
                  <a:off x="5130160" y="3267706"/>
                  <a:ext cx="159375" cy="145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75" h="145464" extrusionOk="0">
                      <a:moveTo>
                        <a:pt x="17736" y="94989"/>
                      </a:moveTo>
                      <a:cubicBezTo>
                        <a:pt x="14258" y="98467"/>
                        <a:pt x="5664" y="111285"/>
                        <a:pt x="0" y="122860"/>
                      </a:cubicBezTo>
                      <a:lnTo>
                        <a:pt x="1193" y="123456"/>
                      </a:lnTo>
                      <a:lnTo>
                        <a:pt x="3031" y="132895"/>
                      </a:lnTo>
                      <a:lnTo>
                        <a:pt x="24046" y="145465"/>
                      </a:lnTo>
                      <a:cubicBezTo>
                        <a:pt x="24046" y="145465"/>
                        <a:pt x="39596" y="132895"/>
                        <a:pt x="46004" y="131852"/>
                      </a:cubicBezTo>
                      <a:cubicBezTo>
                        <a:pt x="52413" y="130809"/>
                        <a:pt x="125543" y="85798"/>
                        <a:pt x="125543" y="85798"/>
                      </a:cubicBezTo>
                      <a:cubicBezTo>
                        <a:pt x="125543" y="85798"/>
                        <a:pt x="131952" y="74272"/>
                        <a:pt x="131057" y="70099"/>
                      </a:cubicBezTo>
                      <a:cubicBezTo>
                        <a:pt x="130113" y="65926"/>
                        <a:pt x="129219" y="54400"/>
                        <a:pt x="132895" y="49184"/>
                      </a:cubicBezTo>
                      <a:cubicBezTo>
                        <a:pt x="136572" y="43967"/>
                        <a:pt x="128325" y="35571"/>
                        <a:pt x="131057" y="27175"/>
                      </a:cubicBezTo>
                      <a:cubicBezTo>
                        <a:pt x="133790" y="18779"/>
                        <a:pt x="145663" y="14656"/>
                        <a:pt x="145663" y="14656"/>
                      </a:cubicBezTo>
                      <a:lnTo>
                        <a:pt x="159375" y="3130"/>
                      </a:lnTo>
                      <a:lnTo>
                        <a:pt x="150234" y="0"/>
                      </a:lnTo>
                      <a:cubicBezTo>
                        <a:pt x="150234" y="0"/>
                        <a:pt x="138361" y="5217"/>
                        <a:pt x="124649" y="4173"/>
                      </a:cubicBezTo>
                      <a:cubicBezTo>
                        <a:pt x="110937" y="3130"/>
                        <a:pt x="108204" y="14656"/>
                        <a:pt x="93549" y="14656"/>
                      </a:cubicBezTo>
                      <a:cubicBezTo>
                        <a:pt x="78893" y="14656"/>
                        <a:pt x="70696" y="18829"/>
                        <a:pt x="67019" y="13613"/>
                      </a:cubicBezTo>
                      <a:cubicBezTo>
                        <a:pt x="63343" y="8396"/>
                        <a:pt x="62448" y="11526"/>
                        <a:pt x="52363" y="16742"/>
                      </a:cubicBezTo>
                      <a:cubicBezTo>
                        <a:pt x="42328" y="21959"/>
                        <a:pt x="35919" y="20916"/>
                        <a:pt x="31348" y="16742"/>
                      </a:cubicBezTo>
                      <a:cubicBezTo>
                        <a:pt x="26778" y="12569"/>
                        <a:pt x="23102" y="17786"/>
                        <a:pt x="22207" y="23002"/>
                      </a:cubicBezTo>
                      <a:cubicBezTo>
                        <a:pt x="21363" y="27921"/>
                        <a:pt x="22704" y="39148"/>
                        <a:pt x="8495" y="41384"/>
                      </a:cubicBezTo>
                      <a:cubicBezTo>
                        <a:pt x="7552" y="46203"/>
                        <a:pt x="5863" y="51221"/>
                        <a:pt x="8297" y="54748"/>
                      </a:cubicBezTo>
                      <a:cubicBezTo>
                        <a:pt x="11923" y="59915"/>
                        <a:pt x="7552" y="66025"/>
                        <a:pt x="6508" y="74372"/>
                      </a:cubicBezTo>
                      <a:cubicBezTo>
                        <a:pt x="24691" y="73428"/>
                        <a:pt x="22108" y="90617"/>
                        <a:pt x="17736" y="9498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6" name="Google Shape;726;p8"/>
                <p:cNvSpPr/>
                <p:nvPr/>
              </p:nvSpPr>
              <p:spPr>
                <a:xfrm>
                  <a:off x="7219241" y="3239885"/>
                  <a:ext cx="81712" cy="118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12" h="118227" extrusionOk="0">
                      <a:moveTo>
                        <a:pt x="74606" y="39844"/>
                      </a:moveTo>
                      <a:cubicBezTo>
                        <a:pt x="74656" y="39148"/>
                        <a:pt x="74606" y="38453"/>
                        <a:pt x="74557" y="37708"/>
                      </a:cubicBezTo>
                      <a:cubicBezTo>
                        <a:pt x="73613" y="37111"/>
                        <a:pt x="72718" y="36515"/>
                        <a:pt x="71824" y="35770"/>
                      </a:cubicBezTo>
                      <a:cubicBezTo>
                        <a:pt x="59901" y="26033"/>
                        <a:pt x="48921" y="14109"/>
                        <a:pt x="42661" y="0"/>
                      </a:cubicBezTo>
                      <a:cubicBezTo>
                        <a:pt x="41370" y="348"/>
                        <a:pt x="39979" y="596"/>
                        <a:pt x="38389" y="596"/>
                      </a:cubicBezTo>
                      <a:cubicBezTo>
                        <a:pt x="30142" y="596"/>
                        <a:pt x="21001" y="1639"/>
                        <a:pt x="17374" y="5813"/>
                      </a:cubicBezTo>
                      <a:cubicBezTo>
                        <a:pt x="15288" y="8197"/>
                        <a:pt x="9078" y="12619"/>
                        <a:pt x="3712" y="17537"/>
                      </a:cubicBezTo>
                      <a:cubicBezTo>
                        <a:pt x="6345" y="22505"/>
                        <a:pt x="5849" y="31050"/>
                        <a:pt x="10916" y="31547"/>
                      </a:cubicBezTo>
                      <a:cubicBezTo>
                        <a:pt x="18119" y="32342"/>
                        <a:pt x="17424" y="44862"/>
                        <a:pt x="9525" y="42924"/>
                      </a:cubicBezTo>
                      <a:cubicBezTo>
                        <a:pt x="1675" y="40986"/>
                        <a:pt x="1626" y="55096"/>
                        <a:pt x="8482" y="67218"/>
                      </a:cubicBezTo>
                      <a:cubicBezTo>
                        <a:pt x="15337" y="79340"/>
                        <a:pt x="-4535" y="93101"/>
                        <a:pt x="980" y="99361"/>
                      </a:cubicBezTo>
                      <a:cubicBezTo>
                        <a:pt x="6445" y="105621"/>
                        <a:pt x="2023" y="113073"/>
                        <a:pt x="4408" y="116998"/>
                      </a:cubicBezTo>
                      <a:cubicBezTo>
                        <a:pt x="6792" y="120922"/>
                        <a:pt x="35905" y="115458"/>
                        <a:pt x="48574" y="100553"/>
                      </a:cubicBezTo>
                      <a:cubicBezTo>
                        <a:pt x="61242" y="85649"/>
                        <a:pt x="64670" y="87636"/>
                        <a:pt x="71179" y="89574"/>
                      </a:cubicBezTo>
                      <a:cubicBezTo>
                        <a:pt x="77686" y="91511"/>
                        <a:pt x="84195" y="84059"/>
                        <a:pt x="80767" y="78197"/>
                      </a:cubicBezTo>
                      <a:cubicBezTo>
                        <a:pt x="77339" y="72384"/>
                        <a:pt x="73563" y="57878"/>
                        <a:pt x="74606" y="3984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7" name="Google Shape;727;p8"/>
                <p:cNvSpPr/>
                <p:nvPr/>
              </p:nvSpPr>
              <p:spPr>
                <a:xfrm>
                  <a:off x="6349719" y="3596624"/>
                  <a:ext cx="97025" cy="148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25" h="148611" extrusionOk="0">
                      <a:moveTo>
                        <a:pt x="97026" y="123572"/>
                      </a:moveTo>
                      <a:cubicBezTo>
                        <a:pt x="92952" y="97589"/>
                        <a:pt x="90667" y="72401"/>
                        <a:pt x="87686" y="72401"/>
                      </a:cubicBezTo>
                      <a:cubicBezTo>
                        <a:pt x="83513" y="72401"/>
                        <a:pt x="77998" y="94658"/>
                        <a:pt x="71043" y="93019"/>
                      </a:cubicBezTo>
                      <a:cubicBezTo>
                        <a:pt x="64088" y="91429"/>
                        <a:pt x="64088" y="64452"/>
                        <a:pt x="72434" y="64452"/>
                      </a:cubicBezTo>
                      <a:cubicBezTo>
                        <a:pt x="80780" y="64452"/>
                        <a:pt x="90468" y="43785"/>
                        <a:pt x="90468" y="37426"/>
                      </a:cubicBezTo>
                      <a:cubicBezTo>
                        <a:pt x="90468" y="31067"/>
                        <a:pt x="82171" y="31067"/>
                        <a:pt x="73825" y="31067"/>
                      </a:cubicBezTo>
                      <a:cubicBezTo>
                        <a:pt x="65479" y="31067"/>
                        <a:pt x="47445" y="32657"/>
                        <a:pt x="47445" y="32657"/>
                      </a:cubicBezTo>
                      <a:cubicBezTo>
                        <a:pt x="47445" y="32657"/>
                        <a:pt x="36316" y="27887"/>
                        <a:pt x="36316" y="19938"/>
                      </a:cubicBezTo>
                      <a:cubicBezTo>
                        <a:pt x="36316" y="11990"/>
                        <a:pt x="32143" y="5631"/>
                        <a:pt x="21064" y="5631"/>
                      </a:cubicBezTo>
                      <a:cubicBezTo>
                        <a:pt x="9985" y="5631"/>
                        <a:pt x="9985" y="-7038"/>
                        <a:pt x="1639" y="5631"/>
                      </a:cubicBezTo>
                      <a:cubicBezTo>
                        <a:pt x="-6707" y="18349"/>
                        <a:pt x="19673" y="18349"/>
                        <a:pt x="16891" y="27887"/>
                      </a:cubicBezTo>
                      <a:cubicBezTo>
                        <a:pt x="14109" y="37376"/>
                        <a:pt x="5763" y="31067"/>
                        <a:pt x="4421" y="38966"/>
                      </a:cubicBezTo>
                      <a:cubicBezTo>
                        <a:pt x="3030" y="46915"/>
                        <a:pt x="5812" y="67582"/>
                        <a:pt x="9985" y="78661"/>
                      </a:cubicBezTo>
                      <a:cubicBezTo>
                        <a:pt x="13165" y="87256"/>
                        <a:pt x="17984" y="108916"/>
                        <a:pt x="18133" y="127149"/>
                      </a:cubicBezTo>
                      <a:cubicBezTo>
                        <a:pt x="24592" y="125758"/>
                        <a:pt x="27622" y="122280"/>
                        <a:pt x="33633" y="122280"/>
                      </a:cubicBezTo>
                      <a:cubicBezTo>
                        <a:pt x="41185" y="122280"/>
                        <a:pt x="51419" y="121138"/>
                        <a:pt x="52114" y="112096"/>
                      </a:cubicBezTo>
                      <a:cubicBezTo>
                        <a:pt x="52810" y="103104"/>
                        <a:pt x="61355" y="96447"/>
                        <a:pt x="66125" y="99179"/>
                      </a:cubicBezTo>
                      <a:cubicBezTo>
                        <a:pt x="70944" y="101911"/>
                        <a:pt x="78098" y="123870"/>
                        <a:pt x="78445" y="135247"/>
                      </a:cubicBezTo>
                      <a:cubicBezTo>
                        <a:pt x="78545" y="138874"/>
                        <a:pt x="79936" y="143643"/>
                        <a:pt x="82072" y="148611"/>
                      </a:cubicBezTo>
                      <a:cubicBezTo>
                        <a:pt x="85897" y="144289"/>
                        <a:pt x="90369" y="140861"/>
                        <a:pt x="90369" y="140861"/>
                      </a:cubicBezTo>
                      <a:cubicBezTo>
                        <a:pt x="90369" y="140861"/>
                        <a:pt x="93151" y="128838"/>
                        <a:pt x="97026" y="12357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8" name="Google Shape;728;p8"/>
                <p:cNvSpPr/>
                <p:nvPr/>
              </p:nvSpPr>
              <p:spPr>
                <a:xfrm>
                  <a:off x="5899265" y="3324143"/>
                  <a:ext cx="643263" cy="774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263" h="774072" extrusionOk="0">
                      <a:moveTo>
                        <a:pt x="637749" y="227139"/>
                      </a:moveTo>
                      <a:cubicBezTo>
                        <a:pt x="641426" y="225053"/>
                        <a:pt x="643264" y="214570"/>
                        <a:pt x="643264" y="214570"/>
                      </a:cubicBezTo>
                      <a:cubicBezTo>
                        <a:pt x="643264" y="214570"/>
                        <a:pt x="631390" y="212484"/>
                        <a:pt x="629552" y="206174"/>
                      </a:cubicBezTo>
                      <a:cubicBezTo>
                        <a:pt x="627714" y="199914"/>
                        <a:pt x="620411" y="193655"/>
                        <a:pt x="620411" y="188389"/>
                      </a:cubicBezTo>
                      <a:cubicBezTo>
                        <a:pt x="620411" y="183172"/>
                        <a:pt x="614002" y="185259"/>
                        <a:pt x="608537" y="190475"/>
                      </a:cubicBezTo>
                      <a:cubicBezTo>
                        <a:pt x="603072" y="195692"/>
                        <a:pt x="592987" y="184215"/>
                        <a:pt x="581113" y="191518"/>
                      </a:cubicBezTo>
                      <a:cubicBezTo>
                        <a:pt x="569240" y="198871"/>
                        <a:pt x="566507" y="207218"/>
                        <a:pt x="560992" y="206174"/>
                      </a:cubicBezTo>
                      <a:cubicBezTo>
                        <a:pt x="555528" y="205131"/>
                        <a:pt x="556422" y="211391"/>
                        <a:pt x="551851" y="216657"/>
                      </a:cubicBezTo>
                      <a:cubicBezTo>
                        <a:pt x="547281" y="221873"/>
                        <a:pt x="543604" y="228183"/>
                        <a:pt x="540872" y="228183"/>
                      </a:cubicBezTo>
                      <a:cubicBezTo>
                        <a:pt x="538139" y="228183"/>
                        <a:pt x="528998" y="233399"/>
                        <a:pt x="528998" y="233399"/>
                      </a:cubicBezTo>
                      <a:cubicBezTo>
                        <a:pt x="528998" y="233399"/>
                        <a:pt x="535407" y="249098"/>
                        <a:pt x="531730" y="256401"/>
                      </a:cubicBezTo>
                      <a:cubicBezTo>
                        <a:pt x="528054" y="263754"/>
                        <a:pt x="518913" y="256401"/>
                        <a:pt x="508878" y="259531"/>
                      </a:cubicBezTo>
                      <a:cubicBezTo>
                        <a:pt x="498793" y="262661"/>
                        <a:pt x="494222" y="255358"/>
                        <a:pt x="486919" y="257445"/>
                      </a:cubicBezTo>
                      <a:cubicBezTo>
                        <a:pt x="479616" y="259531"/>
                        <a:pt x="475045" y="252228"/>
                        <a:pt x="471369" y="253272"/>
                      </a:cubicBezTo>
                      <a:cubicBezTo>
                        <a:pt x="467693" y="254315"/>
                        <a:pt x="462227" y="243832"/>
                        <a:pt x="464066" y="235486"/>
                      </a:cubicBezTo>
                      <a:cubicBezTo>
                        <a:pt x="465904" y="227139"/>
                        <a:pt x="460389" y="215614"/>
                        <a:pt x="456763" y="221873"/>
                      </a:cubicBezTo>
                      <a:cubicBezTo>
                        <a:pt x="453086" y="228133"/>
                        <a:pt x="447622" y="225003"/>
                        <a:pt x="447622" y="234443"/>
                      </a:cubicBezTo>
                      <a:cubicBezTo>
                        <a:pt x="447622" y="243832"/>
                        <a:pt x="452192" y="255358"/>
                        <a:pt x="446677" y="261668"/>
                      </a:cubicBezTo>
                      <a:cubicBezTo>
                        <a:pt x="441213" y="267927"/>
                        <a:pt x="411901" y="271107"/>
                        <a:pt x="406436" y="265841"/>
                      </a:cubicBezTo>
                      <a:cubicBezTo>
                        <a:pt x="400922" y="260624"/>
                        <a:pt x="377174" y="257445"/>
                        <a:pt x="376280" y="252228"/>
                      </a:cubicBezTo>
                      <a:cubicBezTo>
                        <a:pt x="375386" y="247012"/>
                        <a:pt x="368033" y="237572"/>
                        <a:pt x="363462" y="237572"/>
                      </a:cubicBezTo>
                      <a:cubicBezTo>
                        <a:pt x="358892" y="237572"/>
                        <a:pt x="345180" y="244875"/>
                        <a:pt x="341504" y="241746"/>
                      </a:cubicBezTo>
                      <a:cubicBezTo>
                        <a:pt x="337828" y="238616"/>
                        <a:pt x="328686" y="230269"/>
                        <a:pt x="322278" y="229226"/>
                      </a:cubicBezTo>
                      <a:cubicBezTo>
                        <a:pt x="315869" y="228183"/>
                        <a:pt x="305833" y="222917"/>
                        <a:pt x="304890" y="218743"/>
                      </a:cubicBezTo>
                      <a:cubicBezTo>
                        <a:pt x="303995" y="214570"/>
                        <a:pt x="289339" y="212484"/>
                        <a:pt x="286607" y="208261"/>
                      </a:cubicBezTo>
                      <a:cubicBezTo>
                        <a:pt x="283875" y="204088"/>
                        <a:pt x="274733" y="203044"/>
                        <a:pt x="274733" y="197828"/>
                      </a:cubicBezTo>
                      <a:cubicBezTo>
                        <a:pt x="274733" y="192611"/>
                        <a:pt x="278409" y="184215"/>
                        <a:pt x="278409" y="177956"/>
                      </a:cubicBezTo>
                      <a:cubicBezTo>
                        <a:pt x="278409" y="171646"/>
                        <a:pt x="289389" y="165436"/>
                        <a:pt x="289389" y="161213"/>
                      </a:cubicBezTo>
                      <a:cubicBezTo>
                        <a:pt x="289389" y="157040"/>
                        <a:pt x="279354" y="149688"/>
                        <a:pt x="279354" y="149688"/>
                      </a:cubicBezTo>
                      <a:cubicBezTo>
                        <a:pt x="279354" y="149688"/>
                        <a:pt x="272945" y="136075"/>
                        <a:pt x="265642" y="136075"/>
                      </a:cubicBezTo>
                      <a:cubicBezTo>
                        <a:pt x="258339" y="136075"/>
                        <a:pt x="252824" y="121419"/>
                        <a:pt x="246415" y="120376"/>
                      </a:cubicBezTo>
                      <a:cubicBezTo>
                        <a:pt x="240006" y="119333"/>
                        <a:pt x="241845" y="104677"/>
                        <a:pt x="238168" y="99411"/>
                      </a:cubicBezTo>
                      <a:cubicBezTo>
                        <a:pt x="234542" y="94194"/>
                        <a:pt x="237274" y="81625"/>
                        <a:pt x="243683" y="87935"/>
                      </a:cubicBezTo>
                      <a:cubicBezTo>
                        <a:pt x="250092" y="94194"/>
                        <a:pt x="261965" y="87935"/>
                        <a:pt x="257395" y="78495"/>
                      </a:cubicBezTo>
                      <a:cubicBezTo>
                        <a:pt x="252824" y="69056"/>
                        <a:pt x="244577" y="60710"/>
                        <a:pt x="244577" y="55493"/>
                      </a:cubicBezTo>
                      <a:cubicBezTo>
                        <a:pt x="244577" y="50277"/>
                        <a:pt x="250092" y="34528"/>
                        <a:pt x="243683" y="30355"/>
                      </a:cubicBezTo>
                      <a:cubicBezTo>
                        <a:pt x="237274" y="26182"/>
                        <a:pt x="231809" y="19922"/>
                        <a:pt x="229971" y="12569"/>
                      </a:cubicBezTo>
                      <a:cubicBezTo>
                        <a:pt x="228133" y="5216"/>
                        <a:pt x="220830" y="0"/>
                        <a:pt x="220830" y="0"/>
                      </a:cubicBezTo>
                      <a:lnTo>
                        <a:pt x="211689" y="1043"/>
                      </a:lnTo>
                      <a:cubicBezTo>
                        <a:pt x="211689" y="1043"/>
                        <a:pt x="206224" y="17786"/>
                        <a:pt x="202548" y="19872"/>
                      </a:cubicBezTo>
                      <a:cubicBezTo>
                        <a:pt x="198871" y="21959"/>
                        <a:pt x="186053" y="25089"/>
                        <a:pt x="179694" y="30305"/>
                      </a:cubicBezTo>
                      <a:cubicBezTo>
                        <a:pt x="173286" y="35522"/>
                        <a:pt x="155003" y="23002"/>
                        <a:pt x="144968" y="23002"/>
                      </a:cubicBezTo>
                      <a:cubicBezTo>
                        <a:pt x="134883" y="23002"/>
                        <a:pt x="128474" y="34528"/>
                        <a:pt x="133044" y="37658"/>
                      </a:cubicBezTo>
                      <a:cubicBezTo>
                        <a:pt x="137615" y="40788"/>
                        <a:pt x="136721" y="62747"/>
                        <a:pt x="136721" y="62747"/>
                      </a:cubicBezTo>
                      <a:cubicBezTo>
                        <a:pt x="136721" y="62747"/>
                        <a:pt x="142186" y="89971"/>
                        <a:pt x="150432" y="87885"/>
                      </a:cubicBezTo>
                      <a:cubicBezTo>
                        <a:pt x="158679" y="85798"/>
                        <a:pt x="168715" y="97274"/>
                        <a:pt x="161412" y="99361"/>
                      </a:cubicBezTo>
                      <a:cubicBezTo>
                        <a:pt x="154109" y="101448"/>
                        <a:pt x="150432" y="110887"/>
                        <a:pt x="149538" y="119283"/>
                      </a:cubicBezTo>
                      <a:cubicBezTo>
                        <a:pt x="148594" y="127629"/>
                        <a:pt x="150432" y="138112"/>
                        <a:pt x="144968" y="139155"/>
                      </a:cubicBezTo>
                      <a:cubicBezTo>
                        <a:pt x="139503" y="140199"/>
                        <a:pt x="133988" y="142285"/>
                        <a:pt x="133988" y="153811"/>
                      </a:cubicBezTo>
                      <a:cubicBezTo>
                        <a:pt x="133988" y="165337"/>
                        <a:pt x="122115" y="162207"/>
                        <a:pt x="120276" y="166380"/>
                      </a:cubicBezTo>
                      <a:cubicBezTo>
                        <a:pt x="118438" y="170603"/>
                        <a:pt x="113867" y="191518"/>
                        <a:pt x="111135" y="194648"/>
                      </a:cubicBezTo>
                      <a:cubicBezTo>
                        <a:pt x="108403" y="197778"/>
                        <a:pt x="92853" y="198822"/>
                        <a:pt x="91909" y="208261"/>
                      </a:cubicBezTo>
                      <a:cubicBezTo>
                        <a:pt x="90965" y="217650"/>
                        <a:pt x="83712" y="229176"/>
                        <a:pt x="79141" y="228133"/>
                      </a:cubicBezTo>
                      <a:cubicBezTo>
                        <a:pt x="74571" y="227090"/>
                        <a:pt x="66323" y="222917"/>
                        <a:pt x="63591" y="229176"/>
                      </a:cubicBezTo>
                      <a:cubicBezTo>
                        <a:pt x="60859" y="235436"/>
                        <a:pt x="48985" y="223960"/>
                        <a:pt x="46252" y="227090"/>
                      </a:cubicBezTo>
                      <a:cubicBezTo>
                        <a:pt x="43520" y="230220"/>
                        <a:pt x="28864" y="243832"/>
                        <a:pt x="28864" y="252179"/>
                      </a:cubicBezTo>
                      <a:cubicBezTo>
                        <a:pt x="28864" y="260575"/>
                        <a:pt x="44414" y="260575"/>
                        <a:pt x="43520" y="271057"/>
                      </a:cubicBezTo>
                      <a:cubicBezTo>
                        <a:pt x="42576" y="281490"/>
                        <a:pt x="48985" y="293016"/>
                        <a:pt x="53605" y="298232"/>
                      </a:cubicBezTo>
                      <a:cubicBezTo>
                        <a:pt x="58176" y="303449"/>
                        <a:pt x="65479" y="316018"/>
                        <a:pt x="61802" y="322327"/>
                      </a:cubicBezTo>
                      <a:cubicBezTo>
                        <a:pt x="58126" y="328587"/>
                        <a:pt x="52661" y="329630"/>
                        <a:pt x="44464" y="327544"/>
                      </a:cubicBezTo>
                      <a:cubicBezTo>
                        <a:pt x="36217" y="325457"/>
                        <a:pt x="37161" y="331717"/>
                        <a:pt x="22505" y="328587"/>
                      </a:cubicBezTo>
                      <a:cubicBezTo>
                        <a:pt x="7849" y="325457"/>
                        <a:pt x="6955" y="338027"/>
                        <a:pt x="1490" y="345330"/>
                      </a:cubicBezTo>
                      <a:cubicBezTo>
                        <a:pt x="1143" y="345777"/>
                        <a:pt x="646" y="346423"/>
                        <a:pt x="0" y="347267"/>
                      </a:cubicBezTo>
                      <a:cubicBezTo>
                        <a:pt x="6906" y="353527"/>
                        <a:pt x="9787" y="364655"/>
                        <a:pt x="21313" y="369723"/>
                      </a:cubicBezTo>
                      <a:cubicBezTo>
                        <a:pt x="34677" y="375585"/>
                        <a:pt x="46650" y="359886"/>
                        <a:pt x="46650" y="371263"/>
                      </a:cubicBezTo>
                      <a:cubicBezTo>
                        <a:pt x="46650" y="382640"/>
                        <a:pt x="15152" y="380305"/>
                        <a:pt x="14457" y="383832"/>
                      </a:cubicBezTo>
                      <a:cubicBezTo>
                        <a:pt x="13762" y="387359"/>
                        <a:pt x="46948" y="433214"/>
                        <a:pt x="63790" y="429687"/>
                      </a:cubicBezTo>
                      <a:cubicBezTo>
                        <a:pt x="80582" y="426160"/>
                        <a:pt x="92902" y="405393"/>
                        <a:pt x="88084" y="402263"/>
                      </a:cubicBezTo>
                      <a:cubicBezTo>
                        <a:pt x="83314" y="399134"/>
                        <a:pt x="90816" y="386217"/>
                        <a:pt x="95287" y="388552"/>
                      </a:cubicBezTo>
                      <a:cubicBezTo>
                        <a:pt x="99709" y="390887"/>
                        <a:pt x="95983" y="411256"/>
                        <a:pt x="101100" y="415975"/>
                      </a:cubicBezTo>
                      <a:cubicBezTo>
                        <a:pt x="106217" y="420695"/>
                        <a:pt x="104527" y="429290"/>
                        <a:pt x="101100" y="440269"/>
                      </a:cubicBezTo>
                      <a:cubicBezTo>
                        <a:pt x="97672" y="451248"/>
                        <a:pt x="104527" y="472760"/>
                        <a:pt x="105521" y="484932"/>
                      </a:cubicBezTo>
                      <a:cubicBezTo>
                        <a:pt x="106515" y="496706"/>
                        <a:pt x="113271" y="513597"/>
                        <a:pt x="115855" y="531035"/>
                      </a:cubicBezTo>
                      <a:cubicBezTo>
                        <a:pt x="124052" y="534463"/>
                        <a:pt x="130411" y="542015"/>
                        <a:pt x="130461" y="553739"/>
                      </a:cubicBezTo>
                      <a:cubicBezTo>
                        <a:pt x="130511" y="564967"/>
                        <a:pt x="130560" y="576245"/>
                        <a:pt x="131107" y="587572"/>
                      </a:cubicBezTo>
                      <a:cubicBezTo>
                        <a:pt x="133293" y="593434"/>
                        <a:pt x="135528" y="598899"/>
                        <a:pt x="137714" y="603668"/>
                      </a:cubicBezTo>
                      <a:cubicBezTo>
                        <a:pt x="146955" y="623640"/>
                        <a:pt x="154109" y="662838"/>
                        <a:pt x="160319" y="672228"/>
                      </a:cubicBezTo>
                      <a:cubicBezTo>
                        <a:pt x="163350" y="676848"/>
                        <a:pt x="168765" y="686237"/>
                        <a:pt x="173434" y="696621"/>
                      </a:cubicBezTo>
                      <a:cubicBezTo>
                        <a:pt x="188438" y="721660"/>
                        <a:pt x="198076" y="750176"/>
                        <a:pt x="214372" y="774073"/>
                      </a:cubicBezTo>
                      <a:cubicBezTo>
                        <a:pt x="219488" y="771042"/>
                        <a:pt x="224606" y="764882"/>
                        <a:pt x="226394" y="758423"/>
                      </a:cubicBezTo>
                      <a:cubicBezTo>
                        <a:pt x="229474" y="747444"/>
                        <a:pt x="246962" y="743122"/>
                        <a:pt x="247955" y="733732"/>
                      </a:cubicBezTo>
                      <a:cubicBezTo>
                        <a:pt x="248999" y="724343"/>
                        <a:pt x="250688" y="716890"/>
                        <a:pt x="256848" y="715698"/>
                      </a:cubicBezTo>
                      <a:cubicBezTo>
                        <a:pt x="263009" y="714506"/>
                        <a:pt x="263009" y="707103"/>
                        <a:pt x="263009" y="696869"/>
                      </a:cubicBezTo>
                      <a:cubicBezTo>
                        <a:pt x="263009" y="686685"/>
                        <a:pt x="263704" y="672178"/>
                        <a:pt x="269864" y="663186"/>
                      </a:cubicBezTo>
                      <a:cubicBezTo>
                        <a:pt x="276025" y="654194"/>
                        <a:pt x="277069" y="629900"/>
                        <a:pt x="273293" y="620113"/>
                      </a:cubicBezTo>
                      <a:cubicBezTo>
                        <a:pt x="269517" y="610326"/>
                        <a:pt x="271553" y="596614"/>
                        <a:pt x="274982" y="586777"/>
                      </a:cubicBezTo>
                      <a:cubicBezTo>
                        <a:pt x="278409" y="576990"/>
                        <a:pt x="277019" y="565613"/>
                        <a:pt x="283527" y="564868"/>
                      </a:cubicBezTo>
                      <a:cubicBezTo>
                        <a:pt x="290035" y="564073"/>
                        <a:pt x="299623" y="557416"/>
                        <a:pt x="306479" y="546834"/>
                      </a:cubicBezTo>
                      <a:cubicBezTo>
                        <a:pt x="309758" y="541767"/>
                        <a:pt x="316266" y="535805"/>
                        <a:pt x="322973" y="530241"/>
                      </a:cubicBezTo>
                      <a:cubicBezTo>
                        <a:pt x="322675" y="525173"/>
                        <a:pt x="323669" y="519907"/>
                        <a:pt x="325855" y="515038"/>
                      </a:cubicBezTo>
                      <a:cubicBezTo>
                        <a:pt x="333555" y="498047"/>
                        <a:pt x="341504" y="481305"/>
                        <a:pt x="352384" y="466103"/>
                      </a:cubicBezTo>
                      <a:cubicBezTo>
                        <a:pt x="357551" y="458899"/>
                        <a:pt x="365003" y="454030"/>
                        <a:pt x="373101" y="453434"/>
                      </a:cubicBezTo>
                      <a:cubicBezTo>
                        <a:pt x="374492" y="441362"/>
                        <a:pt x="385521" y="428644"/>
                        <a:pt x="398190" y="430184"/>
                      </a:cubicBezTo>
                      <a:cubicBezTo>
                        <a:pt x="405890" y="431128"/>
                        <a:pt x="413342" y="430979"/>
                        <a:pt x="420695" y="430134"/>
                      </a:cubicBezTo>
                      <a:cubicBezTo>
                        <a:pt x="421142" y="426110"/>
                        <a:pt x="420744" y="421937"/>
                        <a:pt x="421589" y="416373"/>
                      </a:cubicBezTo>
                      <a:cubicBezTo>
                        <a:pt x="423328" y="405046"/>
                        <a:pt x="452043" y="400326"/>
                        <a:pt x="463022" y="400326"/>
                      </a:cubicBezTo>
                      <a:cubicBezTo>
                        <a:pt x="465258" y="400326"/>
                        <a:pt x="467097" y="400077"/>
                        <a:pt x="468786" y="399680"/>
                      </a:cubicBezTo>
                      <a:cubicBezTo>
                        <a:pt x="468587" y="381447"/>
                        <a:pt x="463818" y="359737"/>
                        <a:pt x="460638" y="351192"/>
                      </a:cubicBezTo>
                      <a:cubicBezTo>
                        <a:pt x="456465" y="340113"/>
                        <a:pt x="453683" y="319446"/>
                        <a:pt x="455074" y="311497"/>
                      </a:cubicBezTo>
                      <a:cubicBezTo>
                        <a:pt x="456465" y="303548"/>
                        <a:pt x="464761" y="309907"/>
                        <a:pt x="467544" y="300418"/>
                      </a:cubicBezTo>
                      <a:cubicBezTo>
                        <a:pt x="470325" y="290880"/>
                        <a:pt x="443945" y="290880"/>
                        <a:pt x="452291" y="278161"/>
                      </a:cubicBezTo>
                      <a:cubicBezTo>
                        <a:pt x="460638" y="265493"/>
                        <a:pt x="460638" y="278161"/>
                        <a:pt x="471717" y="278161"/>
                      </a:cubicBezTo>
                      <a:cubicBezTo>
                        <a:pt x="482845" y="278161"/>
                        <a:pt x="486969" y="284520"/>
                        <a:pt x="486969" y="292469"/>
                      </a:cubicBezTo>
                      <a:cubicBezTo>
                        <a:pt x="486969" y="300418"/>
                        <a:pt x="498097" y="305188"/>
                        <a:pt x="498097" y="305188"/>
                      </a:cubicBezTo>
                      <a:cubicBezTo>
                        <a:pt x="498097" y="305188"/>
                        <a:pt x="516131" y="303598"/>
                        <a:pt x="524477" y="303598"/>
                      </a:cubicBezTo>
                      <a:cubicBezTo>
                        <a:pt x="532824" y="303598"/>
                        <a:pt x="541120" y="303598"/>
                        <a:pt x="541120" y="309907"/>
                      </a:cubicBezTo>
                      <a:cubicBezTo>
                        <a:pt x="541120" y="316266"/>
                        <a:pt x="531433" y="336934"/>
                        <a:pt x="523086" y="336934"/>
                      </a:cubicBezTo>
                      <a:cubicBezTo>
                        <a:pt x="514740" y="336934"/>
                        <a:pt x="514740" y="363910"/>
                        <a:pt x="521695" y="365500"/>
                      </a:cubicBezTo>
                      <a:cubicBezTo>
                        <a:pt x="528650" y="367090"/>
                        <a:pt x="534165" y="344882"/>
                        <a:pt x="538338" y="344882"/>
                      </a:cubicBezTo>
                      <a:cubicBezTo>
                        <a:pt x="541319" y="344882"/>
                        <a:pt x="543604" y="370070"/>
                        <a:pt x="547678" y="396053"/>
                      </a:cubicBezTo>
                      <a:cubicBezTo>
                        <a:pt x="548771" y="394563"/>
                        <a:pt x="549864" y="393520"/>
                        <a:pt x="551056" y="393520"/>
                      </a:cubicBezTo>
                      <a:cubicBezTo>
                        <a:pt x="556522" y="393520"/>
                        <a:pt x="553789" y="371561"/>
                        <a:pt x="557465" y="365251"/>
                      </a:cubicBezTo>
                      <a:cubicBezTo>
                        <a:pt x="561142" y="358992"/>
                        <a:pt x="559303" y="339119"/>
                        <a:pt x="562036" y="339119"/>
                      </a:cubicBezTo>
                      <a:cubicBezTo>
                        <a:pt x="564768" y="339119"/>
                        <a:pt x="581262" y="345379"/>
                        <a:pt x="580318" y="340163"/>
                      </a:cubicBezTo>
                      <a:cubicBezTo>
                        <a:pt x="579375" y="334946"/>
                        <a:pt x="590354" y="317111"/>
                        <a:pt x="588565" y="307721"/>
                      </a:cubicBezTo>
                      <a:cubicBezTo>
                        <a:pt x="586727" y="298332"/>
                        <a:pt x="594974" y="286806"/>
                        <a:pt x="594974" y="275280"/>
                      </a:cubicBezTo>
                      <a:cubicBezTo>
                        <a:pt x="594974" y="263754"/>
                        <a:pt x="604115" y="260624"/>
                        <a:pt x="610524" y="254364"/>
                      </a:cubicBezTo>
                      <a:cubicBezTo>
                        <a:pt x="616933" y="248105"/>
                        <a:pt x="627913" y="239709"/>
                        <a:pt x="629751" y="244925"/>
                      </a:cubicBezTo>
                      <a:cubicBezTo>
                        <a:pt x="631589" y="250142"/>
                        <a:pt x="645301" y="254364"/>
                        <a:pt x="639786" y="244925"/>
                      </a:cubicBezTo>
                      <a:cubicBezTo>
                        <a:pt x="634073" y="235486"/>
                        <a:pt x="634073" y="229226"/>
                        <a:pt x="637749" y="22713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9" name="Google Shape;729;p8"/>
                <p:cNvSpPr/>
                <p:nvPr/>
              </p:nvSpPr>
              <p:spPr>
                <a:xfrm>
                  <a:off x="6344651" y="2781811"/>
                  <a:ext cx="727323" cy="355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323" h="355463" extrusionOk="0">
                      <a:moveTo>
                        <a:pt x="697217" y="148763"/>
                      </a:moveTo>
                      <a:cubicBezTo>
                        <a:pt x="689765" y="138529"/>
                        <a:pt x="677841" y="143646"/>
                        <a:pt x="674860" y="152191"/>
                      </a:cubicBezTo>
                      <a:cubicBezTo>
                        <a:pt x="671880" y="160736"/>
                        <a:pt x="665918" y="148763"/>
                        <a:pt x="652504" y="148763"/>
                      </a:cubicBezTo>
                      <a:cubicBezTo>
                        <a:pt x="639040" y="148763"/>
                        <a:pt x="637550" y="157308"/>
                        <a:pt x="628608" y="147074"/>
                      </a:cubicBezTo>
                      <a:cubicBezTo>
                        <a:pt x="619665" y="136840"/>
                        <a:pt x="631588" y="133412"/>
                        <a:pt x="631588" y="133412"/>
                      </a:cubicBezTo>
                      <a:lnTo>
                        <a:pt x="633079" y="119750"/>
                      </a:lnTo>
                      <a:lnTo>
                        <a:pt x="651610" y="77372"/>
                      </a:lnTo>
                      <a:cubicBezTo>
                        <a:pt x="646344" y="74888"/>
                        <a:pt x="638593" y="73944"/>
                        <a:pt x="634867" y="75534"/>
                      </a:cubicBezTo>
                      <a:cubicBezTo>
                        <a:pt x="629403" y="77869"/>
                        <a:pt x="616386" y="76329"/>
                        <a:pt x="614995" y="70814"/>
                      </a:cubicBezTo>
                      <a:cubicBezTo>
                        <a:pt x="613604" y="65300"/>
                        <a:pt x="591695" y="64555"/>
                        <a:pt x="586230" y="69225"/>
                      </a:cubicBezTo>
                      <a:cubicBezTo>
                        <a:pt x="580765" y="73944"/>
                        <a:pt x="568444" y="77819"/>
                        <a:pt x="567749" y="83334"/>
                      </a:cubicBezTo>
                      <a:cubicBezTo>
                        <a:pt x="567053" y="88848"/>
                        <a:pt x="554037" y="87259"/>
                        <a:pt x="549268" y="91183"/>
                      </a:cubicBezTo>
                      <a:cubicBezTo>
                        <a:pt x="544499" y="95108"/>
                        <a:pt x="519807" y="96698"/>
                        <a:pt x="519162" y="99828"/>
                      </a:cubicBezTo>
                      <a:cubicBezTo>
                        <a:pt x="518466" y="102958"/>
                        <a:pt x="492434" y="103753"/>
                        <a:pt x="488359" y="99828"/>
                      </a:cubicBezTo>
                      <a:cubicBezTo>
                        <a:pt x="484236" y="95903"/>
                        <a:pt x="461631" y="99828"/>
                        <a:pt x="458899" y="93568"/>
                      </a:cubicBezTo>
                      <a:cubicBezTo>
                        <a:pt x="456167" y="87308"/>
                        <a:pt x="446578" y="84178"/>
                        <a:pt x="446578" y="78664"/>
                      </a:cubicBezTo>
                      <a:cubicBezTo>
                        <a:pt x="446578" y="73149"/>
                        <a:pt x="429438" y="73149"/>
                        <a:pt x="427401" y="68479"/>
                      </a:cubicBezTo>
                      <a:cubicBezTo>
                        <a:pt x="425315" y="63760"/>
                        <a:pt x="411653" y="61425"/>
                        <a:pt x="409616" y="62965"/>
                      </a:cubicBezTo>
                      <a:cubicBezTo>
                        <a:pt x="407529" y="64555"/>
                        <a:pt x="392476" y="58245"/>
                        <a:pt x="388352" y="57500"/>
                      </a:cubicBezTo>
                      <a:cubicBezTo>
                        <a:pt x="384229" y="56705"/>
                        <a:pt x="371263" y="60630"/>
                        <a:pt x="367139" y="60630"/>
                      </a:cubicBezTo>
                      <a:cubicBezTo>
                        <a:pt x="363016" y="60630"/>
                        <a:pt x="355514" y="69274"/>
                        <a:pt x="350695" y="70019"/>
                      </a:cubicBezTo>
                      <a:cubicBezTo>
                        <a:pt x="345876" y="70814"/>
                        <a:pt x="332860" y="60630"/>
                        <a:pt x="330127" y="62965"/>
                      </a:cubicBezTo>
                      <a:cubicBezTo>
                        <a:pt x="327394" y="65300"/>
                        <a:pt x="319148" y="55115"/>
                        <a:pt x="315769" y="50445"/>
                      </a:cubicBezTo>
                      <a:cubicBezTo>
                        <a:pt x="312342" y="45726"/>
                        <a:pt x="315769" y="32411"/>
                        <a:pt x="313037" y="27692"/>
                      </a:cubicBezTo>
                      <a:cubicBezTo>
                        <a:pt x="310305" y="22972"/>
                        <a:pt x="295251" y="22972"/>
                        <a:pt x="290432" y="19842"/>
                      </a:cubicBezTo>
                      <a:cubicBezTo>
                        <a:pt x="285663" y="16712"/>
                        <a:pt x="278112" y="11993"/>
                        <a:pt x="273292" y="11993"/>
                      </a:cubicBezTo>
                      <a:cubicBezTo>
                        <a:pt x="268523" y="11993"/>
                        <a:pt x="260971" y="10452"/>
                        <a:pt x="258935" y="8068"/>
                      </a:cubicBezTo>
                      <a:cubicBezTo>
                        <a:pt x="256898" y="5733"/>
                        <a:pt x="246614" y="1808"/>
                        <a:pt x="241845" y="218"/>
                      </a:cubicBezTo>
                      <a:cubicBezTo>
                        <a:pt x="237026" y="-1322"/>
                        <a:pt x="236330" y="5683"/>
                        <a:pt x="233597" y="8813"/>
                      </a:cubicBezTo>
                      <a:cubicBezTo>
                        <a:pt x="230865" y="11943"/>
                        <a:pt x="222618" y="12738"/>
                        <a:pt x="221277" y="18203"/>
                      </a:cubicBezTo>
                      <a:cubicBezTo>
                        <a:pt x="219886" y="23668"/>
                        <a:pt x="210298" y="25257"/>
                        <a:pt x="211689" y="31517"/>
                      </a:cubicBezTo>
                      <a:cubicBezTo>
                        <a:pt x="213079" y="37777"/>
                        <a:pt x="216508" y="50346"/>
                        <a:pt x="219886" y="53476"/>
                      </a:cubicBezTo>
                      <a:cubicBezTo>
                        <a:pt x="223314" y="56606"/>
                        <a:pt x="221277" y="65995"/>
                        <a:pt x="219240" y="69175"/>
                      </a:cubicBezTo>
                      <a:cubicBezTo>
                        <a:pt x="217153" y="72305"/>
                        <a:pt x="202796" y="74640"/>
                        <a:pt x="200063" y="80154"/>
                      </a:cubicBezTo>
                      <a:cubicBezTo>
                        <a:pt x="197331" y="85619"/>
                        <a:pt x="190475" y="79359"/>
                        <a:pt x="183619" y="74640"/>
                      </a:cubicBezTo>
                      <a:cubicBezTo>
                        <a:pt x="176763" y="69920"/>
                        <a:pt x="168516" y="73100"/>
                        <a:pt x="165138" y="76229"/>
                      </a:cubicBezTo>
                      <a:cubicBezTo>
                        <a:pt x="161710" y="79359"/>
                        <a:pt x="149389" y="68380"/>
                        <a:pt x="145961" y="67585"/>
                      </a:cubicBezTo>
                      <a:cubicBezTo>
                        <a:pt x="142533" y="66790"/>
                        <a:pt x="141887" y="51936"/>
                        <a:pt x="138410" y="52681"/>
                      </a:cubicBezTo>
                      <a:cubicBezTo>
                        <a:pt x="134982" y="53476"/>
                        <a:pt x="111036" y="47961"/>
                        <a:pt x="106216" y="46421"/>
                      </a:cubicBezTo>
                      <a:cubicBezTo>
                        <a:pt x="101398" y="44881"/>
                        <a:pt x="91164" y="45626"/>
                        <a:pt x="89772" y="49551"/>
                      </a:cubicBezTo>
                      <a:cubicBezTo>
                        <a:pt x="88381" y="53476"/>
                        <a:pt x="76061" y="52681"/>
                        <a:pt x="74024" y="57401"/>
                      </a:cubicBezTo>
                      <a:cubicBezTo>
                        <a:pt x="71987" y="62120"/>
                        <a:pt x="62398" y="64455"/>
                        <a:pt x="58971" y="69175"/>
                      </a:cubicBezTo>
                      <a:cubicBezTo>
                        <a:pt x="55543" y="73894"/>
                        <a:pt x="43917" y="73894"/>
                        <a:pt x="41135" y="80949"/>
                      </a:cubicBezTo>
                      <a:cubicBezTo>
                        <a:pt x="38403" y="88004"/>
                        <a:pt x="24045" y="91134"/>
                        <a:pt x="19921" y="91929"/>
                      </a:cubicBezTo>
                      <a:cubicBezTo>
                        <a:pt x="15798" y="92723"/>
                        <a:pt x="4869" y="95058"/>
                        <a:pt x="4173" y="98983"/>
                      </a:cubicBezTo>
                      <a:cubicBezTo>
                        <a:pt x="3875" y="100672"/>
                        <a:pt x="2136" y="100871"/>
                        <a:pt x="0" y="100573"/>
                      </a:cubicBezTo>
                      <a:cubicBezTo>
                        <a:pt x="248" y="101616"/>
                        <a:pt x="546" y="102560"/>
                        <a:pt x="745" y="103753"/>
                      </a:cubicBezTo>
                      <a:cubicBezTo>
                        <a:pt x="3577" y="121638"/>
                        <a:pt x="10234" y="121141"/>
                        <a:pt x="17338" y="128195"/>
                      </a:cubicBezTo>
                      <a:cubicBezTo>
                        <a:pt x="24442" y="135250"/>
                        <a:pt x="30603" y="140665"/>
                        <a:pt x="38204" y="141212"/>
                      </a:cubicBezTo>
                      <a:cubicBezTo>
                        <a:pt x="45805" y="141758"/>
                        <a:pt x="57182" y="152042"/>
                        <a:pt x="58126" y="159643"/>
                      </a:cubicBezTo>
                      <a:cubicBezTo>
                        <a:pt x="59070" y="167195"/>
                        <a:pt x="66174" y="175889"/>
                        <a:pt x="70447" y="179714"/>
                      </a:cubicBezTo>
                      <a:cubicBezTo>
                        <a:pt x="74719" y="183490"/>
                        <a:pt x="69006" y="196506"/>
                        <a:pt x="69006" y="206293"/>
                      </a:cubicBezTo>
                      <a:cubicBezTo>
                        <a:pt x="69006" y="216031"/>
                        <a:pt x="58573" y="218217"/>
                        <a:pt x="63790" y="228004"/>
                      </a:cubicBezTo>
                      <a:cubicBezTo>
                        <a:pt x="69006" y="237741"/>
                        <a:pt x="105521" y="242610"/>
                        <a:pt x="115954" y="242610"/>
                      </a:cubicBezTo>
                      <a:cubicBezTo>
                        <a:pt x="126387" y="242610"/>
                        <a:pt x="130163" y="254036"/>
                        <a:pt x="133342" y="254632"/>
                      </a:cubicBezTo>
                      <a:cubicBezTo>
                        <a:pt x="139900" y="255874"/>
                        <a:pt x="140795" y="264867"/>
                        <a:pt x="148247" y="266556"/>
                      </a:cubicBezTo>
                      <a:cubicBezTo>
                        <a:pt x="155699" y="268245"/>
                        <a:pt x="163151" y="273362"/>
                        <a:pt x="166131" y="288763"/>
                      </a:cubicBezTo>
                      <a:cubicBezTo>
                        <a:pt x="169112" y="304114"/>
                        <a:pt x="178055" y="309231"/>
                        <a:pt x="179545" y="316087"/>
                      </a:cubicBezTo>
                      <a:cubicBezTo>
                        <a:pt x="181036" y="322893"/>
                        <a:pt x="197480" y="317776"/>
                        <a:pt x="209403" y="319515"/>
                      </a:cubicBezTo>
                      <a:cubicBezTo>
                        <a:pt x="221326" y="321204"/>
                        <a:pt x="255656" y="319515"/>
                        <a:pt x="264598" y="321204"/>
                      </a:cubicBezTo>
                      <a:cubicBezTo>
                        <a:pt x="273541" y="322893"/>
                        <a:pt x="294456" y="321204"/>
                        <a:pt x="306380" y="331438"/>
                      </a:cubicBezTo>
                      <a:cubicBezTo>
                        <a:pt x="318303" y="341673"/>
                        <a:pt x="324264" y="333128"/>
                        <a:pt x="331766" y="338245"/>
                      </a:cubicBezTo>
                      <a:cubicBezTo>
                        <a:pt x="339218" y="343362"/>
                        <a:pt x="345180" y="346790"/>
                        <a:pt x="355613" y="345051"/>
                      </a:cubicBezTo>
                      <a:cubicBezTo>
                        <a:pt x="366046" y="343362"/>
                        <a:pt x="366046" y="353596"/>
                        <a:pt x="373498" y="355335"/>
                      </a:cubicBezTo>
                      <a:cubicBezTo>
                        <a:pt x="380950" y="357024"/>
                        <a:pt x="394413" y="341673"/>
                        <a:pt x="413789" y="331438"/>
                      </a:cubicBezTo>
                      <a:cubicBezTo>
                        <a:pt x="433164" y="321204"/>
                        <a:pt x="455570" y="328010"/>
                        <a:pt x="466003" y="329749"/>
                      </a:cubicBezTo>
                      <a:cubicBezTo>
                        <a:pt x="476436" y="331438"/>
                        <a:pt x="495861" y="324632"/>
                        <a:pt x="507785" y="309231"/>
                      </a:cubicBezTo>
                      <a:cubicBezTo>
                        <a:pt x="519708" y="293880"/>
                        <a:pt x="534662" y="297308"/>
                        <a:pt x="536152" y="283646"/>
                      </a:cubicBezTo>
                      <a:cubicBezTo>
                        <a:pt x="537643" y="269984"/>
                        <a:pt x="524229" y="264867"/>
                        <a:pt x="530191" y="252894"/>
                      </a:cubicBezTo>
                      <a:cubicBezTo>
                        <a:pt x="536152" y="240970"/>
                        <a:pt x="546635" y="242659"/>
                        <a:pt x="552597" y="246087"/>
                      </a:cubicBezTo>
                      <a:cubicBezTo>
                        <a:pt x="558558" y="249515"/>
                        <a:pt x="574953" y="254632"/>
                        <a:pt x="589907" y="242659"/>
                      </a:cubicBezTo>
                      <a:cubicBezTo>
                        <a:pt x="604811" y="230736"/>
                        <a:pt x="610822" y="232425"/>
                        <a:pt x="624236" y="230736"/>
                      </a:cubicBezTo>
                      <a:cubicBezTo>
                        <a:pt x="637650" y="229047"/>
                        <a:pt x="636159" y="218813"/>
                        <a:pt x="645152" y="208529"/>
                      </a:cubicBezTo>
                      <a:cubicBezTo>
                        <a:pt x="654143" y="198295"/>
                        <a:pt x="664526" y="194867"/>
                        <a:pt x="673519" y="194867"/>
                      </a:cubicBezTo>
                      <a:cubicBezTo>
                        <a:pt x="682462" y="194867"/>
                        <a:pt x="694385" y="184632"/>
                        <a:pt x="703377" y="188060"/>
                      </a:cubicBezTo>
                      <a:cubicBezTo>
                        <a:pt x="712319" y="191488"/>
                        <a:pt x="725733" y="193178"/>
                        <a:pt x="727273" y="184632"/>
                      </a:cubicBezTo>
                      <a:cubicBezTo>
                        <a:pt x="728565" y="176087"/>
                        <a:pt x="704718" y="158997"/>
                        <a:pt x="697217" y="14876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8"/>
                <p:cNvSpPr/>
                <p:nvPr/>
              </p:nvSpPr>
              <p:spPr>
                <a:xfrm>
                  <a:off x="5117144" y="3408404"/>
                  <a:ext cx="11923" cy="36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3" h="36363" extrusionOk="0">
                      <a:moveTo>
                        <a:pt x="4869" y="345"/>
                      </a:moveTo>
                      <a:cubicBezTo>
                        <a:pt x="1391" y="1935"/>
                        <a:pt x="0" y="17137"/>
                        <a:pt x="0" y="19521"/>
                      </a:cubicBezTo>
                      <a:cubicBezTo>
                        <a:pt x="0" y="21260"/>
                        <a:pt x="2186" y="28911"/>
                        <a:pt x="8595" y="36363"/>
                      </a:cubicBezTo>
                      <a:cubicBezTo>
                        <a:pt x="9886" y="24738"/>
                        <a:pt x="10234" y="9486"/>
                        <a:pt x="11128" y="5313"/>
                      </a:cubicBezTo>
                      <a:cubicBezTo>
                        <a:pt x="11377" y="4220"/>
                        <a:pt x="11625" y="2382"/>
                        <a:pt x="11923" y="146"/>
                      </a:cubicBezTo>
                      <a:cubicBezTo>
                        <a:pt x="8446" y="-53"/>
                        <a:pt x="5862" y="-102"/>
                        <a:pt x="4869" y="34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1" name="Google Shape;731;p8"/>
                <p:cNvSpPr/>
                <p:nvPr/>
              </p:nvSpPr>
              <p:spPr>
                <a:xfrm>
                  <a:off x="5097173" y="3385201"/>
                  <a:ext cx="33683" cy="110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83" h="110837" extrusionOk="0">
                      <a:moveTo>
                        <a:pt x="15749" y="109347"/>
                      </a:moveTo>
                      <a:cubicBezTo>
                        <a:pt x="16494" y="109844"/>
                        <a:pt x="17289" y="110340"/>
                        <a:pt x="18133" y="110837"/>
                      </a:cubicBezTo>
                      <a:cubicBezTo>
                        <a:pt x="20071" y="94890"/>
                        <a:pt x="23052" y="76210"/>
                        <a:pt x="25536" y="72384"/>
                      </a:cubicBezTo>
                      <a:cubicBezTo>
                        <a:pt x="26927" y="70298"/>
                        <a:pt x="27821" y="65330"/>
                        <a:pt x="28467" y="59517"/>
                      </a:cubicBezTo>
                      <a:cubicBezTo>
                        <a:pt x="22058" y="52065"/>
                        <a:pt x="19872" y="44414"/>
                        <a:pt x="19872" y="42676"/>
                      </a:cubicBezTo>
                      <a:cubicBezTo>
                        <a:pt x="19872" y="40291"/>
                        <a:pt x="21263" y="25138"/>
                        <a:pt x="24741" y="23499"/>
                      </a:cubicBezTo>
                      <a:cubicBezTo>
                        <a:pt x="25734" y="23052"/>
                        <a:pt x="28318" y="23052"/>
                        <a:pt x="31746" y="23300"/>
                      </a:cubicBezTo>
                      <a:cubicBezTo>
                        <a:pt x="32392" y="18531"/>
                        <a:pt x="33087" y="11824"/>
                        <a:pt x="33683" y="5713"/>
                      </a:cubicBezTo>
                      <a:lnTo>
                        <a:pt x="21959" y="0"/>
                      </a:lnTo>
                      <a:cubicBezTo>
                        <a:pt x="20220" y="4322"/>
                        <a:pt x="18829" y="8595"/>
                        <a:pt x="18282" y="12420"/>
                      </a:cubicBezTo>
                      <a:cubicBezTo>
                        <a:pt x="16345" y="26579"/>
                        <a:pt x="5365" y="49929"/>
                        <a:pt x="0" y="59567"/>
                      </a:cubicBezTo>
                      <a:lnTo>
                        <a:pt x="16643" y="106217"/>
                      </a:lnTo>
                      <a:lnTo>
                        <a:pt x="15749" y="109347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2" name="Google Shape;732;p8"/>
                <p:cNvSpPr/>
                <p:nvPr/>
              </p:nvSpPr>
              <p:spPr>
                <a:xfrm>
                  <a:off x="5115356" y="3383512"/>
                  <a:ext cx="97771" cy="122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71" h="122832" extrusionOk="0">
                      <a:moveTo>
                        <a:pt x="90468" y="0"/>
                      </a:moveTo>
                      <a:cubicBezTo>
                        <a:pt x="75961" y="8495"/>
                        <a:pt x="63343" y="15600"/>
                        <a:pt x="60809" y="15997"/>
                      </a:cubicBezTo>
                      <a:cubicBezTo>
                        <a:pt x="54400" y="17040"/>
                        <a:pt x="38850" y="29610"/>
                        <a:pt x="38850" y="29610"/>
                      </a:cubicBezTo>
                      <a:lnTo>
                        <a:pt x="17835" y="17040"/>
                      </a:lnTo>
                      <a:lnTo>
                        <a:pt x="15997" y="7601"/>
                      </a:lnTo>
                      <a:lnTo>
                        <a:pt x="15600" y="7402"/>
                      </a:lnTo>
                      <a:cubicBezTo>
                        <a:pt x="14706" y="16444"/>
                        <a:pt x="13612" y="26877"/>
                        <a:pt x="12867" y="30156"/>
                      </a:cubicBezTo>
                      <a:cubicBezTo>
                        <a:pt x="11476" y="36416"/>
                        <a:pt x="11476" y="67764"/>
                        <a:pt x="7402" y="74074"/>
                      </a:cubicBezTo>
                      <a:cubicBezTo>
                        <a:pt x="4918" y="77849"/>
                        <a:pt x="1938" y="96579"/>
                        <a:pt x="0" y="112526"/>
                      </a:cubicBezTo>
                      <a:cubicBezTo>
                        <a:pt x="7552" y="117246"/>
                        <a:pt x="16395" y="122214"/>
                        <a:pt x="20618" y="122761"/>
                      </a:cubicBezTo>
                      <a:cubicBezTo>
                        <a:pt x="28864" y="123804"/>
                        <a:pt x="38900" y="113321"/>
                        <a:pt x="38900" y="107062"/>
                      </a:cubicBezTo>
                      <a:cubicBezTo>
                        <a:pt x="38900" y="100802"/>
                        <a:pt x="46203" y="99709"/>
                        <a:pt x="53556" y="99709"/>
                      </a:cubicBezTo>
                      <a:cubicBezTo>
                        <a:pt x="60859" y="99709"/>
                        <a:pt x="61803" y="90269"/>
                        <a:pt x="67267" y="87140"/>
                      </a:cubicBezTo>
                      <a:cubicBezTo>
                        <a:pt x="72782" y="84010"/>
                        <a:pt x="55394" y="66224"/>
                        <a:pt x="49879" y="64137"/>
                      </a:cubicBezTo>
                      <a:cubicBezTo>
                        <a:pt x="44365" y="62051"/>
                        <a:pt x="54450" y="48439"/>
                        <a:pt x="72732" y="47395"/>
                      </a:cubicBezTo>
                      <a:cubicBezTo>
                        <a:pt x="91015" y="46352"/>
                        <a:pt x="86444" y="39049"/>
                        <a:pt x="96480" y="39049"/>
                      </a:cubicBezTo>
                      <a:cubicBezTo>
                        <a:pt x="96927" y="39049"/>
                        <a:pt x="97324" y="39049"/>
                        <a:pt x="97771" y="39049"/>
                      </a:cubicBezTo>
                      <a:cubicBezTo>
                        <a:pt x="95983" y="29908"/>
                        <a:pt x="93797" y="18829"/>
                        <a:pt x="92356" y="13016"/>
                      </a:cubicBezTo>
                      <a:cubicBezTo>
                        <a:pt x="91462" y="9539"/>
                        <a:pt x="90866" y="4869"/>
                        <a:pt x="90468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3" name="Google Shape;733;p8"/>
                <p:cNvSpPr/>
                <p:nvPr/>
              </p:nvSpPr>
              <p:spPr>
                <a:xfrm>
                  <a:off x="5924992" y="3082639"/>
                  <a:ext cx="252533" cy="121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33" h="121717" extrusionOk="0">
                      <a:moveTo>
                        <a:pt x="233308" y="22314"/>
                      </a:moveTo>
                      <a:cubicBezTo>
                        <a:pt x="224415" y="10540"/>
                        <a:pt x="221682" y="18389"/>
                        <a:pt x="211398" y="15259"/>
                      </a:cubicBezTo>
                      <a:cubicBezTo>
                        <a:pt x="201114" y="12129"/>
                        <a:pt x="160029" y="7410"/>
                        <a:pt x="151782" y="11335"/>
                      </a:cubicBezTo>
                      <a:cubicBezTo>
                        <a:pt x="143535" y="15259"/>
                        <a:pt x="126445" y="4280"/>
                        <a:pt x="120979" y="1150"/>
                      </a:cubicBezTo>
                      <a:cubicBezTo>
                        <a:pt x="115465" y="-1980"/>
                        <a:pt x="97679" y="1150"/>
                        <a:pt x="96984" y="12129"/>
                      </a:cubicBezTo>
                      <a:cubicBezTo>
                        <a:pt x="96288" y="23109"/>
                        <a:pt x="88737" y="23059"/>
                        <a:pt x="76416" y="16004"/>
                      </a:cubicBezTo>
                      <a:cubicBezTo>
                        <a:pt x="64095" y="8950"/>
                        <a:pt x="45614" y="8950"/>
                        <a:pt x="44919" y="16799"/>
                      </a:cubicBezTo>
                      <a:cubicBezTo>
                        <a:pt x="44223" y="24649"/>
                        <a:pt x="35330" y="32449"/>
                        <a:pt x="30511" y="34833"/>
                      </a:cubicBezTo>
                      <a:cubicBezTo>
                        <a:pt x="28673" y="35728"/>
                        <a:pt x="26090" y="42087"/>
                        <a:pt x="23506" y="49589"/>
                      </a:cubicBezTo>
                      <a:cubicBezTo>
                        <a:pt x="27282" y="51228"/>
                        <a:pt x="29617" y="54954"/>
                        <a:pt x="32101" y="58382"/>
                      </a:cubicBezTo>
                      <a:cubicBezTo>
                        <a:pt x="36672" y="64642"/>
                        <a:pt x="48545" y="63598"/>
                        <a:pt x="50384" y="57339"/>
                      </a:cubicBezTo>
                      <a:cubicBezTo>
                        <a:pt x="52222" y="51079"/>
                        <a:pt x="71398" y="63598"/>
                        <a:pt x="82378" y="74081"/>
                      </a:cubicBezTo>
                      <a:cubicBezTo>
                        <a:pt x="93357" y="84564"/>
                        <a:pt x="76864" y="77211"/>
                        <a:pt x="72293" y="87694"/>
                      </a:cubicBezTo>
                      <a:cubicBezTo>
                        <a:pt x="67722" y="98126"/>
                        <a:pt x="54010" y="87694"/>
                        <a:pt x="50334" y="91867"/>
                      </a:cubicBezTo>
                      <a:cubicBezTo>
                        <a:pt x="46657" y="96040"/>
                        <a:pt x="22910" y="98126"/>
                        <a:pt x="16502" y="97083"/>
                      </a:cubicBezTo>
                      <a:cubicBezTo>
                        <a:pt x="10093" y="96040"/>
                        <a:pt x="-887" y="107516"/>
                        <a:pt x="57" y="112782"/>
                      </a:cubicBezTo>
                      <a:cubicBezTo>
                        <a:pt x="1001" y="118048"/>
                        <a:pt x="24748" y="109652"/>
                        <a:pt x="32995" y="115912"/>
                      </a:cubicBezTo>
                      <a:cubicBezTo>
                        <a:pt x="41242" y="122172"/>
                        <a:pt x="49440" y="109652"/>
                        <a:pt x="54010" y="116955"/>
                      </a:cubicBezTo>
                      <a:cubicBezTo>
                        <a:pt x="58581" y="124308"/>
                        <a:pt x="68616" y="119042"/>
                        <a:pt x="73187" y="121128"/>
                      </a:cubicBezTo>
                      <a:cubicBezTo>
                        <a:pt x="77758" y="123215"/>
                        <a:pt x="103144" y="119092"/>
                        <a:pt x="103343" y="119042"/>
                      </a:cubicBezTo>
                      <a:cubicBezTo>
                        <a:pt x="106175" y="115266"/>
                        <a:pt x="107119" y="110248"/>
                        <a:pt x="107119" y="105926"/>
                      </a:cubicBezTo>
                      <a:cubicBezTo>
                        <a:pt x="107119" y="98872"/>
                        <a:pt x="112236" y="100610"/>
                        <a:pt x="117403" y="98872"/>
                      </a:cubicBezTo>
                      <a:cubicBezTo>
                        <a:pt x="122520" y="97083"/>
                        <a:pt x="126146" y="89482"/>
                        <a:pt x="130220" y="89482"/>
                      </a:cubicBezTo>
                      <a:cubicBezTo>
                        <a:pt x="134344" y="89482"/>
                        <a:pt x="140007" y="82427"/>
                        <a:pt x="144081" y="84216"/>
                      </a:cubicBezTo>
                      <a:cubicBezTo>
                        <a:pt x="148205" y="86004"/>
                        <a:pt x="153321" y="94202"/>
                        <a:pt x="158439" y="89482"/>
                      </a:cubicBezTo>
                      <a:cubicBezTo>
                        <a:pt x="163606" y="84762"/>
                        <a:pt x="165145" y="88886"/>
                        <a:pt x="172300" y="78900"/>
                      </a:cubicBezTo>
                      <a:cubicBezTo>
                        <a:pt x="179503" y="68914"/>
                        <a:pt x="184124" y="70653"/>
                        <a:pt x="193364" y="71845"/>
                      </a:cubicBezTo>
                      <a:cubicBezTo>
                        <a:pt x="204145" y="73237"/>
                        <a:pt x="208765" y="67126"/>
                        <a:pt x="211845" y="60071"/>
                      </a:cubicBezTo>
                      <a:cubicBezTo>
                        <a:pt x="214925" y="53016"/>
                        <a:pt x="224166" y="53016"/>
                        <a:pt x="229830" y="48297"/>
                      </a:cubicBezTo>
                      <a:cubicBezTo>
                        <a:pt x="235493" y="43577"/>
                        <a:pt x="246771" y="38311"/>
                        <a:pt x="250397" y="36523"/>
                      </a:cubicBezTo>
                      <a:cubicBezTo>
                        <a:pt x="252136" y="35678"/>
                        <a:pt x="252534" y="33591"/>
                        <a:pt x="252534" y="30809"/>
                      </a:cubicBezTo>
                      <a:cubicBezTo>
                        <a:pt x="244436" y="23307"/>
                        <a:pt x="240809" y="32200"/>
                        <a:pt x="233308" y="2231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8"/>
                <p:cNvSpPr/>
                <p:nvPr/>
              </p:nvSpPr>
              <p:spPr>
                <a:xfrm>
                  <a:off x="5230465" y="3066761"/>
                  <a:ext cx="158116" cy="8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16" h="80450" extrusionOk="0">
                      <a:moveTo>
                        <a:pt x="63542" y="63280"/>
                      </a:moveTo>
                      <a:cubicBezTo>
                        <a:pt x="71043" y="59355"/>
                        <a:pt x="73826" y="68794"/>
                        <a:pt x="79986" y="78184"/>
                      </a:cubicBezTo>
                      <a:cubicBezTo>
                        <a:pt x="80433" y="78830"/>
                        <a:pt x="80681" y="79376"/>
                        <a:pt x="80980" y="79923"/>
                      </a:cubicBezTo>
                      <a:cubicBezTo>
                        <a:pt x="89425" y="78432"/>
                        <a:pt x="95834" y="75650"/>
                        <a:pt x="104429" y="74508"/>
                      </a:cubicBezTo>
                      <a:cubicBezTo>
                        <a:pt x="110589" y="73663"/>
                        <a:pt x="118637" y="75253"/>
                        <a:pt x="124996" y="76892"/>
                      </a:cubicBezTo>
                      <a:cubicBezTo>
                        <a:pt x="123854" y="74657"/>
                        <a:pt x="123158" y="72570"/>
                        <a:pt x="123804" y="71129"/>
                      </a:cubicBezTo>
                      <a:cubicBezTo>
                        <a:pt x="125841" y="66410"/>
                        <a:pt x="136125" y="72670"/>
                        <a:pt x="139553" y="76594"/>
                      </a:cubicBezTo>
                      <a:cubicBezTo>
                        <a:pt x="142981" y="80519"/>
                        <a:pt x="153911" y="82109"/>
                        <a:pt x="157339" y="78184"/>
                      </a:cubicBezTo>
                      <a:cubicBezTo>
                        <a:pt x="160766" y="74259"/>
                        <a:pt x="151873" y="70335"/>
                        <a:pt x="149787" y="66410"/>
                      </a:cubicBezTo>
                      <a:cubicBezTo>
                        <a:pt x="148744" y="64472"/>
                        <a:pt x="151476" y="60398"/>
                        <a:pt x="154457" y="56772"/>
                      </a:cubicBezTo>
                      <a:cubicBezTo>
                        <a:pt x="148495" y="52996"/>
                        <a:pt x="142385" y="47581"/>
                        <a:pt x="140199" y="48376"/>
                      </a:cubicBezTo>
                      <a:cubicBezTo>
                        <a:pt x="137119" y="49568"/>
                        <a:pt x="137119" y="31931"/>
                        <a:pt x="132995" y="31931"/>
                      </a:cubicBezTo>
                      <a:cubicBezTo>
                        <a:pt x="128871" y="31931"/>
                        <a:pt x="128871" y="28404"/>
                        <a:pt x="124798" y="28404"/>
                      </a:cubicBezTo>
                      <a:cubicBezTo>
                        <a:pt x="120674" y="28404"/>
                        <a:pt x="105273" y="28404"/>
                        <a:pt x="101150" y="31931"/>
                      </a:cubicBezTo>
                      <a:cubicBezTo>
                        <a:pt x="97026" y="35459"/>
                        <a:pt x="91909" y="23684"/>
                        <a:pt x="86792" y="23684"/>
                      </a:cubicBezTo>
                      <a:cubicBezTo>
                        <a:pt x="81675" y="23684"/>
                        <a:pt x="75465" y="17822"/>
                        <a:pt x="72385" y="13102"/>
                      </a:cubicBezTo>
                      <a:cubicBezTo>
                        <a:pt x="69304" y="8383"/>
                        <a:pt x="43620" y="15437"/>
                        <a:pt x="36416" y="9575"/>
                      </a:cubicBezTo>
                      <a:cubicBezTo>
                        <a:pt x="29212" y="3713"/>
                        <a:pt x="15848" y="-1007"/>
                        <a:pt x="8694" y="186"/>
                      </a:cubicBezTo>
                      <a:cubicBezTo>
                        <a:pt x="6856" y="484"/>
                        <a:pt x="3677" y="2322"/>
                        <a:pt x="0" y="4806"/>
                      </a:cubicBezTo>
                      <a:cubicBezTo>
                        <a:pt x="13513" y="13798"/>
                        <a:pt x="33087" y="11413"/>
                        <a:pt x="35770" y="27609"/>
                      </a:cubicBezTo>
                      <a:cubicBezTo>
                        <a:pt x="38850" y="46388"/>
                        <a:pt x="48091" y="38936"/>
                        <a:pt x="44663" y="55033"/>
                      </a:cubicBezTo>
                      <a:cubicBezTo>
                        <a:pt x="43967" y="58212"/>
                        <a:pt x="42030" y="61243"/>
                        <a:pt x="39297" y="64075"/>
                      </a:cubicBezTo>
                      <a:cubicBezTo>
                        <a:pt x="50028" y="65019"/>
                        <a:pt x="60064" y="65068"/>
                        <a:pt x="63542" y="6328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5" name="Google Shape;735;p8"/>
                <p:cNvSpPr/>
                <p:nvPr/>
              </p:nvSpPr>
              <p:spPr>
                <a:xfrm>
                  <a:off x="4912759" y="3115535"/>
                  <a:ext cx="431707" cy="193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707" h="193505" extrusionOk="0">
                      <a:moveTo>
                        <a:pt x="420745" y="134336"/>
                      </a:moveTo>
                      <a:cubicBezTo>
                        <a:pt x="417068" y="133293"/>
                        <a:pt x="422583" y="110291"/>
                        <a:pt x="420745" y="106068"/>
                      </a:cubicBezTo>
                      <a:cubicBezTo>
                        <a:pt x="418906" y="101895"/>
                        <a:pt x="414336" y="84109"/>
                        <a:pt x="419850" y="84109"/>
                      </a:cubicBezTo>
                      <a:cubicBezTo>
                        <a:pt x="424818" y="84109"/>
                        <a:pt x="419353" y="71242"/>
                        <a:pt x="425911" y="70497"/>
                      </a:cubicBezTo>
                      <a:cubicBezTo>
                        <a:pt x="424520" y="66025"/>
                        <a:pt x="422980" y="61952"/>
                        <a:pt x="421688" y="60759"/>
                      </a:cubicBezTo>
                      <a:cubicBezTo>
                        <a:pt x="418261" y="57629"/>
                        <a:pt x="407977" y="63889"/>
                        <a:pt x="403903" y="52165"/>
                      </a:cubicBezTo>
                      <a:cubicBezTo>
                        <a:pt x="399779" y="40390"/>
                        <a:pt x="403903" y="38850"/>
                        <a:pt x="397742" y="29411"/>
                      </a:cubicBezTo>
                      <a:cubicBezTo>
                        <a:pt x="391582" y="20021"/>
                        <a:pt x="388849" y="10632"/>
                        <a:pt x="381298" y="14507"/>
                      </a:cubicBezTo>
                      <a:cubicBezTo>
                        <a:pt x="377821" y="16295"/>
                        <a:pt x="367785" y="16295"/>
                        <a:pt x="357104" y="15351"/>
                      </a:cubicBezTo>
                      <a:cubicBezTo>
                        <a:pt x="345975" y="26927"/>
                        <a:pt x="321632" y="34925"/>
                        <a:pt x="314180" y="31746"/>
                      </a:cubicBezTo>
                      <a:cubicBezTo>
                        <a:pt x="304939" y="27821"/>
                        <a:pt x="287154" y="32938"/>
                        <a:pt x="273789" y="32938"/>
                      </a:cubicBezTo>
                      <a:cubicBezTo>
                        <a:pt x="260425" y="32938"/>
                        <a:pt x="256650" y="21959"/>
                        <a:pt x="246366" y="22754"/>
                      </a:cubicBezTo>
                      <a:cubicBezTo>
                        <a:pt x="236082" y="23549"/>
                        <a:pt x="236082" y="12172"/>
                        <a:pt x="225798" y="12172"/>
                      </a:cubicBezTo>
                      <a:cubicBezTo>
                        <a:pt x="215514" y="12172"/>
                        <a:pt x="223413" y="6309"/>
                        <a:pt x="191220" y="1590"/>
                      </a:cubicBezTo>
                      <a:cubicBezTo>
                        <a:pt x="159027" y="-3130"/>
                        <a:pt x="131306" y="16096"/>
                        <a:pt x="121022" y="26281"/>
                      </a:cubicBezTo>
                      <a:cubicBezTo>
                        <a:pt x="110738" y="36466"/>
                        <a:pt x="73775" y="26678"/>
                        <a:pt x="70348" y="29411"/>
                      </a:cubicBezTo>
                      <a:cubicBezTo>
                        <a:pt x="66920" y="32143"/>
                        <a:pt x="71043" y="44315"/>
                        <a:pt x="58673" y="49780"/>
                      </a:cubicBezTo>
                      <a:cubicBezTo>
                        <a:pt x="46352" y="55245"/>
                        <a:pt x="19276" y="49780"/>
                        <a:pt x="10035" y="54500"/>
                      </a:cubicBezTo>
                      <a:cubicBezTo>
                        <a:pt x="795" y="59170"/>
                        <a:pt x="-2633" y="74868"/>
                        <a:pt x="5266" y="74074"/>
                      </a:cubicBezTo>
                      <a:cubicBezTo>
                        <a:pt x="13165" y="73279"/>
                        <a:pt x="17239" y="77601"/>
                        <a:pt x="14854" y="81476"/>
                      </a:cubicBezTo>
                      <a:cubicBezTo>
                        <a:pt x="12470" y="85401"/>
                        <a:pt x="21363" y="96380"/>
                        <a:pt x="16891" y="101100"/>
                      </a:cubicBezTo>
                      <a:cubicBezTo>
                        <a:pt x="12470" y="105820"/>
                        <a:pt x="12122" y="114812"/>
                        <a:pt x="17587" y="119482"/>
                      </a:cubicBezTo>
                      <a:cubicBezTo>
                        <a:pt x="23052" y="124201"/>
                        <a:pt x="24095" y="132846"/>
                        <a:pt x="17587" y="133988"/>
                      </a:cubicBezTo>
                      <a:cubicBezTo>
                        <a:pt x="11079" y="135181"/>
                        <a:pt x="28864" y="143776"/>
                        <a:pt x="29212" y="147700"/>
                      </a:cubicBezTo>
                      <a:cubicBezTo>
                        <a:pt x="29560" y="151625"/>
                        <a:pt x="44265" y="153563"/>
                        <a:pt x="44265" y="158282"/>
                      </a:cubicBezTo>
                      <a:cubicBezTo>
                        <a:pt x="44265" y="163002"/>
                        <a:pt x="48687" y="164542"/>
                        <a:pt x="55891" y="162207"/>
                      </a:cubicBezTo>
                      <a:cubicBezTo>
                        <a:pt x="63094" y="159872"/>
                        <a:pt x="65827" y="171199"/>
                        <a:pt x="70248" y="179049"/>
                      </a:cubicBezTo>
                      <a:cubicBezTo>
                        <a:pt x="74670" y="186898"/>
                        <a:pt x="100007" y="181384"/>
                        <a:pt x="100007" y="172789"/>
                      </a:cubicBezTo>
                      <a:cubicBezTo>
                        <a:pt x="100007" y="164194"/>
                        <a:pt x="107558" y="161809"/>
                        <a:pt x="118836" y="163002"/>
                      </a:cubicBezTo>
                      <a:cubicBezTo>
                        <a:pt x="130163" y="164194"/>
                        <a:pt x="144868" y="181831"/>
                        <a:pt x="150333" y="184166"/>
                      </a:cubicBezTo>
                      <a:cubicBezTo>
                        <a:pt x="155798" y="186501"/>
                        <a:pt x="167125" y="179446"/>
                        <a:pt x="174279" y="179446"/>
                      </a:cubicBezTo>
                      <a:cubicBezTo>
                        <a:pt x="181483" y="179446"/>
                        <a:pt x="191717" y="166529"/>
                        <a:pt x="195841" y="163747"/>
                      </a:cubicBezTo>
                      <a:cubicBezTo>
                        <a:pt x="199964" y="161015"/>
                        <a:pt x="207118" y="172789"/>
                        <a:pt x="213676" y="168814"/>
                      </a:cubicBezTo>
                      <a:cubicBezTo>
                        <a:pt x="220184" y="164890"/>
                        <a:pt x="227338" y="160567"/>
                        <a:pt x="231462" y="163350"/>
                      </a:cubicBezTo>
                      <a:cubicBezTo>
                        <a:pt x="235585" y="166082"/>
                        <a:pt x="221525" y="178254"/>
                        <a:pt x="225301" y="184513"/>
                      </a:cubicBezTo>
                      <a:cubicBezTo>
                        <a:pt x="226841" y="187047"/>
                        <a:pt x="226493" y="190227"/>
                        <a:pt x="225848" y="193506"/>
                      </a:cubicBezTo>
                      <a:cubicBezTo>
                        <a:pt x="240056" y="191270"/>
                        <a:pt x="238715" y="179993"/>
                        <a:pt x="239559" y="175124"/>
                      </a:cubicBezTo>
                      <a:cubicBezTo>
                        <a:pt x="240454" y="169907"/>
                        <a:pt x="244130" y="164691"/>
                        <a:pt x="248701" y="168864"/>
                      </a:cubicBezTo>
                      <a:cubicBezTo>
                        <a:pt x="253271" y="173037"/>
                        <a:pt x="259680" y="174081"/>
                        <a:pt x="269716" y="168864"/>
                      </a:cubicBezTo>
                      <a:cubicBezTo>
                        <a:pt x="279751" y="163648"/>
                        <a:pt x="280695" y="160518"/>
                        <a:pt x="284371" y="165734"/>
                      </a:cubicBezTo>
                      <a:cubicBezTo>
                        <a:pt x="288048" y="170951"/>
                        <a:pt x="296245" y="166777"/>
                        <a:pt x="310901" y="166777"/>
                      </a:cubicBezTo>
                      <a:cubicBezTo>
                        <a:pt x="325556" y="166777"/>
                        <a:pt x="328289" y="155252"/>
                        <a:pt x="342001" y="156295"/>
                      </a:cubicBezTo>
                      <a:cubicBezTo>
                        <a:pt x="355713" y="157338"/>
                        <a:pt x="367586" y="152122"/>
                        <a:pt x="367586" y="152122"/>
                      </a:cubicBezTo>
                      <a:lnTo>
                        <a:pt x="376280" y="155103"/>
                      </a:lnTo>
                      <a:cubicBezTo>
                        <a:pt x="379857" y="151377"/>
                        <a:pt x="379609" y="147154"/>
                        <a:pt x="386614" y="146111"/>
                      </a:cubicBezTo>
                      <a:cubicBezTo>
                        <a:pt x="397593" y="144570"/>
                        <a:pt x="401667" y="153960"/>
                        <a:pt x="407182" y="150830"/>
                      </a:cubicBezTo>
                      <a:cubicBezTo>
                        <a:pt x="412647" y="147700"/>
                        <a:pt x="430084" y="169063"/>
                        <a:pt x="431624" y="155252"/>
                      </a:cubicBezTo>
                      <a:cubicBezTo>
                        <a:pt x="432618" y="152122"/>
                        <a:pt x="424421" y="135380"/>
                        <a:pt x="420745" y="134336"/>
                      </a:cubicBezTo>
                      <a:close/>
                      <a:moveTo>
                        <a:pt x="35025" y="33336"/>
                      </a:moveTo>
                      <a:cubicBezTo>
                        <a:pt x="43222" y="29808"/>
                        <a:pt x="61703" y="34528"/>
                        <a:pt x="66224" y="29808"/>
                      </a:cubicBezTo>
                      <a:cubicBezTo>
                        <a:pt x="70646" y="25089"/>
                        <a:pt x="54549" y="19226"/>
                        <a:pt x="48737" y="13761"/>
                      </a:cubicBezTo>
                      <a:cubicBezTo>
                        <a:pt x="45358" y="10532"/>
                        <a:pt x="44166" y="4620"/>
                        <a:pt x="43023" y="0"/>
                      </a:cubicBezTo>
                      <a:cubicBezTo>
                        <a:pt x="40291" y="2086"/>
                        <a:pt x="36813" y="3776"/>
                        <a:pt x="33683" y="1987"/>
                      </a:cubicBezTo>
                      <a:cubicBezTo>
                        <a:pt x="27523" y="-1540"/>
                        <a:pt x="12619" y="795"/>
                        <a:pt x="10035" y="1987"/>
                      </a:cubicBezTo>
                      <a:cubicBezTo>
                        <a:pt x="7452" y="3179"/>
                        <a:pt x="12072" y="13165"/>
                        <a:pt x="12072" y="19624"/>
                      </a:cubicBezTo>
                      <a:cubicBezTo>
                        <a:pt x="12072" y="26082"/>
                        <a:pt x="5415" y="27871"/>
                        <a:pt x="5415" y="31994"/>
                      </a:cubicBezTo>
                      <a:cubicBezTo>
                        <a:pt x="5415" y="35174"/>
                        <a:pt x="2981" y="37360"/>
                        <a:pt x="0" y="41086"/>
                      </a:cubicBezTo>
                      <a:cubicBezTo>
                        <a:pt x="4521" y="44911"/>
                        <a:pt x="8893" y="48637"/>
                        <a:pt x="13463" y="48637"/>
                      </a:cubicBezTo>
                      <a:cubicBezTo>
                        <a:pt x="23052" y="48588"/>
                        <a:pt x="26778" y="36863"/>
                        <a:pt x="35025" y="3333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6" name="Google Shape;736;p8"/>
                <p:cNvSpPr/>
                <p:nvPr/>
              </p:nvSpPr>
              <p:spPr>
                <a:xfrm>
                  <a:off x="6125162" y="3311998"/>
                  <a:ext cx="53110" cy="58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10" h="58198" extrusionOk="0">
                      <a:moveTo>
                        <a:pt x="26281" y="23"/>
                      </a:moveTo>
                      <a:cubicBezTo>
                        <a:pt x="18034" y="-524"/>
                        <a:pt x="2285" y="8816"/>
                        <a:pt x="0" y="17262"/>
                      </a:cubicBezTo>
                      <a:cubicBezTo>
                        <a:pt x="1639" y="19299"/>
                        <a:pt x="3180" y="21833"/>
                        <a:pt x="3925" y="24714"/>
                      </a:cubicBezTo>
                      <a:cubicBezTo>
                        <a:pt x="5763" y="32017"/>
                        <a:pt x="11228" y="38327"/>
                        <a:pt x="17637" y="42500"/>
                      </a:cubicBezTo>
                      <a:cubicBezTo>
                        <a:pt x="21561" y="45083"/>
                        <a:pt x="21015" y="52038"/>
                        <a:pt x="19972" y="58199"/>
                      </a:cubicBezTo>
                      <a:cubicBezTo>
                        <a:pt x="23598" y="58050"/>
                        <a:pt x="27324" y="57702"/>
                        <a:pt x="29858" y="57056"/>
                      </a:cubicBezTo>
                      <a:cubicBezTo>
                        <a:pt x="36565" y="55268"/>
                        <a:pt x="50923" y="31769"/>
                        <a:pt x="52960" y="25310"/>
                      </a:cubicBezTo>
                      <a:cubicBezTo>
                        <a:pt x="55046" y="18852"/>
                        <a:pt x="35025" y="619"/>
                        <a:pt x="26281" y="2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8"/>
                <p:cNvSpPr/>
                <p:nvPr/>
              </p:nvSpPr>
              <p:spPr>
                <a:xfrm>
                  <a:off x="7171187" y="3091092"/>
                  <a:ext cx="159126" cy="169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126" h="169483" extrusionOk="0">
                      <a:moveTo>
                        <a:pt x="85599" y="129020"/>
                      </a:moveTo>
                      <a:cubicBezTo>
                        <a:pt x="82370" y="125592"/>
                        <a:pt x="79687" y="123108"/>
                        <a:pt x="78197" y="122065"/>
                      </a:cubicBezTo>
                      <a:cubicBezTo>
                        <a:pt x="70347" y="116600"/>
                        <a:pt x="75117" y="101299"/>
                        <a:pt x="84705" y="98566"/>
                      </a:cubicBezTo>
                      <a:cubicBezTo>
                        <a:pt x="86692" y="98020"/>
                        <a:pt x="89326" y="96629"/>
                        <a:pt x="92207" y="94791"/>
                      </a:cubicBezTo>
                      <a:cubicBezTo>
                        <a:pt x="97721" y="83165"/>
                        <a:pt x="105968" y="72683"/>
                        <a:pt x="114861" y="63194"/>
                      </a:cubicBezTo>
                      <a:cubicBezTo>
                        <a:pt x="119531" y="58226"/>
                        <a:pt x="124698" y="55891"/>
                        <a:pt x="129864" y="55444"/>
                      </a:cubicBezTo>
                      <a:cubicBezTo>
                        <a:pt x="130262" y="49879"/>
                        <a:pt x="130659" y="43719"/>
                        <a:pt x="133342" y="38155"/>
                      </a:cubicBezTo>
                      <a:cubicBezTo>
                        <a:pt x="136373" y="31796"/>
                        <a:pt x="147750" y="19723"/>
                        <a:pt x="159126" y="9588"/>
                      </a:cubicBezTo>
                      <a:cubicBezTo>
                        <a:pt x="156692" y="8396"/>
                        <a:pt x="154457" y="7850"/>
                        <a:pt x="152768" y="8545"/>
                      </a:cubicBezTo>
                      <a:cubicBezTo>
                        <a:pt x="143825" y="11973"/>
                        <a:pt x="140844" y="0"/>
                        <a:pt x="133342" y="0"/>
                      </a:cubicBezTo>
                      <a:cubicBezTo>
                        <a:pt x="125890" y="0"/>
                        <a:pt x="127380" y="20518"/>
                        <a:pt x="119928" y="20518"/>
                      </a:cubicBezTo>
                      <a:cubicBezTo>
                        <a:pt x="112476" y="20518"/>
                        <a:pt x="113967" y="32441"/>
                        <a:pt x="103484" y="34131"/>
                      </a:cubicBezTo>
                      <a:cubicBezTo>
                        <a:pt x="93052" y="35869"/>
                        <a:pt x="90071" y="35869"/>
                        <a:pt x="94542" y="44414"/>
                      </a:cubicBezTo>
                      <a:cubicBezTo>
                        <a:pt x="99013" y="52959"/>
                        <a:pt x="88580" y="49532"/>
                        <a:pt x="79637" y="49532"/>
                      </a:cubicBezTo>
                      <a:cubicBezTo>
                        <a:pt x="70695" y="49532"/>
                        <a:pt x="70695" y="42725"/>
                        <a:pt x="64733" y="42725"/>
                      </a:cubicBezTo>
                      <a:cubicBezTo>
                        <a:pt x="58772" y="42725"/>
                        <a:pt x="54301" y="54649"/>
                        <a:pt x="49829" y="61505"/>
                      </a:cubicBezTo>
                      <a:cubicBezTo>
                        <a:pt x="45358" y="68360"/>
                        <a:pt x="15500" y="83712"/>
                        <a:pt x="6558" y="88829"/>
                      </a:cubicBezTo>
                      <a:cubicBezTo>
                        <a:pt x="4024" y="90270"/>
                        <a:pt x="1838" y="94791"/>
                        <a:pt x="0" y="100504"/>
                      </a:cubicBezTo>
                      <a:cubicBezTo>
                        <a:pt x="10681" y="101497"/>
                        <a:pt x="21710" y="108502"/>
                        <a:pt x="26480" y="115458"/>
                      </a:cubicBezTo>
                      <a:cubicBezTo>
                        <a:pt x="32987" y="124847"/>
                        <a:pt x="18928" y="135429"/>
                        <a:pt x="12768" y="144074"/>
                      </a:cubicBezTo>
                      <a:cubicBezTo>
                        <a:pt x="6607" y="152718"/>
                        <a:pt x="16543" y="153115"/>
                        <a:pt x="16891" y="160170"/>
                      </a:cubicBezTo>
                      <a:cubicBezTo>
                        <a:pt x="17239" y="167225"/>
                        <a:pt x="25486" y="173087"/>
                        <a:pt x="28566" y="166827"/>
                      </a:cubicBezTo>
                      <a:cubicBezTo>
                        <a:pt x="31646" y="160568"/>
                        <a:pt x="36763" y="162903"/>
                        <a:pt x="46352" y="162903"/>
                      </a:cubicBezTo>
                      <a:cubicBezTo>
                        <a:pt x="49134" y="162903"/>
                        <a:pt x="50724" y="164443"/>
                        <a:pt x="51816" y="166480"/>
                      </a:cubicBezTo>
                      <a:cubicBezTo>
                        <a:pt x="57133" y="161561"/>
                        <a:pt x="63392" y="157140"/>
                        <a:pt x="65479" y="154755"/>
                      </a:cubicBezTo>
                      <a:cubicBezTo>
                        <a:pt x="69155" y="150582"/>
                        <a:pt x="78247" y="149538"/>
                        <a:pt x="86493" y="149538"/>
                      </a:cubicBezTo>
                      <a:cubicBezTo>
                        <a:pt x="88084" y="149538"/>
                        <a:pt x="89474" y="149290"/>
                        <a:pt x="90766" y="148942"/>
                      </a:cubicBezTo>
                      <a:cubicBezTo>
                        <a:pt x="87984" y="142633"/>
                        <a:pt x="86196" y="136025"/>
                        <a:pt x="85599" y="12902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8" name="Google Shape;738;p8"/>
                <p:cNvSpPr/>
                <p:nvPr/>
              </p:nvSpPr>
              <p:spPr>
                <a:xfrm>
                  <a:off x="6173949" y="3479170"/>
                  <a:ext cx="174666" cy="113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66" h="113397" extrusionOk="0">
                      <a:moveTo>
                        <a:pt x="174429" y="73404"/>
                      </a:moveTo>
                      <a:cubicBezTo>
                        <a:pt x="172839" y="73255"/>
                        <a:pt x="171150" y="73205"/>
                        <a:pt x="169113" y="73255"/>
                      </a:cubicBezTo>
                      <a:cubicBezTo>
                        <a:pt x="155749" y="73851"/>
                        <a:pt x="147552" y="66200"/>
                        <a:pt x="138808" y="66796"/>
                      </a:cubicBezTo>
                      <a:cubicBezTo>
                        <a:pt x="130064" y="67393"/>
                        <a:pt x="104925" y="56214"/>
                        <a:pt x="94145" y="46229"/>
                      </a:cubicBezTo>
                      <a:cubicBezTo>
                        <a:pt x="83364" y="36243"/>
                        <a:pt x="54102" y="15079"/>
                        <a:pt x="46899" y="6832"/>
                      </a:cubicBezTo>
                      <a:cubicBezTo>
                        <a:pt x="39695" y="-1415"/>
                        <a:pt x="29461" y="-1415"/>
                        <a:pt x="28418" y="2708"/>
                      </a:cubicBezTo>
                      <a:cubicBezTo>
                        <a:pt x="27473" y="6484"/>
                        <a:pt x="22208" y="6782"/>
                        <a:pt x="14209" y="7726"/>
                      </a:cubicBezTo>
                      <a:cubicBezTo>
                        <a:pt x="12172" y="11800"/>
                        <a:pt x="3676" y="17315"/>
                        <a:pt x="3676" y="22879"/>
                      </a:cubicBezTo>
                      <a:cubicBezTo>
                        <a:pt x="3676" y="29139"/>
                        <a:pt x="0" y="37535"/>
                        <a:pt x="0" y="42751"/>
                      </a:cubicBezTo>
                      <a:cubicBezTo>
                        <a:pt x="0" y="47967"/>
                        <a:pt x="9142" y="49011"/>
                        <a:pt x="11874" y="53184"/>
                      </a:cubicBezTo>
                      <a:cubicBezTo>
                        <a:pt x="14606" y="57357"/>
                        <a:pt x="29262" y="59444"/>
                        <a:pt x="30156" y="63666"/>
                      </a:cubicBezTo>
                      <a:cubicBezTo>
                        <a:pt x="31050" y="67840"/>
                        <a:pt x="41136" y="73106"/>
                        <a:pt x="47545" y="74149"/>
                      </a:cubicBezTo>
                      <a:cubicBezTo>
                        <a:pt x="53954" y="75192"/>
                        <a:pt x="63095" y="83539"/>
                        <a:pt x="66771" y="86669"/>
                      </a:cubicBezTo>
                      <a:cubicBezTo>
                        <a:pt x="70398" y="89798"/>
                        <a:pt x="84159" y="82495"/>
                        <a:pt x="88730" y="82495"/>
                      </a:cubicBezTo>
                      <a:cubicBezTo>
                        <a:pt x="93300" y="82495"/>
                        <a:pt x="100653" y="91885"/>
                        <a:pt x="101547" y="97151"/>
                      </a:cubicBezTo>
                      <a:cubicBezTo>
                        <a:pt x="102441" y="102368"/>
                        <a:pt x="126238" y="105547"/>
                        <a:pt x="131703" y="110764"/>
                      </a:cubicBezTo>
                      <a:cubicBezTo>
                        <a:pt x="137169" y="115980"/>
                        <a:pt x="166480" y="112850"/>
                        <a:pt x="171945" y="106591"/>
                      </a:cubicBezTo>
                      <a:cubicBezTo>
                        <a:pt x="177459" y="100331"/>
                        <a:pt x="172889" y="88805"/>
                        <a:pt x="172889" y="79366"/>
                      </a:cubicBezTo>
                      <a:cubicBezTo>
                        <a:pt x="172839" y="76285"/>
                        <a:pt x="173485" y="74596"/>
                        <a:pt x="174429" y="7340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9" name="Google Shape;739;p8"/>
                <p:cNvSpPr/>
                <p:nvPr/>
              </p:nvSpPr>
              <p:spPr>
                <a:xfrm>
                  <a:off x="6431641" y="3534210"/>
                  <a:ext cx="198076" cy="496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076" h="496053" extrusionOk="0">
                      <a:moveTo>
                        <a:pt x="187743" y="197512"/>
                      </a:moveTo>
                      <a:cubicBezTo>
                        <a:pt x="177459" y="202232"/>
                        <a:pt x="172342" y="195774"/>
                        <a:pt x="173385" y="188719"/>
                      </a:cubicBezTo>
                      <a:cubicBezTo>
                        <a:pt x="174429" y="181664"/>
                        <a:pt x="166182" y="181664"/>
                        <a:pt x="160518" y="181664"/>
                      </a:cubicBezTo>
                      <a:cubicBezTo>
                        <a:pt x="154854" y="181664"/>
                        <a:pt x="158481" y="171082"/>
                        <a:pt x="160518" y="164028"/>
                      </a:cubicBezTo>
                      <a:cubicBezTo>
                        <a:pt x="162605" y="156973"/>
                        <a:pt x="158481" y="152850"/>
                        <a:pt x="151774" y="152253"/>
                      </a:cubicBezTo>
                      <a:cubicBezTo>
                        <a:pt x="145117" y="151657"/>
                        <a:pt x="142037" y="135213"/>
                        <a:pt x="144571" y="130493"/>
                      </a:cubicBezTo>
                      <a:cubicBezTo>
                        <a:pt x="147154" y="125774"/>
                        <a:pt x="130710" y="121700"/>
                        <a:pt x="123506" y="125774"/>
                      </a:cubicBezTo>
                      <a:cubicBezTo>
                        <a:pt x="116302" y="129897"/>
                        <a:pt x="121469" y="118719"/>
                        <a:pt x="119383" y="112857"/>
                      </a:cubicBezTo>
                      <a:cubicBezTo>
                        <a:pt x="117296" y="106994"/>
                        <a:pt x="128623" y="87023"/>
                        <a:pt x="138361" y="75845"/>
                      </a:cubicBezTo>
                      <a:cubicBezTo>
                        <a:pt x="148098" y="64667"/>
                        <a:pt x="144024" y="49961"/>
                        <a:pt x="144024" y="37044"/>
                      </a:cubicBezTo>
                      <a:cubicBezTo>
                        <a:pt x="144024" y="24127"/>
                        <a:pt x="139404" y="24127"/>
                        <a:pt x="134783" y="24127"/>
                      </a:cubicBezTo>
                      <a:cubicBezTo>
                        <a:pt x="130163" y="24127"/>
                        <a:pt x="129617" y="16476"/>
                        <a:pt x="129617" y="9422"/>
                      </a:cubicBezTo>
                      <a:cubicBezTo>
                        <a:pt x="129617" y="2367"/>
                        <a:pt x="119879" y="-2899"/>
                        <a:pt x="114216" y="1771"/>
                      </a:cubicBezTo>
                      <a:cubicBezTo>
                        <a:pt x="113421" y="2417"/>
                        <a:pt x="112030" y="3361"/>
                        <a:pt x="110291" y="4404"/>
                      </a:cubicBezTo>
                      <a:cubicBezTo>
                        <a:pt x="110539" y="4454"/>
                        <a:pt x="110738" y="4503"/>
                        <a:pt x="110738" y="4503"/>
                      </a:cubicBezTo>
                      <a:cubicBezTo>
                        <a:pt x="110738" y="4503"/>
                        <a:pt x="108900" y="14986"/>
                        <a:pt x="105224" y="17073"/>
                      </a:cubicBezTo>
                      <a:cubicBezTo>
                        <a:pt x="101547" y="19159"/>
                        <a:pt x="101547" y="25419"/>
                        <a:pt x="107062" y="34858"/>
                      </a:cubicBezTo>
                      <a:cubicBezTo>
                        <a:pt x="112527" y="44298"/>
                        <a:pt x="98815" y="40075"/>
                        <a:pt x="97026" y="34858"/>
                      </a:cubicBezTo>
                      <a:cubicBezTo>
                        <a:pt x="95188" y="29642"/>
                        <a:pt x="84209" y="37988"/>
                        <a:pt x="77800" y="44298"/>
                      </a:cubicBezTo>
                      <a:cubicBezTo>
                        <a:pt x="71391" y="50557"/>
                        <a:pt x="62250" y="53737"/>
                        <a:pt x="62250" y="65213"/>
                      </a:cubicBezTo>
                      <a:cubicBezTo>
                        <a:pt x="62250" y="76689"/>
                        <a:pt x="54003" y="88215"/>
                        <a:pt x="55841" y="97654"/>
                      </a:cubicBezTo>
                      <a:cubicBezTo>
                        <a:pt x="57680" y="107044"/>
                        <a:pt x="46700" y="124879"/>
                        <a:pt x="47594" y="130096"/>
                      </a:cubicBezTo>
                      <a:cubicBezTo>
                        <a:pt x="48488" y="135312"/>
                        <a:pt x="32044" y="129053"/>
                        <a:pt x="29312" y="129053"/>
                      </a:cubicBezTo>
                      <a:cubicBezTo>
                        <a:pt x="26580" y="129053"/>
                        <a:pt x="28368" y="148925"/>
                        <a:pt x="24741" y="155185"/>
                      </a:cubicBezTo>
                      <a:cubicBezTo>
                        <a:pt x="21065" y="161444"/>
                        <a:pt x="23797" y="183453"/>
                        <a:pt x="18332" y="183453"/>
                      </a:cubicBezTo>
                      <a:cubicBezTo>
                        <a:pt x="12868" y="183453"/>
                        <a:pt x="8297" y="203325"/>
                        <a:pt x="8297" y="203325"/>
                      </a:cubicBezTo>
                      <a:cubicBezTo>
                        <a:pt x="8297" y="203325"/>
                        <a:pt x="3825" y="206753"/>
                        <a:pt x="0" y="211075"/>
                      </a:cubicBezTo>
                      <a:cubicBezTo>
                        <a:pt x="4471" y="221558"/>
                        <a:pt x="12669" y="233034"/>
                        <a:pt x="21760" y="237306"/>
                      </a:cubicBezTo>
                      <a:cubicBezTo>
                        <a:pt x="35124" y="243566"/>
                        <a:pt x="44018" y="274517"/>
                        <a:pt x="48141" y="290962"/>
                      </a:cubicBezTo>
                      <a:cubicBezTo>
                        <a:pt x="50625" y="300848"/>
                        <a:pt x="50575" y="310883"/>
                        <a:pt x="49134" y="319379"/>
                      </a:cubicBezTo>
                      <a:cubicBezTo>
                        <a:pt x="49333" y="320621"/>
                        <a:pt x="49532" y="321863"/>
                        <a:pt x="49532" y="323105"/>
                      </a:cubicBezTo>
                      <a:lnTo>
                        <a:pt x="49532" y="336817"/>
                      </a:lnTo>
                      <a:cubicBezTo>
                        <a:pt x="49532" y="339648"/>
                        <a:pt x="48986" y="342331"/>
                        <a:pt x="48141" y="344815"/>
                      </a:cubicBezTo>
                      <a:cubicBezTo>
                        <a:pt x="49929" y="345759"/>
                        <a:pt x="52066" y="346753"/>
                        <a:pt x="54301" y="348094"/>
                      </a:cubicBezTo>
                      <a:cubicBezTo>
                        <a:pt x="62200" y="352814"/>
                        <a:pt x="71093" y="354354"/>
                        <a:pt x="76906" y="344964"/>
                      </a:cubicBezTo>
                      <a:cubicBezTo>
                        <a:pt x="82768" y="335575"/>
                        <a:pt x="94691" y="328918"/>
                        <a:pt x="96430" y="318336"/>
                      </a:cubicBezTo>
                      <a:cubicBezTo>
                        <a:pt x="98119" y="307754"/>
                        <a:pt x="103634" y="323403"/>
                        <a:pt x="108403" y="328918"/>
                      </a:cubicBezTo>
                      <a:cubicBezTo>
                        <a:pt x="113222" y="334382"/>
                        <a:pt x="116650" y="344964"/>
                        <a:pt x="117644" y="358279"/>
                      </a:cubicBezTo>
                      <a:cubicBezTo>
                        <a:pt x="118687" y="371593"/>
                        <a:pt x="119681" y="404929"/>
                        <a:pt x="129617" y="415511"/>
                      </a:cubicBezTo>
                      <a:cubicBezTo>
                        <a:pt x="139553" y="426093"/>
                        <a:pt x="141292" y="449194"/>
                        <a:pt x="138509" y="457441"/>
                      </a:cubicBezTo>
                      <a:cubicBezTo>
                        <a:pt x="135777" y="465688"/>
                        <a:pt x="143676" y="479797"/>
                        <a:pt x="141590" y="488790"/>
                      </a:cubicBezTo>
                      <a:cubicBezTo>
                        <a:pt x="141192" y="490578"/>
                        <a:pt x="140745" y="493161"/>
                        <a:pt x="140249" y="495993"/>
                      </a:cubicBezTo>
                      <a:cubicBezTo>
                        <a:pt x="149191" y="497931"/>
                        <a:pt x="160121" y="452324"/>
                        <a:pt x="160121" y="452324"/>
                      </a:cubicBezTo>
                      <a:cubicBezTo>
                        <a:pt x="160121" y="441891"/>
                        <a:pt x="152817" y="440848"/>
                        <a:pt x="152817" y="432452"/>
                      </a:cubicBezTo>
                      <a:cubicBezTo>
                        <a:pt x="152817" y="424056"/>
                        <a:pt x="152817" y="409400"/>
                        <a:pt x="143676" y="400010"/>
                      </a:cubicBezTo>
                      <a:cubicBezTo>
                        <a:pt x="134535" y="390571"/>
                        <a:pt x="129964" y="376959"/>
                        <a:pt x="135429" y="371742"/>
                      </a:cubicBezTo>
                      <a:cubicBezTo>
                        <a:pt x="140944" y="366526"/>
                        <a:pt x="136324" y="351870"/>
                        <a:pt x="139106" y="352913"/>
                      </a:cubicBezTo>
                      <a:cubicBezTo>
                        <a:pt x="141838" y="353956"/>
                        <a:pt x="145515" y="343474"/>
                        <a:pt x="140000" y="340344"/>
                      </a:cubicBezTo>
                      <a:cubicBezTo>
                        <a:pt x="134535" y="337214"/>
                        <a:pt x="140000" y="324645"/>
                        <a:pt x="135429" y="322558"/>
                      </a:cubicBezTo>
                      <a:cubicBezTo>
                        <a:pt x="130859" y="320472"/>
                        <a:pt x="118041" y="303729"/>
                        <a:pt x="118041" y="298513"/>
                      </a:cubicBezTo>
                      <a:cubicBezTo>
                        <a:pt x="118041" y="293296"/>
                        <a:pt x="121717" y="263935"/>
                        <a:pt x="122612" y="256632"/>
                      </a:cubicBezTo>
                      <a:cubicBezTo>
                        <a:pt x="123506" y="249279"/>
                        <a:pt x="132647" y="248236"/>
                        <a:pt x="135429" y="248236"/>
                      </a:cubicBezTo>
                      <a:cubicBezTo>
                        <a:pt x="138162" y="248236"/>
                        <a:pt x="149141" y="249279"/>
                        <a:pt x="152817" y="241976"/>
                      </a:cubicBezTo>
                      <a:cubicBezTo>
                        <a:pt x="156494" y="234673"/>
                        <a:pt x="171994" y="233630"/>
                        <a:pt x="173833" y="228364"/>
                      </a:cubicBezTo>
                      <a:cubicBezTo>
                        <a:pt x="175671" y="223148"/>
                        <a:pt x="185756" y="223148"/>
                        <a:pt x="185756" y="216888"/>
                      </a:cubicBezTo>
                      <a:cubicBezTo>
                        <a:pt x="185756" y="210628"/>
                        <a:pt x="197629" y="194879"/>
                        <a:pt x="197629" y="194879"/>
                      </a:cubicBezTo>
                      <a:cubicBezTo>
                        <a:pt x="197828" y="194830"/>
                        <a:pt x="197928" y="194929"/>
                        <a:pt x="198076" y="194929"/>
                      </a:cubicBezTo>
                      <a:cubicBezTo>
                        <a:pt x="196834" y="192246"/>
                        <a:pt x="193804" y="194780"/>
                        <a:pt x="187743" y="19751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0" name="Google Shape;740;p8"/>
                <p:cNvSpPr/>
                <p:nvPr/>
              </p:nvSpPr>
              <p:spPr>
                <a:xfrm>
                  <a:off x="6364573" y="3541390"/>
                  <a:ext cx="67511" cy="43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1" h="43076" extrusionOk="0">
                      <a:moveTo>
                        <a:pt x="67367" y="14116"/>
                      </a:moveTo>
                      <a:cubicBezTo>
                        <a:pt x="53606" y="-391"/>
                        <a:pt x="49830" y="11334"/>
                        <a:pt x="40639" y="5769"/>
                      </a:cubicBezTo>
                      <a:cubicBezTo>
                        <a:pt x="30852" y="-93"/>
                        <a:pt x="26281" y="-1881"/>
                        <a:pt x="21661" y="2242"/>
                      </a:cubicBezTo>
                      <a:cubicBezTo>
                        <a:pt x="17041" y="6366"/>
                        <a:pt x="9837" y="5769"/>
                        <a:pt x="5217" y="18686"/>
                      </a:cubicBezTo>
                      <a:cubicBezTo>
                        <a:pt x="3726" y="22959"/>
                        <a:pt x="1838" y="26884"/>
                        <a:pt x="0" y="29864"/>
                      </a:cubicBezTo>
                      <a:cubicBezTo>
                        <a:pt x="1590" y="33789"/>
                        <a:pt x="4074" y="36571"/>
                        <a:pt x="6012" y="36025"/>
                      </a:cubicBezTo>
                      <a:cubicBezTo>
                        <a:pt x="9688" y="34982"/>
                        <a:pt x="14258" y="42334"/>
                        <a:pt x="21562" y="40198"/>
                      </a:cubicBezTo>
                      <a:cubicBezTo>
                        <a:pt x="28865" y="38111"/>
                        <a:pt x="33485" y="45415"/>
                        <a:pt x="43520" y="42285"/>
                      </a:cubicBezTo>
                      <a:cubicBezTo>
                        <a:pt x="53556" y="39155"/>
                        <a:pt x="62697" y="46458"/>
                        <a:pt x="66374" y="39155"/>
                      </a:cubicBezTo>
                      <a:cubicBezTo>
                        <a:pt x="70050" y="31852"/>
                        <a:pt x="63641" y="16153"/>
                        <a:pt x="63641" y="16153"/>
                      </a:cubicBezTo>
                      <a:cubicBezTo>
                        <a:pt x="63641" y="16153"/>
                        <a:pt x="65280" y="15209"/>
                        <a:pt x="67367" y="1411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1" name="Google Shape;741;p8"/>
                <p:cNvSpPr/>
                <p:nvPr/>
              </p:nvSpPr>
              <p:spPr>
                <a:xfrm>
                  <a:off x="6655105" y="3681423"/>
                  <a:ext cx="161560" cy="392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560" h="392449" extrusionOk="0">
                      <a:moveTo>
                        <a:pt x="157090" y="296119"/>
                      </a:moveTo>
                      <a:cubicBezTo>
                        <a:pt x="159921" y="280370"/>
                        <a:pt x="159574" y="263976"/>
                        <a:pt x="159574" y="248028"/>
                      </a:cubicBezTo>
                      <a:cubicBezTo>
                        <a:pt x="159574" y="245146"/>
                        <a:pt x="159971" y="242563"/>
                        <a:pt x="160667" y="240228"/>
                      </a:cubicBezTo>
                      <a:cubicBezTo>
                        <a:pt x="159971" y="232230"/>
                        <a:pt x="144521" y="198646"/>
                        <a:pt x="138807" y="199043"/>
                      </a:cubicBezTo>
                      <a:cubicBezTo>
                        <a:pt x="132994" y="199441"/>
                        <a:pt x="106266" y="168092"/>
                        <a:pt x="101497" y="162975"/>
                      </a:cubicBezTo>
                      <a:cubicBezTo>
                        <a:pt x="96728" y="157858"/>
                        <a:pt x="98069" y="149263"/>
                        <a:pt x="91213" y="142606"/>
                      </a:cubicBezTo>
                      <a:cubicBezTo>
                        <a:pt x="84357" y="135949"/>
                        <a:pt x="83662" y="118710"/>
                        <a:pt x="85401" y="106587"/>
                      </a:cubicBezTo>
                      <a:cubicBezTo>
                        <a:pt x="87139" y="94416"/>
                        <a:pt x="102193" y="91683"/>
                        <a:pt x="101845" y="83436"/>
                      </a:cubicBezTo>
                      <a:cubicBezTo>
                        <a:pt x="101497" y="75189"/>
                        <a:pt x="103186" y="68184"/>
                        <a:pt x="110738" y="67787"/>
                      </a:cubicBezTo>
                      <a:cubicBezTo>
                        <a:pt x="118289" y="67390"/>
                        <a:pt x="125493" y="60335"/>
                        <a:pt x="128871" y="54026"/>
                      </a:cubicBezTo>
                      <a:cubicBezTo>
                        <a:pt x="129368" y="53131"/>
                        <a:pt x="130063" y="52535"/>
                        <a:pt x="130858" y="52088"/>
                      </a:cubicBezTo>
                      <a:cubicBezTo>
                        <a:pt x="128921" y="49554"/>
                        <a:pt x="127282" y="47964"/>
                        <a:pt x="126089" y="47716"/>
                      </a:cubicBezTo>
                      <a:cubicBezTo>
                        <a:pt x="119680" y="46673"/>
                        <a:pt x="103236" y="33060"/>
                        <a:pt x="103236" y="27844"/>
                      </a:cubicBezTo>
                      <a:cubicBezTo>
                        <a:pt x="103236" y="22627"/>
                        <a:pt x="111483" y="14231"/>
                        <a:pt x="96827" y="12145"/>
                      </a:cubicBezTo>
                      <a:cubicBezTo>
                        <a:pt x="82221" y="10058"/>
                        <a:pt x="80383" y="3749"/>
                        <a:pt x="77651" y="619"/>
                      </a:cubicBezTo>
                      <a:cubicBezTo>
                        <a:pt x="74918" y="-2511"/>
                        <a:pt x="62995" y="6879"/>
                        <a:pt x="59368" y="14231"/>
                      </a:cubicBezTo>
                      <a:cubicBezTo>
                        <a:pt x="55741" y="21534"/>
                        <a:pt x="52065" y="12145"/>
                        <a:pt x="43818" y="17361"/>
                      </a:cubicBezTo>
                      <a:cubicBezTo>
                        <a:pt x="35571" y="22578"/>
                        <a:pt x="27374" y="10058"/>
                        <a:pt x="23697" y="17361"/>
                      </a:cubicBezTo>
                      <a:cubicBezTo>
                        <a:pt x="20021" y="24664"/>
                        <a:pt x="10880" y="13188"/>
                        <a:pt x="6309" y="19448"/>
                      </a:cubicBezTo>
                      <a:cubicBezTo>
                        <a:pt x="4570" y="21832"/>
                        <a:pt x="2285" y="23770"/>
                        <a:pt x="0" y="25062"/>
                      </a:cubicBezTo>
                      <a:cubicBezTo>
                        <a:pt x="4024" y="30179"/>
                        <a:pt x="8346" y="35197"/>
                        <a:pt x="8346" y="39022"/>
                      </a:cubicBezTo>
                      <a:cubicBezTo>
                        <a:pt x="8346" y="45729"/>
                        <a:pt x="20071" y="50796"/>
                        <a:pt x="20071" y="59192"/>
                      </a:cubicBezTo>
                      <a:cubicBezTo>
                        <a:pt x="20071" y="67588"/>
                        <a:pt x="34776" y="74295"/>
                        <a:pt x="39148" y="70967"/>
                      </a:cubicBezTo>
                      <a:cubicBezTo>
                        <a:pt x="43569" y="67588"/>
                        <a:pt x="53854" y="64260"/>
                        <a:pt x="55294" y="75984"/>
                      </a:cubicBezTo>
                      <a:cubicBezTo>
                        <a:pt x="56735" y="87759"/>
                        <a:pt x="62647" y="87759"/>
                        <a:pt x="62647" y="96155"/>
                      </a:cubicBezTo>
                      <a:cubicBezTo>
                        <a:pt x="62647" y="104551"/>
                        <a:pt x="47941" y="99533"/>
                        <a:pt x="45010" y="107929"/>
                      </a:cubicBezTo>
                      <a:cubicBezTo>
                        <a:pt x="42079" y="116325"/>
                        <a:pt x="69950" y="126410"/>
                        <a:pt x="69950" y="133117"/>
                      </a:cubicBezTo>
                      <a:cubicBezTo>
                        <a:pt x="69950" y="139824"/>
                        <a:pt x="78744" y="148220"/>
                        <a:pt x="81675" y="156616"/>
                      </a:cubicBezTo>
                      <a:cubicBezTo>
                        <a:pt x="84606" y="165012"/>
                        <a:pt x="97821" y="175097"/>
                        <a:pt x="100752" y="185182"/>
                      </a:cubicBezTo>
                      <a:cubicBezTo>
                        <a:pt x="103683" y="195267"/>
                        <a:pt x="115458" y="200285"/>
                        <a:pt x="119829" y="205303"/>
                      </a:cubicBezTo>
                      <a:cubicBezTo>
                        <a:pt x="124201" y="210370"/>
                        <a:pt x="125691" y="222095"/>
                        <a:pt x="124201" y="232180"/>
                      </a:cubicBezTo>
                      <a:cubicBezTo>
                        <a:pt x="122760" y="242265"/>
                        <a:pt x="122711" y="260696"/>
                        <a:pt x="131554" y="275849"/>
                      </a:cubicBezTo>
                      <a:cubicBezTo>
                        <a:pt x="140348" y="290952"/>
                        <a:pt x="121270" y="297659"/>
                        <a:pt x="115408" y="306055"/>
                      </a:cubicBezTo>
                      <a:cubicBezTo>
                        <a:pt x="109545" y="314451"/>
                        <a:pt x="112476" y="326225"/>
                        <a:pt x="94840" y="321158"/>
                      </a:cubicBezTo>
                      <a:cubicBezTo>
                        <a:pt x="77253" y="316090"/>
                        <a:pt x="97771" y="337950"/>
                        <a:pt x="94840" y="344657"/>
                      </a:cubicBezTo>
                      <a:cubicBezTo>
                        <a:pt x="91909" y="351364"/>
                        <a:pt x="68459" y="337950"/>
                        <a:pt x="68459" y="344657"/>
                      </a:cubicBezTo>
                      <a:cubicBezTo>
                        <a:pt x="68459" y="348681"/>
                        <a:pt x="60511" y="353947"/>
                        <a:pt x="54201" y="357474"/>
                      </a:cubicBezTo>
                      <a:cubicBezTo>
                        <a:pt x="56735" y="361250"/>
                        <a:pt x="60312" y="363337"/>
                        <a:pt x="64436" y="366367"/>
                      </a:cubicBezTo>
                      <a:cubicBezTo>
                        <a:pt x="69950" y="370292"/>
                        <a:pt x="57629" y="376949"/>
                        <a:pt x="57927" y="389469"/>
                      </a:cubicBezTo>
                      <a:cubicBezTo>
                        <a:pt x="57977" y="390562"/>
                        <a:pt x="58126" y="391505"/>
                        <a:pt x="58275" y="392449"/>
                      </a:cubicBezTo>
                      <a:cubicBezTo>
                        <a:pt x="60511" y="390760"/>
                        <a:pt x="62995" y="389518"/>
                        <a:pt x="65578" y="388674"/>
                      </a:cubicBezTo>
                      <a:cubicBezTo>
                        <a:pt x="69900" y="385544"/>
                        <a:pt x="74968" y="383904"/>
                        <a:pt x="80383" y="383656"/>
                      </a:cubicBezTo>
                      <a:cubicBezTo>
                        <a:pt x="82221" y="383557"/>
                        <a:pt x="84059" y="383805"/>
                        <a:pt x="85798" y="384202"/>
                      </a:cubicBezTo>
                      <a:cubicBezTo>
                        <a:pt x="86742" y="379135"/>
                        <a:pt x="89475" y="374018"/>
                        <a:pt x="92803" y="370590"/>
                      </a:cubicBezTo>
                      <a:cubicBezTo>
                        <a:pt x="94989" y="368404"/>
                        <a:pt x="97523" y="366715"/>
                        <a:pt x="100305" y="365473"/>
                      </a:cubicBezTo>
                      <a:cubicBezTo>
                        <a:pt x="100752" y="362741"/>
                        <a:pt x="101000" y="359611"/>
                        <a:pt x="102093" y="357325"/>
                      </a:cubicBezTo>
                      <a:cubicBezTo>
                        <a:pt x="104478" y="352258"/>
                        <a:pt x="108254" y="354195"/>
                        <a:pt x="116451" y="354593"/>
                      </a:cubicBezTo>
                      <a:cubicBezTo>
                        <a:pt x="121866" y="354841"/>
                        <a:pt x="128722" y="351016"/>
                        <a:pt x="136124" y="345948"/>
                      </a:cubicBezTo>
                      <a:cubicBezTo>
                        <a:pt x="136074" y="345352"/>
                        <a:pt x="135926" y="344756"/>
                        <a:pt x="135926" y="344160"/>
                      </a:cubicBezTo>
                      <a:cubicBezTo>
                        <a:pt x="135628" y="337751"/>
                        <a:pt x="138956" y="330398"/>
                        <a:pt x="143328" y="325977"/>
                      </a:cubicBezTo>
                      <a:cubicBezTo>
                        <a:pt x="147898" y="321307"/>
                        <a:pt x="154705" y="318425"/>
                        <a:pt x="161213" y="318425"/>
                      </a:cubicBezTo>
                      <a:lnTo>
                        <a:pt x="161561" y="318425"/>
                      </a:lnTo>
                      <a:cubicBezTo>
                        <a:pt x="157238" y="312215"/>
                        <a:pt x="155649" y="304117"/>
                        <a:pt x="157090" y="29611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2" name="Google Shape;742;p8"/>
                <p:cNvSpPr/>
                <p:nvPr/>
              </p:nvSpPr>
              <p:spPr>
                <a:xfrm>
                  <a:off x="6659658" y="3924284"/>
                  <a:ext cx="129299" cy="11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99" h="114613" extrusionOk="0">
                      <a:moveTo>
                        <a:pt x="127001" y="32988"/>
                      </a:moveTo>
                      <a:cubicBezTo>
                        <a:pt x="120791" y="22257"/>
                        <a:pt x="119003" y="9936"/>
                        <a:pt x="119003" y="0"/>
                      </a:cubicBezTo>
                      <a:cubicBezTo>
                        <a:pt x="113339" y="5117"/>
                        <a:pt x="106433" y="5514"/>
                        <a:pt x="102558" y="3726"/>
                      </a:cubicBezTo>
                      <a:cubicBezTo>
                        <a:pt x="97590" y="1441"/>
                        <a:pt x="86760" y="348"/>
                        <a:pt x="86760" y="9389"/>
                      </a:cubicBezTo>
                      <a:cubicBezTo>
                        <a:pt x="86760" y="18431"/>
                        <a:pt x="78860" y="20717"/>
                        <a:pt x="79854" y="16196"/>
                      </a:cubicBezTo>
                      <a:cubicBezTo>
                        <a:pt x="80848" y="11675"/>
                        <a:pt x="71955" y="12817"/>
                        <a:pt x="66987" y="6011"/>
                      </a:cubicBezTo>
                      <a:cubicBezTo>
                        <a:pt x="62019" y="-795"/>
                        <a:pt x="44233" y="8297"/>
                        <a:pt x="35340" y="4869"/>
                      </a:cubicBezTo>
                      <a:cubicBezTo>
                        <a:pt x="26448" y="1441"/>
                        <a:pt x="12587" y="10532"/>
                        <a:pt x="3743" y="22952"/>
                      </a:cubicBezTo>
                      <a:cubicBezTo>
                        <a:pt x="-5199" y="35373"/>
                        <a:pt x="4688" y="35373"/>
                        <a:pt x="4688" y="46700"/>
                      </a:cubicBezTo>
                      <a:cubicBezTo>
                        <a:pt x="4688" y="58027"/>
                        <a:pt x="10649" y="58027"/>
                        <a:pt x="7668" y="67069"/>
                      </a:cubicBezTo>
                      <a:cubicBezTo>
                        <a:pt x="7569" y="67317"/>
                        <a:pt x="7519" y="67615"/>
                        <a:pt x="7469" y="67864"/>
                      </a:cubicBezTo>
                      <a:cubicBezTo>
                        <a:pt x="15567" y="71937"/>
                        <a:pt x="13233" y="82966"/>
                        <a:pt x="13630" y="90120"/>
                      </a:cubicBezTo>
                      <a:cubicBezTo>
                        <a:pt x="15220" y="92058"/>
                        <a:pt x="16859" y="94045"/>
                        <a:pt x="18498" y="95983"/>
                      </a:cubicBezTo>
                      <a:cubicBezTo>
                        <a:pt x="21579" y="96082"/>
                        <a:pt x="25454" y="94691"/>
                        <a:pt x="28137" y="94443"/>
                      </a:cubicBezTo>
                      <a:cubicBezTo>
                        <a:pt x="32757" y="94095"/>
                        <a:pt x="25702" y="102342"/>
                        <a:pt x="28733" y="107856"/>
                      </a:cubicBezTo>
                      <a:cubicBezTo>
                        <a:pt x="29180" y="108403"/>
                        <a:pt x="29677" y="108949"/>
                        <a:pt x="30124" y="109496"/>
                      </a:cubicBezTo>
                      <a:cubicBezTo>
                        <a:pt x="34893" y="112675"/>
                        <a:pt x="45425" y="104329"/>
                        <a:pt x="47612" y="110539"/>
                      </a:cubicBezTo>
                      <a:cubicBezTo>
                        <a:pt x="48208" y="112129"/>
                        <a:pt x="48903" y="113420"/>
                        <a:pt x="49698" y="114613"/>
                      </a:cubicBezTo>
                      <a:cubicBezTo>
                        <a:pt x="56057" y="111086"/>
                        <a:pt x="63956" y="105820"/>
                        <a:pt x="63956" y="101795"/>
                      </a:cubicBezTo>
                      <a:cubicBezTo>
                        <a:pt x="63956" y="95088"/>
                        <a:pt x="87406" y="108502"/>
                        <a:pt x="90337" y="101795"/>
                      </a:cubicBezTo>
                      <a:cubicBezTo>
                        <a:pt x="93268" y="95088"/>
                        <a:pt x="72750" y="73229"/>
                        <a:pt x="90337" y="78297"/>
                      </a:cubicBezTo>
                      <a:cubicBezTo>
                        <a:pt x="107923" y="83314"/>
                        <a:pt x="105042" y="71590"/>
                        <a:pt x="110905" y="63194"/>
                      </a:cubicBezTo>
                      <a:cubicBezTo>
                        <a:pt x="116717" y="54797"/>
                        <a:pt x="135844" y="48091"/>
                        <a:pt x="127001" y="3298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3" name="Google Shape;743;p8"/>
                <p:cNvSpPr/>
                <p:nvPr/>
              </p:nvSpPr>
              <p:spPr>
                <a:xfrm>
                  <a:off x="6609399" y="3706485"/>
                  <a:ext cx="170496" cy="23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96" h="236199" extrusionOk="0">
                      <a:moveTo>
                        <a:pt x="115656" y="108055"/>
                      </a:moveTo>
                      <a:cubicBezTo>
                        <a:pt x="115656" y="101348"/>
                        <a:pt x="87786" y="91263"/>
                        <a:pt x="90717" y="82867"/>
                      </a:cubicBezTo>
                      <a:cubicBezTo>
                        <a:pt x="93648" y="74471"/>
                        <a:pt x="108354" y="79489"/>
                        <a:pt x="108354" y="71093"/>
                      </a:cubicBezTo>
                      <a:cubicBezTo>
                        <a:pt x="108354" y="62697"/>
                        <a:pt x="102491" y="62697"/>
                        <a:pt x="101001" y="50923"/>
                      </a:cubicBezTo>
                      <a:cubicBezTo>
                        <a:pt x="99560" y="39148"/>
                        <a:pt x="89276" y="42527"/>
                        <a:pt x="84855" y="45905"/>
                      </a:cubicBezTo>
                      <a:cubicBezTo>
                        <a:pt x="80433" y="49283"/>
                        <a:pt x="65777" y="42527"/>
                        <a:pt x="65777" y="34131"/>
                      </a:cubicBezTo>
                      <a:cubicBezTo>
                        <a:pt x="65777" y="25734"/>
                        <a:pt x="54052" y="20717"/>
                        <a:pt x="54052" y="13960"/>
                      </a:cubicBezTo>
                      <a:cubicBezTo>
                        <a:pt x="54052" y="10085"/>
                        <a:pt x="49681" y="5117"/>
                        <a:pt x="45706" y="0"/>
                      </a:cubicBezTo>
                      <a:cubicBezTo>
                        <a:pt x="41980" y="2136"/>
                        <a:pt x="38155" y="2633"/>
                        <a:pt x="36465" y="646"/>
                      </a:cubicBezTo>
                      <a:cubicBezTo>
                        <a:pt x="33733" y="-2484"/>
                        <a:pt x="30057" y="11079"/>
                        <a:pt x="32789" y="14258"/>
                      </a:cubicBezTo>
                      <a:cubicBezTo>
                        <a:pt x="35522" y="17388"/>
                        <a:pt x="39198" y="37310"/>
                        <a:pt x="31895" y="35223"/>
                      </a:cubicBezTo>
                      <a:cubicBezTo>
                        <a:pt x="24592" y="33137"/>
                        <a:pt x="24592" y="21611"/>
                        <a:pt x="19972" y="22654"/>
                      </a:cubicBezTo>
                      <a:cubicBezTo>
                        <a:pt x="19972" y="22654"/>
                        <a:pt x="8098" y="38353"/>
                        <a:pt x="8098" y="44663"/>
                      </a:cubicBezTo>
                      <a:cubicBezTo>
                        <a:pt x="8098" y="48886"/>
                        <a:pt x="3528" y="50277"/>
                        <a:pt x="0" y="52314"/>
                      </a:cubicBezTo>
                      <a:cubicBezTo>
                        <a:pt x="2137" y="54450"/>
                        <a:pt x="3925" y="56387"/>
                        <a:pt x="4521" y="57480"/>
                      </a:cubicBezTo>
                      <a:cubicBezTo>
                        <a:pt x="6508" y="60859"/>
                        <a:pt x="3577" y="69901"/>
                        <a:pt x="6508" y="77849"/>
                      </a:cubicBezTo>
                      <a:cubicBezTo>
                        <a:pt x="9489" y="85749"/>
                        <a:pt x="19376" y="73329"/>
                        <a:pt x="22307" y="84656"/>
                      </a:cubicBezTo>
                      <a:cubicBezTo>
                        <a:pt x="25287" y="95933"/>
                        <a:pt x="20319" y="101647"/>
                        <a:pt x="20319" y="112924"/>
                      </a:cubicBezTo>
                      <a:cubicBezTo>
                        <a:pt x="20319" y="124251"/>
                        <a:pt x="12420" y="123109"/>
                        <a:pt x="14407" y="133293"/>
                      </a:cubicBezTo>
                      <a:cubicBezTo>
                        <a:pt x="16395" y="143477"/>
                        <a:pt x="27275" y="131057"/>
                        <a:pt x="35174" y="124251"/>
                      </a:cubicBezTo>
                      <a:cubicBezTo>
                        <a:pt x="43073" y="117445"/>
                        <a:pt x="49035" y="118587"/>
                        <a:pt x="51966" y="123109"/>
                      </a:cubicBezTo>
                      <a:cubicBezTo>
                        <a:pt x="54947" y="127629"/>
                        <a:pt x="64833" y="124251"/>
                        <a:pt x="66821" y="118587"/>
                      </a:cubicBezTo>
                      <a:cubicBezTo>
                        <a:pt x="68807" y="112924"/>
                        <a:pt x="83613" y="110688"/>
                        <a:pt x="88581" y="117445"/>
                      </a:cubicBezTo>
                      <a:cubicBezTo>
                        <a:pt x="93549" y="124251"/>
                        <a:pt x="98467" y="132150"/>
                        <a:pt x="105373" y="136671"/>
                      </a:cubicBezTo>
                      <a:cubicBezTo>
                        <a:pt x="112278" y="141192"/>
                        <a:pt x="100454" y="166082"/>
                        <a:pt x="107360" y="168318"/>
                      </a:cubicBezTo>
                      <a:cubicBezTo>
                        <a:pt x="114265" y="170553"/>
                        <a:pt x="124152" y="183023"/>
                        <a:pt x="123208" y="196586"/>
                      </a:cubicBezTo>
                      <a:cubicBezTo>
                        <a:pt x="122363" y="208261"/>
                        <a:pt x="128027" y="216607"/>
                        <a:pt x="120227" y="226643"/>
                      </a:cubicBezTo>
                      <a:cubicBezTo>
                        <a:pt x="125096" y="230270"/>
                        <a:pt x="130958" y="230220"/>
                        <a:pt x="130114" y="233946"/>
                      </a:cubicBezTo>
                      <a:cubicBezTo>
                        <a:pt x="129120" y="238467"/>
                        <a:pt x="137019" y="236181"/>
                        <a:pt x="137019" y="227140"/>
                      </a:cubicBezTo>
                      <a:cubicBezTo>
                        <a:pt x="137019" y="218098"/>
                        <a:pt x="147899" y="219191"/>
                        <a:pt x="152817" y="221476"/>
                      </a:cubicBezTo>
                      <a:cubicBezTo>
                        <a:pt x="156693" y="223264"/>
                        <a:pt x="163598" y="222867"/>
                        <a:pt x="169262" y="217750"/>
                      </a:cubicBezTo>
                      <a:cubicBezTo>
                        <a:pt x="169262" y="213676"/>
                        <a:pt x="169510" y="210000"/>
                        <a:pt x="169958" y="207069"/>
                      </a:cubicBezTo>
                      <a:cubicBezTo>
                        <a:pt x="171398" y="196984"/>
                        <a:pt x="169958" y="185259"/>
                        <a:pt x="165586" y="180191"/>
                      </a:cubicBezTo>
                      <a:cubicBezTo>
                        <a:pt x="161164" y="175174"/>
                        <a:pt x="149439" y="170106"/>
                        <a:pt x="146508" y="160071"/>
                      </a:cubicBezTo>
                      <a:cubicBezTo>
                        <a:pt x="143577" y="149986"/>
                        <a:pt x="130362" y="139901"/>
                        <a:pt x="127431" y="131505"/>
                      </a:cubicBezTo>
                      <a:cubicBezTo>
                        <a:pt x="124450" y="123158"/>
                        <a:pt x="115656" y="114762"/>
                        <a:pt x="115656" y="10805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4" name="Google Shape;744;p8"/>
                <p:cNvSpPr/>
                <p:nvPr/>
              </p:nvSpPr>
              <p:spPr>
                <a:xfrm>
                  <a:off x="6549732" y="3758848"/>
                  <a:ext cx="184047" cy="401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047" h="401406" extrusionOk="0">
                      <a:moveTo>
                        <a:pt x="182825" y="144272"/>
                      </a:moveTo>
                      <a:cubicBezTo>
                        <a:pt x="183818" y="130710"/>
                        <a:pt x="173932" y="118240"/>
                        <a:pt x="166976" y="116004"/>
                      </a:cubicBezTo>
                      <a:cubicBezTo>
                        <a:pt x="160071" y="113719"/>
                        <a:pt x="171895" y="88829"/>
                        <a:pt x="164990" y="84358"/>
                      </a:cubicBezTo>
                      <a:cubicBezTo>
                        <a:pt x="158084" y="79837"/>
                        <a:pt x="153166" y="71888"/>
                        <a:pt x="148197" y="65131"/>
                      </a:cubicBezTo>
                      <a:cubicBezTo>
                        <a:pt x="143229" y="58325"/>
                        <a:pt x="128424" y="60610"/>
                        <a:pt x="126437" y="66274"/>
                      </a:cubicBezTo>
                      <a:cubicBezTo>
                        <a:pt x="124450" y="71937"/>
                        <a:pt x="114564" y="75316"/>
                        <a:pt x="111583" y="70795"/>
                      </a:cubicBezTo>
                      <a:cubicBezTo>
                        <a:pt x="108651" y="66274"/>
                        <a:pt x="102690" y="65082"/>
                        <a:pt x="94791" y="71937"/>
                      </a:cubicBezTo>
                      <a:cubicBezTo>
                        <a:pt x="86891" y="78744"/>
                        <a:pt x="76011" y="91164"/>
                        <a:pt x="74024" y="80979"/>
                      </a:cubicBezTo>
                      <a:cubicBezTo>
                        <a:pt x="72037" y="70795"/>
                        <a:pt x="79936" y="71937"/>
                        <a:pt x="79936" y="60610"/>
                      </a:cubicBezTo>
                      <a:cubicBezTo>
                        <a:pt x="79936" y="49333"/>
                        <a:pt x="84904" y="43620"/>
                        <a:pt x="81923" y="32342"/>
                      </a:cubicBezTo>
                      <a:cubicBezTo>
                        <a:pt x="78942" y="21015"/>
                        <a:pt x="69056" y="33485"/>
                        <a:pt x="66125" y="25536"/>
                      </a:cubicBezTo>
                      <a:cubicBezTo>
                        <a:pt x="63194" y="17637"/>
                        <a:pt x="66125" y="8545"/>
                        <a:pt x="64138" y="5167"/>
                      </a:cubicBezTo>
                      <a:cubicBezTo>
                        <a:pt x="63542" y="4074"/>
                        <a:pt x="61753" y="2136"/>
                        <a:pt x="59617" y="0"/>
                      </a:cubicBezTo>
                      <a:cubicBezTo>
                        <a:pt x="57928" y="994"/>
                        <a:pt x="56387" y="2136"/>
                        <a:pt x="55791" y="3825"/>
                      </a:cubicBezTo>
                      <a:cubicBezTo>
                        <a:pt x="53953" y="9042"/>
                        <a:pt x="38453" y="10085"/>
                        <a:pt x="34776" y="17438"/>
                      </a:cubicBezTo>
                      <a:cubicBezTo>
                        <a:pt x="31100" y="24741"/>
                        <a:pt x="20121" y="23698"/>
                        <a:pt x="17388" y="23698"/>
                      </a:cubicBezTo>
                      <a:cubicBezTo>
                        <a:pt x="14656" y="23698"/>
                        <a:pt x="5514" y="24741"/>
                        <a:pt x="4571" y="32094"/>
                      </a:cubicBezTo>
                      <a:cubicBezTo>
                        <a:pt x="3676" y="39397"/>
                        <a:pt x="0" y="68708"/>
                        <a:pt x="0" y="73974"/>
                      </a:cubicBezTo>
                      <a:cubicBezTo>
                        <a:pt x="0" y="79191"/>
                        <a:pt x="12768" y="95933"/>
                        <a:pt x="17388" y="98020"/>
                      </a:cubicBezTo>
                      <a:cubicBezTo>
                        <a:pt x="21959" y="100106"/>
                        <a:pt x="16445" y="112676"/>
                        <a:pt x="21959" y="115806"/>
                      </a:cubicBezTo>
                      <a:cubicBezTo>
                        <a:pt x="27473" y="118935"/>
                        <a:pt x="23797" y="129418"/>
                        <a:pt x="21065" y="128375"/>
                      </a:cubicBezTo>
                      <a:cubicBezTo>
                        <a:pt x="18332" y="127331"/>
                        <a:pt x="22903" y="141987"/>
                        <a:pt x="17388" y="147203"/>
                      </a:cubicBezTo>
                      <a:cubicBezTo>
                        <a:pt x="11874" y="152420"/>
                        <a:pt x="16445" y="166032"/>
                        <a:pt x="25635" y="175472"/>
                      </a:cubicBezTo>
                      <a:cubicBezTo>
                        <a:pt x="34776" y="184861"/>
                        <a:pt x="34776" y="199517"/>
                        <a:pt x="34776" y="207913"/>
                      </a:cubicBezTo>
                      <a:cubicBezTo>
                        <a:pt x="34776" y="216259"/>
                        <a:pt x="42080" y="217352"/>
                        <a:pt x="42080" y="227785"/>
                      </a:cubicBezTo>
                      <a:cubicBezTo>
                        <a:pt x="42080" y="227785"/>
                        <a:pt x="31150" y="273442"/>
                        <a:pt x="22208" y="271454"/>
                      </a:cubicBezTo>
                      <a:cubicBezTo>
                        <a:pt x="20270" y="282881"/>
                        <a:pt x="17885" y="300766"/>
                        <a:pt x="15699" y="310503"/>
                      </a:cubicBezTo>
                      <a:cubicBezTo>
                        <a:pt x="12967" y="322625"/>
                        <a:pt x="10930" y="333207"/>
                        <a:pt x="17090" y="334002"/>
                      </a:cubicBezTo>
                      <a:cubicBezTo>
                        <a:pt x="23251" y="334797"/>
                        <a:pt x="35571" y="350844"/>
                        <a:pt x="47545" y="368083"/>
                      </a:cubicBezTo>
                      <a:cubicBezTo>
                        <a:pt x="50476" y="372306"/>
                        <a:pt x="52711" y="376678"/>
                        <a:pt x="54500" y="381199"/>
                      </a:cubicBezTo>
                      <a:cubicBezTo>
                        <a:pt x="58673" y="380951"/>
                        <a:pt x="63293" y="381199"/>
                        <a:pt x="67963" y="382242"/>
                      </a:cubicBezTo>
                      <a:cubicBezTo>
                        <a:pt x="77055" y="384180"/>
                        <a:pt x="79340" y="392675"/>
                        <a:pt x="79340" y="397892"/>
                      </a:cubicBezTo>
                      <a:cubicBezTo>
                        <a:pt x="79340" y="403108"/>
                        <a:pt x="94741" y="401170"/>
                        <a:pt x="97573" y="400475"/>
                      </a:cubicBezTo>
                      <a:cubicBezTo>
                        <a:pt x="99759" y="399978"/>
                        <a:pt x="96977" y="392625"/>
                        <a:pt x="104727" y="389794"/>
                      </a:cubicBezTo>
                      <a:cubicBezTo>
                        <a:pt x="100057" y="382242"/>
                        <a:pt x="87985" y="373051"/>
                        <a:pt x="78098" y="372008"/>
                      </a:cubicBezTo>
                      <a:cubicBezTo>
                        <a:pt x="66473" y="370816"/>
                        <a:pt x="60958" y="350844"/>
                        <a:pt x="62001" y="341852"/>
                      </a:cubicBezTo>
                      <a:cubicBezTo>
                        <a:pt x="63045" y="332860"/>
                        <a:pt x="53456" y="325010"/>
                        <a:pt x="53456" y="317161"/>
                      </a:cubicBezTo>
                      <a:cubicBezTo>
                        <a:pt x="53456" y="309311"/>
                        <a:pt x="46600" y="308914"/>
                        <a:pt x="38751" y="304592"/>
                      </a:cubicBezTo>
                      <a:cubicBezTo>
                        <a:pt x="30852" y="300269"/>
                        <a:pt x="40440" y="273640"/>
                        <a:pt x="41483" y="262264"/>
                      </a:cubicBezTo>
                      <a:cubicBezTo>
                        <a:pt x="41980" y="256451"/>
                        <a:pt x="46501" y="245174"/>
                        <a:pt x="50227" y="234144"/>
                      </a:cubicBezTo>
                      <a:cubicBezTo>
                        <a:pt x="48886" y="226742"/>
                        <a:pt x="50972" y="219936"/>
                        <a:pt x="54947" y="214521"/>
                      </a:cubicBezTo>
                      <a:cubicBezTo>
                        <a:pt x="55096" y="211987"/>
                        <a:pt x="54947" y="209751"/>
                        <a:pt x="54152" y="208161"/>
                      </a:cubicBezTo>
                      <a:cubicBezTo>
                        <a:pt x="49333" y="197977"/>
                        <a:pt x="70894" y="190127"/>
                        <a:pt x="73677" y="201504"/>
                      </a:cubicBezTo>
                      <a:cubicBezTo>
                        <a:pt x="73825" y="202101"/>
                        <a:pt x="73974" y="202647"/>
                        <a:pt x="74074" y="203193"/>
                      </a:cubicBezTo>
                      <a:cubicBezTo>
                        <a:pt x="82569" y="202200"/>
                        <a:pt x="91263" y="205727"/>
                        <a:pt x="96480" y="215912"/>
                      </a:cubicBezTo>
                      <a:cubicBezTo>
                        <a:pt x="96927" y="216806"/>
                        <a:pt x="97473" y="217651"/>
                        <a:pt x="97921" y="218495"/>
                      </a:cubicBezTo>
                      <a:cubicBezTo>
                        <a:pt x="105224" y="221327"/>
                        <a:pt x="107012" y="229624"/>
                        <a:pt x="115756" y="232455"/>
                      </a:cubicBezTo>
                      <a:cubicBezTo>
                        <a:pt x="116402" y="232654"/>
                        <a:pt x="116849" y="233002"/>
                        <a:pt x="117395" y="233250"/>
                      </a:cubicBezTo>
                      <a:cubicBezTo>
                        <a:pt x="117445" y="233002"/>
                        <a:pt x="117544" y="232654"/>
                        <a:pt x="117594" y="232455"/>
                      </a:cubicBezTo>
                      <a:cubicBezTo>
                        <a:pt x="120575" y="223413"/>
                        <a:pt x="114613" y="223413"/>
                        <a:pt x="114613" y="212086"/>
                      </a:cubicBezTo>
                      <a:cubicBezTo>
                        <a:pt x="114613" y="200759"/>
                        <a:pt x="104727" y="200759"/>
                        <a:pt x="113669" y="188339"/>
                      </a:cubicBezTo>
                      <a:cubicBezTo>
                        <a:pt x="122562" y="175869"/>
                        <a:pt x="136373" y="166827"/>
                        <a:pt x="145266" y="170255"/>
                      </a:cubicBezTo>
                      <a:cubicBezTo>
                        <a:pt x="154159" y="173633"/>
                        <a:pt x="171944" y="164592"/>
                        <a:pt x="176912" y="171398"/>
                      </a:cubicBezTo>
                      <a:cubicBezTo>
                        <a:pt x="177807" y="172640"/>
                        <a:pt x="178800" y="173485"/>
                        <a:pt x="179844" y="174279"/>
                      </a:cubicBezTo>
                      <a:cubicBezTo>
                        <a:pt x="187693" y="164293"/>
                        <a:pt x="181980" y="155947"/>
                        <a:pt x="182825" y="14427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5" name="Google Shape;745;p8"/>
                <p:cNvSpPr/>
                <p:nvPr/>
              </p:nvSpPr>
              <p:spPr>
                <a:xfrm>
                  <a:off x="4646971" y="2673664"/>
                  <a:ext cx="220214" cy="205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14" h="205540" extrusionOk="0">
                      <a:moveTo>
                        <a:pt x="2530" y="41197"/>
                      </a:moveTo>
                      <a:cubicBezTo>
                        <a:pt x="4070" y="45917"/>
                        <a:pt x="5610" y="62361"/>
                        <a:pt x="2033" y="68820"/>
                      </a:cubicBezTo>
                      <a:cubicBezTo>
                        <a:pt x="-1544" y="75278"/>
                        <a:pt x="-3" y="77067"/>
                        <a:pt x="3573" y="79402"/>
                      </a:cubicBezTo>
                      <a:cubicBezTo>
                        <a:pt x="7151" y="81737"/>
                        <a:pt x="8691" y="87649"/>
                        <a:pt x="8691" y="92319"/>
                      </a:cubicBezTo>
                      <a:cubicBezTo>
                        <a:pt x="8691" y="97038"/>
                        <a:pt x="11274" y="96442"/>
                        <a:pt x="11771" y="106428"/>
                      </a:cubicBezTo>
                      <a:cubicBezTo>
                        <a:pt x="12268" y="116414"/>
                        <a:pt x="14354" y="123468"/>
                        <a:pt x="17434" y="127592"/>
                      </a:cubicBezTo>
                      <a:cubicBezTo>
                        <a:pt x="19819" y="130821"/>
                        <a:pt x="19422" y="135739"/>
                        <a:pt x="18130" y="139465"/>
                      </a:cubicBezTo>
                      <a:cubicBezTo>
                        <a:pt x="22452" y="143092"/>
                        <a:pt x="27271" y="146619"/>
                        <a:pt x="31544" y="148358"/>
                      </a:cubicBezTo>
                      <a:cubicBezTo>
                        <a:pt x="42274" y="152730"/>
                        <a:pt x="46100" y="156257"/>
                        <a:pt x="46845" y="160629"/>
                      </a:cubicBezTo>
                      <a:cubicBezTo>
                        <a:pt x="47640" y="165001"/>
                        <a:pt x="56781" y="172900"/>
                        <a:pt x="59116" y="166740"/>
                      </a:cubicBezTo>
                      <a:cubicBezTo>
                        <a:pt x="61402" y="160629"/>
                        <a:pt x="67512" y="164107"/>
                        <a:pt x="72133" y="164107"/>
                      </a:cubicBezTo>
                      <a:cubicBezTo>
                        <a:pt x="76753" y="164107"/>
                        <a:pt x="77498" y="170218"/>
                        <a:pt x="78243" y="173745"/>
                      </a:cubicBezTo>
                      <a:cubicBezTo>
                        <a:pt x="79038" y="177272"/>
                        <a:pt x="89720" y="175533"/>
                        <a:pt x="93545" y="178117"/>
                      </a:cubicBezTo>
                      <a:cubicBezTo>
                        <a:pt x="97370" y="180750"/>
                        <a:pt x="98910" y="190388"/>
                        <a:pt x="104226" y="193866"/>
                      </a:cubicBezTo>
                      <a:cubicBezTo>
                        <a:pt x="109592" y="197343"/>
                        <a:pt x="114162" y="189494"/>
                        <a:pt x="117988" y="192127"/>
                      </a:cubicBezTo>
                      <a:cubicBezTo>
                        <a:pt x="121813" y="194760"/>
                        <a:pt x="131749" y="197343"/>
                        <a:pt x="137860" y="194760"/>
                      </a:cubicBezTo>
                      <a:cubicBezTo>
                        <a:pt x="143971" y="192127"/>
                        <a:pt x="147796" y="197393"/>
                        <a:pt x="155447" y="196548"/>
                      </a:cubicBezTo>
                      <a:cubicBezTo>
                        <a:pt x="163098" y="195654"/>
                        <a:pt x="173034" y="199132"/>
                        <a:pt x="175319" y="201765"/>
                      </a:cubicBezTo>
                      <a:cubicBezTo>
                        <a:pt x="176511" y="203156"/>
                        <a:pt x="183020" y="204497"/>
                        <a:pt x="188882" y="205541"/>
                      </a:cubicBezTo>
                      <a:cubicBezTo>
                        <a:pt x="190422" y="201964"/>
                        <a:pt x="187441" y="190885"/>
                        <a:pt x="187938" y="188152"/>
                      </a:cubicBezTo>
                      <a:cubicBezTo>
                        <a:pt x="188435" y="185221"/>
                        <a:pt x="206419" y="166988"/>
                        <a:pt x="209499" y="162865"/>
                      </a:cubicBezTo>
                      <a:cubicBezTo>
                        <a:pt x="212580" y="158741"/>
                        <a:pt x="217200" y="158741"/>
                        <a:pt x="219783" y="153475"/>
                      </a:cubicBezTo>
                      <a:cubicBezTo>
                        <a:pt x="222366" y="148159"/>
                        <a:pt x="212580" y="131119"/>
                        <a:pt x="210542" y="127592"/>
                      </a:cubicBezTo>
                      <a:cubicBezTo>
                        <a:pt x="208506" y="124064"/>
                        <a:pt x="207462" y="109955"/>
                        <a:pt x="209002" y="104093"/>
                      </a:cubicBezTo>
                      <a:cubicBezTo>
                        <a:pt x="210542" y="98231"/>
                        <a:pt x="201302" y="94703"/>
                        <a:pt x="201302" y="90580"/>
                      </a:cubicBezTo>
                      <a:cubicBezTo>
                        <a:pt x="201302" y="86456"/>
                        <a:pt x="210046" y="79402"/>
                        <a:pt x="214666" y="77067"/>
                      </a:cubicBezTo>
                      <a:cubicBezTo>
                        <a:pt x="219286" y="74732"/>
                        <a:pt x="217746" y="58238"/>
                        <a:pt x="213623" y="54114"/>
                      </a:cubicBezTo>
                      <a:cubicBezTo>
                        <a:pt x="209499" y="49991"/>
                        <a:pt x="207462" y="42340"/>
                        <a:pt x="210046" y="34143"/>
                      </a:cubicBezTo>
                      <a:cubicBezTo>
                        <a:pt x="212629" y="25896"/>
                        <a:pt x="194645" y="19437"/>
                        <a:pt x="192061" y="19437"/>
                      </a:cubicBezTo>
                      <a:cubicBezTo>
                        <a:pt x="191614" y="19437"/>
                        <a:pt x="191366" y="18891"/>
                        <a:pt x="191217" y="18195"/>
                      </a:cubicBezTo>
                      <a:cubicBezTo>
                        <a:pt x="175170" y="21573"/>
                        <a:pt x="134084" y="16705"/>
                        <a:pt x="131004" y="15264"/>
                      </a:cubicBezTo>
                      <a:cubicBezTo>
                        <a:pt x="128967" y="14320"/>
                        <a:pt x="123751" y="12184"/>
                        <a:pt x="119279" y="10395"/>
                      </a:cubicBezTo>
                      <a:cubicBezTo>
                        <a:pt x="117243" y="14270"/>
                        <a:pt x="113020" y="17847"/>
                        <a:pt x="106611" y="17847"/>
                      </a:cubicBezTo>
                      <a:cubicBezTo>
                        <a:pt x="96675" y="17847"/>
                        <a:pt x="95979" y="6471"/>
                        <a:pt x="95681" y="1403"/>
                      </a:cubicBezTo>
                      <a:cubicBezTo>
                        <a:pt x="95334" y="-3664"/>
                        <a:pt x="55639" y="5725"/>
                        <a:pt x="45007" y="17847"/>
                      </a:cubicBezTo>
                      <a:cubicBezTo>
                        <a:pt x="34425" y="30019"/>
                        <a:pt x="9734" y="25300"/>
                        <a:pt x="9088" y="31957"/>
                      </a:cubicBezTo>
                      <a:cubicBezTo>
                        <a:pt x="8591" y="36776"/>
                        <a:pt x="4865" y="39309"/>
                        <a:pt x="2481" y="37968"/>
                      </a:cubicBezTo>
                      <a:cubicBezTo>
                        <a:pt x="2282" y="39160"/>
                        <a:pt x="2232" y="40253"/>
                        <a:pt x="2530" y="4119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6" name="Google Shape;746;p8"/>
                <p:cNvSpPr/>
                <p:nvPr/>
              </p:nvSpPr>
              <p:spPr>
                <a:xfrm>
                  <a:off x="4678853" y="3011590"/>
                  <a:ext cx="82357" cy="89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57" h="89636" extrusionOk="0">
                      <a:moveTo>
                        <a:pt x="61415" y="81439"/>
                      </a:moveTo>
                      <a:cubicBezTo>
                        <a:pt x="60521" y="76173"/>
                        <a:pt x="75226" y="51929"/>
                        <a:pt x="78903" y="51929"/>
                      </a:cubicBezTo>
                      <a:cubicBezTo>
                        <a:pt x="81983" y="51929"/>
                        <a:pt x="83125" y="28629"/>
                        <a:pt x="81834" y="16556"/>
                      </a:cubicBezTo>
                      <a:cubicBezTo>
                        <a:pt x="70407" y="7514"/>
                        <a:pt x="60918" y="4434"/>
                        <a:pt x="60918" y="4434"/>
                      </a:cubicBezTo>
                      <a:cubicBezTo>
                        <a:pt x="60918" y="4434"/>
                        <a:pt x="30265" y="2695"/>
                        <a:pt x="25148" y="360"/>
                      </a:cubicBezTo>
                      <a:cubicBezTo>
                        <a:pt x="20031" y="-1975"/>
                        <a:pt x="14914" y="7961"/>
                        <a:pt x="10343" y="3888"/>
                      </a:cubicBezTo>
                      <a:cubicBezTo>
                        <a:pt x="5723" y="-186"/>
                        <a:pt x="-934" y="5030"/>
                        <a:pt x="109" y="10893"/>
                      </a:cubicBezTo>
                      <a:cubicBezTo>
                        <a:pt x="1152" y="16755"/>
                        <a:pt x="10840" y="20282"/>
                        <a:pt x="10840" y="29026"/>
                      </a:cubicBezTo>
                      <a:cubicBezTo>
                        <a:pt x="10840" y="37770"/>
                        <a:pt x="30265" y="50687"/>
                        <a:pt x="29768" y="55357"/>
                      </a:cubicBezTo>
                      <a:cubicBezTo>
                        <a:pt x="29421" y="58635"/>
                        <a:pt x="41443" y="67578"/>
                        <a:pt x="48597" y="79601"/>
                      </a:cubicBezTo>
                      <a:cubicBezTo>
                        <a:pt x="52423" y="82333"/>
                        <a:pt x="56497" y="85960"/>
                        <a:pt x="60471" y="89636"/>
                      </a:cubicBezTo>
                      <a:cubicBezTo>
                        <a:pt x="61266" y="85811"/>
                        <a:pt x="61614" y="82780"/>
                        <a:pt x="61415" y="8143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7" name="Google Shape;747;p8"/>
                <p:cNvSpPr/>
                <p:nvPr/>
              </p:nvSpPr>
              <p:spPr>
                <a:xfrm>
                  <a:off x="4636733" y="2967586"/>
                  <a:ext cx="123902" cy="123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02" h="123654" extrusionOk="0">
                      <a:moveTo>
                        <a:pt x="71838" y="99361"/>
                      </a:moveTo>
                      <a:cubicBezTo>
                        <a:pt x="72335" y="94691"/>
                        <a:pt x="52910" y="81824"/>
                        <a:pt x="52910" y="73030"/>
                      </a:cubicBezTo>
                      <a:cubicBezTo>
                        <a:pt x="52910" y="64287"/>
                        <a:pt x="43222" y="60759"/>
                        <a:pt x="42179" y="54897"/>
                      </a:cubicBezTo>
                      <a:cubicBezTo>
                        <a:pt x="41135" y="49035"/>
                        <a:pt x="47793" y="43769"/>
                        <a:pt x="52413" y="47892"/>
                      </a:cubicBezTo>
                      <a:cubicBezTo>
                        <a:pt x="57033" y="51966"/>
                        <a:pt x="62150" y="42030"/>
                        <a:pt x="67218" y="44365"/>
                      </a:cubicBezTo>
                      <a:cubicBezTo>
                        <a:pt x="72335" y="46700"/>
                        <a:pt x="102988" y="48439"/>
                        <a:pt x="102988" y="48439"/>
                      </a:cubicBezTo>
                      <a:cubicBezTo>
                        <a:pt x="102988" y="48439"/>
                        <a:pt x="112477" y="51519"/>
                        <a:pt x="123903" y="60561"/>
                      </a:cubicBezTo>
                      <a:cubicBezTo>
                        <a:pt x="123655" y="58126"/>
                        <a:pt x="123307" y="56089"/>
                        <a:pt x="122810" y="54847"/>
                      </a:cubicBezTo>
                      <a:cubicBezTo>
                        <a:pt x="120078" y="47445"/>
                        <a:pt x="122810" y="39049"/>
                        <a:pt x="115458" y="35919"/>
                      </a:cubicBezTo>
                      <a:cubicBezTo>
                        <a:pt x="111682" y="34280"/>
                        <a:pt x="110092" y="26778"/>
                        <a:pt x="109396" y="19872"/>
                      </a:cubicBezTo>
                      <a:cubicBezTo>
                        <a:pt x="105919" y="21065"/>
                        <a:pt x="102988" y="22058"/>
                        <a:pt x="101398" y="22555"/>
                      </a:cubicBezTo>
                      <a:cubicBezTo>
                        <a:pt x="95287" y="24294"/>
                        <a:pt x="82271" y="23399"/>
                        <a:pt x="77700" y="16395"/>
                      </a:cubicBezTo>
                      <a:cubicBezTo>
                        <a:pt x="74272" y="11178"/>
                        <a:pt x="63641" y="3527"/>
                        <a:pt x="58424" y="0"/>
                      </a:cubicBezTo>
                      <a:cubicBezTo>
                        <a:pt x="56288" y="2136"/>
                        <a:pt x="48140" y="10135"/>
                        <a:pt x="44563" y="10632"/>
                      </a:cubicBezTo>
                      <a:cubicBezTo>
                        <a:pt x="40440" y="11228"/>
                        <a:pt x="43023" y="23549"/>
                        <a:pt x="38900" y="23549"/>
                      </a:cubicBezTo>
                      <a:cubicBezTo>
                        <a:pt x="34776" y="23549"/>
                        <a:pt x="31696" y="31796"/>
                        <a:pt x="30703" y="35323"/>
                      </a:cubicBezTo>
                      <a:cubicBezTo>
                        <a:pt x="29659" y="38850"/>
                        <a:pt x="20419" y="32988"/>
                        <a:pt x="16345" y="34727"/>
                      </a:cubicBezTo>
                      <a:cubicBezTo>
                        <a:pt x="13414" y="36018"/>
                        <a:pt x="4769" y="37558"/>
                        <a:pt x="0" y="38353"/>
                      </a:cubicBezTo>
                      <a:cubicBezTo>
                        <a:pt x="745" y="43719"/>
                        <a:pt x="447" y="49631"/>
                        <a:pt x="4173" y="49631"/>
                      </a:cubicBezTo>
                      <a:cubicBezTo>
                        <a:pt x="10333" y="49631"/>
                        <a:pt x="21661" y="48836"/>
                        <a:pt x="22008" y="58275"/>
                      </a:cubicBezTo>
                      <a:cubicBezTo>
                        <a:pt x="22356" y="67665"/>
                        <a:pt x="37061" y="88431"/>
                        <a:pt x="42527" y="95486"/>
                      </a:cubicBezTo>
                      <a:cubicBezTo>
                        <a:pt x="47991" y="102541"/>
                        <a:pt x="60362" y="101000"/>
                        <a:pt x="61008" y="106863"/>
                      </a:cubicBezTo>
                      <a:cubicBezTo>
                        <a:pt x="61703" y="112725"/>
                        <a:pt x="70596" y="118240"/>
                        <a:pt x="80880" y="118985"/>
                      </a:cubicBezTo>
                      <a:cubicBezTo>
                        <a:pt x="83662" y="119184"/>
                        <a:pt x="87040" y="121022"/>
                        <a:pt x="90617" y="123655"/>
                      </a:cubicBezTo>
                      <a:cubicBezTo>
                        <a:pt x="83513" y="111582"/>
                        <a:pt x="71490" y="102640"/>
                        <a:pt x="71838" y="9936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8" name="Google Shape;748;p8"/>
                <p:cNvSpPr/>
                <p:nvPr/>
              </p:nvSpPr>
              <p:spPr>
                <a:xfrm>
                  <a:off x="4756910" y="3096904"/>
                  <a:ext cx="42079" cy="9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79" h="97175" extrusionOk="0">
                      <a:moveTo>
                        <a:pt x="27672" y="82867"/>
                      </a:moveTo>
                      <a:cubicBezTo>
                        <a:pt x="32789" y="81724"/>
                        <a:pt x="29709" y="77005"/>
                        <a:pt x="33336" y="72881"/>
                      </a:cubicBezTo>
                      <a:cubicBezTo>
                        <a:pt x="36913" y="68758"/>
                        <a:pt x="41036" y="60561"/>
                        <a:pt x="41583" y="57629"/>
                      </a:cubicBezTo>
                      <a:cubicBezTo>
                        <a:pt x="41632" y="57282"/>
                        <a:pt x="41831" y="57083"/>
                        <a:pt x="42080" y="56884"/>
                      </a:cubicBezTo>
                      <a:cubicBezTo>
                        <a:pt x="35124" y="50873"/>
                        <a:pt x="30206" y="46600"/>
                        <a:pt x="28666" y="40440"/>
                      </a:cubicBezTo>
                      <a:cubicBezTo>
                        <a:pt x="27076" y="34180"/>
                        <a:pt x="28716" y="21909"/>
                        <a:pt x="31200" y="12917"/>
                      </a:cubicBezTo>
                      <a:cubicBezTo>
                        <a:pt x="27225" y="9688"/>
                        <a:pt x="14954" y="0"/>
                        <a:pt x="11129" y="0"/>
                      </a:cubicBezTo>
                      <a:cubicBezTo>
                        <a:pt x="7303" y="0"/>
                        <a:pt x="1441" y="9688"/>
                        <a:pt x="0" y="18978"/>
                      </a:cubicBezTo>
                      <a:cubicBezTo>
                        <a:pt x="8992" y="24443"/>
                        <a:pt x="12520" y="28368"/>
                        <a:pt x="6310" y="35472"/>
                      </a:cubicBezTo>
                      <a:cubicBezTo>
                        <a:pt x="-199" y="42924"/>
                        <a:pt x="-1540" y="68013"/>
                        <a:pt x="5614" y="74620"/>
                      </a:cubicBezTo>
                      <a:cubicBezTo>
                        <a:pt x="12470" y="80979"/>
                        <a:pt x="14407" y="93548"/>
                        <a:pt x="21065" y="97175"/>
                      </a:cubicBezTo>
                      <a:cubicBezTo>
                        <a:pt x="22903" y="90866"/>
                        <a:pt x="24294" y="83662"/>
                        <a:pt x="27672" y="8286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9" name="Google Shape;749;p8"/>
                <p:cNvSpPr/>
                <p:nvPr/>
              </p:nvSpPr>
              <p:spPr>
                <a:xfrm>
                  <a:off x="4543185" y="2882433"/>
                  <a:ext cx="170404" cy="88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04" h="88729" extrusionOk="0">
                      <a:moveTo>
                        <a:pt x="143726" y="7899"/>
                      </a:moveTo>
                      <a:cubicBezTo>
                        <a:pt x="137615" y="0"/>
                        <a:pt x="122314" y="0"/>
                        <a:pt x="122314" y="0"/>
                      </a:cubicBezTo>
                      <a:cubicBezTo>
                        <a:pt x="122314" y="0"/>
                        <a:pt x="120774" y="7899"/>
                        <a:pt x="118488" y="12271"/>
                      </a:cubicBezTo>
                      <a:cubicBezTo>
                        <a:pt x="116551" y="15947"/>
                        <a:pt x="105472" y="15898"/>
                        <a:pt x="98318" y="13712"/>
                      </a:cubicBezTo>
                      <a:cubicBezTo>
                        <a:pt x="96281" y="16742"/>
                        <a:pt x="87040" y="19127"/>
                        <a:pt x="85749" y="23499"/>
                      </a:cubicBezTo>
                      <a:cubicBezTo>
                        <a:pt x="84209" y="28815"/>
                        <a:pt x="72931" y="25834"/>
                        <a:pt x="76508" y="39943"/>
                      </a:cubicBezTo>
                      <a:cubicBezTo>
                        <a:pt x="80085" y="54052"/>
                        <a:pt x="70845" y="49333"/>
                        <a:pt x="67268" y="47594"/>
                      </a:cubicBezTo>
                      <a:cubicBezTo>
                        <a:pt x="63691" y="45805"/>
                        <a:pt x="47743" y="48190"/>
                        <a:pt x="43620" y="52860"/>
                      </a:cubicBezTo>
                      <a:cubicBezTo>
                        <a:pt x="39496" y="57580"/>
                        <a:pt x="33833" y="56387"/>
                        <a:pt x="30255" y="54052"/>
                      </a:cubicBezTo>
                      <a:cubicBezTo>
                        <a:pt x="26679" y="51717"/>
                        <a:pt x="19475" y="50525"/>
                        <a:pt x="16395" y="56387"/>
                      </a:cubicBezTo>
                      <a:cubicBezTo>
                        <a:pt x="13315" y="62250"/>
                        <a:pt x="7651" y="51717"/>
                        <a:pt x="3031" y="52264"/>
                      </a:cubicBezTo>
                      <a:cubicBezTo>
                        <a:pt x="-1590" y="52860"/>
                        <a:pt x="447" y="64038"/>
                        <a:pt x="447" y="66373"/>
                      </a:cubicBezTo>
                      <a:cubicBezTo>
                        <a:pt x="447" y="68708"/>
                        <a:pt x="7651" y="75763"/>
                        <a:pt x="12271" y="73428"/>
                      </a:cubicBezTo>
                      <a:cubicBezTo>
                        <a:pt x="16891" y="71093"/>
                        <a:pt x="22555" y="74024"/>
                        <a:pt x="26679" y="76955"/>
                      </a:cubicBezTo>
                      <a:cubicBezTo>
                        <a:pt x="30802" y="79886"/>
                        <a:pt x="38503" y="74620"/>
                        <a:pt x="41036" y="71689"/>
                      </a:cubicBezTo>
                      <a:cubicBezTo>
                        <a:pt x="43620" y="68758"/>
                        <a:pt x="57977" y="68758"/>
                        <a:pt x="59517" y="68758"/>
                      </a:cubicBezTo>
                      <a:cubicBezTo>
                        <a:pt x="61057" y="68758"/>
                        <a:pt x="61554" y="78148"/>
                        <a:pt x="64138" y="79936"/>
                      </a:cubicBezTo>
                      <a:cubicBezTo>
                        <a:pt x="66721" y="81675"/>
                        <a:pt x="76459" y="82867"/>
                        <a:pt x="85202" y="83463"/>
                      </a:cubicBezTo>
                      <a:cubicBezTo>
                        <a:pt x="93946" y="84060"/>
                        <a:pt x="106764" y="88730"/>
                        <a:pt x="110887" y="88730"/>
                      </a:cubicBezTo>
                      <a:cubicBezTo>
                        <a:pt x="115010" y="88730"/>
                        <a:pt x="121668" y="80483"/>
                        <a:pt x="130908" y="80483"/>
                      </a:cubicBezTo>
                      <a:cubicBezTo>
                        <a:pt x="140149" y="80483"/>
                        <a:pt x="145316" y="74024"/>
                        <a:pt x="146856" y="74620"/>
                      </a:cubicBezTo>
                      <a:cubicBezTo>
                        <a:pt x="146906" y="74620"/>
                        <a:pt x="146906" y="74670"/>
                        <a:pt x="146955" y="74720"/>
                      </a:cubicBezTo>
                      <a:cubicBezTo>
                        <a:pt x="147601" y="71441"/>
                        <a:pt x="148694" y="68808"/>
                        <a:pt x="150681" y="68460"/>
                      </a:cubicBezTo>
                      <a:cubicBezTo>
                        <a:pt x="154457" y="67864"/>
                        <a:pt x="151774" y="60461"/>
                        <a:pt x="154457" y="56785"/>
                      </a:cubicBezTo>
                      <a:cubicBezTo>
                        <a:pt x="157140" y="53109"/>
                        <a:pt x="152321" y="45756"/>
                        <a:pt x="157140" y="46352"/>
                      </a:cubicBezTo>
                      <a:cubicBezTo>
                        <a:pt x="161959" y="46948"/>
                        <a:pt x="167324" y="47594"/>
                        <a:pt x="167324" y="39595"/>
                      </a:cubicBezTo>
                      <a:cubicBezTo>
                        <a:pt x="167324" y="36913"/>
                        <a:pt x="168616" y="34528"/>
                        <a:pt x="170404" y="32541"/>
                      </a:cubicBezTo>
                      <a:cubicBezTo>
                        <a:pt x="165089" y="24045"/>
                        <a:pt x="161313" y="10483"/>
                        <a:pt x="161313" y="10483"/>
                      </a:cubicBezTo>
                      <a:cubicBezTo>
                        <a:pt x="161313" y="10483"/>
                        <a:pt x="149886" y="15798"/>
                        <a:pt x="143726" y="789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0" name="Google Shape;750;p8"/>
                <p:cNvSpPr/>
                <p:nvPr/>
              </p:nvSpPr>
              <p:spPr>
                <a:xfrm>
                  <a:off x="4690239" y="2894670"/>
                  <a:ext cx="149324" cy="96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24" h="96285" extrusionOk="0">
                      <a:moveTo>
                        <a:pt x="145216" y="17671"/>
                      </a:moveTo>
                      <a:cubicBezTo>
                        <a:pt x="143428" y="17026"/>
                        <a:pt x="141490" y="15585"/>
                        <a:pt x="139801" y="13896"/>
                      </a:cubicBezTo>
                      <a:cubicBezTo>
                        <a:pt x="133343" y="12256"/>
                        <a:pt x="127133" y="10120"/>
                        <a:pt x="125245" y="7934"/>
                      </a:cubicBezTo>
                      <a:cubicBezTo>
                        <a:pt x="121419" y="3562"/>
                        <a:pt x="106118" y="929"/>
                        <a:pt x="103832" y="35"/>
                      </a:cubicBezTo>
                      <a:cubicBezTo>
                        <a:pt x="101547" y="-859"/>
                        <a:pt x="86991" y="15784"/>
                        <a:pt x="82420" y="15784"/>
                      </a:cubicBezTo>
                      <a:cubicBezTo>
                        <a:pt x="77849" y="15784"/>
                        <a:pt x="57928" y="18417"/>
                        <a:pt x="57928" y="24527"/>
                      </a:cubicBezTo>
                      <a:cubicBezTo>
                        <a:pt x="57928" y="30688"/>
                        <a:pt x="33485" y="31532"/>
                        <a:pt x="26579" y="24527"/>
                      </a:cubicBezTo>
                      <a:cubicBezTo>
                        <a:pt x="25486" y="23434"/>
                        <a:pt x="24443" y="21944"/>
                        <a:pt x="23449" y="20354"/>
                      </a:cubicBezTo>
                      <a:cubicBezTo>
                        <a:pt x="21611" y="22341"/>
                        <a:pt x="20369" y="24726"/>
                        <a:pt x="20369" y="27409"/>
                      </a:cubicBezTo>
                      <a:cubicBezTo>
                        <a:pt x="20369" y="35358"/>
                        <a:pt x="15004" y="34761"/>
                        <a:pt x="10184" y="34165"/>
                      </a:cubicBezTo>
                      <a:cubicBezTo>
                        <a:pt x="5366" y="33569"/>
                        <a:pt x="10184" y="40922"/>
                        <a:pt x="7502" y="44598"/>
                      </a:cubicBezTo>
                      <a:cubicBezTo>
                        <a:pt x="4819" y="48275"/>
                        <a:pt x="7502" y="55627"/>
                        <a:pt x="3726" y="56273"/>
                      </a:cubicBezTo>
                      <a:cubicBezTo>
                        <a:pt x="1739" y="56571"/>
                        <a:pt x="646" y="59254"/>
                        <a:pt x="0" y="62533"/>
                      </a:cubicBezTo>
                      <a:cubicBezTo>
                        <a:pt x="1590" y="63427"/>
                        <a:pt x="5564" y="72419"/>
                        <a:pt x="5564" y="72419"/>
                      </a:cubicBezTo>
                      <a:cubicBezTo>
                        <a:pt x="5564" y="72419"/>
                        <a:pt x="5366" y="72618"/>
                        <a:pt x="5018" y="72966"/>
                      </a:cubicBezTo>
                      <a:cubicBezTo>
                        <a:pt x="10234" y="76543"/>
                        <a:pt x="20866" y="84144"/>
                        <a:pt x="24294" y="89360"/>
                      </a:cubicBezTo>
                      <a:cubicBezTo>
                        <a:pt x="28864" y="96365"/>
                        <a:pt x="41881" y="97260"/>
                        <a:pt x="47992" y="95521"/>
                      </a:cubicBezTo>
                      <a:cubicBezTo>
                        <a:pt x="54102" y="93782"/>
                        <a:pt x="80135" y="84144"/>
                        <a:pt x="80135" y="84144"/>
                      </a:cubicBezTo>
                      <a:cubicBezTo>
                        <a:pt x="80135" y="84144"/>
                        <a:pt x="86245" y="86777"/>
                        <a:pt x="90071" y="87622"/>
                      </a:cubicBezTo>
                      <a:cubicBezTo>
                        <a:pt x="90965" y="87820"/>
                        <a:pt x="93399" y="88267"/>
                        <a:pt x="96579" y="88864"/>
                      </a:cubicBezTo>
                      <a:cubicBezTo>
                        <a:pt x="98467" y="86628"/>
                        <a:pt x="104180" y="84740"/>
                        <a:pt x="110341" y="77735"/>
                      </a:cubicBezTo>
                      <a:cubicBezTo>
                        <a:pt x="117544" y="69488"/>
                        <a:pt x="128325" y="40127"/>
                        <a:pt x="131405" y="37792"/>
                      </a:cubicBezTo>
                      <a:cubicBezTo>
                        <a:pt x="134485" y="35457"/>
                        <a:pt x="142732" y="30141"/>
                        <a:pt x="146806" y="26614"/>
                      </a:cubicBezTo>
                      <a:cubicBezTo>
                        <a:pt x="150830" y="22987"/>
                        <a:pt x="149837" y="19460"/>
                        <a:pt x="145216" y="1767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1" name="Google Shape;751;p8"/>
                <p:cNvSpPr/>
                <p:nvPr/>
              </p:nvSpPr>
              <p:spPr>
                <a:xfrm>
                  <a:off x="4605207" y="2813129"/>
                  <a:ext cx="142960" cy="85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60" h="85202" extrusionOk="0">
                      <a:moveTo>
                        <a:pt x="135259" y="38652"/>
                      </a:moveTo>
                      <a:cubicBezTo>
                        <a:pt x="131434" y="36018"/>
                        <a:pt x="120703" y="37757"/>
                        <a:pt x="119958" y="34280"/>
                      </a:cubicBezTo>
                      <a:cubicBezTo>
                        <a:pt x="119213" y="30802"/>
                        <a:pt x="118468" y="24642"/>
                        <a:pt x="113847" y="24642"/>
                      </a:cubicBezTo>
                      <a:cubicBezTo>
                        <a:pt x="109277" y="24642"/>
                        <a:pt x="103116" y="21164"/>
                        <a:pt x="100831" y="27275"/>
                      </a:cubicBezTo>
                      <a:cubicBezTo>
                        <a:pt x="98546" y="33385"/>
                        <a:pt x="89355" y="25536"/>
                        <a:pt x="88560" y="21164"/>
                      </a:cubicBezTo>
                      <a:cubicBezTo>
                        <a:pt x="87815" y="16792"/>
                        <a:pt x="83989" y="13265"/>
                        <a:pt x="73258" y="8893"/>
                      </a:cubicBezTo>
                      <a:cubicBezTo>
                        <a:pt x="68986" y="7154"/>
                        <a:pt x="64167" y="3627"/>
                        <a:pt x="59844" y="0"/>
                      </a:cubicBezTo>
                      <a:cubicBezTo>
                        <a:pt x="59497" y="1043"/>
                        <a:pt x="59099" y="2037"/>
                        <a:pt x="58652" y="2832"/>
                      </a:cubicBezTo>
                      <a:cubicBezTo>
                        <a:pt x="56615" y="6359"/>
                        <a:pt x="49412" y="-99"/>
                        <a:pt x="46331" y="3428"/>
                      </a:cubicBezTo>
                      <a:cubicBezTo>
                        <a:pt x="43251" y="6955"/>
                        <a:pt x="32967" y="7552"/>
                        <a:pt x="27304" y="13414"/>
                      </a:cubicBezTo>
                      <a:cubicBezTo>
                        <a:pt x="21640" y="19276"/>
                        <a:pt x="9816" y="22207"/>
                        <a:pt x="3159" y="23996"/>
                      </a:cubicBezTo>
                      <a:cubicBezTo>
                        <a:pt x="-3548" y="25784"/>
                        <a:pt x="2116" y="32839"/>
                        <a:pt x="4699" y="38105"/>
                      </a:cubicBezTo>
                      <a:cubicBezTo>
                        <a:pt x="7283" y="43371"/>
                        <a:pt x="7283" y="56338"/>
                        <a:pt x="12400" y="60461"/>
                      </a:cubicBezTo>
                      <a:cubicBezTo>
                        <a:pt x="17517" y="64585"/>
                        <a:pt x="34507" y="76906"/>
                        <a:pt x="36544" y="81029"/>
                      </a:cubicBezTo>
                      <a:cubicBezTo>
                        <a:pt x="36892" y="81725"/>
                        <a:pt x="36693" y="82370"/>
                        <a:pt x="36246" y="83016"/>
                      </a:cubicBezTo>
                      <a:cubicBezTo>
                        <a:pt x="43350" y="85202"/>
                        <a:pt x="54479" y="85252"/>
                        <a:pt x="56416" y="81576"/>
                      </a:cubicBezTo>
                      <a:cubicBezTo>
                        <a:pt x="58702" y="77204"/>
                        <a:pt x="60242" y="69304"/>
                        <a:pt x="60242" y="69304"/>
                      </a:cubicBezTo>
                      <a:cubicBezTo>
                        <a:pt x="60242" y="69304"/>
                        <a:pt x="75544" y="69304"/>
                        <a:pt x="81654" y="77204"/>
                      </a:cubicBezTo>
                      <a:cubicBezTo>
                        <a:pt x="87815" y="85103"/>
                        <a:pt x="99291" y="79837"/>
                        <a:pt x="99291" y="79837"/>
                      </a:cubicBezTo>
                      <a:cubicBezTo>
                        <a:pt x="99291" y="79837"/>
                        <a:pt x="99937" y="82072"/>
                        <a:pt x="100980" y="85202"/>
                      </a:cubicBezTo>
                      <a:cubicBezTo>
                        <a:pt x="102620" y="80880"/>
                        <a:pt x="104806" y="77055"/>
                        <a:pt x="107438" y="76607"/>
                      </a:cubicBezTo>
                      <a:cubicBezTo>
                        <a:pt x="113897" y="75564"/>
                        <a:pt x="123088" y="74521"/>
                        <a:pt x="129546" y="63989"/>
                      </a:cubicBezTo>
                      <a:cubicBezTo>
                        <a:pt x="132875" y="58573"/>
                        <a:pt x="138389" y="54251"/>
                        <a:pt x="142960" y="51370"/>
                      </a:cubicBezTo>
                      <a:cubicBezTo>
                        <a:pt x="139830" y="46998"/>
                        <a:pt x="138240" y="40738"/>
                        <a:pt x="135259" y="3865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2" name="Google Shape;752;p8"/>
                <p:cNvSpPr/>
                <p:nvPr/>
              </p:nvSpPr>
              <p:spPr>
                <a:xfrm>
                  <a:off x="4706236" y="2864399"/>
                  <a:ext cx="129715" cy="59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15" h="59690" extrusionOk="0">
                      <a:moveTo>
                        <a:pt x="96231" y="5813"/>
                      </a:moveTo>
                      <a:cubicBezTo>
                        <a:pt x="88580" y="6657"/>
                        <a:pt x="84755" y="1441"/>
                        <a:pt x="78644" y="4024"/>
                      </a:cubicBezTo>
                      <a:cubicBezTo>
                        <a:pt x="72533" y="6657"/>
                        <a:pt x="62548" y="4024"/>
                        <a:pt x="58772" y="1391"/>
                      </a:cubicBezTo>
                      <a:cubicBezTo>
                        <a:pt x="54947" y="-1242"/>
                        <a:pt x="50376" y="6608"/>
                        <a:pt x="45011" y="3130"/>
                      </a:cubicBezTo>
                      <a:cubicBezTo>
                        <a:pt x="43818" y="2335"/>
                        <a:pt x="42825" y="1242"/>
                        <a:pt x="41980" y="0"/>
                      </a:cubicBezTo>
                      <a:cubicBezTo>
                        <a:pt x="37409" y="2882"/>
                        <a:pt x="31895" y="7204"/>
                        <a:pt x="28566" y="12619"/>
                      </a:cubicBezTo>
                      <a:cubicBezTo>
                        <a:pt x="22108" y="23151"/>
                        <a:pt x="12917" y="24194"/>
                        <a:pt x="6458" y="25238"/>
                      </a:cubicBezTo>
                      <a:cubicBezTo>
                        <a:pt x="3825" y="25685"/>
                        <a:pt x="1689" y="29510"/>
                        <a:pt x="0" y="33832"/>
                      </a:cubicBezTo>
                      <a:cubicBezTo>
                        <a:pt x="2086" y="40043"/>
                        <a:pt x="5961" y="50078"/>
                        <a:pt x="10582" y="54748"/>
                      </a:cubicBezTo>
                      <a:cubicBezTo>
                        <a:pt x="17487" y="61753"/>
                        <a:pt x="41930" y="60908"/>
                        <a:pt x="41930" y="54748"/>
                      </a:cubicBezTo>
                      <a:cubicBezTo>
                        <a:pt x="41930" y="48637"/>
                        <a:pt x="61803" y="46004"/>
                        <a:pt x="66423" y="46004"/>
                      </a:cubicBezTo>
                      <a:cubicBezTo>
                        <a:pt x="71043" y="46004"/>
                        <a:pt x="85550" y="29361"/>
                        <a:pt x="87835" y="30255"/>
                      </a:cubicBezTo>
                      <a:cubicBezTo>
                        <a:pt x="90120" y="31150"/>
                        <a:pt x="105422" y="33783"/>
                        <a:pt x="109247" y="38155"/>
                      </a:cubicBezTo>
                      <a:cubicBezTo>
                        <a:pt x="111135" y="40341"/>
                        <a:pt x="117345" y="42477"/>
                        <a:pt x="123804" y="44116"/>
                      </a:cubicBezTo>
                      <a:cubicBezTo>
                        <a:pt x="121121" y="41384"/>
                        <a:pt x="118985" y="37857"/>
                        <a:pt x="118985" y="34975"/>
                      </a:cubicBezTo>
                      <a:cubicBezTo>
                        <a:pt x="118985" y="30305"/>
                        <a:pt x="126685" y="17935"/>
                        <a:pt x="129269" y="15600"/>
                      </a:cubicBezTo>
                      <a:cubicBezTo>
                        <a:pt x="129467" y="15401"/>
                        <a:pt x="129567" y="15053"/>
                        <a:pt x="129716" y="14755"/>
                      </a:cubicBezTo>
                      <a:cubicBezTo>
                        <a:pt x="123804" y="13762"/>
                        <a:pt x="117345" y="12371"/>
                        <a:pt x="116153" y="10980"/>
                      </a:cubicBezTo>
                      <a:cubicBezTo>
                        <a:pt x="113818" y="8396"/>
                        <a:pt x="103832" y="4918"/>
                        <a:pt x="96231" y="581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3" name="Google Shape;753;p8"/>
                <p:cNvSpPr/>
                <p:nvPr/>
              </p:nvSpPr>
              <p:spPr>
                <a:xfrm>
                  <a:off x="4096138" y="3119349"/>
                  <a:ext cx="77287" cy="155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87" h="155854" extrusionOk="0">
                      <a:moveTo>
                        <a:pt x="75337" y="16058"/>
                      </a:moveTo>
                      <a:cubicBezTo>
                        <a:pt x="81994" y="8407"/>
                        <a:pt x="69475" y="11288"/>
                        <a:pt x="69475" y="5575"/>
                      </a:cubicBezTo>
                      <a:cubicBezTo>
                        <a:pt x="69475" y="-138"/>
                        <a:pt x="61129" y="-2076"/>
                        <a:pt x="55316" y="2694"/>
                      </a:cubicBezTo>
                      <a:cubicBezTo>
                        <a:pt x="49454" y="7463"/>
                        <a:pt x="51143" y="2694"/>
                        <a:pt x="46125" y="2694"/>
                      </a:cubicBezTo>
                      <a:cubicBezTo>
                        <a:pt x="42598" y="2694"/>
                        <a:pt x="37034" y="3588"/>
                        <a:pt x="34053" y="2098"/>
                      </a:cubicBezTo>
                      <a:cubicBezTo>
                        <a:pt x="34103" y="2247"/>
                        <a:pt x="34152" y="2346"/>
                        <a:pt x="34152" y="2495"/>
                      </a:cubicBezTo>
                      <a:cubicBezTo>
                        <a:pt x="35245" y="9202"/>
                        <a:pt x="35742" y="13375"/>
                        <a:pt x="34301" y="19933"/>
                      </a:cubicBezTo>
                      <a:cubicBezTo>
                        <a:pt x="33506" y="23460"/>
                        <a:pt x="31917" y="26789"/>
                        <a:pt x="30376" y="30018"/>
                      </a:cubicBezTo>
                      <a:cubicBezTo>
                        <a:pt x="28240" y="34440"/>
                        <a:pt x="24266" y="37718"/>
                        <a:pt x="19943" y="39904"/>
                      </a:cubicBezTo>
                      <a:cubicBezTo>
                        <a:pt x="20192" y="42587"/>
                        <a:pt x="20440" y="45220"/>
                        <a:pt x="20589" y="47903"/>
                      </a:cubicBezTo>
                      <a:cubicBezTo>
                        <a:pt x="21086" y="56100"/>
                        <a:pt x="16764" y="63503"/>
                        <a:pt x="10504" y="68272"/>
                      </a:cubicBezTo>
                      <a:cubicBezTo>
                        <a:pt x="8368" y="74283"/>
                        <a:pt x="6033" y="79351"/>
                        <a:pt x="3747" y="82332"/>
                      </a:cubicBezTo>
                      <a:cubicBezTo>
                        <a:pt x="-5145" y="94106"/>
                        <a:pt x="3400" y="97236"/>
                        <a:pt x="12641" y="105433"/>
                      </a:cubicBezTo>
                      <a:cubicBezTo>
                        <a:pt x="21881" y="113680"/>
                        <a:pt x="15721" y="143439"/>
                        <a:pt x="15721" y="150493"/>
                      </a:cubicBezTo>
                      <a:cubicBezTo>
                        <a:pt x="15721" y="157548"/>
                        <a:pt x="23918" y="155610"/>
                        <a:pt x="33506" y="155610"/>
                      </a:cubicBezTo>
                      <a:cubicBezTo>
                        <a:pt x="39219" y="155610"/>
                        <a:pt x="45678" y="152729"/>
                        <a:pt x="51987" y="151437"/>
                      </a:cubicBezTo>
                      <a:cubicBezTo>
                        <a:pt x="50100" y="148158"/>
                        <a:pt x="48609" y="144929"/>
                        <a:pt x="48609" y="142793"/>
                      </a:cubicBezTo>
                      <a:cubicBezTo>
                        <a:pt x="48609" y="137080"/>
                        <a:pt x="48609" y="128485"/>
                        <a:pt x="57800" y="126597"/>
                      </a:cubicBezTo>
                      <a:cubicBezTo>
                        <a:pt x="66941" y="124709"/>
                        <a:pt x="55316" y="116114"/>
                        <a:pt x="52782" y="113233"/>
                      </a:cubicBezTo>
                      <a:cubicBezTo>
                        <a:pt x="50298" y="110351"/>
                        <a:pt x="53627" y="98925"/>
                        <a:pt x="58645" y="98925"/>
                      </a:cubicBezTo>
                      <a:cubicBezTo>
                        <a:pt x="63663" y="98925"/>
                        <a:pt x="58645" y="92268"/>
                        <a:pt x="51987" y="84617"/>
                      </a:cubicBezTo>
                      <a:cubicBezTo>
                        <a:pt x="45330" y="77016"/>
                        <a:pt x="51987" y="74134"/>
                        <a:pt x="57850" y="74134"/>
                      </a:cubicBezTo>
                      <a:cubicBezTo>
                        <a:pt x="63663" y="74134"/>
                        <a:pt x="56161" y="62708"/>
                        <a:pt x="62023" y="56001"/>
                      </a:cubicBezTo>
                      <a:cubicBezTo>
                        <a:pt x="67836" y="49294"/>
                        <a:pt x="60334" y="36924"/>
                        <a:pt x="60334" y="31210"/>
                      </a:cubicBezTo>
                      <a:cubicBezTo>
                        <a:pt x="60334" y="25596"/>
                        <a:pt x="68680" y="23709"/>
                        <a:pt x="75337" y="1605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4" name="Google Shape;754;p8"/>
                <p:cNvSpPr/>
                <p:nvPr/>
              </p:nvSpPr>
              <p:spPr>
                <a:xfrm>
                  <a:off x="4392752" y="2727281"/>
                  <a:ext cx="94893" cy="93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93" h="93151" extrusionOk="0">
                      <a:moveTo>
                        <a:pt x="93747" y="17984"/>
                      </a:moveTo>
                      <a:cubicBezTo>
                        <a:pt x="95735" y="14557"/>
                        <a:pt x="94890" y="7552"/>
                        <a:pt x="93101" y="0"/>
                      </a:cubicBezTo>
                      <a:cubicBezTo>
                        <a:pt x="92207" y="2782"/>
                        <a:pt x="90369" y="4819"/>
                        <a:pt x="87239" y="2683"/>
                      </a:cubicBezTo>
                      <a:cubicBezTo>
                        <a:pt x="86295" y="2037"/>
                        <a:pt x="85252" y="1640"/>
                        <a:pt x="84109" y="1341"/>
                      </a:cubicBezTo>
                      <a:cubicBezTo>
                        <a:pt x="79439" y="7701"/>
                        <a:pt x="72186" y="12072"/>
                        <a:pt x="64287" y="11377"/>
                      </a:cubicBezTo>
                      <a:cubicBezTo>
                        <a:pt x="60958" y="11079"/>
                        <a:pt x="57630" y="11029"/>
                        <a:pt x="54301" y="10980"/>
                      </a:cubicBezTo>
                      <a:cubicBezTo>
                        <a:pt x="52314" y="14904"/>
                        <a:pt x="52264" y="19376"/>
                        <a:pt x="54301" y="21909"/>
                      </a:cubicBezTo>
                      <a:cubicBezTo>
                        <a:pt x="57580" y="25983"/>
                        <a:pt x="47694" y="28268"/>
                        <a:pt x="44365" y="24741"/>
                      </a:cubicBezTo>
                      <a:cubicBezTo>
                        <a:pt x="43371" y="26877"/>
                        <a:pt x="42328" y="29014"/>
                        <a:pt x="41235" y="30852"/>
                      </a:cubicBezTo>
                      <a:cubicBezTo>
                        <a:pt x="40241" y="32491"/>
                        <a:pt x="38204" y="35323"/>
                        <a:pt x="36267" y="37559"/>
                      </a:cubicBezTo>
                      <a:cubicBezTo>
                        <a:pt x="35025" y="46104"/>
                        <a:pt x="28765" y="53307"/>
                        <a:pt x="21065" y="56785"/>
                      </a:cubicBezTo>
                      <a:cubicBezTo>
                        <a:pt x="18084" y="64485"/>
                        <a:pt x="9588" y="71192"/>
                        <a:pt x="3627" y="75216"/>
                      </a:cubicBezTo>
                      <a:cubicBezTo>
                        <a:pt x="2434" y="76011"/>
                        <a:pt x="1242" y="76856"/>
                        <a:pt x="0" y="77651"/>
                      </a:cubicBezTo>
                      <a:cubicBezTo>
                        <a:pt x="3776" y="79638"/>
                        <a:pt x="6806" y="80979"/>
                        <a:pt x="8247" y="80979"/>
                      </a:cubicBezTo>
                      <a:cubicBezTo>
                        <a:pt x="14556" y="80979"/>
                        <a:pt x="26033" y="77402"/>
                        <a:pt x="30256" y="72583"/>
                      </a:cubicBezTo>
                      <a:cubicBezTo>
                        <a:pt x="34429" y="67814"/>
                        <a:pt x="41782" y="70199"/>
                        <a:pt x="45955" y="74968"/>
                      </a:cubicBezTo>
                      <a:cubicBezTo>
                        <a:pt x="50128" y="79737"/>
                        <a:pt x="56437" y="80930"/>
                        <a:pt x="62697" y="88133"/>
                      </a:cubicBezTo>
                      <a:cubicBezTo>
                        <a:pt x="64287" y="89972"/>
                        <a:pt x="66026" y="91661"/>
                        <a:pt x="67764" y="93151"/>
                      </a:cubicBezTo>
                      <a:cubicBezTo>
                        <a:pt x="68360" y="88084"/>
                        <a:pt x="68460" y="78048"/>
                        <a:pt x="70398" y="72832"/>
                      </a:cubicBezTo>
                      <a:cubicBezTo>
                        <a:pt x="72434" y="67367"/>
                        <a:pt x="68360" y="60312"/>
                        <a:pt x="71788" y="60312"/>
                      </a:cubicBezTo>
                      <a:cubicBezTo>
                        <a:pt x="75216" y="60312"/>
                        <a:pt x="84805" y="60312"/>
                        <a:pt x="84805" y="53258"/>
                      </a:cubicBezTo>
                      <a:cubicBezTo>
                        <a:pt x="84805" y="46203"/>
                        <a:pt x="87537" y="48538"/>
                        <a:pt x="89624" y="44613"/>
                      </a:cubicBezTo>
                      <a:cubicBezTo>
                        <a:pt x="91661" y="40688"/>
                        <a:pt x="83463" y="32839"/>
                        <a:pt x="82072" y="30504"/>
                      </a:cubicBezTo>
                      <a:cubicBezTo>
                        <a:pt x="80731" y="28119"/>
                        <a:pt x="88282" y="27374"/>
                        <a:pt x="93747" y="1798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5" name="Google Shape;755;p8"/>
                <p:cNvSpPr/>
                <p:nvPr/>
              </p:nvSpPr>
              <p:spPr>
                <a:xfrm>
                  <a:off x="4453842" y="2845372"/>
                  <a:ext cx="15368" cy="24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8" h="24492" extrusionOk="0">
                      <a:moveTo>
                        <a:pt x="8164" y="0"/>
                      </a:moveTo>
                      <a:cubicBezTo>
                        <a:pt x="3594" y="2931"/>
                        <a:pt x="-580" y="9191"/>
                        <a:pt x="66" y="22505"/>
                      </a:cubicBezTo>
                      <a:cubicBezTo>
                        <a:pt x="4538" y="22356"/>
                        <a:pt x="10797" y="22952"/>
                        <a:pt x="15368" y="24492"/>
                      </a:cubicBezTo>
                      <a:cubicBezTo>
                        <a:pt x="14275" y="9986"/>
                        <a:pt x="9307" y="5514"/>
                        <a:pt x="8015" y="2534"/>
                      </a:cubicBezTo>
                      <a:cubicBezTo>
                        <a:pt x="7668" y="1689"/>
                        <a:pt x="7767" y="844"/>
                        <a:pt x="8164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6" name="Google Shape;756;p8"/>
                <p:cNvSpPr/>
                <p:nvPr/>
              </p:nvSpPr>
              <p:spPr>
                <a:xfrm>
                  <a:off x="4377351" y="2797229"/>
                  <a:ext cx="89321" cy="71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21" h="71134" extrusionOk="0">
                      <a:moveTo>
                        <a:pt x="2981" y="18731"/>
                      </a:moveTo>
                      <a:cubicBezTo>
                        <a:pt x="3478" y="22855"/>
                        <a:pt x="9141" y="32841"/>
                        <a:pt x="11178" y="28717"/>
                      </a:cubicBezTo>
                      <a:cubicBezTo>
                        <a:pt x="13215" y="24594"/>
                        <a:pt x="18382" y="34033"/>
                        <a:pt x="23002" y="36964"/>
                      </a:cubicBezTo>
                      <a:cubicBezTo>
                        <a:pt x="27622" y="39895"/>
                        <a:pt x="36863" y="43423"/>
                        <a:pt x="37409" y="46950"/>
                      </a:cubicBezTo>
                      <a:cubicBezTo>
                        <a:pt x="37906" y="50477"/>
                        <a:pt x="39446" y="58128"/>
                        <a:pt x="44067" y="55793"/>
                      </a:cubicBezTo>
                      <a:cubicBezTo>
                        <a:pt x="48687" y="53458"/>
                        <a:pt x="54351" y="45211"/>
                        <a:pt x="54351" y="49931"/>
                      </a:cubicBezTo>
                      <a:cubicBezTo>
                        <a:pt x="54351" y="54650"/>
                        <a:pt x="55891" y="63444"/>
                        <a:pt x="61008" y="62252"/>
                      </a:cubicBezTo>
                      <a:cubicBezTo>
                        <a:pt x="66125" y="61059"/>
                        <a:pt x="67715" y="72237"/>
                        <a:pt x="72832" y="71045"/>
                      </a:cubicBezTo>
                      <a:cubicBezTo>
                        <a:pt x="73775" y="70846"/>
                        <a:pt x="75018" y="70747"/>
                        <a:pt x="76558" y="70648"/>
                      </a:cubicBezTo>
                      <a:cubicBezTo>
                        <a:pt x="75912" y="57333"/>
                        <a:pt x="80085" y="51073"/>
                        <a:pt x="84656" y="48142"/>
                      </a:cubicBezTo>
                      <a:cubicBezTo>
                        <a:pt x="85699" y="45807"/>
                        <a:pt x="88779" y="43373"/>
                        <a:pt x="89276" y="40491"/>
                      </a:cubicBezTo>
                      <a:cubicBezTo>
                        <a:pt x="89971" y="36567"/>
                        <a:pt x="82420" y="28717"/>
                        <a:pt x="83115" y="24047"/>
                      </a:cubicBezTo>
                      <a:cubicBezTo>
                        <a:pt x="83165" y="23799"/>
                        <a:pt x="83165" y="23451"/>
                        <a:pt x="83215" y="23203"/>
                      </a:cubicBezTo>
                      <a:cubicBezTo>
                        <a:pt x="81526" y="21712"/>
                        <a:pt x="79737" y="20023"/>
                        <a:pt x="78147" y="18185"/>
                      </a:cubicBezTo>
                      <a:cubicBezTo>
                        <a:pt x="71838" y="10981"/>
                        <a:pt x="65578" y="9839"/>
                        <a:pt x="61405" y="5020"/>
                      </a:cubicBezTo>
                      <a:cubicBezTo>
                        <a:pt x="57232" y="201"/>
                        <a:pt x="49879" y="-2184"/>
                        <a:pt x="45706" y="2635"/>
                      </a:cubicBezTo>
                      <a:cubicBezTo>
                        <a:pt x="41533" y="7454"/>
                        <a:pt x="30007" y="11031"/>
                        <a:pt x="23698" y="11031"/>
                      </a:cubicBezTo>
                      <a:cubicBezTo>
                        <a:pt x="22257" y="11031"/>
                        <a:pt x="19226" y="9689"/>
                        <a:pt x="15451" y="7702"/>
                      </a:cubicBezTo>
                      <a:cubicBezTo>
                        <a:pt x="10532" y="10981"/>
                        <a:pt x="5216" y="14061"/>
                        <a:pt x="0" y="15303"/>
                      </a:cubicBezTo>
                      <a:cubicBezTo>
                        <a:pt x="1043" y="16843"/>
                        <a:pt x="2683" y="15999"/>
                        <a:pt x="2981" y="1873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7" name="Google Shape;757;p8"/>
                <p:cNvSpPr/>
                <p:nvPr/>
              </p:nvSpPr>
              <p:spPr>
                <a:xfrm>
                  <a:off x="4786102" y="2905336"/>
                  <a:ext cx="208750" cy="1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50" h="155400" extrusionOk="0">
                      <a:moveTo>
                        <a:pt x="187366" y="103981"/>
                      </a:moveTo>
                      <a:cubicBezTo>
                        <a:pt x="182596" y="103186"/>
                        <a:pt x="176386" y="100851"/>
                        <a:pt x="178473" y="97722"/>
                      </a:cubicBezTo>
                      <a:cubicBezTo>
                        <a:pt x="178622" y="97523"/>
                        <a:pt x="178870" y="97125"/>
                        <a:pt x="179069" y="96827"/>
                      </a:cubicBezTo>
                      <a:cubicBezTo>
                        <a:pt x="172660" y="90915"/>
                        <a:pt x="170971" y="71689"/>
                        <a:pt x="175045" y="66969"/>
                      </a:cubicBezTo>
                      <a:cubicBezTo>
                        <a:pt x="180262" y="60958"/>
                        <a:pt x="166649" y="38204"/>
                        <a:pt x="160389" y="29858"/>
                      </a:cubicBezTo>
                      <a:cubicBezTo>
                        <a:pt x="157458" y="25933"/>
                        <a:pt x="151049" y="12818"/>
                        <a:pt x="145137" y="0"/>
                      </a:cubicBezTo>
                      <a:cubicBezTo>
                        <a:pt x="139722" y="2037"/>
                        <a:pt x="134903" y="4272"/>
                        <a:pt x="133959" y="6061"/>
                      </a:cubicBezTo>
                      <a:cubicBezTo>
                        <a:pt x="131922" y="9986"/>
                        <a:pt x="125017" y="13910"/>
                        <a:pt x="120943" y="13910"/>
                      </a:cubicBezTo>
                      <a:cubicBezTo>
                        <a:pt x="116819" y="13910"/>
                        <a:pt x="112696" y="11576"/>
                        <a:pt x="109318" y="15451"/>
                      </a:cubicBezTo>
                      <a:cubicBezTo>
                        <a:pt x="105890" y="19375"/>
                        <a:pt x="101120" y="20915"/>
                        <a:pt x="99034" y="18580"/>
                      </a:cubicBezTo>
                      <a:cubicBezTo>
                        <a:pt x="96997" y="16245"/>
                        <a:pt x="90141" y="13861"/>
                        <a:pt x="85322" y="13861"/>
                      </a:cubicBezTo>
                      <a:cubicBezTo>
                        <a:pt x="80553" y="13861"/>
                        <a:pt x="65500" y="9141"/>
                        <a:pt x="62072" y="9141"/>
                      </a:cubicBezTo>
                      <a:cubicBezTo>
                        <a:pt x="60035" y="9141"/>
                        <a:pt x="56756" y="9439"/>
                        <a:pt x="53129" y="10035"/>
                      </a:cubicBezTo>
                      <a:cubicBezTo>
                        <a:pt x="53924" y="11725"/>
                        <a:pt x="53278" y="13761"/>
                        <a:pt x="50894" y="15798"/>
                      </a:cubicBezTo>
                      <a:cubicBezTo>
                        <a:pt x="46770" y="19326"/>
                        <a:pt x="38573" y="24642"/>
                        <a:pt x="35492" y="26977"/>
                      </a:cubicBezTo>
                      <a:cubicBezTo>
                        <a:pt x="32412" y="29311"/>
                        <a:pt x="21632" y="58722"/>
                        <a:pt x="14428" y="66920"/>
                      </a:cubicBezTo>
                      <a:cubicBezTo>
                        <a:pt x="7224" y="75167"/>
                        <a:pt x="567" y="76309"/>
                        <a:pt x="20" y="79240"/>
                      </a:cubicBezTo>
                      <a:cubicBezTo>
                        <a:pt x="-476" y="82172"/>
                        <a:pt x="8268" y="89822"/>
                        <a:pt x="8268" y="94542"/>
                      </a:cubicBezTo>
                      <a:cubicBezTo>
                        <a:pt x="8268" y="99262"/>
                        <a:pt x="10304" y="103932"/>
                        <a:pt x="15968" y="103932"/>
                      </a:cubicBezTo>
                      <a:cubicBezTo>
                        <a:pt x="21632" y="103932"/>
                        <a:pt x="15471" y="119233"/>
                        <a:pt x="19048" y="120376"/>
                      </a:cubicBezTo>
                      <a:cubicBezTo>
                        <a:pt x="22675" y="121568"/>
                        <a:pt x="44733" y="123307"/>
                        <a:pt x="44733" y="129169"/>
                      </a:cubicBezTo>
                      <a:cubicBezTo>
                        <a:pt x="44733" y="133740"/>
                        <a:pt x="47167" y="137565"/>
                        <a:pt x="46124" y="140745"/>
                      </a:cubicBezTo>
                      <a:cubicBezTo>
                        <a:pt x="52334" y="141937"/>
                        <a:pt x="56905" y="151575"/>
                        <a:pt x="59339" y="150929"/>
                      </a:cubicBezTo>
                      <a:cubicBezTo>
                        <a:pt x="62072" y="150135"/>
                        <a:pt x="80602" y="154854"/>
                        <a:pt x="83981" y="154059"/>
                      </a:cubicBezTo>
                      <a:cubicBezTo>
                        <a:pt x="87409" y="153264"/>
                        <a:pt x="103157" y="154059"/>
                        <a:pt x="108622" y="154854"/>
                      </a:cubicBezTo>
                      <a:cubicBezTo>
                        <a:pt x="114087" y="155649"/>
                        <a:pt x="120247" y="152519"/>
                        <a:pt x="125067" y="147005"/>
                      </a:cubicBezTo>
                      <a:cubicBezTo>
                        <a:pt x="129885" y="141490"/>
                        <a:pt x="147025" y="140745"/>
                        <a:pt x="152490" y="141490"/>
                      </a:cubicBezTo>
                      <a:cubicBezTo>
                        <a:pt x="157955" y="142285"/>
                        <a:pt x="168934" y="143875"/>
                        <a:pt x="170971" y="147800"/>
                      </a:cubicBezTo>
                      <a:cubicBezTo>
                        <a:pt x="172064" y="149836"/>
                        <a:pt x="178473" y="152917"/>
                        <a:pt x="185031" y="155401"/>
                      </a:cubicBezTo>
                      <a:cubicBezTo>
                        <a:pt x="185826" y="151526"/>
                        <a:pt x="184782" y="146458"/>
                        <a:pt x="185031" y="141490"/>
                      </a:cubicBezTo>
                      <a:cubicBezTo>
                        <a:pt x="185379" y="133243"/>
                        <a:pt x="189452" y="120724"/>
                        <a:pt x="196656" y="119929"/>
                      </a:cubicBezTo>
                      <a:cubicBezTo>
                        <a:pt x="203860" y="119134"/>
                        <a:pt x="209672" y="119134"/>
                        <a:pt x="208629" y="105422"/>
                      </a:cubicBezTo>
                      <a:cubicBezTo>
                        <a:pt x="208629" y="104925"/>
                        <a:pt x="208629" y="104577"/>
                        <a:pt x="208580" y="104180"/>
                      </a:cubicBezTo>
                      <a:cubicBezTo>
                        <a:pt x="204953" y="100603"/>
                        <a:pt x="201525" y="97622"/>
                        <a:pt x="200432" y="97622"/>
                      </a:cubicBezTo>
                      <a:cubicBezTo>
                        <a:pt x="197650" y="97722"/>
                        <a:pt x="189403" y="104329"/>
                        <a:pt x="187366" y="10398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8" name="Google Shape;758;p8"/>
                <p:cNvSpPr/>
                <p:nvPr/>
              </p:nvSpPr>
              <p:spPr>
                <a:xfrm>
                  <a:off x="4931240" y="2900336"/>
                  <a:ext cx="71639" cy="101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639" h="101777" extrusionOk="0">
                      <a:moveTo>
                        <a:pt x="51817" y="25916"/>
                      </a:moveTo>
                      <a:cubicBezTo>
                        <a:pt x="49084" y="15731"/>
                        <a:pt x="40192" y="11806"/>
                        <a:pt x="35373" y="11806"/>
                      </a:cubicBezTo>
                      <a:cubicBezTo>
                        <a:pt x="30603" y="11806"/>
                        <a:pt x="22356" y="-713"/>
                        <a:pt x="16892" y="32"/>
                      </a:cubicBezTo>
                      <a:cubicBezTo>
                        <a:pt x="13910" y="479"/>
                        <a:pt x="6508" y="2516"/>
                        <a:pt x="0" y="4950"/>
                      </a:cubicBezTo>
                      <a:cubicBezTo>
                        <a:pt x="5962" y="17818"/>
                        <a:pt x="12321" y="30884"/>
                        <a:pt x="15252" y="34808"/>
                      </a:cubicBezTo>
                      <a:cubicBezTo>
                        <a:pt x="21512" y="43204"/>
                        <a:pt x="35124" y="65958"/>
                        <a:pt x="29908" y="71920"/>
                      </a:cubicBezTo>
                      <a:cubicBezTo>
                        <a:pt x="25834" y="76639"/>
                        <a:pt x="27523" y="95816"/>
                        <a:pt x="33932" y="101778"/>
                      </a:cubicBezTo>
                      <a:cubicBezTo>
                        <a:pt x="36913" y="97356"/>
                        <a:pt x="46998" y="82800"/>
                        <a:pt x="46998" y="78378"/>
                      </a:cubicBezTo>
                      <a:cubicBezTo>
                        <a:pt x="46998" y="73658"/>
                        <a:pt x="47693" y="64269"/>
                        <a:pt x="55891" y="66604"/>
                      </a:cubicBezTo>
                      <a:cubicBezTo>
                        <a:pt x="64137" y="68939"/>
                        <a:pt x="71639" y="72913"/>
                        <a:pt x="71639" y="69734"/>
                      </a:cubicBezTo>
                      <a:cubicBezTo>
                        <a:pt x="71639" y="66604"/>
                        <a:pt x="69602" y="56419"/>
                        <a:pt x="66175" y="52495"/>
                      </a:cubicBezTo>
                      <a:cubicBezTo>
                        <a:pt x="62796" y="48669"/>
                        <a:pt x="54549" y="36150"/>
                        <a:pt x="51817" y="2591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9" name="Google Shape;759;p8"/>
                <p:cNvSpPr/>
                <p:nvPr/>
              </p:nvSpPr>
              <p:spPr>
                <a:xfrm>
                  <a:off x="4826635" y="3046230"/>
                  <a:ext cx="144448" cy="90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48" h="90915" extrusionOk="0">
                      <a:moveTo>
                        <a:pt x="111908" y="745"/>
                      </a:moveTo>
                      <a:cubicBezTo>
                        <a:pt x="106443" y="-50"/>
                        <a:pt x="89303" y="745"/>
                        <a:pt x="84484" y="6260"/>
                      </a:cubicBezTo>
                      <a:cubicBezTo>
                        <a:pt x="79715" y="11725"/>
                        <a:pt x="73554" y="14854"/>
                        <a:pt x="68040" y="14109"/>
                      </a:cubicBezTo>
                      <a:cubicBezTo>
                        <a:pt x="62575" y="13314"/>
                        <a:pt x="46777" y="12519"/>
                        <a:pt x="43398" y="13314"/>
                      </a:cubicBezTo>
                      <a:cubicBezTo>
                        <a:pt x="39970" y="14109"/>
                        <a:pt x="21489" y="9390"/>
                        <a:pt x="18757" y="10184"/>
                      </a:cubicBezTo>
                      <a:cubicBezTo>
                        <a:pt x="16322" y="10880"/>
                        <a:pt x="11752" y="1242"/>
                        <a:pt x="5542" y="0"/>
                      </a:cubicBezTo>
                      <a:cubicBezTo>
                        <a:pt x="5244" y="894"/>
                        <a:pt x="4697" y="1739"/>
                        <a:pt x="3654" y="2534"/>
                      </a:cubicBezTo>
                      <a:cubicBezTo>
                        <a:pt x="-966" y="6061"/>
                        <a:pt x="-1463" y="15451"/>
                        <a:pt x="3654" y="20766"/>
                      </a:cubicBezTo>
                      <a:cubicBezTo>
                        <a:pt x="8771" y="26033"/>
                        <a:pt x="15478" y="37807"/>
                        <a:pt x="10858" y="37807"/>
                      </a:cubicBezTo>
                      <a:cubicBezTo>
                        <a:pt x="6237" y="37807"/>
                        <a:pt x="2611" y="44862"/>
                        <a:pt x="3157" y="48389"/>
                      </a:cubicBezTo>
                      <a:cubicBezTo>
                        <a:pt x="3654" y="51916"/>
                        <a:pt x="1617" y="59567"/>
                        <a:pt x="3157" y="61306"/>
                      </a:cubicBezTo>
                      <a:cubicBezTo>
                        <a:pt x="4697" y="63045"/>
                        <a:pt x="15478" y="74819"/>
                        <a:pt x="15974" y="78346"/>
                      </a:cubicBezTo>
                      <a:cubicBezTo>
                        <a:pt x="16422" y="81426"/>
                        <a:pt x="20843" y="83066"/>
                        <a:pt x="20496" y="85798"/>
                      </a:cubicBezTo>
                      <a:cubicBezTo>
                        <a:pt x="29140" y="85053"/>
                        <a:pt x="47422" y="83861"/>
                        <a:pt x="51596" y="86246"/>
                      </a:cubicBezTo>
                      <a:cubicBezTo>
                        <a:pt x="57060" y="89375"/>
                        <a:pt x="76287" y="90915"/>
                        <a:pt x="76287" y="90915"/>
                      </a:cubicBezTo>
                      <a:cubicBezTo>
                        <a:pt x="81752" y="90915"/>
                        <a:pt x="86571" y="88580"/>
                        <a:pt x="85180" y="84656"/>
                      </a:cubicBezTo>
                      <a:cubicBezTo>
                        <a:pt x="84037" y="81327"/>
                        <a:pt x="91141" y="79141"/>
                        <a:pt x="96308" y="78545"/>
                      </a:cubicBezTo>
                      <a:cubicBezTo>
                        <a:pt x="95414" y="74918"/>
                        <a:pt x="94818" y="71937"/>
                        <a:pt x="96109" y="71292"/>
                      </a:cubicBezTo>
                      <a:cubicBezTo>
                        <a:pt x="98693" y="70099"/>
                        <a:pt x="113597" y="67764"/>
                        <a:pt x="119757" y="71292"/>
                      </a:cubicBezTo>
                      <a:cubicBezTo>
                        <a:pt x="122887" y="73080"/>
                        <a:pt x="126415" y="71391"/>
                        <a:pt x="129097" y="69304"/>
                      </a:cubicBezTo>
                      <a:cubicBezTo>
                        <a:pt x="128253" y="66025"/>
                        <a:pt x="127458" y="63392"/>
                        <a:pt x="125918" y="63094"/>
                      </a:cubicBezTo>
                      <a:cubicBezTo>
                        <a:pt x="122142" y="62299"/>
                        <a:pt x="116329" y="44265"/>
                        <a:pt x="121148" y="43123"/>
                      </a:cubicBezTo>
                      <a:cubicBezTo>
                        <a:pt x="125918" y="41980"/>
                        <a:pt x="132128" y="23151"/>
                        <a:pt x="139629" y="20419"/>
                      </a:cubicBezTo>
                      <a:cubicBezTo>
                        <a:pt x="142610" y="19326"/>
                        <a:pt x="143902" y="17289"/>
                        <a:pt x="144449" y="14705"/>
                      </a:cubicBezTo>
                      <a:cubicBezTo>
                        <a:pt x="137940" y="12172"/>
                        <a:pt x="131482" y="9141"/>
                        <a:pt x="130389" y="7104"/>
                      </a:cubicBezTo>
                      <a:cubicBezTo>
                        <a:pt x="128352" y="3080"/>
                        <a:pt x="117373" y="1540"/>
                        <a:pt x="111908" y="74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0" name="Google Shape;760;p8"/>
                <p:cNvSpPr/>
                <p:nvPr/>
              </p:nvSpPr>
              <p:spPr>
                <a:xfrm>
                  <a:off x="4785027" y="3102469"/>
                  <a:ext cx="62172" cy="5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72" h="51319" extrusionOk="0">
                      <a:moveTo>
                        <a:pt x="13963" y="51320"/>
                      </a:moveTo>
                      <a:lnTo>
                        <a:pt x="13963" y="51320"/>
                      </a:lnTo>
                      <a:cubicBezTo>
                        <a:pt x="14162" y="51121"/>
                        <a:pt x="14460" y="50972"/>
                        <a:pt x="14857" y="50873"/>
                      </a:cubicBezTo>
                      <a:cubicBezTo>
                        <a:pt x="14907" y="50873"/>
                        <a:pt x="14957" y="50823"/>
                        <a:pt x="15056" y="50774"/>
                      </a:cubicBezTo>
                      <a:cubicBezTo>
                        <a:pt x="15453" y="50674"/>
                        <a:pt x="15901" y="50624"/>
                        <a:pt x="16348" y="50575"/>
                      </a:cubicBezTo>
                      <a:cubicBezTo>
                        <a:pt x="16397" y="50525"/>
                        <a:pt x="16497" y="50525"/>
                        <a:pt x="16547" y="50525"/>
                      </a:cubicBezTo>
                      <a:cubicBezTo>
                        <a:pt x="18534" y="50326"/>
                        <a:pt x="21217" y="50475"/>
                        <a:pt x="23949" y="50376"/>
                      </a:cubicBezTo>
                      <a:cubicBezTo>
                        <a:pt x="24098" y="50376"/>
                        <a:pt x="24297" y="50376"/>
                        <a:pt x="24495" y="50376"/>
                      </a:cubicBezTo>
                      <a:cubicBezTo>
                        <a:pt x="25092" y="50326"/>
                        <a:pt x="25688" y="50277"/>
                        <a:pt x="26334" y="50227"/>
                      </a:cubicBezTo>
                      <a:cubicBezTo>
                        <a:pt x="26582" y="50177"/>
                        <a:pt x="26831" y="50177"/>
                        <a:pt x="27029" y="50128"/>
                      </a:cubicBezTo>
                      <a:cubicBezTo>
                        <a:pt x="27824" y="50028"/>
                        <a:pt x="28619" y="49879"/>
                        <a:pt x="29364" y="49631"/>
                      </a:cubicBezTo>
                      <a:cubicBezTo>
                        <a:pt x="35525" y="47842"/>
                        <a:pt x="37065" y="40241"/>
                        <a:pt x="40145" y="41980"/>
                      </a:cubicBezTo>
                      <a:cubicBezTo>
                        <a:pt x="43225" y="43719"/>
                        <a:pt x="59669" y="34131"/>
                        <a:pt x="61706" y="30603"/>
                      </a:cubicBezTo>
                      <a:cubicBezTo>
                        <a:pt x="61954" y="30206"/>
                        <a:pt x="62104" y="29808"/>
                        <a:pt x="62153" y="29411"/>
                      </a:cubicBezTo>
                      <a:cubicBezTo>
                        <a:pt x="62501" y="26678"/>
                        <a:pt x="58079" y="25089"/>
                        <a:pt x="57632" y="21959"/>
                      </a:cubicBezTo>
                      <a:cubicBezTo>
                        <a:pt x="57136" y="18431"/>
                        <a:pt x="46355" y="6657"/>
                        <a:pt x="44815" y="4918"/>
                      </a:cubicBezTo>
                      <a:cubicBezTo>
                        <a:pt x="44517" y="4571"/>
                        <a:pt x="44368" y="3875"/>
                        <a:pt x="44318" y="3080"/>
                      </a:cubicBezTo>
                      <a:cubicBezTo>
                        <a:pt x="44318" y="2981"/>
                        <a:pt x="44318" y="2931"/>
                        <a:pt x="44318" y="2881"/>
                      </a:cubicBezTo>
                      <a:cubicBezTo>
                        <a:pt x="44268" y="2037"/>
                        <a:pt x="44318" y="1043"/>
                        <a:pt x="44417" y="0"/>
                      </a:cubicBezTo>
                      <a:cubicBezTo>
                        <a:pt x="28371" y="2683"/>
                        <a:pt x="4524" y="8346"/>
                        <a:pt x="4524" y="8346"/>
                      </a:cubicBezTo>
                      <a:cubicBezTo>
                        <a:pt x="4524" y="8346"/>
                        <a:pt x="3928" y="7849"/>
                        <a:pt x="3133" y="7253"/>
                      </a:cubicBezTo>
                      <a:cubicBezTo>
                        <a:pt x="698" y="16196"/>
                        <a:pt x="-941" y="28467"/>
                        <a:pt x="599" y="34776"/>
                      </a:cubicBezTo>
                      <a:cubicBezTo>
                        <a:pt x="2089" y="41036"/>
                        <a:pt x="6958" y="45309"/>
                        <a:pt x="13963" y="5132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1" name="Google Shape;761;p8"/>
                <p:cNvSpPr/>
                <p:nvPr/>
              </p:nvSpPr>
              <p:spPr>
                <a:xfrm>
                  <a:off x="4825221" y="2764813"/>
                  <a:ext cx="412427" cy="271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427" h="271535" extrusionOk="0">
                      <a:moveTo>
                        <a:pt x="367239" y="169884"/>
                      </a:moveTo>
                      <a:cubicBezTo>
                        <a:pt x="370816" y="169288"/>
                        <a:pt x="381597" y="155775"/>
                        <a:pt x="385223" y="155775"/>
                      </a:cubicBezTo>
                      <a:cubicBezTo>
                        <a:pt x="388800" y="155775"/>
                        <a:pt x="404201" y="159302"/>
                        <a:pt x="404201" y="156371"/>
                      </a:cubicBezTo>
                      <a:cubicBezTo>
                        <a:pt x="404201" y="153440"/>
                        <a:pt x="409368" y="143454"/>
                        <a:pt x="408324" y="140523"/>
                      </a:cubicBezTo>
                      <a:cubicBezTo>
                        <a:pt x="407281" y="137592"/>
                        <a:pt x="402164" y="133468"/>
                        <a:pt x="403208" y="130537"/>
                      </a:cubicBezTo>
                      <a:cubicBezTo>
                        <a:pt x="404251" y="127606"/>
                        <a:pt x="411405" y="127606"/>
                        <a:pt x="411405" y="124078"/>
                      </a:cubicBezTo>
                      <a:cubicBezTo>
                        <a:pt x="411405" y="120551"/>
                        <a:pt x="405741" y="118763"/>
                        <a:pt x="405741" y="116428"/>
                      </a:cubicBezTo>
                      <a:cubicBezTo>
                        <a:pt x="405741" y="114093"/>
                        <a:pt x="412945" y="109969"/>
                        <a:pt x="412398" y="105250"/>
                      </a:cubicBezTo>
                      <a:cubicBezTo>
                        <a:pt x="411902" y="100530"/>
                        <a:pt x="405741" y="99934"/>
                        <a:pt x="399034" y="95860"/>
                      </a:cubicBezTo>
                      <a:cubicBezTo>
                        <a:pt x="392327" y="91737"/>
                        <a:pt x="385670" y="93475"/>
                        <a:pt x="379510" y="89998"/>
                      </a:cubicBezTo>
                      <a:cubicBezTo>
                        <a:pt x="373349" y="86470"/>
                        <a:pt x="360532" y="88805"/>
                        <a:pt x="360532" y="86470"/>
                      </a:cubicBezTo>
                      <a:cubicBezTo>
                        <a:pt x="360532" y="84135"/>
                        <a:pt x="352335" y="76485"/>
                        <a:pt x="350248" y="72361"/>
                      </a:cubicBezTo>
                      <a:cubicBezTo>
                        <a:pt x="348211" y="68238"/>
                        <a:pt x="341504" y="70573"/>
                        <a:pt x="337431" y="73553"/>
                      </a:cubicBezTo>
                      <a:cubicBezTo>
                        <a:pt x="333307" y="76485"/>
                        <a:pt x="329730" y="77677"/>
                        <a:pt x="325607" y="74746"/>
                      </a:cubicBezTo>
                      <a:cubicBezTo>
                        <a:pt x="321483" y="71815"/>
                        <a:pt x="317906" y="67095"/>
                        <a:pt x="314329" y="68883"/>
                      </a:cubicBezTo>
                      <a:cubicBezTo>
                        <a:pt x="310702" y="70672"/>
                        <a:pt x="304045" y="69480"/>
                        <a:pt x="305585" y="63617"/>
                      </a:cubicBezTo>
                      <a:cubicBezTo>
                        <a:pt x="307125" y="57755"/>
                        <a:pt x="298928" y="44838"/>
                        <a:pt x="295301" y="43050"/>
                      </a:cubicBezTo>
                      <a:cubicBezTo>
                        <a:pt x="291724" y="41261"/>
                        <a:pt x="280894" y="44192"/>
                        <a:pt x="278360" y="38330"/>
                      </a:cubicBezTo>
                      <a:cubicBezTo>
                        <a:pt x="275777" y="32468"/>
                        <a:pt x="271157" y="27748"/>
                        <a:pt x="273194" y="23625"/>
                      </a:cubicBezTo>
                      <a:cubicBezTo>
                        <a:pt x="275230" y="19501"/>
                        <a:pt x="272697" y="8323"/>
                        <a:pt x="270113" y="3653"/>
                      </a:cubicBezTo>
                      <a:cubicBezTo>
                        <a:pt x="267530" y="-1067"/>
                        <a:pt x="254712" y="-471"/>
                        <a:pt x="251086" y="1318"/>
                      </a:cubicBezTo>
                      <a:cubicBezTo>
                        <a:pt x="247509" y="3057"/>
                        <a:pt x="239262" y="-471"/>
                        <a:pt x="235685" y="1914"/>
                      </a:cubicBezTo>
                      <a:cubicBezTo>
                        <a:pt x="232108" y="4249"/>
                        <a:pt x="230021" y="8373"/>
                        <a:pt x="224904" y="8373"/>
                      </a:cubicBezTo>
                      <a:cubicBezTo>
                        <a:pt x="222022" y="8373"/>
                        <a:pt x="220135" y="7925"/>
                        <a:pt x="218594" y="5342"/>
                      </a:cubicBezTo>
                      <a:cubicBezTo>
                        <a:pt x="213030" y="8224"/>
                        <a:pt x="203690" y="8770"/>
                        <a:pt x="203690" y="8770"/>
                      </a:cubicBezTo>
                      <a:cubicBezTo>
                        <a:pt x="203690" y="8770"/>
                        <a:pt x="189979" y="21290"/>
                        <a:pt x="189979" y="26009"/>
                      </a:cubicBezTo>
                      <a:cubicBezTo>
                        <a:pt x="189979" y="30729"/>
                        <a:pt x="189333" y="38578"/>
                        <a:pt x="185855" y="34653"/>
                      </a:cubicBezTo>
                      <a:cubicBezTo>
                        <a:pt x="182427" y="30729"/>
                        <a:pt x="168069" y="30729"/>
                        <a:pt x="164641" y="33064"/>
                      </a:cubicBezTo>
                      <a:cubicBezTo>
                        <a:pt x="161213" y="35399"/>
                        <a:pt x="155749" y="23674"/>
                        <a:pt x="149588" y="27599"/>
                      </a:cubicBezTo>
                      <a:cubicBezTo>
                        <a:pt x="143428" y="31524"/>
                        <a:pt x="135231" y="22084"/>
                        <a:pt x="134535" y="26009"/>
                      </a:cubicBezTo>
                      <a:cubicBezTo>
                        <a:pt x="133839" y="29934"/>
                        <a:pt x="124947" y="26804"/>
                        <a:pt x="118786" y="23674"/>
                      </a:cubicBezTo>
                      <a:cubicBezTo>
                        <a:pt x="112626" y="20544"/>
                        <a:pt x="101647" y="25264"/>
                        <a:pt x="97573" y="19749"/>
                      </a:cubicBezTo>
                      <a:cubicBezTo>
                        <a:pt x="93449" y="14285"/>
                        <a:pt x="66771" y="14285"/>
                        <a:pt x="57878" y="14285"/>
                      </a:cubicBezTo>
                      <a:cubicBezTo>
                        <a:pt x="48985" y="14285"/>
                        <a:pt x="46898" y="19749"/>
                        <a:pt x="42825" y="24469"/>
                      </a:cubicBezTo>
                      <a:cubicBezTo>
                        <a:pt x="39099" y="28742"/>
                        <a:pt x="34826" y="27847"/>
                        <a:pt x="30454" y="27649"/>
                      </a:cubicBezTo>
                      <a:cubicBezTo>
                        <a:pt x="30852" y="31623"/>
                        <a:pt x="31498" y="35101"/>
                        <a:pt x="32392" y="36641"/>
                      </a:cubicBezTo>
                      <a:cubicBezTo>
                        <a:pt x="34429" y="40168"/>
                        <a:pt x="44216" y="57208"/>
                        <a:pt x="41632" y="62524"/>
                      </a:cubicBezTo>
                      <a:cubicBezTo>
                        <a:pt x="39099" y="67790"/>
                        <a:pt x="34429" y="67790"/>
                        <a:pt x="31349" y="71914"/>
                      </a:cubicBezTo>
                      <a:cubicBezTo>
                        <a:pt x="28268" y="76037"/>
                        <a:pt x="10284" y="94270"/>
                        <a:pt x="9787" y="97201"/>
                      </a:cubicBezTo>
                      <a:cubicBezTo>
                        <a:pt x="9291" y="100133"/>
                        <a:pt x="12867" y="113050"/>
                        <a:pt x="10284" y="115434"/>
                      </a:cubicBezTo>
                      <a:cubicBezTo>
                        <a:pt x="7750" y="117769"/>
                        <a:pt x="0" y="130140"/>
                        <a:pt x="0" y="134809"/>
                      </a:cubicBezTo>
                      <a:cubicBezTo>
                        <a:pt x="0" y="139529"/>
                        <a:pt x="5664" y="145988"/>
                        <a:pt x="10284" y="147726"/>
                      </a:cubicBezTo>
                      <a:cubicBezTo>
                        <a:pt x="12222" y="148472"/>
                        <a:pt x="13464" y="149515"/>
                        <a:pt x="14060" y="150757"/>
                      </a:cubicBezTo>
                      <a:cubicBezTo>
                        <a:pt x="17637" y="150210"/>
                        <a:pt x="20965" y="149863"/>
                        <a:pt x="23002" y="149863"/>
                      </a:cubicBezTo>
                      <a:cubicBezTo>
                        <a:pt x="26430" y="149863"/>
                        <a:pt x="41483" y="154582"/>
                        <a:pt x="46253" y="154582"/>
                      </a:cubicBezTo>
                      <a:cubicBezTo>
                        <a:pt x="51072" y="154582"/>
                        <a:pt x="57928" y="156917"/>
                        <a:pt x="59964" y="159302"/>
                      </a:cubicBezTo>
                      <a:cubicBezTo>
                        <a:pt x="62051" y="161637"/>
                        <a:pt x="66820" y="160097"/>
                        <a:pt x="70248" y="156172"/>
                      </a:cubicBezTo>
                      <a:cubicBezTo>
                        <a:pt x="73676" y="152247"/>
                        <a:pt x="77800" y="154632"/>
                        <a:pt x="81874" y="154632"/>
                      </a:cubicBezTo>
                      <a:cubicBezTo>
                        <a:pt x="85948" y="154632"/>
                        <a:pt x="92853" y="150707"/>
                        <a:pt x="94890" y="146783"/>
                      </a:cubicBezTo>
                      <a:cubicBezTo>
                        <a:pt x="96927" y="142858"/>
                        <a:pt x="117495" y="136598"/>
                        <a:pt x="122959" y="135803"/>
                      </a:cubicBezTo>
                      <a:cubicBezTo>
                        <a:pt x="128424" y="135008"/>
                        <a:pt x="136671" y="147577"/>
                        <a:pt x="141441" y="147577"/>
                      </a:cubicBezTo>
                      <a:cubicBezTo>
                        <a:pt x="146260" y="147577"/>
                        <a:pt x="155153" y="151502"/>
                        <a:pt x="157885" y="161687"/>
                      </a:cubicBezTo>
                      <a:cubicBezTo>
                        <a:pt x="160617" y="171871"/>
                        <a:pt x="168864" y="184440"/>
                        <a:pt x="172243" y="188316"/>
                      </a:cubicBezTo>
                      <a:cubicBezTo>
                        <a:pt x="175671" y="192240"/>
                        <a:pt x="177707" y="202425"/>
                        <a:pt x="177707" y="205555"/>
                      </a:cubicBezTo>
                      <a:cubicBezTo>
                        <a:pt x="177707" y="208685"/>
                        <a:pt x="170156" y="204760"/>
                        <a:pt x="161959" y="202425"/>
                      </a:cubicBezTo>
                      <a:cubicBezTo>
                        <a:pt x="153761" y="200090"/>
                        <a:pt x="153066" y="209479"/>
                        <a:pt x="153066" y="214199"/>
                      </a:cubicBezTo>
                      <a:cubicBezTo>
                        <a:pt x="153066" y="218919"/>
                        <a:pt x="141441" y="235363"/>
                        <a:pt x="139354" y="238493"/>
                      </a:cubicBezTo>
                      <a:cubicBezTo>
                        <a:pt x="137317" y="241623"/>
                        <a:pt x="143477" y="243958"/>
                        <a:pt x="148247" y="244753"/>
                      </a:cubicBezTo>
                      <a:cubicBezTo>
                        <a:pt x="150284" y="245100"/>
                        <a:pt x="158531" y="238493"/>
                        <a:pt x="161263" y="238493"/>
                      </a:cubicBezTo>
                      <a:cubicBezTo>
                        <a:pt x="162356" y="238493"/>
                        <a:pt x="165784" y="241523"/>
                        <a:pt x="169411" y="245051"/>
                      </a:cubicBezTo>
                      <a:cubicBezTo>
                        <a:pt x="168616" y="232780"/>
                        <a:pt x="170851" y="233475"/>
                        <a:pt x="180440" y="225178"/>
                      </a:cubicBezTo>
                      <a:cubicBezTo>
                        <a:pt x="190376" y="216584"/>
                        <a:pt x="191419" y="200487"/>
                        <a:pt x="200312" y="198500"/>
                      </a:cubicBezTo>
                      <a:cubicBezTo>
                        <a:pt x="209205" y="196563"/>
                        <a:pt x="212981" y="191843"/>
                        <a:pt x="225997" y="194178"/>
                      </a:cubicBezTo>
                      <a:cubicBezTo>
                        <a:pt x="239013" y="196513"/>
                        <a:pt x="219489" y="205952"/>
                        <a:pt x="228382" y="211417"/>
                      </a:cubicBezTo>
                      <a:cubicBezTo>
                        <a:pt x="237324" y="216931"/>
                        <a:pt x="264698" y="209877"/>
                        <a:pt x="266089" y="217677"/>
                      </a:cubicBezTo>
                      <a:cubicBezTo>
                        <a:pt x="267430" y="225526"/>
                        <a:pt x="234592" y="233376"/>
                        <a:pt x="235287" y="237300"/>
                      </a:cubicBezTo>
                      <a:cubicBezTo>
                        <a:pt x="235983" y="241225"/>
                        <a:pt x="252775" y="245150"/>
                        <a:pt x="258588" y="249423"/>
                      </a:cubicBezTo>
                      <a:cubicBezTo>
                        <a:pt x="264400" y="253745"/>
                        <a:pt x="256898" y="265867"/>
                        <a:pt x="259631" y="269792"/>
                      </a:cubicBezTo>
                      <a:cubicBezTo>
                        <a:pt x="262363" y="273716"/>
                        <a:pt x="271256" y="270587"/>
                        <a:pt x="278460" y="264675"/>
                      </a:cubicBezTo>
                      <a:cubicBezTo>
                        <a:pt x="285663" y="258812"/>
                        <a:pt x="291476" y="260750"/>
                        <a:pt x="300717" y="253695"/>
                      </a:cubicBezTo>
                      <a:cubicBezTo>
                        <a:pt x="309957" y="246640"/>
                        <a:pt x="329134" y="252900"/>
                        <a:pt x="331519" y="248628"/>
                      </a:cubicBezTo>
                      <a:cubicBezTo>
                        <a:pt x="333903" y="244305"/>
                        <a:pt x="326053" y="239983"/>
                        <a:pt x="308218" y="241573"/>
                      </a:cubicBezTo>
                      <a:cubicBezTo>
                        <a:pt x="290433" y="243113"/>
                        <a:pt x="289389" y="223936"/>
                        <a:pt x="289389" y="220012"/>
                      </a:cubicBezTo>
                      <a:cubicBezTo>
                        <a:pt x="289389" y="216087"/>
                        <a:pt x="307871" y="200040"/>
                        <a:pt x="318502" y="198848"/>
                      </a:cubicBezTo>
                      <a:cubicBezTo>
                        <a:pt x="329134" y="197656"/>
                        <a:pt x="337679" y="194128"/>
                        <a:pt x="347963" y="188663"/>
                      </a:cubicBezTo>
                      <a:cubicBezTo>
                        <a:pt x="352086" y="186477"/>
                        <a:pt x="359389" y="184192"/>
                        <a:pt x="366792" y="182602"/>
                      </a:cubicBezTo>
                      <a:cubicBezTo>
                        <a:pt x="365599" y="176889"/>
                        <a:pt x="364159" y="170381"/>
                        <a:pt x="367239" y="16988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2" name="Google Shape;762;p8"/>
                <p:cNvSpPr/>
                <p:nvPr/>
              </p:nvSpPr>
              <p:spPr>
                <a:xfrm>
                  <a:off x="4848273" y="2623548"/>
                  <a:ext cx="216796" cy="17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796" h="176734" extrusionOk="0">
                      <a:moveTo>
                        <a:pt x="203939" y="87785"/>
                      </a:moveTo>
                      <a:cubicBezTo>
                        <a:pt x="199815" y="86593"/>
                        <a:pt x="197232" y="76011"/>
                        <a:pt x="190575" y="73080"/>
                      </a:cubicBezTo>
                      <a:cubicBezTo>
                        <a:pt x="183917" y="70149"/>
                        <a:pt x="185458" y="60710"/>
                        <a:pt x="179794" y="56636"/>
                      </a:cubicBezTo>
                      <a:cubicBezTo>
                        <a:pt x="174130" y="52512"/>
                        <a:pt x="177757" y="44265"/>
                        <a:pt x="177211" y="37807"/>
                      </a:cubicBezTo>
                      <a:cubicBezTo>
                        <a:pt x="176714" y="31348"/>
                        <a:pt x="178254" y="21363"/>
                        <a:pt x="175174" y="19574"/>
                      </a:cubicBezTo>
                      <a:cubicBezTo>
                        <a:pt x="172093" y="17835"/>
                        <a:pt x="159226" y="9588"/>
                        <a:pt x="153612" y="12519"/>
                      </a:cubicBezTo>
                      <a:cubicBezTo>
                        <a:pt x="147949" y="15451"/>
                        <a:pt x="143825" y="17786"/>
                        <a:pt x="141291" y="12519"/>
                      </a:cubicBezTo>
                      <a:cubicBezTo>
                        <a:pt x="138708" y="7204"/>
                        <a:pt x="135131" y="4272"/>
                        <a:pt x="129467" y="6061"/>
                      </a:cubicBezTo>
                      <a:cubicBezTo>
                        <a:pt x="123804" y="7800"/>
                        <a:pt x="120227" y="4869"/>
                        <a:pt x="117147" y="1937"/>
                      </a:cubicBezTo>
                      <a:cubicBezTo>
                        <a:pt x="116700" y="1490"/>
                        <a:pt x="116302" y="795"/>
                        <a:pt x="115955" y="0"/>
                      </a:cubicBezTo>
                      <a:cubicBezTo>
                        <a:pt x="113669" y="546"/>
                        <a:pt x="110688" y="1540"/>
                        <a:pt x="108751" y="3329"/>
                      </a:cubicBezTo>
                      <a:cubicBezTo>
                        <a:pt x="105323" y="6458"/>
                        <a:pt x="104627" y="12718"/>
                        <a:pt x="99858" y="12718"/>
                      </a:cubicBezTo>
                      <a:cubicBezTo>
                        <a:pt x="95089" y="12718"/>
                        <a:pt x="89574" y="10383"/>
                        <a:pt x="84109" y="15053"/>
                      </a:cubicBezTo>
                      <a:cubicBezTo>
                        <a:pt x="78595" y="19773"/>
                        <a:pt x="77253" y="25238"/>
                        <a:pt x="77949" y="29162"/>
                      </a:cubicBezTo>
                      <a:cubicBezTo>
                        <a:pt x="78644" y="33087"/>
                        <a:pt x="79340" y="39347"/>
                        <a:pt x="75216" y="39347"/>
                      </a:cubicBezTo>
                      <a:cubicBezTo>
                        <a:pt x="71093" y="39347"/>
                        <a:pt x="71788" y="44862"/>
                        <a:pt x="67665" y="46402"/>
                      </a:cubicBezTo>
                      <a:cubicBezTo>
                        <a:pt x="63542" y="47942"/>
                        <a:pt x="56686" y="54996"/>
                        <a:pt x="55990" y="58921"/>
                      </a:cubicBezTo>
                      <a:cubicBezTo>
                        <a:pt x="55294" y="62846"/>
                        <a:pt x="55294" y="71490"/>
                        <a:pt x="52562" y="71490"/>
                      </a:cubicBezTo>
                      <a:cubicBezTo>
                        <a:pt x="49830" y="71490"/>
                        <a:pt x="40241" y="73080"/>
                        <a:pt x="37509" y="76955"/>
                      </a:cubicBezTo>
                      <a:cubicBezTo>
                        <a:pt x="34776" y="80880"/>
                        <a:pt x="31348" y="84805"/>
                        <a:pt x="25884" y="83215"/>
                      </a:cubicBezTo>
                      <a:cubicBezTo>
                        <a:pt x="23052" y="82420"/>
                        <a:pt x="15550" y="82022"/>
                        <a:pt x="8893" y="81824"/>
                      </a:cubicBezTo>
                      <a:cubicBezTo>
                        <a:pt x="8992" y="82619"/>
                        <a:pt x="8992" y="83364"/>
                        <a:pt x="8744" y="84159"/>
                      </a:cubicBezTo>
                      <a:cubicBezTo>
                        <a:pt x="6160" y="92406"/>
                        <a:pt x="8247" y="100007"/>
                        <a:pt x="12321" y="104130"/>
                      </a:cubicBezTo>
                      <a:cubicBezTo>
                        <a:pt x="16444" y="108254"/>
                        <a:pt x="17984" y="124698"/>
                        <a:pt x="13364" y="127083"/>
                      </a:cubicBezTo>
                      <a:cubicBezTo>
                        <a:pt x="8744" y="129418"/>
                        <a:pt x="0" y="136472"/>
                        <a:pt x="0" y="140596"/>
                      </a:cubicBezTo>
                      <a:cubicBezTo>
                        <a:pt x="0" y="144719"/>
                        <a:pt x="9241" y="148247"/>
                        <a:pt x="7700" y="154109"/>
                      </a:cubicBezTo>
                      <a:cubicBezTo>
                        <a:pt x="6856" y="157487"/>
                        <a:pt x="6806" y="163449"/>
                        <a:pt x="7303" y="168665"/>
                      </a:cubicBezTo>
                      <a:cubicBezTo>
                        <a:pt x="11675" y="168864"/>
                        <a:pt x="15997" y="169758"/>
                        <a:pt x="19674" y="165486"/>
                      </a:cubicBezTo>
                      <a:cubicBezTo>
                        <a:pt x="23797" y="160766"/>
                        <a:pt x="25834" y="155301"/>
                        <a:pt x="34727" y="155301"/>
                      </a:cubicBezTo>
                      <a:cubicBezTo>
                        <a:pt x="43620" y="155301"/>
                        <a:pt x="70348" y="155301"/>
                        <a:pt x="74422" y="160766"/>
                      </a:cubicBezTo>
                      <a:cubicBezTo>
                        <a:pt x="78545" y="166281"/>
                        <a:pt x="89475" y="161561"/>
                        <a:pt x="95635" y="164691"/>
                      </a:cubicBezTo>
                      <a:cubicBezTo>
                        <a:pt x="101795" y="167821"/>
                        <a:pt x="110688" y="170951"/>
                        <a:pt x="111384" y="167026"/>
                      </a:cubicBezTo>
                      <a:cubicBezTo>
                        <a:pt x="112079" y="163101"/>
                        <a:pt x="120326" y="172540"/>
                        <a:pt x="126437" y="168616"/>
                      </a:cubicBezTo>
                      <a:cubicBezTo>
                        <a:pt x="132597" y="164691"/>
                        <a:pt x="138062" y="176465"/>
                        <a:pt x="141490" y="174081"/>
                      </a:cubicBezTo>
                      <a:cubicBezTo>
                        <a:pt x="144918" y="171746"/>
                        <a:pt x="159276" y="171746"/>
                        <a:pt x="162704" y="175670"/>
                      </a:cubicBezTo>
                      <a:cubicBezTo>
                        <a:pt x="166132" y="179595"/>
                        <a:pt x="166827" y="171746"/>
                        <a:pt x="166827" y="167026"/>
                      </a:cubicBezTo>
                      <a:cubicBezTo>
                        <a:pt x="166827" y="162306"/>
                        <a:pt x="180539" y="149787"/>
                        <a:pt x="180539" y="149787"/>
                      </a:cubicBezTo>
                      <a:cubicBezTo>
                        <a:pt x="180539" y="149787"/>
                        <a:pt x="189879" y="149240"/>
                        <a:pt x="195443" y="146359"/>
                      </a:cubicBezTo>
                      <a:cubicBezTo>
                        <a:pt x="194201" y="144322"/>
                        <a:pt x="193158" y="140993"/>
                        <a:pt x="192015" y="135280"/>
                      </a:cubicBezTo>
                      <a:cubicBezTo>
                        <a:pt x="189482" y="122363"/>
                        <a:pt x="185358" y="114712"/>
                        <a:pt x="188438" y="110589"/>
                      </a:cubicBezTo>
                      <a:cubicBezTo>
                        <a:pt x="191518" y="106465"/>
                        <a:pt x="200262" y="115855"/>
                        <a:pt x="204883" y="113520"/>
                      </a:cubicBezTo>
                      <a:cubicBezTo>
                        <a:pt x="209503" y="111185"/>
                        <a:pt x="217750" y="106465"/>
                        <a:pt x="216707" y="101199"/>
                      </a:cubicBezTo>
                      <a:cubicBezTo>
                        <a:pt x="215763" y="96032"/>
                        <a:pt x="208062" y="88928"/>
                        <a:pt x="203939" y="8778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3" name="Google Shape;763;p8"/>
                <p:cNvSpPr/>
                <p:nvPr/>
              </p:nvSpPr>
              <p:spPr>
                <a:xfrm>
                  <a:off x="4796076" y="2552399"/>
                  <a:ext cx="168151" cy="9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1" h="92015" extrusionOk="0">
                      <a:moveTo>
                        <a:pt x="55128" y="64145"/>
                      </a:moveTo>
                      <a:cubicBezTo>
                        <a:pt x="61388" y="64145"/>
                        <a:pt x="76093" y="67771"/>
                        <a:pt x="84439" y="64145"/>
                      </a:cubicBezTo>
                      <a:cubicBezTo>
                        <a:pt x="92786" y="60568"/>
                        <a:pt x="92786" y="71348"/>
                        <a:pt x="98052" y="70156"/>
                      </a:cubicBezTo>
                      <a:cubicBezTo>
                        <a:pt x="103269" y="68964"/>
                        <a:pt x="113751" y="77360"/>
                        <a:pt x="120061" y="83371"/>
                      </a:cubicBezTo>
                      <a:cubicBezTo>
                        <a:pt x="123389" y="86550"/>
                        <a:pt x="127363" y="89134"/>
                        <a:pt x="131785" y="92015"/>
                      </a:cubicBezTo>
                      <a:cubicBezTo>
                        <a:pt x="132779" y="90078"/>
                        <a:pt x="134120" y="88140"/>
                        <a:pt x="136306" y="86302"/>
                      </a:cubicBezTo>
                      <a:cubicBezTo>
                        <a:pt x="141771" y="81582"/>
                        <a:pt x="147285" y="83967"/>
                        <a:pt x="152055" y="83967"/>
                      </a:cubicBezTo>
                      <a:cubicBezTo>
                        <a:pt x="156874" y="83967"/>
                        <a:pt x="157520" y="77707"/>
                        <a:pt x="160948" y="74578"/>
                      </a:cubicBezTo>
                      <a:cubicBezTo>
                        <a:pt x="162885" y="72839"/>
                        <a:pt x="165866" y="71795"/>
                        <a:pt x="168151" y="71249"/>
                      </a:cubicBezTo>
                      <a:cubicBezTo>
                        <a:pt x="166313" y="66927"/>
                        <a:pt x="166214" y="58431"/>
                        <a:pt x="163183" y="54954"/>
                      </a:cubicBezTo>
                      <a:cubicBezTo>
                        <a:pt x="159606" y="50830"/>
                        <a:pt x="154439" y="43776"/>
                        <a:pt x="155980" y="39652"/>
                      </a:cubicBezTo>
                      <a:cubicBezTo>
                        <a:pt x="157520" y="35529"/>
                        <a:pt x="157520" y="29666"/>
                        <a:pt x="153396" y="24947"/>
                      </a:cubicBezTo>
                      <a:cubicBezTo>
                        <a:pt x="151608" y="22910"/>
                        <a:pt x="150217" y="20475"/>
                        <a:pt x="149471" y="18190"/>
                      </a:cubicBezTo>
                      <a:cubicBezTo>
                        <a:pt x="141125" y="16948"/>
                        <a:pt x="129897" y="15557"/>
                        <a:pt x="127363" y="16551"/>
                      </a:cubicBezTo>
                      <a:cubicBezTo>
                        <a:pt x="123240" y="18140"/>
                        <a:pt x="106845" y="3236"/>
                        <a:pt x="104063" y="851"/>
                      </a:cubicBezTo>
                      <a:cubicBezTo>
                        <a:pt x="102275" y="-689"/>
                        <a:pt x="90103" y="106"/>
                        <a:pt x="79124" y="1299"/>
                      </a:cubicBezTo>
                      <a:cubicBezTo>
                        <a:pt x="72814" y="9297"/>
                        <a:pt x="77335" y="15209"/>
                        <a:pt x="77037" y="27530"/>
                      </a:cubicBezTo>
                      <a:cubicBezTo>
                        <a:pt x="76689" y="40099"/>
                        <a:pt x="64716" y="37714"/>
                        <a:pt x="58208" y="37714"/>
                      </a:cubicBezTo>
                      <a:cubicBezTo>
                        <a:pt x="51700" y="37714"/>
                        <a:pt x="41068" y="15358"/>
                        <a:pt x="37690" y="10291"/>
                      </a:cubicBezTo>
                      <a:cubicBezTo>
                        <a:pt x="34262" y="5223"/>
                        <a:pt x="23283" y="16551"/>
                        <a:pt x="15433" y="22065"/>
                      </a:cubicBezTo>
                      <a:cubicBezTo>
                        <a:pt x="7534" y="27580"/>
                        <a:pt x="11658" y="38162"/>
                        <a:pt x="6193" y="43229"/>
                      </a:cubicBezTo>
                      <a:cubicBezTo>
                        <a:pt x="728" y="48346"/>
                        <a:pt x="-2700" y="56941"/>
                        <a:pt x="2765" y="68318"/>
                      </a:cubicBezTo>
                      <a:cubicBezTo>
                        <a:pt x="3013" y="68765"/>
                        <a:pt x="3112" y="69262"/>
                        <a:pt x="3361" y="69709"/>
                      </a:cubicBezTo>
                      <a:cubicBezTo>
                        <a:pt x="10217" y="69113"/>
                        <a:pt x="17520" y="67672"/>
                        <a:pt x="21693" y="64244"/>
                      </a:cubicBezTo>
                      <a:cubicBezTo>
                        <a:pt x="28996" y="58133"/>
                        <a:pt x="48868" y="64145"/>
                        <a:pt x="55128" y="6414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4" name="Google Shape;764;p8"/>
                <p:cNvSpPr/>
                <p:nvPr/>
              </p:nvSpPr>
              <p:spPr>
                <a:xfrm>
                  <a:off x="4795157" y="2613894"/>
                  <a:ext cx="132753" cy="93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53" h="93264" extrusionOk="0">
                      <a:moveTo>
                        <a:pt x="17197" y="45723"/>
                      </a:moveTo>
                      <a:cubicBezTo>
                        <a:pt x="19780" y="49846"/>
                        <a:pt x="27977" y="53373"/>
                        <a:pt x="31057" y="51585"/>
                      </a:cubicBezTo>
                      <a:cubicBezTo>
                        <a:pt x="34138" y="49796"/>
                        <a:pt x="43875" y="55708"/>
                        <a:pt x="43875" y="60378"/>
                      </a:cubicBezTo>
                      <a:cubicBezTo>
                        <a:pt x="43875" y="65048"/>
                        <a:pt x="41292" y="79207"/>
                        <a:pt x="43875" y="79207"/>
                      </a:cubicBezTo>
                      <a:cubicBezTo>
                        <a:pt x="46210" y="79207"/>
                        <a:pt x="61015" y="84474"/>
                        <a:pt x="62009" y="91528"/>
                      </a:cubicBezTo>
                      <a:cubicBezTo>
                        <a:pt x="68616" y="91727"/>
                        <a:pt x="76168" y="92075"/>
                        <a:pt x="78999" y="92919"/>
                      </a:cubicBezTo>
                      <a:cubicBezTo>
                        <a:pt x="84514" y="94459"/>
                        <a:pt x="87892" y="90584"/>
                        <a:pt x="90624" y="86659"/>
                      </a:cubicBezTo>
                      <a:cubicBezTo>
                        <a:pt x="93357" y="82735"/>
                        <a:pt x="102945" y="81195"/>
                        <a:pt x="105678" y="81195"/>
                      </a:cubicBezTo>
                      <a:cubicBezTo>
                        <a:pt x="108410" y="81195"/>
                        <a:pt x="108410" y="72600"/>
                        <a:pt x="109106" y="68625"/>
                      </a:cubicBezTo>
                      <a:cubicBezTo>
                        <a:pt x="109801" y="64701"/>
                        <a:pt x="116657" y="57646"/>
                        <a:pt x="120781" y="56106"/>
                      </a:cubicBezTo>
                      <a:cubicBezTo>
                        <a:pt x="124904" y="54516"/>
                        <a:pt x="124209" y="49051"/>
                        <a:pt x="128332" y="49051"/>
                      </a:cubicBezTo>
                      <a:cubicBezTo>
                        <a:pt x="132456" y="49051"/>
                        <a:pt x="131760" y="42791"/>
                        <a:pt x="131064" y="38867"/>
                      </a:cubicBezTo>
                      <a:cubicBezTo>
                        <a:pt x="130667" y="36482"/>
                        <a:pt x="131164" y="33501"/>
                        <a:pt x="132754" y="30520"/>
                      </a:cubicBezTo>
                      <a:cubicBezTo>
                        <a:pt x="128332" y="27589"/>
                        <a:pt x="124358" y="25055"/>
                        <a:pt x="121029" y="21876"/>
                      </a:cubicBezTo>
                      <a:cubicBezTo>
                        <a:pt x="114720" y="15865"/>
                        <a:pt x="104287" y="7469"/>
                        <a:pt x="99020" y="8661"/>
                      </a:cubicBezTo>
                      <a:cubicBezTo>
                        <a:pt x="93754" y="9903"/>
                        <a:pt x="93754" y="-927"/>
                        <a:pt x="85408" y="2650"/>
                      </a:cubicBezTo>
                      <a:cubicBezTo>
                        <a:pt x="77062" y="6276"/>
                        <a:pt x="62356" y="2650"/>
                        <a:pt x="56097" y="2650"/>
                      </a:cubicBezTo>
                      <a:cubicBezTo>
                        <a:pt x="49837" y="2650"/>
                        <a:pt x="29915" y="-3312"/>
                        <a:pt x="22612" y="2650"/>
                      </a:cubicBezTo>
                      <a:cubicBezTo>
                        <a:pt x="18389" y="6078"/>
                        <a:pt x="11136" y="7518"/>
                        <a:pt x="4280" y="8115"/>
                      </a:cubicBezTo>
                      <a:cubicBezTo>
                        <a:pt x="8950" y="19044"/>
                        <a:pt x="7261" y="30123"/>
                        <a:pt x="1994" y="36879"/>
                      </a:cubicBezTo>
                      <a:cubicBezTo>
                        <a:pt x="-1732" y="41698"/>
                        <a:pt x="405" y="42344"/>
                        <a:pt x="3187" y="44232"/>
                      </a:cubicBezTo>
                      <a:cubicBezTo>
                        <a:pt x="8751" y="43636"/>
                        <a:pt x="15110" y="42394"/>
                        <a:pt x="17197" y="4572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5" name="Google Shape;765;p8"/>
                <p:cNvSpPr/>
                <p:nvPr/>
              </p:nvSpPr>
              <p:spPr>
                <a:xfrm>
                  <a:off x="4463435" y="2929308"/>
                  <a:ext cx="103547" cy="62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47" h="62918" extrusionOk="0">
                      <a:moveTo>
                        <a:pt x="92071" y="26553"/>
                      </a:moveTo>
                      <a:cubicBezTo>
                        <a:pt x="87451" y="28888"/>
                        <a:pt x="80247" y="21833"/>
                        <a:pt x="80247" y="19498"/>
                      </a:cubicBezTo>
                      <a:cubicBezTo>
                        <a:pt x="80247" y="17859"/>
                        <a:pt x="79303" y="11996"/>
                        <a:pt x="80247" y="8370"/>
                      </a:cubicBezTo>
                      <a:cubicBezTo>
                        <a:pt x="76422" y="6134"/>
                        <a:pt x="70957" y="3054"/>
                        <a:pt x="66883" y="1663"/>
                      </a:cubicBezTo>
                      <a:cubicBezTo>
                        <a:pt x="60027" y="-672"/>
                        <a:pt x="56599" y="-672"/>
                        <a:pt x="51134" y="2458"/>
                      </a:cubicBezTo>
                      <a:cubicBezTo>
                        <a:pt x="47656" y="4445"/>
                        <a:pt x="38018" y="3898"/>
                        <a:pt x="31461" y="3253"/>
                      </a:cubicBezTo>
                      <a:cubicBezTo>
                        <a:pt x="30864" y="5588"/>
                        <a:pt x="29970" y="7177"/>
                        <a:pt x="28331" y="7177"/>
                      </a:cubicBezTo>
                      <a:cubicBezTo>
                        <a:pt x="23710" y="7177"/>
                        <a:pt x="17550" y="12444"/>
                        <a:pt x="16507" y="18356"/>
                      </a:cubicBezTo>
                      <a:cubicBezTo>
                        <a:pt x="15464" y="24218"/>
                        <a:pt x="4683" y="28937"/>
                        <a:pt x="1602" y="39519"/>
                      </a:cubicBezTo>
                      <a:cubicBezTo>
                        <a:pt x="-1478" y="50101"/>
                        <a:pt x="62" y="54821"/>
                        <a:pt x="4683" y="48363"/>
                      </a:cubicBezTo>
                      <a:cubicBezTo>
                        <a:pt x="9303" y="41904"/>
                        <a:pt x="14967" y="44239"/>
                        <a:pt x="14967" y="49555"/>
                      </a:cubicBezTo>
                      <a:cubicBezTo>
                        <a:pt x="14967" y="54871"/>
                        <a:pt x="21127" y="55417"/>
                        <a:pt x="19090" y="62472"/>
                      </a:cubicBezTo>
                      <a:cubicBezTo>
                        <a:pt x="19040" y="62621"/>
                        <a:pt x="19040" y="62720"/>
                        <a:pt x="19040" y="62919"/>
                      </a:cubicBezTo>
                      <a:cubicBezTo>
                        <a:pt x="26046" y="62223"/>
                        <a:pt x="35832" y="61329"/>
                        <a:pt x="38813" y="61329"/>
                      </a:cubicBezTo>
                      <a:cubicBezTo>
                        <a:pt x="43632" y="61329"/>
                        <a:pt x="48402" y="44090"/>
                        <a:pt x="50439" y="42500"/>
                      </a:cubicBezTo>
                      <a:cubicBezTo>
                        <a:pt x="52476" y="40960"/>
                        <a:pt x="57990" y="55069"/>
                        <a:pt x="63455" y="60534"/>
                      </a:cubicBezTo>
                      <a:cubicBezTo>
                        <a:pt x="68920" y="65999"/>
                        <a:pt x="69615" y="55815"/>
                        <a:pt x="69615" y="51145"/>
                      </a:cubicBezTo>
                      <a:cubicBezTo>
                        <a:pt x="69615" y="46425"/>
                        <a:pt x="74434" y="44885"/>
                        <a:pt x="77813" y="45680"/>
                      </a:cubicBezTo>
                      <a:cubicBezTo>
                        <a:pt x="81241" y="46475"/>
                        <a:pt x="88792" y="48015"/>
                        <a:pt x="88792" y="42550"/>
                      </a:cubicBezTo>
                      <a:cubicBezTo>
                        <a:pt x="88792" y="37085"/>
                        <a:pt x="92915" y="39420"/>
                        <a:pt x="95648" y="39420"/>
                      </a:cubicBezTo>
                      <a:cubicBezTo>
                        <a:pt x="98380" y="39420"/>
                        <a:pt x="99076" y="33160"/>
                        <a:pt x="99076" y="33160"/>
                      </a:cubicBezTo>
                      <a:lnTo>
                        <a:pt x="103547" y="28391"/>
                      </a:lnTo>
                      <a:cubicBezTo>
                        <a:pt x="99920" y="26155"/>
                        <a:pt x="95697" y="24715"/>
                        <a:pt x="92071" y="2655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6" name="Google Shape;766;p8"/>
                <p:cNvSpPr/>
                <p:nvPr/>
              </p:nvSpPr>
              <p:spPr>
                <a:xfrm>
                  <a:off x="4460372" y="2675464"/>
                  <a:ext cx="205826" cy="265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26" h="265181" extrusionOk="0">
                      <a:moveTo>
                        <a:pt x="26128" y="69801"/>
                      </a:moveTo>
                      <a:cubicBezTo>
                        <a:pt x="20663" y="79191"/>
                        <a:pt x="13111" y="79986"/>
                        <a:pt x="14453" y="82321"/>
                      </a:cubicBezTo>
                      <a:cubicBezTo>
                        <a:pt x="15844" y="84656"/>
                        <a:pt x="24041" y="92505"/>
                        <a:pt x="22004" y="96430"/>
                      </a:cubicBezTo>
                      <a:cubicBezTo>
                        <a:pt x="19967" y="100355"/>
                        <a:pt x="17185" y="98020"/>
                        <a:pt x="17185" y="105074"/>
                      </a:cubicBezTo>
                      <a:cubicBezTo>
                        <a:pt x="17185" y="112129"/>
                        <a:pt x="7597" y="112129"/>
                        <a:pt x="4169" y="112129"/>
                      </a:cubicBezTo>
                      <a:cubicBezTo>
                        <a:pt x="741" y="112129"/>
                        <a:pt x="4864" y="119184"/>
                        <a:pt x="2778" y="124648"/>
                      </a:cubicBezTo>
                      <a:cubicBezTo>
                        <a:pt x="741" y="130113"/>
                        <a:pt x="741" y="141093"/>
                        <a:pt x="45" y="145812"/>
                      </a:cubicBezTo>
                      <a:cubicBezTo>
                        <a:pt x="-650" y="150532"/>
                        <a:pt x="6901" y="158332"/>
                        <a:pt x="6206" y="162257"/>
                      </a:cubicBezTo>
                      <a:cubicBezTo>
                        <a:pt x="5510" y="166182"/>
                        <a:pt x="45" y="169311"/>
                        <a:pt x="1436" y="172441"/>
                      </a:cubicBezTo>
                      <a:cubicBezTo>
                        <a:pt x="2728" y="175422"/>
                        <a:pt x="7647" y="179943"/>
                        <a:pt x="8789" y="194400"/>
                      </a:cubicBezTo>
                      <a:cubicBezTo>
                        <a:pt x="11124" y="195195"/>
                        <a:pt x="13062" y="196189"/>
                        <a:pt x="13956" y="197530"/>
                      </a:cubicBezTo>
                      <a:cubicBezTo>
                        <a:pt x="17036" y="202249"/>
                        <a:pt x="22153" y="205777"/>
                        <a:pt x="28860" y="205777"/>
                      </a:cubicBezTo>
                      <a:cubicBezTo>
                        <a:pt x="35517" y="205777"/>
                        <a:pt x="38101" y="211093"/>
                        <a:pt x="41181" y="210496"/>
                      </a:cubicBezTo>
                      <a:cubicBezTo>
                        <a:pt x="44261" y="209900"/>
                        <a:pt x="52508" y="212881"/>
                        <a:pt x="45801" y="219340"/>
                      </a:cubicBezTo>
                      <a:cubicBezTo>
                        <a:pt x="39144" y="225798"/>
                        <a:pt x="38101" y="233449"/>
                        <a:pt x="36561" y="241100"/>
                      </a:cubicBezTo>
                      <a:cubicBezTo>
                        <a:pt x="35567" y="246068"/>
                        <a:pt x="35617" y="252924"/>
                        <a:pt x="34573" y="257147"/>
                      </a:cubicBezTo>
                      <a:cubicBezTo>
                        <a:pt x="41081" y="257792"/>
                        <a:pt x="50720" y="258339"/>
                        <a:pt x="54247" y="256352"/>
                      </a:cubicBezTo>
                      <a:cubicBezTo>
                        <a:pt x="59712" y="253222"/>
                        <a:pt x="63140" y="253222"/>
                        <a:pt x="69996" y="255557"/>
                      </a:cubicBezTo>
                      <a:cubicBezTo>
                        <a:pt x="74069" y="256948"/>
                        <a:pt x="79534" y="259978"/>
                        <a:pt x="83360" y="262264"/>
                      </a:cubicBezTo>
                      <a:cubicBezTo>
                        <a:pt x="83757" y="260674"/>
                        <a:pt x="84502" y="259482"/>
                        <a:pt x="85893" y="259283"/>
                      </a:cubicBezTo>
                      <a:cubicBezTo>
                        <a:pt x="90514" y="258687"/>
                        <a:pt x="96177" y="269269"/>
                        <a:pt x="99258" y="263406"/>
                      </a:cubicBezTo>
                      <a:cubicBezTo>
                        <a:pt x="102338" y="257544"/>
                        <a:pt x="109541" y="258736"/>
                        <a:pt x="113118" y="261071"/>
                      </a:cubicBezTo>
                      <a:cubicBezTo>
                        <a:pt x="116695" y="263406"/>
                        <a:pt x="122359" y="264599"/>
                        <a:pt x="126482" y="259879"/>
                      </a:cubicBezTo>
                      <a:cubicBezTo>
                        <a:pt x="130606" y="255159"/>
                        <a:pt x="146504" y="252824"/>
                        <a:pt x="150130" y="254613"/>
                      </a:cubicBezTo>
                      <a:cubicBezTo>
                        <a:pt x="153707" y="256352"/>
                        <a:pt x="162948" y="261071"/>
                        <a:pt x="159371" y="246962"/>
                      </a:cubicBezTo>
                      <a:cubicBezTo>
                        <a:pt x="155794" y="232853"/>
                        <a:pt x="167071" y="235784"/>
                        <a:pt x="168611" y="230518"/>
                      </a:cubicBezTo>
                      <a:cubicBezTo>
                        <a:pt x="170152" y="225252"/>
                        <a:pt x="183516" y="222867"/>
                        <a:pt x="181479" y="218743"/>
                      </a:cubicBezTo>
                      <a:cubicBezTo>
                        <a:pt x="179442" y="214620"/>
                        <a:pt x="162451" y="202299"/>
                        <a:pt x="157334" y="198176"/>
                      </a:cubicBezTo>
                      <a:cubicBezTo>
                        <a:pt x="152217" y="194052"/>
                        <a:pt x="152217" y="181135"/>
                        <a:pt x="149634" y="175820"/>
                      </a:cubicBezTo>
                      <a:cubicBezTo>
                        <a:pt x="147050" y="170553"/>
                        <a:pt x="141387" y="163499"/>
                        <a:pt x="148094" y="161710"/>
                      </a:cubicBezTo>
                      <a:cubicBezTo>
                        <a:pt x="154751" y="159922"/>
                        <a:pt x="166575" y="156991"/>
                        <a:pt x="172238" y="151128"/>
                      </a:cubicBezTo>
                      <a:cubicBezTo>
                        <a:pt x="177902" y="145266"/>
                        <a:pt x="188136" y="144670"/>
                        <a:pt x="191266" y="141142"/>
                      </a:cubicBezTo>
                      <a:cubicBezTo>
                        <a:pt x="194346" y="137615"/>
                        <a:pt x="201550" y="144074"/>
                        <a:pt x="203587" y="140546"/>
                      </a:cubicBezTo>
                      <a:cubicBezTo>
                        <a:pt x="205623" y="137019"/>
                        <a:pt x="207164" y="129964"/>
                        <a:pt x="204083" y="125841"/>
                      </a:cubicBezTo>
                      <a:cubicBezTo>
                        <a:pt x="201003" y="121717"/>
                        <a:pt x="198966" y="114663"/>
                        <a:pt x="198420" y="104677"/>
                      </a:cubicBezTo>
                      <a:cubicBezTo>
                        <a:pt x="197923" y="94691"/>
                        <a:pt x="195340" y="95287"/>
                        <a:pt x="195340" y="90568"/>
                      </a:cubicBezTo>
                      <a:cubicBezTo>
                        <a:pt x="195340" y="85848"/>
                        <a:pt x="193799" y="79986"/>
                        <a:pt x="190223" y="77651"/>
                      </a:cubicBezTo>
                      <a:cubicBezTo>
                        <a:pt x="186645" y="75316"/>
                        <a:pt x="185105" y="73527"/>
                        <a:pt x="188682" y="67069"/>
                      </a:cubicBezTo>
                      <a:cubicBezTo>
                        <a:pt x="192259" y="60610"/>
                        <a:pt x="190719" y="44116"/>
                        <a:pt x="189179" y="39446"/>
                      </a:cubicBezTo>
                      <a:cubicBezTo>
                        <a:pt x="188881" y="38502"/>
                        <a:pt x="188931" y="37409"/>
                        <a:pt x="189080" y="36217"/>
                      </a:cubicBezTo>
                      <a:cubicBezTo>
                        <a:pt x="188136" y="35720"/>
                        <a:pt x="187440" y="34677"/>
                        <a:pt x="187142" y="32938"/>
                      </a:cubicBezTo>
                      <a:cubicBezTo>
                        <a:pt x="186099" y="26678"/>
                        <a:pt x="182373" y="24343"/>
                        <a:pt x="173431" y="24343"/>
                      </a:cubicBezTo>
                      <a:cubicBezTo>
                        <a:pt x="164538" y="24343"/>
                        <a:pt x="178895" y="14159"/>
                        <a:pt x="175467" y="9042"/>
                      </a:cubicBezTo>
                      <a:cubicBezTo>
                        <a:pt x="172039" y="3975"/>
                        <a:pt x="163147" y="18431"/>
                        <a:pt x="154949" y="15302"/>
                      </a:cubicBezTo>
                      <a:cubicBezTo>
                        <a:pt x="146702" y="12172"/>
                        <a:pt x="136120" y="26281"/>
                        <a:pt x="128917" y="32541"/>
                      </a:cubicBezTo>
                      <a:cubicBezTo>
                        <a:pt x="121713" y="38800"/>
                        <a:pt x="111429" y="31348"/>
                        <a:pt x="116894" y="22356"/>
                      </a:cubicBezTo>
                      <a:cubicBezTo>
                        <a:pt x="122359" y="13364"/>
                        <a:pt x="116894" y="14109"/>
                        <a:pt x="108697" y="17686"/>
                      </a:cubicBezTo>
                      <a:cubicBezTo>
                        <a:pt x="100500" y="21214"/>
                        <a:pt x="90563" y="16891"/>
                        <a:pt x="91557" y="8297"/>
                      </a:cubicBezTo>
                      <a:cubicBezTo>
                        <a:pt x="91805" y="6111"/>
                        <a:pt x="91209" y="4124"/>
                        <a:pt x="90216" y="2186"/>
                      </a:cubicBezTo>
                      <a:cubicBezTo>
                        <a:pt x="86191" y="2832"/>
                        <a:pt x="83111" y="2981"/>
                        <a:pt x="81621" y="2385"/>
                      </a:cubicBezTo>
                      <a:cubicBezTo>
                        <a:pt x="77944" y="994"/>
                        <a:pt x="69598" y="248"/>
                        <a:pt x="60457" y="0"/>
                      </a:cubicBezTo>
                      <a:cubicBezTo>
                        <a:pt x="63189" y="4571"/>
                        <a:pt x="66121" y="9042"/>
                        <a:pt x="64481" y="12569"/>
                      </a:cubicBezTo>
                      <a:cubicBezTo>
                        <a:pt x="61401" y="19226"/>
                        <a:pt x="66220" y="25486"/>
                        <a:pt x="70641" y="35273"/>
                      </a:cubicBezTo>
                      <a:cubicBezTo>
                        <a:pt x="75113" y="45060"/>
                        <a:pt x="61053" y="39595"/>
                        <a:pt x="60705" y="45855"/>
                      </a:cubicBezTo>
                      <a:cubicBezTo>
                        <a:pt x="60358" y="52115"/>
                        <a:pt x="47689" y="45458"/>
                        <a:pt x="43615" y="43123"/>
                      </a:cubicBezTo>
                      <a:cubicBezTo>
                        <a:pt x="39492" y="40788"/>
                        <a:pt x="25780" y="42328"/>
                        <a:pt x="26128" y="46253"/>
                      </a:cubicBezTo>
                      <a:cubicBezTo>
                        <a:pt x="26277" y="47793"/>
                        <a:pt x="26028" y="49979"/>
                        <a:pt x="25482" y="51817"/>
                      </a:cubicBezTo>
                      <a:cubicBezTo>
                        <a:pt x="27320" y="59368"/>
                        <a:pt x="28115" y="66373"/>
                        <a:pt x="26128" y="6980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7" name="Google Shape;767;p8"/>
                <p:cNvSpPr/>
                <p:nvPr/>
              </p:nvSpPr>
              <p:spPr>
                <a:xfrm>
                  <a:off x="4798096" y="2035225"/>
                  <a:ext cx="242415" cy="439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415" h="439627" extrusionOk="0">
                      <a:moveTo>
                        <a:pt x="234939" y="310311"/>
                      </a:moveTo>
                      <a:cubicBezTo>
                        <a:pt x="226046" y="298537"/>
                        <a:pt x="206174" y="290737"/>
                        <a:pt x="205479" y="284477"/>
                      </a:cubicBezTo>
                      <a:cubicBezTo>
                        <a:pt x="204783" y="278168"/>
                        <a:pt x="220532" y="277423"/>
                        <a:pt x="219836" y="269573"/>
                      </a:cubicBezTo>
                      <a:cubicBezTo>
                        <a:pt x="219141" y="261724"/>
                        <a:pt x="210943" y="261773"/>
                        <a:pt x="207516" y="255464"/>
                      </a:cubicBezTo>
                      <a:cubicBezTo>
                        <a:pt x="204088" y="249204"/>
                        <a:pt x="211639" y="245279"/>
                        <a:pt x="210943" y="242149"/>
                      </a:cubicBezTo>
                      <a:cubicBezTo>
                        <a:pt x="210248" y="239020"/>
                        <a:pt x="199964" y="237430"/>
                        <a:pt x="199318" y="233505"/>
                      </a:cubicBezTo>
                      <a:cubicBezTo>
                        <a:pt x="198623" y="229580"/>
                        <a:pt x="206174" y="230375"/>
                        <a:pt x="204783" y="225705"/>
                      </a:cubicBezTo>
                      <a:cubicBezTo>
                        <a:pt x="203442" y="220986"/>
                        <a:pt x="196586" y="212391"/>
                        <a:pt x="201355" y="205287"/>
                      </a:cubicBezTo>
                      <a:cubicBezTo>
                        <a:pt x="206174" y="198232"/>
                        <a:pt x="216408" y="205287"/>
                        <a:pt x="208907" y="189637"/>
                      </a:cubicBezTo>
                      <a:cubicBezTo>
                        <a:pt x="201355" y="173988"/>
                        <a:pt x="189730" y="154364"/>
                        <a:pt x="186998" y="149644"/>
                      </a:cubicBezTo>
                      <a:cubicBezTo>
                        <a:pt x="184265" y="144925"/>
                        <a:pt x="189730" y="137075"/>
                        <a:pt x="193854" y="133995"/>
                      </a:cubicBezTo>
                      <a:cubicBezTo>
                        <a:pt x="197977" y="130865"/>
                        <a:pt x="208211" y="119091"/>
                        <a:pt x="208211" y="114371"/>
                      </a:cubicBezTo>
                      <a:cubicBezTo>
                        <a:pt x="208211" y="109651"/>
                        <a:pt x="195195" y="97132"/>
                        <a:pt x="191767" y="94797"/>
                      </a:cubicBezTo>
                      <a:cubicBezTo>
                        <a:pt x="188339" y="92462"/>
                        <a:pt x="180788" y="93257"/>
                        <a:pt x="177409" y="85407"/>
                      </a:cubicBezTo>
                      <a:cubicBezTo>
                        <a:pt x="173981" y="77558"/>
                        <a:pt x="170553" y="75223"/>
                        <a:pt x="173981" y="70503"/>
                      </a:cubicBezTo>
                      <a:cubicBezTo>
                        <a:pt x="177409" y="65784"/>
                        <a:pt x="177409" y="61114"/>
                        <a:pt x="177409" y="56394"/>
                      </a:cubicBezTo>
                      <a:cubicBezTo>
                        <a:pt x="177409" y="51674"/>
                        <a:pt x="184911" y="55599"/>
                        <a:pt x="186302" y="48544"/>
                      </a:cubicBezTo>
                      <a:cubicBezTo>
                        <a:pt x="186948" y="45315"/>
                        <a:pt x="188886" y="41788"/>
                        <a:pt x="191419" y="38906"/>
                      </a:cubicBezTo>
                      <a:cubicBezTo>
                        <a:pt x="191419" y="33541"/>
                        <a:pt x="191966" y="27778"/>
                        <a:pt x="191419" y="24151"/>
                      </a:cubicBezTo>
                      <a:cubicBezTo>
                        <a:pt x="190326" y="16600"/>
                        <a:pt x="171597" y="14066"/>
                        <a:pt x="167225" y="5273"/>
                      </a:cubicBezTo>
                      <a:cubicBezTo>
                        <a:pt x="162803" y="-3521"/>
                        <a:pt x="151824" y="255"/>
                        <a:pt x="148495" y="5273"/>
                      </a:cubicBezTo>
                      <a:cubicBezTo>
                        <a:pt x="145216" y="10290"/>
                        <a:pt x="125394" y="4031"/>
                        <a:pt x="125394" y="11582"/>
                      </a:cubicBezTo>
                      <a:cubicBezTo>
                        <a:pt x="125394" y="19134"/>
                        <a:pt x="111086" y="20425"/>
                        <a:pt x="111086" y="29219"/>
                      </a:cubicBezTo>
                      <a:cubicBezTo>
                        <a:pt x="111086" y="38012"/>
                        <a:pt x="117693" y="53115"/>
                        <a:pt x="106664" y="51873"/>
                      </a:cubicBezTo>
                      <a:cubicBezTo>
                        <a:pt x="95685" y="50631"/>
                        <a:pt x="103335" y="56891"/>
                        <a:pt x="96778" y="66976"/>
                      </a:cubicBezTo>
                      <a:cubicBezTo>
                        <a:pt x="90170" y="77061"/>
                        <a:pt x="90170" y="60666"/>
                        <a:pt x="83563" y="63200"/>
                      </a:cubicBezTo>
                      <a:cubicBezTo>
                        <a:pt x="76955" y="65734"/>
                        <a:pt x="69255" y="55649"/>
                        <a:pt x="65976" y="61958"/>
                      </a:cubicBezTo>
                      <a:cubicBezTo>
                        <a:pt x="62697" y="68268"/>
                        <a:pt x="51668" y="63200"/>
                        <a:pt x="40688" y="60716"/>
                      </a:cubicBezTo>
                      <a:cubicBezTo>
                        <a:pt x="29659" y="58182"/>
                        <a:pt x="24194" y="40595"/>
                        <a:pt x="15351" y="39304"/>
                      </a:cubicBezTo>
                      <a:cubicBezTo>
                        <a:pt x="9489" y="38459"/>
                        <a:pt x="3279" y="43825"/>
                        <a:pt x="0" y="52221"/>
                      </a:cubicBezTo>
                      <a:cubicBezTo>
                        <a:pt x="8545" y="58530"/>
                        <a:pt x="14109" y="67473"/>
                        <a:pt x="25238" y="73285"/>
                      </a:cubicBezTo>
                      <a:cubicBezTo>
                        <a:pt x="37360" y="79595"/>
                        <a:pt x="59368" y="87146"/>
                        <a:pt x="58275" y="95940"/>
                      </a:cubicBezTo>
                      <a:cubicBezTo>
                        <a:pt x="57182" y="104733"/>
                        <a:pt x="53854" y="117352"/>
                        <a:pt x="59368" y="121128"/>
                      </a:cubicBezTo>
                      <a:cubicBezTo>
                        <a:pt x="64883" y="124903"/>
                        <a:pt x="58275" y="141248"/>
                        <a:pt x="64883" y="145024"/>
                      </a:cubicBezTo>
                      <a:cubicBezTo>
                        <a:pt x="71490" y="148800"/>
                        <a:pt x="69304" y="167678"/>
                        <a:pt x="63790" y="167678"/>
                      </a:cubicBezTo>
                      <a:cubicBezTo>
                        <a:pt x="58325" y="167678"/>
                        <a:pt x="64883" y="177763"/>
                        <a:pt x="68211" y="181490"/>
                      </a:cubicBezTo>
                      <a:cubicBezTo>
                        <a:pt x="69702" y="183228"/>
                        <a:pt x="70944" y="188345"/>
                        <a:pt x="71441" y="194556"/>
                      </a:cubicBezTo>
                      <a:cubicBezTo>
                        <a:pt x="78197" y="196443"/>
                        <a:pt x="84209" y="200318"/>
                        <a:pt x="90071" y="203349"/>
                      </a:cubicBezTo>
                      <a:cubicBezTo>
                        <a:pt x="99311" y="208069"/>
                        <a:pt x="97920" y="215471"/>
                        <a:pt x="98268" y="223718"/>
                      </a:cubicBezTo>
                      <a:cubicBezTo>
                        <a:pt x="98616" y="231965"/>
                        <a:pt x="98964" y="236635"/>
                        <a:pt x="94145" y="233108"/>
                      </a:cubicBezTo>
                      <a:cubicBezTo>
                        <a:pt x="89375" y="229580"/>
                        <a:pt x="84209" y="233108"/>
                        <a:pt x="81476" y="244882"/>
                      </a:cubicBezTo>
                      <a:cubicBezTo>
                        <a:pt x="78744" y="256606"/>
                        <a:pt x="65727" y="270765"/>
                        <a:pt x="57828" y="271511"/>
                      </a:cubicBezTo>
                      <a:cubicBezTo>
                        <a:pt x="49929" y="272306"/>
                        <a:pt x="50624" y="281695"/>
                        <a:pt x="44116" y="283633"/>
                      </a:cubicBezTo>
                      <a:cubicBezTo>
                        <a:pt x="40191" y="284825"/>
                        <a:pt x="36465" y="286862"/>
                        <a:pt x="34131" y="290091"/>
                      </a:cubicBezTo>
                      <a:cubicBezTo>
                        <a:pt x="33584" y="291731"/>
                        <a:pt x="32889" y="293370"/>
                        <a:pt x="32044" y="294861"/>
                      </a:cubicBezTo>
                      <a:cubicBezTo>
                        <a:pt x="31845" y="295854"/>
                        <a:pt x="31746" y="296947"/>
                        <a:pt x="31795" y="298139"/>
                      </a:cubicBezTo>
                      <a:cubicBezTo>
                        <a:pt x="32143" y="306039"/>
                        <a:pt x="23052" y="307082"/>
                        <a:pt x="16544" y="307132"/>
                      </a:cubicBezTo>
                      <a:cubicBezTo>
                        <a:pt x="15550" y="307430"/>
                        <a:pt x="14507" y="307628"/>
                        <a:pt x="13513" y="307827"/>
                      </a:cubicBezTo>
                      <a:cubicBezTo>
                        <a:pt x="9439" y="310510"/>
                        <a:pt x="9886" y="320943"/>
                        <a:pt x="5415" y="324023"/>
                      </a:cubicBezTo>
                      <a:cubicBezTo>
                        <a:pt x="298" y="327550"/>
                        <a:pt x="1292" y="332270"/>
                        <a:pt x="6111" y="339325"/>
                      </a:cubicBezTo>
                      <a:cubicBezTo>
                        <a:pt x="10880" y="346379"/>
                        <a:pt x="6806" y="352639"/>
                        <a:pt x="8495" y="357756"/>
                      </a:cubicBezTo>
                      <a:cubicBezTo>
                        <a:pt x="10234" y="362824"/>
                        <a:pt x="17736" y="374598"/>
                        <a:pt x="12619" y="387515"/>
                      </a:cubicBezTo>
                      <a:cubicBezTo>
                        <a:pt x="7502" y="400432"/>
                        <a:pt x="1987" y="416528"/>
                        <a:pt x="6458" y="414938"/>
                      </a:cubicBezTo>
                      <a:cubicBezTo>
                        <a:pt x="10880" y="413398"/>
                        <a:pt x="21164" y="425520"/>
                        <a:pt x="28020" y="424726"/>
                      </a:cubicBezTo>
                      <a:cubicBezTo>
                        <a:pt x="34876" y="423931"/>
                        <a:pt x="35571" y="435705"/>
                        <a:pt x="42079" y="433320"/>
                      </a:cubicBezTo>
                      <a:cubicBezTo>
                        <a:pt x="48587" y="430985"/>
                        <a:pt x="48587" y="440375"/>
                        <a:pt x="67417" y="439580"/>
                      </a:cubicBezTo>
                      <a:cubicBezTo>
                        <a:pt x="86245" y="438785"/>
                        <a:pt x="124251" y="420751"/>
                        <a:pt x="139354" y="420751"/>
                      </a:cubicBezTo>
                      <a:cubicBezTo>
                        <a:pt x="147899" y="420751"/>
                        <a:pt x="154755" y="419559"/>
                        <a:pt x="160120" y="418068"/>
                      </a:cubicBezTo>
                      <a:cubicBezTo>
                        <a:pt x="163350" y="412504"/>
                        <a:pt x="167274" y="406443"/>
                        <a:pt x="171199" y="401972"/>
                      </a:cubicBezTo>
                      <a:cubicBezTo>
                        <a:pt x="180788" y="390992"/>
                        <a:pt x="201355" y="383143"/>
                        <a:pt x="206820" y="369034"/>
                      </a:cubicBezTo>
                      <a:cubicBezTo>
                        <a:pt x="212335" y="354924"/>
                        <a:pt x="236927" y="344044"/>
                        <a:pt x="241100" y="331425"/>
                      </a:cubicBezTo>
                      <a:cubicBezTo>
                        <a:pt x="243186" y="325215"/>
                        <a:pt x="243832" y="322085"/>
                        <a:pt x="234939" y="31031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8" name="Google Shape;768;p8"/>
                <p:cNvSpPr/>
                <p:nvPr/>
              </p:nvSpPr>
              <p:spPr>
                <a:xfrm>
                  <a:off x="5109692" y="3422047"/>
                  <a:ext cx="487664" cy="447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664" h="447489" extrusionOk="0">
                      <a:moveTo>
                        <a:pt x="291476" y="93615"/>
                      </a:moveTo>
                      <a:cubicBezTo>
                        <a:pt x="291476" y="93615"/>
                        <a:pt x="255805" y="88398"/>
                        <a:pt x="250340" y="88398"/>
                      </a:cubicBezTo>
                      <a:cubicBezTo>
                        <a:pt x="244876" y="88398"/>
                        <a:pt x="231164" y="86312"/>
                        <a:pt x="222917" y="77916"/>
                      </a:cubicBezTo>
                      <a:cubicBezTo>
                        <a:pt x="214670" y="69520"/>
                        <a:pt x="174429" y="34992"/>
                        <a:pt x="167125" y="30819"/>
                      </a:cubicBezTo>
                      <a:cubicBezTo>
                        <a:pt x="159823" y="26645"/>
                        <a:pt x="129617" y="1507"/>
                        <a:pt x="121370" y="464"/>
                      </a:cubicBezTo>
                      <a:cubicBezTo>
                        <a:pt x="113123" y="-580"/>
                        <a:pt x="112228" y="464"/>
                        <a:pt x="102143" y="464"/>
                      </a:cubicBezTo>
                      <a:cubicBezTo>
                        <a:pt x="92108" y="464"/>
                        <a:pt x="96678" y="7767"/>
                        <a:pt x="78396" y="8810"/>
                      </a:cubicBezTo>
                      <a:cubicBezTo>
                        <a:pt x="60114" y="9853"/>
                        <a:pt x="50028" y="23466"/>
                        <a:pt x="55543" y="25552"/>
                      </a:cubicBezTo>
                      <a:cubicBezTo>
                        <a:pt x="61008" y="27639"/>
                        <a:pt x="78396" y="45425"/>
                        <a:pt x="72931" y="48555"/>
                      </a:cubicBezTo>
                      <a:cubicBezTo>
                        <a:pt x="67466" y="51684"/>
                        <a:pt x="66522" y="61124"/>
                        <a:pt x="59219" y="61124"/>
                      </a:cubicBezTo>
                      <a:cubicBezTo>
                        <a:pt x="51916" y="61124"/>
                        <a:pt x="44564" y="62167"/>
                        <a:pt x="44564" y="68476"/>
                      </a:cubicBezTo>
                      <a:cubicBezTo>
                        <a:pt x="44564" y="74736"/>
                        <a:pt x="34528" y="85219"/>
                        <a:pt x="26281" y="84175"/>
                      </a:cubicBezTo>
                      <a:cubicBezTo>
                        <a:pt x="21611" y="83579"/>
                        <a:pt x="11278" y="77568"/>
                        <a:pt x="3279" y="72451"/>
                      </a:cubicBezTo>
                      <a:lnTo>
                        <a:pt x="894" y="80052"/>
                      </a:lnTo>
                      <a:lnTo>
                        <a:pt x="0" y="87206"/>
                      </a:lnTo>
                      <a:cubicBezTo>
                        <a:pt x="1590" y="92770"/>
                        <a:pt x="-795" y="115623"/>
                        <a:pt x="3875" y="117412"/>
                      </a:cubicBezTo>
                      <a:cubicBezTo>
                        <a:pt x="8992" y="119349"/>
                        <a:pt x="11774" y="129931"/>
                        <a:pt x="22704" y="143693"/>
                      </a:cubicBezTo>
                      <a:cubicBezTo>
                        <a:pt x="33684" y="157405"/>
                        <a:pt x="55891" y="194218"/>
                        <a:pt x="56288" y="203210"/>
                      </a:cubicBezTo>
                      <a:cubicBezTo>
                        <a:pt x="56636" y="212252"/>
                        <a:pt x="60412" y="222039"/>
                        <a:pt x="74074" y="232621"/>
                      </a:cubicBezTo>
                      <a:cubicBezTo>
                        <a:pt x="87786" y="243203"/>
                        <a:pt x="87786" y="256120"/>
                        <a:pt x="94989" y="262429"/>
                      </a:cubicBezTo>
                      <a:cubicBezTo>
                        <a:pt x="102193" y="268689"/>
                        <a:pt x="100504" y="276141"/>
                        <a:pt x="100802" y="291790"/>
                      </a:cubicBezTo>
                      <a:cubicBezTo>
                        <a:pt x="101150" y="307440"/>
                        <a:pt x="107310" y="327809"/>
                        <a:pt x="119631" y="336453"/>
                      </a:cubicBezTo>
                      <a:cubicBezTo>
                        <a:pt x="131952" y="345048"/>
                        <a:pt x="140497" y="354438"/>
                        <a:pt x="146359" y="371329"/>
                      </a:cubicBezTo>
                      <a:cubicBezTo>
                        <a:pt x="152172" y="388171"/>
                        <a:pt x="159723" y="402677"/>
                        <a:pt x="167573" y="411719"/>
                      </a:cubicBezTo>
                      <a:cubicBezTo>
                        <a:pt x="175472" y="420711"/>
                        <a:pt x="171001" y="425431"/>
                        <a:pt x="175472" y="432088"/>
                      </a:cubicBezTo>
                      <a:cubicBezTo>
                        <a:pt x="177757" y="435516"/>
                        <a:pt x="180937" y="441379"/>
                        <a:pt x="183123" y="447489"/>
                      </a:cubicBezTo>
                      <a:cubicBezTo>
                        <a:pt x="189233" y="444161"/>
                        <a:pt x="193456" y="441577"/>
                        <a:pt x="193804" y="440832"/>
                      </a:cubicBezTo>
                      <a:cubicBezTo>
                        <a:pt x="195096" y="437802"/>
                        <a:pt x="191171" y="429455"/>
                        <a:pt x="193158" y="426425"/>
                      </a:cubicBezTo>
                      <a:cubicBezTo>
                        <a:pt x="195145" y="423394"/>
                        <a:pt x="199120" y="418079"/>
                        <a:pt x="203094" y="416588"/>
                      </a:cubicBezTo>
                      <a:cubicBezTo>
                        <a:pt x="207068" y="415048"/>
                        <a:pt x="211689" y="421109"/>
                        <a:pt x="220284" y="419619"/>
                      </a:cubicBezTo>
                      <a:cubicBezTo>
                        <a:pt x="228878" y="418128"/>
                        <a:pt x="246764" y="420364"/>
                        <a:pt x="248751" y="422649"/>
                      </a:cubicBezTo>
                      <a:cubicBezTo>
                        <a:pt x="250738" y="424934"/>
                        <a:pt x="275230" y="423394"/>
                        <a:pt x="281192" y="428710"/>
                      </a:cubicBezTo>
                      <a:cubicBezTo>
                        <a:pt x="287154" y="434026"/>
                        <a:pt x="293115" y="432486"/>
                        <a:pt x="297090" y="421904"/>
                      </a:cubicBezTo>
                      <a:cubicBezTo>
                        <a:pt x="301064" y="411322"/>
                        <a:pt x="328836" y="388568"/>
                        <a:pt x="332810" y="386283"/>
                      </a:cubicBezTo>
                      <a:cubicBezTo>
                        <a:pt x="336785" y="383998"/>
                        <a:pt x="366593" y="386283"/>
                        <a:pt x="378467" y="383252"/>
                      </a:cubicBezTo>
                      <a:cubicBezTo>
                        <a:pt x="390390" y="380222"/>
                        <a:pt x="468488" y="351457"/>
                        <a:pt x="471766" y="348426"/>
                      </a:cubicBezTo>
                      <a:cubicBezTo>
                        <a:pt x="475095" y="345396"/>
                        <a:pt x="487664" y="298448"/>
                        <a:pt x="487664" y="293132"/>
                      </a:cubicBezTo>
                      <a:cubicBezTo>
                        <a:pt x="487664" y="287816"/>
                        <a:pt x="481702" y="273458"/>
                        <a:pt x="475741" y="274204"/>
                      </a:cubicBezTo>
                      <a:cubicBezTo>
                        <a:pt x="469780" y="274949"/>
                        <a:pt x="420795" y="268888"/>
                        <a:pt x="417466" y="266652"/>
                      </a:cubicBezTo>
                      <a:cubicBezTo>
                        <a:pt x="414783" y="264814"/>
                        <a:pt x="401816" y="253586"/>
                        <a:pt x="400028" y="238185"/>
                      </a:cubicBezTo>
                      <a:cubicBezTo>
                        <a:pt x="396202" y="234807"/>
                        <a:pt x="391731" y="227554"/>
                        <a:pt x="390439" y="221244"/>
                      </a:cubicBezTo>
                      <a:cubicBezTo>
                        <a:pt x="384776" y="222089"/>
                        <a:pt x="375982" y="220598"/>
                        <a:pt x="371064" y="205992"/>
                      </a:cubicBezTo>
                      <a:cubicBezTo>
                        <a:pt x="366494" y="202415"/>
                        <a:pt x="354521" y="182891"/>
                        <a:pt x="358694" y="177426"/>
                      </a:cubicBezTo>
                      <a:cubicBezTo>
                        <a:pt x="363860" y="170769"/>
                        <a:pt x="355961" y="156659"/>
                        <a:pt x="348410" y="148810"/>
                      </a:cubicBezTo>
                      <a:cubicBezTo>
                        <a:pt x="340908" y="140960"/>
                        <a:pt x="325457" y="126454"/>
                        <a:pt x="324762" y="117461"/>
                      </a:cubicBezTo>
                      <a:cubicBezTo>
                        <a:pt x="324563" y="114977"/>
                        <a:pt x="323421" y="110904"/>
                        <a:pt x="321880" y="106184"/>
                      </a:cubicBezTo>
                      <a:lnTo>
                        <a:pt x="303449" y="105091"/>
                      </a:lnTo>
                      <a:lnTo>
                        <a:pt x="291476" y="93615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9" name="Google Shape;769;p8"/>
                <p:cNvSpPr/>
                <p:nvPr/>
              </p:nvSpPr>
              <p:spPr>
                <a:xfrm>
                  <a:off x="5510366" y="3627344"/>
                  <a:ext cx="183122" cy="237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122" h="237522" extrusionOk="0">
                      <a:moveTo>
                        <a:pt x="133740" y="137118"/>
                      </a:moveTo>
                      <a:cubicBezTo>
                        <a:pt x="149141" y="120922"/>
                        <a:pt x="160071" y="101448"/>
                        <a:pt x="172739" y="83116"/>
                      </a:cubicBezTo>
                      <a:cubicBezTo>
                        <a:pt x="175521" y="79092"/>
                        <a:pt x="179099" y="75813"/>
                        <a:pt x="183122" y="73577"/>
                      </a:cubicBezTo>
                      <a:cubicBezTo>
                        <a:pt x="182377" y="73080"/>
                        <a:pt x="181433" y="72683"/>
                        <a:pt x="180142" y="72434"/>
                      </a:cubicBezTo>
                      <a:cubicBezTo>
                        <a:pt x="173633" y="71242"/>
                        <a:pt x="163350" y="50475"/>
                        <a:pt x="160617" y="44613"/>
                      </a:cubicBezTo>
                      <a:cubicBezTo>
                        <a:pt x="157885" y="38751"/>
                        <a:pt x="138013" y="42626"/>
                        <a:pt x="121916" y="28169"/>
                      </a:cubicBezTo>
                      <a:cubicBezTo>
                        <a:pt x="115358" y="22307"/>
                        <a:pt x="111732" y="11128"/>
                        <a:pt x="109446" y="0"/>
                      </a:cubicBezTo>
                      <a:lnTo>
                        <a:pt x="101398" y="5266"/>
                      </a:lnTo>
                      <a:lnTo>
                        <a:pt x="92605" y="5266"/>
                      </a:lnTo>
                      <a:lnTo>
                        <a:pt x="92605" y="25337"/>
                      </a:lnTo>
                      <a:lnTo>
                        <a:pt x="77998" y="46551"/>
                      </a:lnTo>
                      <a:lnTo>
                        <a:pt x="70199" y="68857"/>
                      </a:lnTo>
                      <a:cubicBezTo>
                        <a:pt x="72434" y="69006"/>
                        <a:pt x="74124" y="69056"/>
                        <a:pt x="74918" y="68907"/>
                      </a:cubicBezTo>
                      <a:cubicBezTo>
                        <a:pt x="80880" y="68162"/>
                        <a:pt x="86842" y="82519"/>
                        <a:pt x="86842" y="87835"/>
                      </a:cubicBezTo>
                      <a:cubicBezTo>
                        <a:pt x="86842" y="93151"/>
                        <a:pt x="74272" y="140099"/>
                        <a:pt x="70944" y="143130"/>
                      </a:cubicBezTo>
                      <a:cubicBezTo>
                        <a:pt x="68559" y="145316"/>
                        <a:pt x="27275" y="160866"/>
                        <a:pt x="0" y="170553"/>
                      </a:cubicBezTo>
                      <a:cubicBezTo>
                        <a:pt x="5912" y="184613"/>
                        <a:pt x="17736" y="212583"/>
                        <a:pt x="28367" y="237523"/>
                      </a:cubicBezTo>
                      <a:cubicBezTo>
                        <a:pt x="30206" y="236678"/>
                        <a:pt x="32093" y="235685"/>
                        <a:pt x="34230" y="234293"/>
                      </a:cubicBezTo>
                      <a:cubicBezTo>
                        <a:pt x="36664" y="232704"/>
                        <a:pt x="39148" y="231511"/>
                        <a:pt x="41632" y="230716"/>
                      </a:cubicBezTo>
                      <a:cubicBezTo>
                        <a:pt x="43123" y="229822"/>
                        <a:pt x="44663" y="229027"/>
                        <a:pt x="46302" y="228381"/>
                      </a:cubicBezTo>
                      <a:cubicBezTo>
                        <a:pt x="56785" y="224159"/>
                        <a:pt x="67168" y="220035"/>
                        <a:pt x="76856" y="214719"/>
                      </a:cubicBezTo>
                      <a:cubicBezTo>
                        <a:pt x="77055" y="211888"/>
                        <a:pt x="77800" y="208907"/>
                        <a:pt x="80781" y="206075"/>
                      </a:cubicBezTo>
                      <a:cubicBezTo>
                        <a:pt x="84208" y="202796"/>
                        <a:pt x="88183" y="201852"/>
                        <a:pt x="92058" y="201653"/>
                      </a:cubicBezTo>
                      <a:cubicBezTo>
                        <a:pt x="93946" y="199169"/>
                        <a:pt x="96281" y="197083"/>
                        <a:pt x="99212" y="195741"/>
                      </a:cubicBezTo>
                      <a:cubicBezTo>
                        <a:pt x="101100" y="194847"/>
                        <a:pt x="102740" y="193903"/>
                        <a:pt x="104478" y="192959"/>
                      </a:cubicBezTo>
                      <a:cubicBezTo>
                        <a:pt x="106167" y="191668"/>
                        <a:pt x="107856" y="190624"/>
                        <a:pt x="109595" y="189879"/>
                      </a:cubicBezTo>
                      <a:cubicBezTo>
                        <a:pt x="110936" y="189034"/>
                        <a:pt x="112278" y="188190"/>
                        <a:pt x="113520" y="187246"/>
                      </a:cubicBezTo>
                      <a:cubicBezTo>
                        <a:pt x="115557" y="182775"/>
                        <a:pt x="117991" y="178602"/>
                        <a:pt x="121221" y="177062"/>
                      </a:cubicBezTo>
                      <a:cubicBezTo>
                        <a:pt x="122661" y="176366"/>
                        <a:pt x="124102" y="175969"/>
                        <a:pt x="125543" y="175621"/>
                      </a:cubicBezTo>
                      <a:cubicBezTo>
                        <a:pt x="127431" y="173286"/>
                        <a:pt x="129120" y="170802"/>
                        <a:pt x="130660" y="168218"/>
                      </a:cubicBezTo>
                      <a:cubicBezTo>
                        <a:pt x="125046" y="159177"/>
                        <a:pt x="124301" y="147054"/>
                        <a:pt x="133740" y="13711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0" name="Google Shape;770;p8"/>
                <p:cNvSpPr/>
                <p:nvPr/>
              </p:nvSpPr>
              <p:spPr>
                <a:xfrm>
                  <a:off x="5480706" y="3601563"/>
                  <a:ext cx="23840" cy="41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40" h="41915" extrusionOk="0">
                      <a:moveTo>
                        <a:pt x="19326" y="41728"/>
                      </a:moveTo>
                      <a:cubicBezTo>
                        <a:pt x="18730" y="38945"/>
                        <a:pt x="18779" y="36312"/>
                        <a:pt x="19823" y="34375"/>
                      </a:cubicBezTo>
                      <a:cubicBezTo>
                        <a:pt x="24244" y="25780"/>
                        <a:pt x="27026" y="3424"/>
                        <a:pt x="17090" y="294"/>
                      </a:cubicBezTo>
                      <a:cubicBezTo>
                        <a:pt x="7154" y="-2836"/>
                        <a:pt x="1689" y="19918"/>
                        <a:pt x="1689" y="26178"/>
                      </a:cubicBezTo>
                      <a:cubicBezTo>
                        <a:pt x="1689" y="27320"/>
                        <a:pt x="1043" y="27320"/>
                        <a:pt x="0" y="26525"/>
                      </a:cubicBezTo>
                      <a:cubicBezTo>
                        <a:pt x="4869" y="41082"/>
                        <a:pt x="13662" y="42572"/>
                        <a:pt x="19326" y="4172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1" name="Google Shape;771;p8"/>
                <p:cNvSpPr/>
                <p:nvPr/>
              </p:nvSpPr>
              <p:spPr>
                <a:xfrm>
                  <a:off x="5509620" y="3594350"/>
                  <a:ext cx="110191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91" h="101850" extrusionOk="0">
                      <a:moveTo>
                        <a:pt x="17438" y="94349"/>
                      </a:moveTo>
                      <a:cubicBezTo>
                        <a:pt x="20319" y="96287"/>
                        <a:pt x="57083" y="101056"/>
                        <a:pt x="70944" y="101851"/>
                      </a:cubicBezTo>
                      <a:lnTo>
                        <a:pt x="78744" y="79544"/>
                      </a:lnTo>
                      <a:lnTo>
                        <a:pt x="93350" y="58331"/>
                      </a:lnTo>
                      <a:lnTo>
                        <a:pt x="93350" y="38260"/>
                      </a:lnTo>
                      <a:lnTo>
                        <a:pt x="102144" y="38260"/>
                      </a:lnTo>
                      <a:lnTo>
                        <a:pt x="110192" y="32994"/>
                      </a:lnTo>
                      <a:cubicBezTo>
                        <a:pt x="106813" y="16649"/>
                        <a:pt x="106267" y="254"/>
                        <a:pt x="103832" y="6"/>
                      </a:cubicBezTo>
                      <a:cubicBezTo>
                        <a:pt x="99709" y="-392"/>
                        <a:pt x="82917" y="20375"/>
                        <a:pt x="76111" y="35676"/>
                      </a:cubicBezTo>
                      <a:cubicBezTo>
                        <a:pt x="69255" y="50928"/>
                        <a:pt x="49433" y="62703"/>
                        <a:pt x="32292" y="59175"/>
                      </a:cubicBezTo>
                      <a:cubicBezTo>
                        <a:pt x="15153" y="55648"/>
                        <a:pt x="9340" y="63895"/>
                        <a:pt x="4869" y="67422"/>
                      </a:cubicBezTo>
                      <a:cubicBezTo>
                        <a:pt x="3726" y="68316"/>
                        <a:pt x="1938" y="67621"/>
                        <a:pt x="0" y="65882"/>
                      </a:cubicBezTo>
                      <a:cubicBezTo>
                        <a:pt x="1788" y="81333"/>
                        <a:pt x="14805" y="92511"/>
                        <a:pt x="17438" y="9434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2" name="Google Shape;772;p8"/>
                <p:cNvSpPr/>
                <p:nvPr/>
              </p:nvSpPr>
              <p:spPr>
                <a:xfrm>
                  <a:off x="6604232" y="4136371"/>
                  <a:ext cx="447637" cy="155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637" h="155972" extrusionOk="0">
                      <a:moveTo>
                        <a:pt x="81128" y="56785"/>
                      </a:moveTo>
                      <a:cubicBezTo>
                        <a:pt x="81476" y="39148"/>
                        <a:pt x="66721" y="41135"/>
                        <a:pt x="63343" y="28964"/>
                      </a:cubicBezTo>
                      <a:cubicBezTo>
                        <a:pt x="59914" y="16792"/>
                        <a:pt x="54102" y="23847"/>
                        <a:pt x="52015" y="16047"/>
                      </a:cubicBezTo>
                      <a:cubicBezTo>
                        <a:pt x="51717" y="14854"/>
                        <a:pt x="51071" y="13612"/>
                        <a:pt x="50227" y="12271"/>
                      </a:cubicBezTo>
                      <a:cubicBezTo>
                        <a:pt x="42477" y="15103"/>
                        <a:pt x="45259" y="22455"/>
                        <a:pt x="43073" y="22952"/>
                      </a:cubicBezTo>
                      <a:cubicBezTo>
                        <a:pt x="40241" y="23598"/>
                        <a:pt x="24840" y="25585"/>
                        <a:pt x="24840" y="20369"/>
                      </a:cubicBezTo>
                      <a:cubicBezTo>
                        <a:pt x="24840" y="15153"/>
                        <a:pt x="22555" y="6707"/>
                        <a:pt x="13463" y="4719"/>
                      </a:cubicBezTo>
                      <a:cubicBezTo>
                        <a:pt x="8793" y="3726"/>
                        <a:pt x="4173" y="3428"/>
                        <a:pt x="0" y="3676"/>
                      </a:cubicBezTo>
                      <a:cubicBezTo>
                        <a:pt x="5465" y="17637"/>
                        <a:pt x="6160" y="32392"/>
                        <a:pt x="6408" y="44265"/>
                      </a:cubicBezTo>
                      <a:cubicBezTo>
                        <a:pt x="6756" y="59915"/>
                        <a:pt x="26976" y="85003"/>
                        <a:pt x="30056" y="95188"/>
                      </a:cubicBezTo>
                      <a:cubicBezTo>
                        <a:pt x="33137" y="105372"/>
                        <a:pt x="38949" y="108502"/>
                        <a:pt x="52313" y="119482"/>
                      </a:cubicBezTo>
                      <a:cubicBezTo>
                        <a:pt x="65678" y="130461"/>
                        <a:pt x="91710" y="148098"/>
                        <a:pt x="96827" y="145365"/>
                      </a:cubicBezTo>
                      <a:cubicBezTo>
                        <a:pt x="101944" y="142633"/>
                        <a:pt x="88977" y="116749"/>
                        <a:pt x="81426" y="107757"/>
                      </a:cubicBezTo>
                      <a:cubicBezTo>
                        <a:pt x="73924" y="98715"/>
                        <a:pt x="80780" y="74421"/>
                        <a:pt x="81128" y="56785"/>
                      </a:cubicBezTo>
                      <a:close/>
                      <a:moveTo>
                        <a:pt x="431426" y="26629"/>
                      </a:moveTo>
                      <a:cubicBezTo>
                        <a:pt x="425265" y="28169"/>
                        <a:pt x="410858" y="27423"/>
                        <a:pt x="410858" y="20369"/>
                      </a:cubicBezTo>
                      <a:cubicBezTo>
                        <a:pt x="410858" y="13314"/>
                        <a:pt x="397842" y="0"/>
                        <a:pt x="389644" y="0"/>
                      </a:cubicBezTo>
                      <a:cubicBezTo>
                        <a:pt x="381397" y="0"/>
                        <a:pt x="371809" y="18779"/>
                        <a:pt x="371163" y="26629"/>
                      </a:cubicBezTo>
                      <a:cubicBezTo>
                        <a:pt x="370468" y="34478"/>
                        <a:pt x="357451" y="33683"/>
                        <a:pt x="358843" y="44663"/>
                      </a:cubicBezTo>
                      <a:cubicBezTo>
                        <a:pt x="359389" y="48985"/>
                        <a:pt x="356955" y="50823"/>
                        <a:pt x="353825" y="51966"/>
                      </a:cubicBezTo>
                      <a:cubicBezTo>
                        <a:pt x="355911" y="61405"/>
                        <a:pt x="357103" y="68261"/>
                        <a:pt x="354073" y="67367"/>
                      </a:cubicBezTo>
                      <a:cubicBezTo>
                        <a:pt x="348608" y="65777"/>
                        <a:pt x="347217" y="73627"/>
                        <a:pt x="339020" y="73627"/>
                      </a:cubicBezTo>
                      <a:cubicBezTo>
                        <a:pt x="336188" y="73627"/>
                        <a:pt x="331468" y="65529"/>
                        <a:pt x="326451" y="54897"/>
                      </a:cubicBezTo>
                      <a:cubicBezTo>
                        <a:pt x="326302" y="54847"/>
                        <a:pt x="326152" y="54797"/>
                        <a:pt x="326004" y="54797"/>
                      </a:cubicBezTo>
                      <a:cubicBezTo>
                        <a:pt x="320538" y="54797"/>
                        <a:pt x="308218" y="76756"/>
                        <a:pt x="305436" y="91611"/>
                      </a:cubicBezTo>
                      <a:cubicBezTo>
                        <a:pt x="302703" y="106515"/>
                        <a:pt x="290383" y="101795"/>
                        <a:pt x="271902" y="103385"/>
                      </a:cubicBezTo>
                      <a:cubicBezTo>
                        <a:pt x="253420" y="104975"/>
                        <a:pt x="260922" y="126884"/>
                        <a:pt x="256848" y="137118"/>
                      </a:cubicBezTo>
                      <a:cubicBezTo>
                        <a:pt x="253072" y="146408"/>
                        <a:pt x="232803" y="129567"/>
                        <a:pt x="222519" y="127182"/>
                      </a:cubicBezTo>
                      <a:cubicBezTo>
                        <a:pt x="224257" y="135578"/>
                        <a:pt x="226643" y="144123"/>
                        <a:pt x="229474" y="144123"/>
                      </a:cubicBezTo>
                      <a:cubicBezTo>
                        <a:pt x="234939" y="144123"/>
                        <a:pt x="243186" y="159773"/>
                        <a:pt x="248651" y="155103"/>
                      </a:cubicBezTo>
                      <a:cubicBezTo>
                        <a:pt x="254116" y="150433"/>
                        <a:pt x="270560" y="155103"/>
                        <a:pt x="278757" y="151973"/>
                      </a:cubicBezTo>
                      <a:cubicBezTo>
                        <a:pt x="287004" y="148843"/>
                        <a:pt x="288346" y="140993"/>
                        <a:pt x="302057" y="140993"/>
                      </a:cubicBezTo>
                      <a:cubicBezTo>
                        <a:pt x="315769" y="140993"/>
                        <a:pt x="310255" y="153562"/>
                        <a:pt x="323967" y="145713"/>
                      </a:cubicBezTo>
                      <a:cubicBezTo>
                        <a:pt x="337679" y="137864"/>
                        <a:pt x="345925" y="144123"/>
                        <a:pt x="344534" y="130014"/>
                      </a:cubicBezTo>
                      <a:cubicBezTo>
                        <a:pt x="343193" y="115905"/>
                        <a:pt x="352781" y="115905"/>
                        <a:pt x="351390" y="104925"/>
                      </a:cubicBezTo>
                      <a:cubicBezTo>
                        <a:pt x="350049" y="93946"/>
                        <a:pt x="366493" y="101795"/>
                        <a:pt x="365102" y="81426"/>
                      </a:cubicBezTo>
                      <a:cubicBezTo>
                        <a:pt x="363761" y="61057"/>
                        <a:pt x="389793" y="64187"/>
                        <a:pt x="400723" y="64187"/>
                      </a:cubicBezTo>
                      <a:cubicBezTo>
                        <a:pt x="403257" y="64187"/>
                        <a:pt x="407182" y="65876"/>
                        <a:pt x="411703" y="68460"/>
                      </a:cubicBezTo>
                      <a:cubicBezTo>
                        <a:pt x="419801" y="63889"/>
                        <a:pt x="431426" y="57878"/>
                        <a:pt x="426060" y="52463"/>
                      </a:cubicBezTo>
                      <a:cubicBezTo>
                        <a:pt x="419899" y="46203"/>
                        <a:pt x="444541" y="51668"/>
                        <a:pt x="447274" y="42278"/>
                      </a:cubicBezTo>
                      <a:cubicBezTo>
                        <a:pt x="449907" y="32889"/>
                        <a:pt x="437586" y="25039"/>
                        <a:pt x="431426" y="2662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3" name="Google Shape;773;p8"/>
                <p:cNvSpPr/>
                <p:nvPr/>
              </p:nvSpPr>
              <p:spPr>
                <a:xfrm>
                  <a:off x="6930583" y="4188336"/>
                  <a:ext cx="29519" cy="21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19" h="21660" extrusionOk="0">
                      <a:moveTo>
                        <a:pt x="12619" y="21661"/>
                      </a:moveTo>
                      <a:cubicBezTo>
                        <a:pt x="20816" y="21661"/>
                        <a:pt x="22207" y="13811"/>
                        <a:pt x="27672" y="15401"/>
                      </a:cubicBezTo>
                      <a:cubicBezTo>
                        <a:pt x="30703" y="16295"/>
                        <a:pt x="29560" y="9439"/>
                        <a:pt x="27424" y="0"/>
                      </a:cubicBezTo>
                      <a:cubicBezTo>
                        <a:pt x="22555" y="1739"/>
                        <a:pt x="15997" y="1739"/>
                        <a:pt x="15997" y="6011"/>
                      </a:cubicBezTo>
                      <a:cubicBezTo>
                        <a:pt x="15997" y="12917"/>
                        <a:pt x="5614" y="3428"/>
                        <a:pt x="0" y="2981"/>
                      </a:cubicBezTo>
                      <a:cubicBezTo>
                        <a:pt x="5068" y="13563"/>
                        <a:pt x="9787" y="21661"/>
                        <a:pt x="12619" y="2166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4" name="Google Shape;774;p8"/>
                <p:cNvSpPr/>
                <p:nvPr/>
              </p:nvSpPr>
              <p:spPr>
                <a:xfrm>
                  <a:off x="5205725" y="3261523"/>
                  <a:ext cx="226791" cy="252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791" h="252151" extrusionOk="0">
                      <a:moveTo>
                        <a:pt x="190773" y="228802"/>
                      </a:moveTo>
                      <a:cubicBezTo>
                        <a:pt x="193704" y="225225"/>
                        <a:pt x="194251" y="220257"/>
                        <a:pt x="201355" y="219065"/>
                      </a:cubicBezTo>
                      <a:cubicBezTo>
                        <a:pt x="206969" y="218121"/>
                        <a:pt x="210496" y="222343"/>
                        <a:pt x="216657" y="228901"/>
                      </a:cubicBezTo>
                      <a:cubicBezTo>
                        <a:pt x="218992" y="226268"/>
                        <a:pt x="222966" y="223933"/>
                        <a:pt x="226792" y="222691"/>
                      </a:cubicBezTo>
                      <a:cubicBezTo>
                        <a:pt x="220582" y="215339"/>
                        <a:pt x="213179" y="206893"/>
                        <a:pt x="213726" y="201825"/>
                      </a:cubicBezTo>
                      <a:cubicBezTo>
                        <a:pt x="214620" y="193479"/>
                        <a:pt x="206423" y="189256"/>
                        <a:pt x="205479" y="184040"/>
                      </a:cubicBezTo>
                      <a:cubicBezTo>
                        <a:pt x="204584" y="178823"/>
                        <a:pt x="210993" y="170427"/>
                        <a:pt x="207317" y="166254"/>
                      </a:cubicBezTo>
                      <a:cubicBezTo>
                        <a:pt x="203641" y="162081"/>
                        <a:pt x="202746" y="151598"/>
                        <a:pt x="196338" y="150555"/>
                      </a:cubicBezTo>
                      <a:cubicBezTo>
                        <a:pt x="189929" y="149512"/>
                        <a:pt x="169808" y="137986"/>
                        <a:pt x="170702" y="130683"/>
                      </a:cubicBezTo>
                      <a:cubicBezTo>
                        <a:pt x="171597" y="123380"/>
                        <a:pt x="163399" y="118114"/>
                        <a:pt x="159723" y="116027"/>
                      </a:cubicBezTo>
                      <a:cubicBezTo>
                        <a:pt x="156046" y="113940"/>
                        <a:pt x="152420" y="95112"/>
                        <a:pt x="156990" y="91932"/>
                      </a:cubicBezTo>
                      <a:cubicBezTo>
                        <a:pt x="161561" y="88802"/>
                        <a:pt x="160667" y="71017"/>
                        <a:pt x="166132" y="71017"/>
                      </a:cubicBezTo>
                      <a:cubicBezTo>
                        <a:pt x="171597" y="71017"/>
                        <a:pt x="167026" y="61627"/>
                        <a:pt x="168864" y="55318"/>
                      </a:cubicBezTo>
                      <a:cubicBezTo>
                        <a:pt x="170702" y="49058"/>
                        <a:pt x="164294" y="45928"/>
                        <a:pt x="159723" y="45928"/>
                      </a:cubicBezTo>
                      <a:cubicBezTo>
                        <a:pt x="155152" y="45928"/>
                        <a:pt x="146905" y="37532"/>
                        <a:pt x="146905" y="30229"/>
                      </a:cubicBezTo>
                      <a:cubicBezTo>
                        <a:pt x="146905" y="22926"/>
                        <a:pt x="137764" y="12443"/>
                        <a:pt x="138658" y="9313"/>
                      </a:cubicBezTo>
                      <a:cubicBezTo>
                        <a:pt x="137069" y="23124"/>
                        <a:pt x="119681" y="1762"/>
                        <a:pt x="114216" y="4892"/>
                      </a:cubicBezTo>
                      <a:cubicBezTo>
                        <a:pt x="108751" y="8022"/>
                        <a:pt x="104627" y="-1368"/>
                        <a:pt x="93648" y="172"/>
                      </a:cubicBezTo>
                      <a:cubicBezTo>
                        <a:pt x="86643" y="1166"/>
                        <a:pt x="86891" y="5389"/>
                        <a:pt x="83314" y="9164"/>
                      </a:cubicBezTo>
                      <a:lnTo>
                        <a:pt x="83761" y="9313"/>
                      </a:lnTo>
                      <a:lnTo>
                        <a:pt x="70049" y="20839"/>
                      </a:lnTo>
                      <a:cubicBezTo>
                        <a:pt x="70049" y="20839"/>
                        <a:pt x="58176" y="25012"/>
                        <a:pt x="55443" y="33359"/>
                      </a:cubicBezTo>
                      <a:cubicBezTo>
                        <a:pt x="52711" y="41755"/>
                        <a:pt x="60958" y="50101"/>
                        <a:pt x="57282" y="55367"/>
                      </a:cubicBezTo>
                      <a:cubicBezTo>
                        <a:pt x="53605" y="60584"/>
                        <a:pt x="54549" y="72110"/>
                        <a:pt x="55443" y="76283"/>
                      </a:cubicBezTo>
                      <a:cubicBezTo>
                        <a:pt x="56338" y="80456"/>
                        <a:pt x="49929" y="91982"/>
                        <a:pt x="49929" y="91982"/>
                      </a:cubicBezTo>
                      <a:cubicBezTo>
                        <a:pt x="49929" y="91982"/>
                        <a:pt x="22704" y="108724"/>
                        <a:pt x="0" y="122038"/>
                      </a:cubicBezTo>
                      <a:cubicBezTo>
                        <a:pt x="398" y="126857"/>
                        <a:pt x="994" y="131577"/>
                        <a:pt x="1888" y="135005"/>
                      </a:cubicBezTo>
                      <a:cubicBezTo>
                        <a:pt x="3329" y="140818"/>
                        <a:pt x="5564" y="151897"/>
                        <a:pt x="7303" y="161038"/>
                      </a:cubicBezTo>
                      <a:cubicBezTo>
                        <a:pt x="16096" y="160938"/>
                        <a:pt x="17388" y="160044"/>
                        <a:pt x="25238" y="161038"/>
                      </a:cubicBezTo>
                      <a:cubicBezTo>
                        <a:pt x="33485" y="162081"/>
                        <a:pt x="63641" y="187219"/>
                        <a:pt x="70993" y="191393"/>
                      </a:cubicBezTo>
                      <a:cubicBezTo>
                        <a:pt x="78297" y="195566"/>
                        <a:pt x="118538" y="230094"/>
                        <a:pt x="126785" y="238490"/>
                      </a:cubicBezTo>
                      <a:cubicBezTo>
                        <a:pt x="135032" y="246886"/>
                        <a:pt x="148744" y="248972"/>
                        <a:pt x="154208" y="248972"/>
                      </a:cubicBezTo>
                      <a:cubicBezTo>
                        <a:pt x="157338" y="248972"/>
                        <a:pt x="170454" y="250711"/>
                        <a:pt x="181086" y="252152"/>
                      </a:cubicBezTo>
                      <a:cubicBezTo>
                        <a:pt x="184364" y="243209"/>
                        <a:pt x="188935" y="230988"/>
                        <a:pt x="190773" y="22880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5" name="Google Shape;775;p8"/>
                <p:cNvSpPr/>
                <p:nvPr/>
              </p:nvSpPr>
              <p:spPr>
                <a:xfrm>
                  <a:off x="5386860" y="3480454"/>
                  <a:ext cx="44613" cy="47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3" h="47826" extrusionOk="0">
                      <a:moveTo>
                        <a:pt x="14308" y="35207"/>
                      </a:moveTo>
                      <a:lnTo>
                        <a:pt x="26181" y="46733"/>
                      </a:lnTo>
                      <a:lnTo>
                        <a:pt x="44613" y="47826"/>
                      </a:lnTo>
                      <a:cubicBezTo>
                        <a:pt x="40489" y="35456"/>
                        <a:pt x="33485" y="18664"/>
                        <a:pt x="33485" y="14391"/>
                      </a:cubicBezTo>
                      <a:cubicBezTo>
                        <a:pt x="33485" y="12851"/>
                        <a:pt x="34279" y="11361"/>
                        <a:pt x="35521" y="9970"/>
                      </a:cubicBezTo>
                      <a:cubicBezTo>
                        <a:pt x="29311" y="3362"/>
                        <a:pt x="25834" y="-811"/>
                        <a:pt x="20220" y="133"/>
                      </a:cubicBezTo>
                      <a:cubicBezTo>
                        <a:pt x="13115" y="1325"/>
                        <a:pt x="12569" y="6293"/>
                        <a:pt x="9638" y="9870"/>
                      </a:cubicBezTo>
                      <a:cubicBezTo>
                        <a:pt x="7800" y="12106"/>
                        <a:pt x="3229" y="24278"/>
                        <a:pt x="0" y="33220"/>
                      </a:cubicBezTo>
                      <a:cubicBezTo>
                        <a:pt x="7849" y="34313"/>
                        <a:pt x="14308" y="35207"/>
                        <a:pt x="14308" y="3520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6" name="Google Shape;776;p8"/>
                <p:cNvSpPr/>
                <p:nvPr/>
              </p:nvSpPr>
              <p:spPr>
                <a:xfrm>
                  <a:off x="4207081" y="2812384"/>
                  <a:ext cx="301628" cy="292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8" h="292447" extrusionOk="0">
                      <a:moveTo>
                        <a:pt x="272910" y="135230"/>
                      </a:moveTo>
                      <a:cubicBezTo>
                        <a:pt x="273953" y="129368"/>
                        <a:pt x="280113" y="124052"/>
                        <a:pt x="284734" y="124052"/>
                      </a:cubicBezTo>
                      <a:cubicBezTo>
                        <a:pt x="289354" y="124052"/>
                        <a:pt x="288311" y="111682"/>
                        <a:pt x="289851" y="104081"/>
                      </a:cubicBezTo>
                      <a:cubicBezTo>
                        <a:pt x="291391" y="96430"/>
                        <a:pt x="292434" y="88779"/>
                        <a:pt x="299091" y="82321"/>
                      </a:cubicBezTo>
                      <a:cubicBezTo>
                        <a:pt x="305749" y="75862"/>
                        <a:pt x="297551" y="72931"/>
                        <a:pt x="294471" y="73478"/>
                      </a:cubicBezTo>
                      <a:cubicBezTo>
                        <a:pt x="291391" y="74074"/>
                        <a:pt x="288808" y="68758"/>
                        <a:pt x="282150" y="68758"/>
                      </a:cubicBezTo>
                      <a:cubicBezTo>
                        <a:pt x="275493" y="68758"/>
                        <a:pt x="270326" y="65231"/>
                        <a:pt x="267246" y="60511"/>
                      </a:cubicBezTo>
                      <a:cubicBezTo>
                        <a:pt x="264166" y="55791"/>
                        <a:pt x="248219" y="54649"/>
                        <a:pt x="243101" y="55791"/>
                      </a:cubicBezTo>
                      <a:cubicBezTo>
                        <a:pt x="237984" y="56984"/>
                        <a:pt x="236395" y="45805"/>
                        <a:pt x="231277" y="46998"/>
                      </a:cubicBezTo>
                      <a:cubicBezTo>
                        <a:pt x="226160" y="48190"/>
                        <a:pt x="224620" y="39347"/>
                        <a:pt x="224620" y="34677"/>
                      </a:cubicBezTo>
                      <a:cubicBezTo>
                        <a:pt x="224620" y="29957"/>
                        <a:pt x="218957" y="38204"/>
                        <a:pt x="214336" y="40539"/>
                      </a:cubicBezTo>
                      <a:cubicBezTo>
                        <a:pt x="209716" y="42874"/>
                        <a:pt x="208176" y="35223"/>
                        <a:pt x="207679" y="31696"/>
                      </a:cubicBezTo>
                      <a:cubicBezTo>
                        <a:pt x="207182" y="28169"/>
                        <a:pt x="197942" y="24642"/>
                        <a:pt x="193272" y="21710"/>
                      </a:cubicBezTo>
                      <a:cubicBezTo>
                        <a:pt x="188652" y="18779"/>
                        <a:pt x="183534" y="9340"/>
                        <a:pt x="181448" y="13464"/>
                      </a:cubicBezTo>
                      <a:cubicBezTo>
                        <a:pt x="179411" y="17587"/>
                        <a:pt x="173747" y="7601"/>
                        <a:pt x="173251" y="3478"/>
                      </a:cubicBezTo>
                      <a:cubicBezTo>
                        <a:pt x="172903" y="745"/>
                        <a:pt x="171313" y="1590"/>
                        <a:pt x="170270" y="0"/>
                      </a:cubicBezTo>
                      <a:cubicBezTo>
                        <a:pt x="168531" y="447"/>
                        <a:pt x="166742" y="646"/>
                        <a:pt x="165053" y="547"/>
                      </a:cubicBezTo>
                      <a:cubicBezTo>
                        <a:pt x="156856" y="149"/>
                        <a:pt x="149652" y="7601"/>
                        <a:pt x="151043" y="23300"/>
                      </a:cubicBezTo>
                      <a:cubicBezTo>
                        <a:pt x="152385" y="38950"/>
                        <a:pt x="141107" y="40539"/>
                        <a:pt x="127048" y="41682"/>
                      </a:cubicBezTo>
                      <a:cubicBezTo>
                        <a:pt x="112988" y="42874"/>
                        <a:pt x="117807" y="55394"/>
                        <a:pt x="111995" y="60511"/>
                      </a:cubicBezTo>
                      <a:cubicBezTo>
                        <a:pt x="106182" y="65628"/>
                        <a:pt x="85614" y="57779"/>
                        <a:pt x="82882" y="49184"/>
                      </a:cubicBezTo>
                      <a:cubicBezTo>
                        <a:pt x="80149" y="40589"/>
                        <a:pt x="61668" y="49184"/>
                        <a:pt x="69517" y="59368"/>
                      </a:cubicBezTo>
                      <a:cubicBezTo>
                        <a:pt x="77417" y="69553"/>
                        <a:pt x="77069" y="83662"/>
                        <a:pt x="72598" y="87587"/>
                      </a:cubicBezTo>
                      <a:cubicBezTo>
                        <a:pt x="68176" y="91512"/>
                        <a:pt x="58538" y="81327"/>
                        <a:pt x="52378" y="86395"/>
                      </a:cubicBezTo>
                      <a:cubicBezTo>
                        <a:pt x="46217" y="91512"/>
                        <a:pt x="45870" y="81675"/>
                        <a:pt x="38368" y="78595"/>
                      </a:cubicBezTo>
                      <a:cubicBezTo>
                        <a:pt x="30816" y="75465"/>
                        <a:pt x="27736" y="82519"/>
                        <a:pt x="15763" y="81327"/>
                      </a:cubicBezTo>
                      <a:cubicBezTo>
                        <a:pt x="3740" y="80135"/>
                        <a:pt x="-3066" y="87984"/>
                        <a:pt x="1356" y="93847"/>
                      </a:cubicBezTo>
                      <a:cubicBezTo>
                        <a:pt x="5778" y="99709"/>
                        <a:pt x="660" y="105224"/>
                        <a:pt x="4088" y="110291"/>
                      </a:cubicBezTo>
                      <a:cubicBezTo>
                        <a:pt x="5877" y="112974"/>
                        <a:pt x="11093" y="114017"/>
                        <a:pt x="17303" y="115408"/>
                      </a:cubicBezTo>
                      <a:cubicBezTo>
                        <a:pt x="22023" y="113918"/>
                        <a:pt x="27488" y="113818"/>
                        <a:pt x="31909" y="115060"/>
                      </a:cubicBezTo>
                      <a:cubicBezTo>
                        <a:pt x="37772" y="116700"/>
                        <a:pt x="42442" y="120575"/>
                        <a:pt x="45919" y="125443"/>
                      </a:cubicBezTo>
                      <a:cubicBezTo>
                        <a:pt x="49447" y="125642"/>
                        <a:pt x="51782" y="124996"/>
                        <a:pt x="55110" y="127927"/>
                      </a:cubicBezTo>
                      <a:cubicBezTo>
                        <a:pt x="60923" y="132995"/>
                        <a:pt x="62314" y="129865"/>
                        <a:pt x="62612" y="139702"/>
                      </a:cubicBezTo>
                      <a:cubicBezTo>
                        <a:pt x="62612" y="140149"/>
                        <a:pt x="62711" y="140596"/>
                        <a:pt x="62761" y="141043"/>
                      </a:cubicBezTo>
                      <a:cubicBezTo>
                        <a:pt x="65146" y="142981"/>
                        <a:pt x="67282" y="145514"/>
                        <a:pt x="69071" y="148793"/>
                      </a:cubicBezTo>
                      <a:cubicBezTo>
                        <a:pt x="70760" y="151873"/>
                        <a:pt x="72349" y="155450"/>
                        <a:pt x="73790" y="159077"/>
                      </a:cubicBezTo>
                      <a:cubicBezTo>
                        <a:pt x="75877" y="160419"/>
                        <a:pt x="78162" y="161611"/>
                        <a:pt x="80745" y="162406"/>
                      </a:cubicBezTo>
                      <a:cubicBezTo>
                        <a:pt x="92073" y="165933"/>
                        <a:pt x="83478" y="174528"/>
                        <a:pt x="86906" y="183172"/>
                      </a:cubicBezTo>
                      <a:cubicBezTo>
                        <a:pt x="87899" y="185607"/>
                        <a:pt x="87850" y="188389"/>
                        <a:pt x="87403" y="191370"/>
                      </a:cubicBezTo>
                      <a:cubicBezTo>
                        <a:pt x="89042" y="195294"/>
                        <a:pt x="90433" y="199368"/>
                        <a:pt x="91178" y="203243"/>
                      </a:cubicBezTo>
                      <a:cubicBezTo>
                        <a:pt x="93116" y="213378"/>
                        <a:pt x="90185" y="223662"/>
                        <a:pt x="82832" y="229971"/>
                      </a:cubicBezTo>
                      <a:cubicBezTo>
                        <a:pt x="80895" y="243733"/>
                        <a:pt x="76324" y="260624"/>
                        <a:pt x="72548" y="262761"/>
                      </a:cubicBezTo>
                      <a:cubicBezTo>
                        <a:pt x="72200" y="262959"/>
                        <a:pt x="71654" y="262959"/>
                        <a:pt x="71157" y="263059"/>
                      </a:cubicBezTo>
                      <a:cubicBezTo>
                        <a:pt x="76274" y="265990"/>
                        <a:pt x="81689" y="268523"/>
                        <a:pt x="84323" y="270560"/>
                      </a:cubicBezTo>
                      <a:cubicBezTo>
                        <a:pt x="89340" y="274386"/>
                        <a:pt x="100171" y="278162"/>
                        <a:pt x="106828" y="282981"/>
                      </a:cubicBezTo>
                      <a:cubicBezTo>
                        <a:pt x="113485" y="287750"/>
                        <a:pt x="125160" y="286806"/>
                        <a:pt x="125160" y="281043"/>
                      </a:cubicBezTo>
                      <a:cubicBezTo>
                        <a:pt x="125160" y="275330"/>
                        <a:pt x="131817" y="279155"/>
                        <a:pt x="135990" y="283924"/>
                      </a:cubicBezTo>
                      <a:cubicBezTo>
                        <a:pt x="140163" y="288694"/>
                        <a:pt x="156012" y="289638"/>
                        <a:pt x="163464" y="291526"/>
                      </a:cubicBezTo>
                      <a:cubicBezTo>
                        <a:pt x="169773" y="293115"/>
                        <a:pt x="179014" y="292122"/>
                        <a:pt x="187260" y="292320"/>
                      </a:cubicBezTo>
                      <a:cubicBezTo>
                        <a:pt x="186962" y="290184"/>
                        <a:pt x="186515" y="287949"/>
                        <a:pt x="185870" y="285514"/>
                      </a:cubicBezTo>
                      <a:cubicBezTo>
                        <a:pt x="181746" y="270213"/>
                        <a:pt x="193719" y="261220"/>
                        <a:pt x="205046" y="259233"/>
                      </a:cubicBezTo>
                      <a:cubicBezTo>
                        <a:pt x="216324" y="257296"/>
                        <a:pt x="241015" y="265096"/>
                        <a:pt x="247523" y="269815"/>
                      </a:cubicBezTo>
                      <a:cubicBezTo>
                        <a:pt x="254031" y="274535"/>
                        <a:pt x="262924" y="273342"/>
                        <a:pt x="274251" y="259631"/>
                      </a:cubicBezTo>
                      <a:cubicBezTo>
                        <a:pt x="279965" y="252675"/>
                        <a:pt x="284635" y="250191"/>
                        <a:pt x="288758" y="248800"/>
                      </a:cubicBezTo>
                      <a:cubicBezTo>
                        <a:pt x="289056" y="245720"/>
                        <a:pt x="290447" y="242590"/>
                        <a:pt x="291341" y="239808"/>
                      </a:cubicBezTo>
                      <a:cubicBezTo>
                        <a:pt x="292881" y="235088"/>
                        <a:pt x="285678" y="236281"/>
                        <a:pt x="280561" y="235685"/>
                      </a:cubicBezTo>
                      <a:cubicBezTo>
                        <a:pt x="275443" y="235088"/>
                        <a:pt x="271817" y="229226"/>
                        <a:pt x="275443" y="222768"/>
                      </a:cubicBezTo>
                      <a:cubicBezTo>
                        <a:pt x="279021" y="216309"/>
                        <a:pt x="272363" y="215713"/>
                        <a:pt x="268786" y="209254"/>
                      </a:cubicBezTo>
                      <a:cubicBezTo>
                        <a:pt x="265209" y="202796"/>
                        <a:pt x="270326" y="204535"/>
                        <a:pt x="273407" y="202796"/>
                      </a:cubicBezTo>
                      <a:cubicBezTo>
                        <a:pt x="276487" y="201008"/>
                        <a:pt x="280610" y="193953"/>
                        <a:pt x="278027" y="192214"/>
                      </a:cubicBezTo>
                      <a:cubicBezTo>
                        <a:pt x="275443" y="190426"/>
                        <a:pt x="273407" y="186352"/>
                        <a:pt x="275443" y="179297"/>
                      </a:cubicBezTo>
                      <a:cubicBezTo>
                        <a:pt x="277481" y="172243"/>
                        <a:pt x="271320" y="171646"/>
                        <a:pt x="271320" y="166380"/>
                      </a:cubicBezTo>
                      <a:cubicBezTo>
                        <a:pt x="271320" y="161114"/>
                        <a:pt x="265657" y="158729"/>
                        <a:pt x="261036" y="165188"/>
                      </a:cubicBezTo>
                      <a:cubicBezTo>
                        <a:pt x="256416" y="171646"/>
                        <a:pt x="254876" y="166927"/>
                        <a:pt x="257956" y="156345"/>
                      </a:cubicBezTo>
                      <a:cubicBezTo>
                        <a:pt x="261086" y="145812"/>
                        <a:pt x="271867" y="141093"/>
                        <a:pt x="272910" y="13523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7" name="Google Shape;777;p8"/>
                <p:cNvSpPr/>
                <p:nvPr/>
              </p:nvSpPr>
              <p:spPr>
                <a:xfrm>
                  <a:off x="4519847" y="3085364"/>
                  <a:ext cx="21203" cy="4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3" h="49450" extrusionOk="0">
                      <a:moveTo>
                        <a:pt x="18370" y="15"/>
                      </a:moveTo>
                      <a:cubicBezTo>
                        <a:pt x="14594" y="-383"/>
                        <a:pt x="13551" y="7417"/>
                        <a:pt x="3963" y="14124"/>
                      </a:cubicBezTo>
                      <a:cubicBezTo>
                        <a:pt x="-5626" y="20781"/>
                        <a:pt x="4012" y="50887"/>
                        <a:pt x="13551" y="49397"/>
                      </a:cubicBezTo>
                      <a:cubicBezTo>
                        <a:pt x="23537" y="47807"/>
                        <a:pt x="22146" y="412"/>
                        <a:pt x="18370" y="1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8" name="Google Shape;778;p8"/>
                <p:cNvSpPr/>
                <p:nvPr/>
              </p:nvSpPr>
              <p:spPr>
                <a:xfrm>
                  <a:off x="2214459" y="3924731"/>
                  <a:ext cx="53490" cy="33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90" h="33832" extrusionOk="0">
                      <a:moveTo>
                        <a:pt x="52661" y="13066"/>
                      </a:moveTo>
                      <a:cubicBezTo>
                        <a:pt x="48687" y="6856"/>
                        <a:pt x="38304" y="14209"/>
                        <a:pt x="27374" y="5664"/>
                      </a:cubicBezTo>
                      <a:cubicBezTo>
                        <a:pt x="24493" y="3428"/>
                        <a:pt x="20965" y="1590"/>
                        <a:pt x="17289" y="0"/>
                      </a:cubicBezTo>
                      <a:cubicBezTo>
                        <a:pt x="17041" y="199"/>
                        <a:pt x="16792" y="447"/>
                        <a:pt x="16444" y="546"/>
                      </a:cubicBezTo>
                      <a:cubicBezTo>
                        <a:pt x="14109" y="1341"/>
                        <a:pt x="6906" y="8694"/>
                        <a:pt x="0" y="16246"/>
                      </a:cubicBezTo>
                      <a:cubicBezTo>
                        <a:pt x="7850" y="23300"/>
                        <a:pt x="37012" y="33832"/>
                        <a:pt x="45011" y="33832"/>
                      </a:cubicBezTo>
                      <a:cubicBezTo>
                        <a:pt x="48786" y="33832"/>
                        <a:pt x="50774" y="31895"/>
                        <a:pt x="52463" y="30305"/>
                      </a:cubicBezTo>
                      <a:cubicBezTo>
                        <a:pt x="53556" y="22108"/>
                        <a:pt x="54003" y="15202"/>
                        <a:pt x="52661" y="1306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9" name="Google Shape;779;p8"/>
                <p:cNvSpPr/>
                <p:nvPr/>
              </p:nvSpPr>
              <p:spPr>
                <a:xfrm>
                  <a:off x="2231698" y="3880516"/>
                  <a:ext cx="140596" cy="84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596" h="84556" extrusionOk="0">
                      <a:moveTo>
                        <a:pt x="118637" y="9439"/>
                      </a:moveTo>
                      <a:cubicBezTo>
                        <a:pt x="114514" y="10433"/>
                        <a:pt x="110092" y="10532"/>
                        <a:pt x="106118" y="9389"/>
                      </a:cubicBezTo>
                      <a:cubicBezTo>
                        <a:pt x="103882" y="8744"/>
                        <a:pt x="101746" y="7899"/>
                        <a:pt x="99610" y="6955"/>
                      </a:cubicBezTo>
                      <a:cubicBezTo>
                        <a:pt x="98715" y="6607"/>
                        <a:pt x="97771" y="6210"/>
                        <a:pt x="96827" y="5961"/>
                      </a:cubicBezTo>
                      <a:cubicBezTo>
                        <a:pt x="92903" y="4869"/>
                        <a:pt x="89524" y="2732"/>
                        <a:pt x="86643" y="0"/>
                      </a:cubicBezTo>
                      <a:cubicBezTo>
                        <a:pt x="79241" y="1143"/>
                        <a:pt x="72087" y="3477"/>
                        <a:pt x="66721" y="5813"/>
                      </a:cubicBezTo>
                      <a:cubicBezTo>
                        <a:pt x="53357" y="11675"/>
                        <a:pt x="37956" y="-646"/>
                        <a:pt x="23598" y="8744"/>
                      </a:cubicBezTo>
                      <a:cubicBezTo>
                        <a:pt x="23400" y="8843"/>
                        <a:pt x="23250" y="8893"/>
                        <a:pt x="23101" y="8992"/>
                      </a:cubicBezTo>
                      <a:cubicBezTo>
                        <a:pt x="19972" y="13513"/>
                        <a:pt x="15649" y="19127"/>
                        <a:pt x="10582" y="23747"/>
                      </a:cubicBezTo>
                      <a:cubicBezTo>
                        <a:pt x="894" y="32739"/>
                        <a:pt x="3577" y="41632"/>
                        <a:pt x="0" y="44216"/>
                      </a:cubicBezTo>
                      <a:cubicBezTo>
                        <a:pt x="3676" y="45805"/>
                        <a:pt x="7204" y="47643"/>
                        <a:pt x="10085" y="49879"/>
                      </a:cubicBezTo>
                      <a:cubicBezTo>
                        <a:pt x="21015" y="58375"/>
                        <a:pt x="31398" y="51022"/>
                        <a:pt x="35373" y="57282"/>
                      </a:cubicBezTo>
                      <a:cubicBezTo>
                        <a:pt x="36714" y="59368"/>
                        <a:pt x="36267" y="66323"/>
                        <a:pt x="35174" y="74570"/>
                      </a:cubicBezTo>
                      <a:cubicBezTo>
                        <a:pt x="37211" y="72683"/>
                        <a:pt x="38751" y="71391"/>
                        <a:pt x="42079" y="74570"/>
                      </a:cubicBezTo>
                      <a:cubicBezTo>
                        <a:pt x="45110" y="77452"/>
                        <a:pt x="44563" y="81029"/>
                        <a:pt x="44166" y="84556"/>
                      </a:cubicBezTo>
                      <a:lnTo>
                        <a:pt x="52761" y="82271"/>
                      </a:lnTo>
                      <a:cubicBezTo>
                        <a:pt x="52761" y="82271"/>
                        <a:pt x="58722" y="77154"/>
                        <a:pt x="59716" y="74918"/>
                      </a:cubicBezTo>
                      <a:cubicBezTo>
                        <a:pt x="60710" y="72633"/>
                        <a:pt x="53754" y="59617"/>
                        <a:pt x="67168" y="58474"/>
                      </a:cubicBezTo>
                      <a:cubicBezTo>
                        <a:pt x="80582" y="57331"/>
                        <a:pt x="90468" y="55642"/>
                        <a:pt x="92456" y="46004"/>
                      </a:cubicBezTo>
                      <a:cubicBezTo>
                        <a:pt x="94443" y="36366"/>
                        <a:pt x="110291" y="40887"/>
                        <a:pt x="114762" y="40341"/>
                      </a:cubicBezTo>
                      <a:cubicBezTo>
                        <a:pt x="117743" y="39943"/>
                        <a:pt x="125940" y="31845"/>
                        <a:pt x="135032" y="28964"/>
                      </a:cubicBezTo>
                      <a:cubicBezTo>
                        <a:pt x="136572" y="26380"/>
                        <a:pt x="138460" y="24244"/>
                        <a:pt x="140596" y="22555"/>
                      </a:cubicBezTo>
                      <a:cubicBezTo>
                        <a:pt x="137069" y="16543"/>
                        <a:pt x="126983" y="16742"/>
                        <a:pt x="118637" y="943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0" name="Google Shape;780;p8"/>
                <p:cNvSpPr/>
                <p:nvPr/>
              </p:nvSpPr>
              <p:spPr>
                <a:xfrm>
                  <a:off x="1587788" y="3407209"/>
                  <a:ext cx="703923" cy="50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923" h="501873" extrusionOk="0">
                      <a:moveTo>
                        <a:pt x="703477" y="327494"/>
                      </a:moveTo>
                      <a:cubicBezTo>
                        <a:pt x="701440" y="315124"/>
                        <a:pt x="691653" y="327494"/>
                        <a:pt x="683455" y="321632"/>
                      </a:cubicBezTo>
                      <a:cubicBezTo>
                        <a:pt x="675258" y="315770"/>
                        <a:pt x="668054" y="319843"/>
                        <a:pt x="647139" y="323371"/>
                      </a:cubicBezTo>
                      <a:cubicBezTo>
                        <a:pt x="645847" y="325954"/>
                        <a:pt x="644257" y="328339"/>
                        <a:pt x="642419" y="330177"/>
                      </a:cubicBezTo>
                      <a:cubicBezTo>
                        <a:pt x="639786" y="332860"/>
                        <a:pt x="636606" y="334748"/>
                        <a:pt x="633129" y="335990"/>
                      </a:cubicBezTo>
                      <a:cubicBezTo>
                        <a:pt x="629055" y="340511"/>
                        <a:pt x="623739" y="343243"/>
                        <a:pt x="618125" y="344038"/>
                      </a:cubicBezTo>
                      <a:cubicBezTo>
                        <a:pt x="617827" y="345131"/>
                        <a:pt x="617678" y="346323"/>
                        <a:pt x="617529" y="347466"/>
                      </a:cubicBezTo>
                      <a:cubicBezTo>
                        <a:pt x="620013" y="350447"/>
                        <a:pt x="621901" y="354024"/>
                        <a:pt x="622845" y="357452"/>
                      </a:cubicBezTo>
                      <a:cubicBezTo>
                        <a:pt x="624584" y="363811"/>
                        <a:pt x="623640" y="371610"/>
                        <a:pt x="620311" y="377274"/>
                      </a:cubicBezTo>
                      <a:cubicBezTo>
                        <a:pt x="617728" y="381646"/>
                        <a:pt x="613903" y="385968"/>
                        <a:pt x="609481" y="388452"/>
                      </a:cubicBezTo>
                      <a:cubicBezTo>
                        <a:pt x="607941" y="389297"/>
                        <a:pt x="606351" y="389943"/>
                        <a:pt x="604811" y="390539"/>
                      </a:cubicBezTo>
                      <a:cubicBezTo>
                        <a:pt x="600191" y="394563"/>
                        <a:pt x="594577" y="396948"/>
                        <a:pt x="595223" y="402114"/>
                      </a:cubicBezTo>
                      <a:cubicBezTo>
                        <a:pt x="596067" y="409417"/>
                        <a:pt x="586330" y="404598"/>
                        <a:pt x="580617" y="401071"/>
                      </a:cubicBezTo>
                      <a:cubicBezTo>
                        <a:pt x="579176" y="402561"/>
                        <a:pt x="577586" y="403804"/>
                        <a:pt x="575947" y="404549"/>
                      </a:cubicBezTo>
                      <a:cubicBezTo>
                        <a:pt x="570134" y="407281"/>
                        <a:pt x="566358" y="408871"/>
                        <a:pt x="559850" y="408921"/>
                      </a:cubicBezTo>
                      <a:cubicBezTo>
                        <a:pt x="555428" y="408970"/>
                        <a:pt x="551355" y="407629"/>
                        <a:pt x="547629" y="405493"/>
                      </a:cubicBezTo>
                      <a:cubicBezTo>
                        <a:pt x="536550" y="408771"/>
                        <a:pt x="526117" y="412150"/>
                        <a:pt x="523335" y="412696"/>
                      </a:cubicBezTo>
                      <a:cubicBezTo>
                        <a:pt x="517175" y="413889"/>
                        <a:pt x="505847" y="397991"/>
                        <a:pt x="497153" y="398587"/>
                      </a:cubicBezTo>
                      <a:cubicBezTo>
                        <a:pt x="488409" y="399183"/>
                        <a:pt x="484832" y="383882"/>
                        <a:pt x="483789" y="371561"/>
                      </a:cubicBezTo>
                      <a:cubicBezTo>
                        <a:pt x="483739" y="370915"/>
                        <a:pt x="483640" y="370269"/>
                        <a:pt x="483491" y="369623"/>
                      </a:cubicBezTo>
                      <a:cubicBezTo>
                        <a:pt x="474052" y="366146"/>
                        <a:pt x="468935" y="357153"/>
                        <a:pt x="468189" y="347764"/>
                      </a:cubicBezTo>
                      <a:cubicBezTo>
                        <a:pt x="464761" y="344088"/>
                        <a:pt x="461483" y="340511"/>
                        <a:pt x="459148" y="336884"/>
                      </a:cubicBezTo>
                      <a:cubicBezTo>
                        <a:pt x="451944" y="325706"/>
                        <a:pt x="450950" y="301014"/>
                        <a:pt x="450404" y="285166"/>
                      </a:cubicBezTo>
                      <a:cubicBezTo>
                        <a:pt x="449907" y="269318"/>
                        <a:pt x="448367" y="242242"/>
                        <a:pt x="458104" y="211093"/>
                      </a:cubicBezTo>
                      <a:cubicBezTo>
                        <a:pt x="459396" y="206919"/>
                        <a:pt x="460042" y="203293"/>
                        <a:pt x="460191" y="200014"/>
                      </a:cubicBezTo>
                      <a:cubicBezTo>
                        <a:pt x="456614" y="197480"/>
                        <a:pt x="453186" y="195692"/>
                        <a:pt x="450553" y="195890"/>
                      </a:cubicBezTo>
                      <a:cubicBezTo>
                        <a:pt x="441759" y="196536"/>
                        <a:pt x="422036" y="182725"/>
                        <a:pt x="418161" y="182725"/>
                      </a:cubicBezTo>
                      <a:cubicBezTo>
                        <a:pt x="414336" y="182725"/>
                        <a:pt x="414882" y="172044"/>
                        <a:pt x="411603" y="166380"/>
                      </a:cubicBezTo>
                      <a:cubicBezTo>
                        <a:pt x="408324" y="160717"/>
                        <a:pt x="410510" y="150035"/>
                        <a:pt x="406089" y="146260"/>
                      </a:cubicBezTo>
                      <a:cubicBezTo>
                        <a:pt x="401717" y="142484"/>
                        <a:pt x="388552" y="128076"/>
                        <a:pt x="384130" y="110489"/>
                      </a:cubicBezTo>
                      <a:cubicBezTo>
                        <a:pt x="379758" y="92903"/>
                        <a:pt x="352831" y="84109"/>
                        <a:pt x="342945" y="83513"/>
                      </a:cubicBezTo>
                      <a:cubicBezTo>
                        <a:pt x="333058" y="82867"/>
                        <a:pt x="327594" y="106763"/>
                        <a:pt x="324861" y="108005"/>
                      </a:cubicBezTo>
                      <a:cubicBezTo>
                        <a:pt x="322129" y="109247"/>
                        <a:pt x="303449" y="95436"/>
                        <a:pt x="297984" y="92306"/>
                      </a:cubicBezTo>
                      <a:cubicBezTo>
                        <a:pt x="292469" y="89177"/>
                        <a:pt x="289737" y="82867"/>
                        <a:pt x="289737" y="75365"/>
                      </a:cubicBezTo>
                      <a:cubicBezTo>
                        <a:pt x="289737" y="67814"/>
                        <a:pt x="278211" y="55891"/>
                        <a:pt x="274932" y="54649"/>
                      </a:cubicBezTo>
                      <a:cubicBezTo>
                        <a:pt x="271653" y="53407"/>
                        <a:pt x="248601" y="27622"/>
                        <a:pt x="248601" y="27622"/>
                      </a:cubicBezTo>
                      <a:lnTo>
                        <a:pt x="212384" y="27622"/>
                      </a:lnTo>
                      <a:lnTo>
                        <a:pt x="204684" y="38900"/>
                      </a:lnTo>
                      <a:lnTo>
                        <a:pt x="138857" y="39546"/>
                      </a:lnTo>
                      <a:cubicBezTo>
                        <a:pt x="138857" y="39546"/>
                        <a:pt x="88382" y="18183"/>
                        <a:pt x="79042" y="15699"/>
                      </a:cubicBezTo>
                      <a:cubicBezTo>
                        <a:pt x="69702" y="13165"/>
                        <a:pt x="53257" y="0"/>
                        <a:pt x="53257" y="0"/>
                      </a:cubicBezTo>
                      <a:lnTo>
                        <a:pt x="0" y="7998"/>
                      </a:lnTo>
                      <a:cubicBezTo>
                        <a:pt x="2732" y="14705"/>
                        <a:pt x="6558" y="21959"/>
                        <a:pt x="12271" y="30057"/>
                      </a:cubicBezTo>
                      <a:cubicBezTo>
                        <a:pt x="22456" y="44514"/>
                        <a:pt x="29908" y="69453"/>
                        <a:pt x="31547" y="80085"/>
                      </a:cubicBezTo>
                      <a:cubicBezTo>
                        <a:pt x="36565" y="85053"/>
                        <a:pt x="40341" y="90369"/>
                        <a:pt x="43172" y="96132"/>
                      </a:cubicBezTo>
                      <a:cubicBezTo>
                        <a:pt x="48389" y="100007"/>
                        <a:pt x="54649" y="103981"/>
                        <a:pt x="60511" y="108254"/>
                      </a:cubicBezTo>
                      <a:cubicBezTo>
                        <a:pt x="73378" y="117644"/>
                        <a:pt x="73378" y="138211"/>
                        <a:pt x="71788" y="143527"/>
                      </a:cubicBezTo>
                      <a:cubicBezTo>
                        <a:pt x="70248" y="148843"/>
                        <a:pt x="54301" y="140000"/>
                        <a:pt x="53307" y="145316"/>
                      </a:cubicBezTo>
                      <a:cubicBezTo>
                        <a:pt x="53208" y="145812"/>
                        <a:pt x="53357" y="146508"/>
                        <a:pt x="53655" y="147253"/>
                      </a:cubicBezTo>
                      <a:cubicBezTo>
                        <a:pt x="53705" y="147253"/>
                        <a:pt x="53705" y="147253"/>
                        <a:pt x="53754" y="147303"/>
                      </a:cubicBezTo>
                      <a:cubicBezTo>
                        <a:pt x="66721" y="151724"/>
                        <a:pt x="78197" y="159822"/>
                        <a:pt x="86792" y="170255"/>
                      </a:cubicBezTo>
                      <a:cubicBezTo>
                        <a:pt x="92356" y="171646"/>
                        <a:pt x="97076" y="177409"/>
                        <a:pt x="107260" y="187643"/>
                      </a:cubicBezTo>
                      <a:cubicBezTo>
                        <a:pt x="117942" y="198424"/>
                        <a:pt x="119035" y="210795"/>
                        <a:pt x="116103" y="217352"/>
                      </a:cubicBezTo>
                      <a:cubicBezTo>
                        <a:pt x="118637" y="219340"/>
                        <a:pt x="120922" y="221675"/>
                        <a:pt x="122761" y="224357"/>
                      </a:cubicBezTo>
                      <a:cubicBezTo>
                        <a:pt x="126735" y="230120"/>
                        <a:pt x="130362" y="236082"/>
                        <a:pt x="133492" y="242292"/>
                      </a:cubicBezTo>
                      <a:cubicBezTo>
                        <a:pt x="135827" y="243981"/>
                        <a:pt x="138211" y="245770"/>
                        <a:pt x="140596" y="247558"/>
                      </a:cubicBezTo>
                      <a:cubicBezTo>
                        <a:pt x="157040" y="259929"/>
                        <a:pt x="163697" y="275180"/>
                        <a:pt x="165237" y="281639"/>
                      </a:cubicBezTo>
                      <a:cubicBezTo>
                        <a:pt x="166778" y="288097"/>
                        <a:pt x="173981" y="282235"/>
                        <a:pt x="176515" y="273392"/>
                      </a:cubicBezTo>
                      <a:cubicBezTo>
                        <a:pt x="179098" y="264599"/>
                        <a:pt x="171398" y="262214"/>
                        <a:pt x="171398" y="252228"/>
                      </a:cubicBezTo>
                      <a:cubicBezTo>
                        <a:pt x="171398" y="242242"/>
                        <a:pt x="158034" y="243981"/>
                        <a:pt x="151873" y="242839"/>
                      </a:cubicBezTo>
                      <a:cubicBezTo>
                        <a:pt x="145713" y="241646"/>
                        <a:pt x="152370" y="226394"/>
                        <a:pt x="146210" y="219340"/>
                      </a:cubicBezTo>
                      <a:cubicBezTo>
                        <a:pt x="140049" y="212285"/>
                        <a:pt x="134386" y="194648"/>
                        <a:pt x="131306" y="181731"/>
                      </a:cubicBezTo>
                      <a:cubicBezTo>
                        <a:pt x="128225" y="168815"/>
                        <a:pt x="112278" y="155898"/>
                        <a:pt x="105621" y="141788"/>
                      </a:cubicBezTo>
                      <a:cubicBezTo>
                        <a:pt x="98964" y="127679"/>
                        <a:pt x="91760" y="116501"/>
                        <a:pt x="87140" y="112974"/>
                      </a:cubicBezTo>
                      <a:cubicBezTo>
                        <a:pt x="82519" y="109446"/>
                        <a:pt x="93797" y="104130"/>
                        <a:pt x="89723" y="98864"/>
                      </a:cubicBezTo>
                      <a:cubicBezTo>
                        <a:pt x="85599" y="93598"/>
                        <a:pt x="79439" y="94145"/>
                        <a:pt x="71739" y="90021"/>
                      </a:cubicBezTo>
                      <a:cubicBezTo>
                        <a:pt x="64038" y="85898"/>
                        <a:pt x="58921" y="78893"/>
                        <a:pt x="58921" y="69453"/>
                      </a:cubicBezTo>
                      <a:cubicBezTo>
                        <a:pt x="58921" y="60064"/>
                        <a:pt x="53804" y="37708"/>
                        <a:pt x="51221" y="30057"/>
                      </a:cubicBezTo>
                      <a:cubicBezTo>
                        <a:pt x="48637" y="22406"/>
                        <a:pt x="56884" y="23598"/>
                        <a:pt x="59418" y="27126"/>
                      </a:cubicBezTo>
                      <a:cubicBezTo>
                        <a:pt x="62001" y="30653"/>
                        <a:pt x="64038" y="34180"/>
                        <a:pt x="67665" y="31845"/>
                      </a:cubicBezTo>
                      <a:cubicBezTo>
                        <a:pt x="71242" y="29510"/>
                        <a:pt x="77402" y="31249"/>
                        <a:pt x="79986" y="37708"/>
                      </a:cubicBezTo>
                      <a:cubicBezTo>
                        <a:pt x="82569" y="44166"/>
                        <a:pt x="91263" y="38304"/>
                        <a:pt x="95387" y="41235"/>
                      </a:cubicBezTo>
                      <a:cubicBezTo>
                        <a:pt x="99510" y="44166"/>
                        <a:pt x="86146" y="47693"/>
                        <a:pt x="99510" y="74720"/>
                      </a:cubicBezTo>
                      <a:cubicBezTo>
                        <a:pt x="112874" y="101746"/>
                        <a:pt x="103634" y="86494"/>
                        <a:pt x="103634" y="104677"/>
                      </a:cubicBezTo>
                      <a:cubicBezTo>
                        <a:pt x="103634" y="122910"/>
                        <a:pt x="111881" y="114663"/>
                        <a:pt x="114414" y="111732"/>
                      </a:cubicBezTo>
                      <a:cubicBezTo>
                        <a:pt x="116998" y="108800"/>
                        <a:pt x="124152" y="117594"/>
                        <a:pt x="130859" y="127033"/>
                      </a:cubicBezTo>
                      <a:cubicBezTo>
                        <a:pt x="137516" y="136423"/>
                        <a:pt x="150383" y="137019"/>
                        <a:pt x="150383" y="142335"/>
                      </a:cubicBezTo>
                      <a:cubicBezTo>
                        <a:pt x="150383" y="147601"/>
                        <a:pt x="152966" y="158233"/>
                        <a:pt x="161710" y="159971"/>
                      </a:cubicBezTo>
                      <a:cubicBezTo>
                        <a:pt x="170454" y="161710"/>
                        <a:pt x="171994" y="172888"/>
                        <a:pt x="177608" y="174081"/>
                      </a:cubicBezTo>
                      <a:cubicBezTo>
                        <a:pt x="183271" y="175273"/>
                        <a:pt x="184265" y="182328"/>
                        <a:pt x="181185" y="189929"/>
                      </a:cubicBezTo>
                      <a:cubicBezTo>
                        <a:pt x="178105" y="197579"/>
                        <a:pt x="181185" y="204038"/>
                        <a:pt x="195592" y="210496"/>
                      </a:cubicBezTo>
                      <a:cubicBezTo>
                        <a:pt x="210000" y="216955"/>
                        <a:pt x="203293" y="218147"/>
                        <a:pt x="214620" y="230468"/>
                      </a:cubicBezTo>
                      <a:cubicBezTo>
                        <a:pt x="225897" y="242839"/>
                        <a:pt x="257743" y="282782"/>
                        <a:pt x="264449" y="293960"/>
                      </a:cubicBezTo>
                      <a:cubicBezTo>
                        <a:pt x="271156" y="305138"/>
                        <a:pt x="273193" y="314528"/>
                        <a:pt x="275727" y="322725"/>
                      </a:cubicBezTo>
                      <a:cubicBezTo>
                        <a:pt x="276472" y="325060"/>
                        <a:pt x="276323" y="327047"/>
                        <a:pt x="275926" y="328885"/>
                      </a:cubicBezTo>
                      <a:cubicBezTo>
                        <a:pt x="285117" y="333953"/>
                        <a:pt x="291674" y="344088"/>
                        <a:pt x="288694" y="357402"/>
                      </a:cubicBezTo>
                      <a:cubicBezTo>
                        <a:pt x="287799" y="361376"/>
                        <a:pt x="288296" y="369027"/>
                        <a:pt x="286458" y="372405"/>
                      </a:cubicBezTo>
                      <a:cubicBezTo>
                        <a:pt x="286557" y="372753"/>
                        <a:pt x="286607" y="373002"/>
                        <a:pt x="286706" y="373300"/>
                      </a:cubicBezTo>
                      <a:cubicBezTo>
                        <a:pt x="295947" y="372107"/>
                        <a:pt x="309659" y="382192"/>
                        <a:pt x="315968" y="388154"/>
                      </a:cubicBezTo>
                      <a:cubicBezTo>
                        <a:pt x="323669" y="395457"/>
                        <a:pt x="328687" y="404946"/>
                        <a:pt x="336884" y="411802"/>
                      </a:cubicBezTo>
                      <a:cubicBezTo>
                        <a:pt x="344932" y="418559"/>
                        <a:pt x="353775" y="420148"/>
                        <a:pt x="363363" y="424073"/>
                      </a:cubicBezTo>
                      <a:cubicBezTo>
                        <a:pt x="375535" y="429041"/>
                        <a:pt x="385372" y="438381"/>
                        <a:pt x="397544" y="442902"/>
                      </a:cubicBezTo>
                      <a:cubicBezTo>
                        <a:pt x="410411" y="447671"/>
                        <a:pt x="424570" y="446628"/>
                        <a:pt x="437338" y="452292"/>
                      </a:cubicBezTo>
                      <a:cubicBezTo>
                        <a:pt x="451000" y="458353"/>
                        <a:pt x="461334" y="470773"/>
                        <a:pt x="472710" y="480908"/>
                      </a:cubicBezTo>
                      <a:cubicBezTo>
                        <a:pt x="481404" y="480610"/>
                        <a:pt x="490993" y="477281"/>
                        <a:pt x="501227" y="472611"/>
                      </a:cubicBezTo>
                      <a:cubicBezTo>
                        <a:pt x="519211" y="464364"/>
                        <a:pt x="533072" y="474946"/>
                        <a:pt x="543356" y="479666"/>
                      </a:cubicBezTo>
                      <a:cubicBezTo>
                        <a:pt x="548424" y="482001"/>
                        <a:pt x="558360" y="491738"/>
                        <a:pt x="568296" y="501873"/>
                      </a:cubicBezTo>
                      <a:cubicBezTo>
                        <a:pt x="577387" y="486969"/>
                        <a:pt x="586081" y="473505"/>
                        <a:pt x="587224" y="473257"/>
                      </a:cubicBezTo>
                      <a:cubicBezTo>
                        <a:pt x="589708" y="472711"/>
                        <a:pt x="615492" y="476685"/>
                        <a:pt x="617976" y="469283"/>
                      </a:cubicBezTo>
                      <a:cubicBezTo>
                        <a:pt x="620460" y="461930"/>
                        <a:pt x="598651" y="445485"/>
                        <a:pt x="601135" y="443747"/>
                      </a:cubicBezTo>
                      <a:cubicBezTo>
                        <a:pt x="603619" y="442057"/>
                        <a:pt x="604612" y="423874"/>
                        <a:pt x="608587" y="423874"/>
                      </a:cubicBezTo>
                      <a:cubicBezTo>
                        <a:pt x="612561" y="423874"/>
                        <a:pt x="648778" y="425017"/>
                        <a:pt x="650716" y="423874"/>
                      </a:cubicBezTo>
                      <a:cubicBezTo>
                        <a:pt x="652703" y="422732"/>
                        <a:pt x="659658" y="407977"/>
                        <a:pt x="665570" y="407430"/>
                      </a:cubicBezTo>
                      <a:cubicBezTo>
                        <a:pt x="668303" y="407182"/>
                        <a:pt x="672526" y="410957"/>
                        <a:pt x="676351" y="415131"/>
                      </a:cubicBezTo>
                      <a:cubicBezTo>
                        <a:pt x="678239" y="413094"/>
                        <a:pt x="679779" y="410312"/>
                        <a:pt x="681071" y="407132"/>
                      </a:cubicBezTo>
                      <a:cubicBezTo>
                        <a:pt x="680474" y="406337"/>
                        <a:pt x="679928" y="405542"/>
                        <a:pt x="679481" y="404747"/>
                      </a:cubicBezTo>
                      <a:cubicBezTo>
                        <a:pt x="675805" y="398388"/>
                        <a:pt x="675805" y="391930"/>
                        <a:pt x="676947" y="384925"/>
                      </a:cubicBezTo>
                      <a:cubicBezTo>
                        <a:pt x="677494" y="381646"/>
                        <a:pt x="678239" y="378516"/>
                        <a:pt x="679183" y="375386"/>
                      </a:cubicBezTo>
                      <a:cubicBezTo>
                        <a:pt x="677295" y="371610"/>
                        <a:pt x="676252" y="367437"/>
                        <a:pt x="676053" y="363413"/>
                      </a:cubicBezTo>
                      <a:cubicBezTo>
                        <a:pt x="675556" y="352285"/>
                        <a:pt x="683853" y="342398"/>
                        <a:pt x="693739" y="338921"/>
                      </a:cubicBezTo>
                      <a:cubicBezTo>
                        <a:pt x="696124" y="335145"/>
                        <a:pt x="699502" y="332065"/>
                        <a:pt x="703924" y="330177"/>
                      </a:cubicBezTo>
                      <a:cubicBezTo>
                        <a:pt x="703725" y="329382"/>
                        <a:pt x="703626" y="328488"/>
                        <a:pt x="703477" y="32749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1" name="Google Shape;781;p8"/>
                <p:cNvSpPr/>
                <p:nvPr/>
              </p:nvSpPr>
              <p:spPr>
                <a:xfrm>
                  <a:off x="2155935" y="3831084"/>
                  <a:ext cx="98913" cy="109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13" h="109943" extrusionOk="0">
                      <a:moveTo>
                        <a:pt x="86395" y="73229"/>
                      </a:moveTo>
                      <a:cubicBezTo>
                        <a:pt x="91412" y="68559"/>
                        <a:pt x="95735" y="62995"/>
                        <a:pt x="98914" y="58474"/>
                      </a:cubicBezTo>
                      <a:cubicBezTo>
                        <a:pt x="90866" y="63492"/>
                        <a:pt x="88382" y="58673"/>
                        <a:pt x="89574" y="52214"/>
                      </a:cubicBezTo>
                      <a:lnTo>
                        <a:pt x="77999" y="53953"/>
                      </a:lnTo>
                      <a:lnTo>
                        <a:pt x="79191" y="398"/>
                      </a:lnTo>
                      <a:cubicBezTo>
                        <a:pt x="69851" y="844"/>
                        <a:pt x="43669" y="0"/>
                        <a:pt x="40291" y="0"/>
                      </a:cubicBezTo>
                      <a:cubicBezTo>
                        <a:pt x="36316" y="0"/>
                        <a:pt x="35323" y="18183"/>
                        <a:pt x="32839" y="19872"/>
                      </a:cubicBezTo>
                      <a:cubicBezTo>
                        <a:pt x="30355" y="21561"/>
                        <a:pt x="52165" y="38055"/>
                        <a:pt x="49681" y="45408"/>
                      </a:cubicBezTo>
                      <a:cubicBezTo>
                        <a:pt x="47197" y="52810"/>
                        <a:pt x="21412" y="48786"/>
                        <a:pt x="18928" y="49382"/>
                      </a:cubicBezTo>
                      <a:cubicBezTo>
                        <a:pt x="17786" y="49681"/>
                        <a:pt x="9042" y="63144"/>
                        <a:pt x="0" y="77999"/>
                      </a:cubicBezTo>
                      <a:cubicBezTo>
                        <a:pt x="10234" y="88382"/>
                        <a:pt x="20468" y="99262"/>
                        <a:pt x="25387" y="102839"/>
                      </a:cubicBezTo>
                      <a:cubicBezTo>
                        <a:pt x="35124" y="109893"/>
                        <a:pt x="51072" y="102243"/>
                        <a:pt x="57729" y="109297"/>
                      </a:cubicBezTo>
                      <a:cubicBezTo>
                        <a:pt x="57928" y="109496"/>
                        <a:pt x="58226" y="109744"/>
                        <a:pt x="58474" y="109943"/>
                      </a:cubicBezTo>
                      <a:cubicBezTo>
                        <a:pt x="65429" y="102392"/>
                        <a:pt x="72583" y="94989"/>
                        <a:pt x="74918" y="94244"/>
                      </a:cubicBezTo>
                      <a:cubicBezTo>
                        <a:pt x="79936" y="92555"/>
                        <a:pt x="75962" y="82917"/>
                        <a:pt x="86395" y="7322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2" name="Google Shape;782;p8"/>
                <p:cNvSpPr/>
                <p:nvPr/>
              </p:nvSpPr>
              <p:spPr>
                <a:xfrm>
                  <a:off x="2233884" y="3814727"/>
                  <a:ext cx="30106" cy="70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06" h="70359" extrusionOk="0">
                      <a:moveTo>
                        <a:pt x="4471" y="16406"/>
                      </a:moveTo>
                      <a:cubicBezTo>
                        <a:pt x="4173" y="16605"/>
                        <a:pt x="2931" y="16704"/>
                        <a:pt x="1192" y="16804"/>
                      </a:cubicBezTo>
                      <a:lnTo>
                        <a:pt x="0" y="70359"/>
                      </a:lnTo>
                      <a:lnTo>
                        <a:pt x="11576" y="68621"/>
                      </a:lnTo>
                      <a:cubicBezTo>
                        <a:pt x="12420" y="64000"/>
                        <a:pt x="15053" y="58585"/>
                        <a:pt x="18829" y="55207"/>
                      </a:cubicBezTo>
                      <a:cubicBezTo>
                        <a:pt x="28069" y="46960"/>
                        <a:pt x="14209" y="14071"/>
                        <a:pt x="24989" y="11140"/>
                      </a:cubicBezTo>
                      <a:cubicBezTo>
                        <a:pt x="26977" y="10594"/>
                        <a:pt x="28616" y="9302"/>
                        <a:pt x="30106" y="7712"/>
                      </a:cubicBezTo>
                      <a:cubicBezTo>
                        <a:pt x="26281" y="3539"/>
                        <a:pt x="22008" y="-237"/>
                        <a:pt x="19276" y="12"/>
                      </a:cubicBezTo>
                      <a:cubicBezTo>
                        <a:pt x="13414" y="509"/>
                        <a:pt x="6459" y="15264"/>
                        <a:pt x="4471" y="1640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3" name="Google Shape;783;p8"/>
                <p:cNvSpPr/>
                <p:nvPr/>
              </p:nvSpPr>
              <p:spPr>
                <a:xfrm>
                  <a:off x="2576160" y="3768038"/>
                  <a:ext cx="66694" cy="6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94" h="60810" extrusionOk="0">
                      <a:moveTo>
                        <a:pt x="29980" y="1939"/>
                      </a:moveTo>
                      <a:cubicBezTo>
                        <a:pt x="19696" y="10186"/>
                        <a:pt x="45381" y="27822"/>
                        <a:pt x="45381" y="38355"/>
                      </a:cubicBezTo>
                      <a:cubicBezTo>
                        <a:pt x="45381" y="48937"/>
                        <a:pt x="4146" y="36367"/>
                        <a:pt x="172" y="47744"/>
                      </a:cubicBezTo>
                      <a:cubicBezTo>
                        <a:pt x="-1865" y="53606"/>
                        <a:pt x="14579" y="61854"/>
                        <a:pt x="29980" y="55991"/>
                      </a:cubicBezTo>
                      <a:cubicBezTo>
                        <a:pt x="44338" y="50526"/>
                        <a:pt x="54175" y="56240"/>
                        <a:pt x="62123" y="60810"/>
                      </a:cubicBezTo>
                      <a:cubicBezTo>
                        <a:pt x="63266" y="43025"/>
                        <a:pt x="65055" y="22904"/>
                        <a:pt x="66694" y="9292"/>
                      </a:cubicBezTo>
                      <a:cubicBezTo>
                        <a:pt x="53678" y="5466"/>
                        <a:pt x="37482" y="-4073"/>
                        <a:pt x="29980" y="193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4" name="Google Shape;784;p8"/>
                <p:cNvSpPr/>
                <p:nvPr/>
              </p:nvSpPr>
              <p:spPr>
                <a:xfrm>
                  <a:off x="2638283" y="3777329"/>
                  <a:ext cx="78843" cy="53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843" h="53837" extrusionOk="0">
                      <a:moveTo>
                        <a:pt x="30554" y="40837"/>
                      </a:moveTo>
                      <a:cubicBezTo>
                        <a:pt x="49035" y="33783"/>
                        <a:pt x="78843" y="46700"/>
                        <a:pt x="78843" y="30255"/>
                      </a:cubicBezTo>
                      <a:cubicBezTo>
                        <a:pt x="78843" y="13811"/>
                        <a:pt x="29510" y="-3825"/>
                        <a:pt x="17190" y="844"/>
                      </a:cubicBezTo>
                      <a:cubicBezTo>
                        <a:pt x="13861" y="2086"/>
                        <a:pt x="9439" y="1441"/>
                        <a:pt x="4571" y="0"/>
                      </a:cubicBezTo>
                      <a:cubicBezTo>
                        <a:pt x="2931" y="13612"/>
                        <a:pt x="1143" y="33733"/>
                        <a:pt x="0" y="51519"/>
                      </a:cubicBezTo>
                      <a:cubicBezTo>
                        <a:pt x="596" y="51867"/>
                        <a:pt x="1192" y="52214"/>
                        <a:pt x="1739" y="52562"/>
                      </a:cubicBezTo>
                      <a:cubicBezTo>
                        <a:pt x="9986" y="57282"/>
                        <a:pt x="12023" y="47892"/>
                        <a:pt x="30554" y="4083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5" name="Google Shape;785;p8"/>
                <p:cNvSpPr/>
                <p:nvPr/>
              </p:nvSpPr>
              <p:spPr>
                <a:xfrm>
                  <a:off x="2275610" y="3909330"/>
                  <a:ext cx="91070" cy="114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0" h="114601" extrusionOk="0">
                      <a:moveTo>
                        <a:pt x="85953" y="86891"/>
                      </a:moveTo>
                      <a:cubicBezTo>
                        <a:pt x="85108" y="84159"/>
                        <a:pt x="84711" y="81079"/>
                        <a:pt x="84910" y="77601"/>
                      </a:cubicBezTo>
                      <a:cubicBezTo>
                        <a:pt x="85506" y="67417"/>
                        <a:pt x="86549" y="57282"/>
                        <a:pt x="87543" y="47097"/>
                      </a:cubicBezTo>
                      <a:cubicBezTo>
                        <a:pt x="82624" y="39247"/>
                        <a:pt x="81482" y="28815"/>
                        <a:pt x="86499" y="19574"/>
                      </a:cubicBezTo>
                      <a:cubicBezTo>
                        <a:pt x="86350" y="15103"/>
                        <a:pt x="87046" y="10632"/>
                        <a:pt x="88337" y="6359"/>
                      </a:cubicBezTo>
                      <a:cubicBezTo>
                        <a:pt x="89033" y="3974"/>
                        <a:pt x="89977" y="1888"/>
                        <a:pt x="91070" y="0"/>
                      </a:cubicBezTo>
                      <a:cubicBezTo>
                        <a:pt x="81978" y="2931"/>
                        <a:pt x="73781" y="11029"/>
                        <a:pt x="70800" y="11377"/>
                      </a:cubicBezTo>
                      <a:cubicBezTo>
                        <a:pt x="66329" y="11923"/>
                        <a:pt x="50481" y="7402"/>
                        <a:pt x="48494" y="17040"/>
                      </a:cubicBezTo>
                      <a:cubicBezTo>
                        <a:pt x="46507" y="26678"/>
                        <a:pt x="36620" y="28417"/>
                        <a:pt x="23206" y="29510"/>
                      </a:cubicBezTo>
                      <a:cubicBezTo>
                        <a:pt x="9842" y="30653"/>
                        <a:pt x="16748" y="43719"/>
                        <a:pt x="15754" y="45955"/>
                      </a:cubicBezTo>
                      <a:cubicBezTo>
                        <a:pt x="14761" y="48240"/>
                        <a:pt x="8799" y="53307"/>
                        <a:pt x="8799" y="53307"/>
                      </a:cubicBezTo>
                      <a:lnTo>
                        <a:pt x="204" y="55593"/>
                      </a:lnTo>
                      <a:cubicBezTo>
                        <a:pt x="-193" y="59269"/>
                        <a:pt x="-442" y="62895"/>
                        <a:pt x="3781" y="65628"/>
                      </a:cubicBezTo>
                      <a:cubicBezTo>
                        <a:pt x="11979" y="70894"/>
                        <a:pt x="23306" y="91511"/>
                        <a:pt x="32049" y="96778"/>
                      </a:cubicBezTo>
                      <a:cubicBezTo>
                        <a:pt x="36272" y="99311"/>
                        <a:pt x="38856" y="103485"/>
                        <a:pt x="39998" y="107509"/>
                      </a:cubicBezTo>
                      <a:cubicBezTo>
                        <a:pt x="45016" y="107062"/>
                        <a:pt x="50133" y="106863"/>
                        <a:pt x="52766" y="108353"/>
                      </a:cubicBezTo>
                      <a:cubicBezTo>
                        <a:pt x="57883" y="111284"/>
                        <a:pt x="70602" y="108353"/>
                        <a:pt x="75669" y="112725"/>
                      </a:cubicBezTo>
                      <a:cubicBezTo>
                        <a:pt x="78153" y="114861"/>
                        <a:pt x="82326" y="114911"/>
                        <a:pt x="87145" y="114166"/>
                      </a:cubicBezTo>
                      <a:cubicBezTo>
                        <a:pt x="85655" y="111682"/>
                        <a:pt x="84512" y="109695"/>
                        <a:pt x="83966" y="108502"/>
                      </a:cubicBezTo>
                      <a:cubicBezTo>
                        <a:pt x="81581" y="103634"/>
                        <a:pt x="83518" y="95238"/>
                        <a:pt x="85953" y="8689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6" name="Google Shape;786;p8"/>
                <p:cNvSpPr/>
                <p:nvPr/>
              </p:nvSpPr>
              <p:spPr>
                <a:xfrm>
                  <a:off x="2590484" y="4174452"/>
                  <a:ext cx="908067" cy="107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067" h="1076700" extrusionOk="0">
                      <a:moveTo>
                        <a:pt x="905485" y="304367"/>
                      </a:moveTo>
                      <a:cubicBezTo>
                        <a:pt x="895400" y="297312"/>
                        <a:pt x="887103" y="287674"/>
                        <a:pt x="883377" y="276198"/>
                      </a:cubicBezTo>
                      <a:cubicBezTo>
                        <a:pt x="872497" y="275850"/>
                        <a:pt x="854413" y="270584"/>
                        <a:pt x="831362" y="242067"/>
                      </a:cubicBezTo>
                      <a:cubicBezTo>
                        <a:pt x="805677" y="210321"/>
                        <a:pt x="780489" y="212706"/>
                        <a:pt x="763548" y="217972"/>
                      </a:cubicBezTo>
                      <a:cubicBezTo>
                        <a:pt x="755251" y="220556"/>
                        <a:pt x="746805" y="218370"/>
                        <a:pt x="739055" y="215091"/>
                      </a:cubicBezTo>
                      <a:cubicBezTo>
                        <a:pt x="728523" y="221599"/>
                        <a:pt x="716152" y="222245"/>
                        <a:pt x="704229" y="220108"/>
                      </a:cubicBezTo>
                      <a:cubicBezTo>
                        <a:pt x="701298" y="219612"/>
                        <a:pt x="698615" y="218171"/>
                        <a:pt x="696230" y="216283"/>
                      </a:cubicBezTo>
                      <a:cubicBezTo>
                        <a:pt x="693100" y="219015"/>
                        <a:pt x="690169" y="221549"/>
                        <a:pt x="687487" y="222692"/>
                      </a:cubicBezTo>
                      <a:cubicBezTo>
                        <a:pt x="681724" y="225126"/>
                        <a:pt x="685996" y="217276"/>
                        <a:pt x="689275" y="208533"/>
                      </a:cubicBezTo>
                      <a:cubicBezTo>
                        <a:pt x="689226" y="208433"/>
                        <a:pt x="689176" y="208334"/>
                        <a:pt x="689076" y="208284"/>
                      </a:cubicBezTo>
                      <a:cubicBezTo>
                        <a:pt x="687188" y="205353"/>
                        <a:pt x="686195" y="201975"/>
                        <a:pt x="685847" y="198547"/>
                      </a:cubicBezTo>
                      <a:cubicBezTo>
                        <a:pt x="684953" y="198199"/>
                        <a:pt x="684108" y="197752"/>
                        <a:pt x="683314" y="197305"/>
                      </a:cubicBezTo>
                      <a:cubicBezTo>
                        <a:pt x="678842" y="199242"/>
                        <a:pt x="673526" y="199739"/>
                        <a:pt x="667565" y="198199"/>
                      </a:cubicBezTo>
                      <a:cubicBezTo>
                        <a:pt x="646500" y="192784"/>
                        <a:pt x="620617" y="185878"/>
                        <a:pt x="605911" y="168391"/>
                      </a:cubicBezTo>
                      <a:cubicBezTo>
                        <a:pt x="605315" y="167646"/>
                        <a:pt x="604818" y="166851"/>
                        <a:pt x="604272" y="166106"/>
                      </a:cubicBezTo>
                      <a:cubicBezTo>
                        <a:pt x="603974" y="167745"/>
                        <a:pt x="603775" y="169534"/>
                        <a:pt x="603775" y="171521"/>
                      </a:cubicBezTo>
                      <a:cubicBezTo>
                        <a:pt x="603775" y="188561"/>
                        <a:pt x="594534" y="166205"/>
                        <a:pt x="587331" y="184438"/>
                      </a:cubicBezTo>
                      <a:cubicBezTo>
                        <a:pt x="580127" y="202670"/>
                        <a:pt x="566763" y="190896"/>
                        <a:pt x="575507" y="185034"/>
                      </a:cubicBezTo>
                      <a:cubicBezTo>
                        <a:pt x="583356" y="179768"/>
                        <a:pt x="590759" y="168292"/>
                        <a:pt x="594435" y="157908"/>
                      </a:cubicBezTo>
                      <a:cubicBezTo>
                        <a:pt x="587629" y="154431"/>
                        <a:pt x="580922" y="150754"/>
                        <a:pt x="574414" y="146681"/>
                      </a:cubicBezTo>
                      <a:cubicBezTo>
                        <a:pt x="570837" y="144445"/>
                        <a:pt x="568154" y="141762"/>
                        <a:pt x="566266" y="138831"/>
                      </a:cubicBezTo>
                      <a:cubicBezTo>
                        <a:pt x="559410" y="138135"/>
                        <a:pt x="552902" y="138533"/>
                        <a:pt x="548828" y="140371"/>
                      </a:cubicBezTo>
                      <a:cubicBezTo>
                        <a:pt x="535961" y="146233"/>
                        <a:pt x="544208" y="167397"/>
                        <a:pt x="533924" y="160939"/>
                      </a:cubicBezTo>
                      <a:cubicBezTo>
                        <a:pt x="523640" y="154480"/>
                        <a:pt x="531887" y="138583"/>
                        <a:pt x="540084" y="139179"/>
                      </a:cubicBezTo>
                      <a:cubicBezTo>
                        <a:pt x="547487" y="139725"/>
                        <a:pt x="555734" y="123977"/>
                        <a:pt x="561447" y="110513"/>
                      </a:cubicBezTo>
                      <a:cubicBezTo>
                        <a:pt x="551312" y="106241"/>
                        <a:pt x="544208" y="97149"/>
                        <a:pt x="541823" y="85772"/>
                      </a:cubicBezTo>
                      <a:cubicBezTo>
                        <a:pt x="528161" y="85424"/>
                        <a:pt x="518424" y="73352"/>
                        <a:pt x="517728" y="60038"/>
                      </a:cubicBezTo>
                      <a:cubicBezTo>
                        <a:pt x="517281" y="51940"/>
                        <a:pt x="518672" y="44040"/>
                        <a:pt x="520212" y="36191"/>
                      </a:cubicBezTo>
                      <a:cubicBezTo>
                        <a:pt x="520162" y="36141"/>
                        <a:pt x="520162" y="36092"/>
                        <a:pt x="520113" y="36042"/>
                      </a:cubicBezTo>
                      <a:cubicBezTo>
                        <a:pt x="511717" y="46574"/>
                        <a:pt x="503122" y="59342"/>
                        <a:pt x="500191" y="69328"/>
                      </a:cubicBezTo>
                      <a:cubicBezTo>
                        <a:pt x="495322" y="86070"/>
                        <a:pt x="489063" y="76482"/>
                        <a:pt x="475848" y="81251"/>
                      </a:cubicBezTo>
                      <a:cubicBezTo>
                        <a:pt x="462633" y="86021"/>
                        <a:pt x="456373" y="79661"/>
                        <a:pt x="452895" y="73302"/>
                      </a:cubicBezTo>
                      <a:cubicBezTo>
                        <a:pt x="449417" y="66894"/>
                        <a:pt x="436203" y="73302"/>
                        <a:pt x="427161" y="72507"/>
                      </a:cubicBezTo>
                      <a:cubicBezTo>
                        <a:pt x="418119" y="71713"/>
                        <a:pt x="423683" y="85226"/>
                        <a:pt x="417423" y="89250"/>
                      </a:cubicBezTo>
                      <a:cubicBezTo>
                        <a:pt x="411163" y="93224"/>
                        <a:pt x="395166" y="81301"/>
                        <a:pt x="389602" y="88455"/>
                      </a:cubicBezTo>
                      <a:cubicBezTo>
                        <a:pt x="384038" y="95609"/>
                        <a:pt x="380560" y="88455"/>
                        <a:pt x="377778" y="94814"/>
                      </a:cubicBezTo>
                      <a:cubicBezTo>
                        <a:pt x="374996" y="101173"/>
                        <a:pt x="365259" y="97199"/>
                        <a:pt x="362476" y="101173"/>
                      </a:cubicBezTo>
                      <a:cubicBezTo>
                        <a:pt x="359694" y="105147"/>
                        <a:pt x="349957" y="107532"/>
                        <a:pt x="337438" y="91634"/>
                      </a:cubicBezTo>
                      <a:cubicBezTo>
                        <a:pt x="324918" y="75737"/>
                        <a:pt x="327005" y="49456"/>
                        <a:pt x="332569" y="44686"/>
                      </a:cubicBezTo>
                      <a:cubicBezTo>
                        <a:pt x="338133" y="39917"/>
                        <a:pt x="338133" y="26404"/>
                        <a:pt x="330482" y="22380"/>
                      </a:cubicBezTo>
                      <a:cubicBezTo>
                        <a:pt x="322831" y="18405"/>
                        <a:pt x="330482" y="1712"/>
                        <a:pt x="320745" y="123"/>
                      </a:cubicBezTo>
                      <a:cubicBezTo>
                        <a:pt x="311007" y="-1467"/>
                        <a:pt x="312399" y="12841"/>
                        <a:pt x="306139" y="15226"/>
                      </a:cubicBezTo>
                      <a:cubicBezTo>
                        <a:pt x="299879" y="17610"/>
                        <a:pt x="284577" y="29534"/>
                        <a:pt x="277622" y="27994"/>
                      </a:cubicBezTo>
                      <a:cubicBezTo>
                        <a:pt x="270667" y="26404"/>
                        <a:pt x="261625" y="29583"/>
                        <a:pt x="261625" y="38327"/>
                      </a:cubicBezTo>
                      <a:cubicBezTo>
                        <a:pt x="261625" y="47071"/>
                        <a:pt x="253974" y="44686"/>
                        <a:pt x="252583" y="37532"/>
                      </a:cubicBezTo>
                      <a:cubicBezTo>
                        <a:pt x="251192" y="30378"/>
                        <a:pt x="236586" y="34353"/>
                        <a:pt x="232413" y="29583"/>
                      </a:cubicBezTo>
                      <a:cubicBezTo>
                        <a:pt x="228240" y="24814"/>
                        <a:pt x="208765" y="27199"/>
                        <a:pt x="217111" y="32763"/>
                      </a:cubicBezTo>
                      <a:cubicBezTo>
                        <a:pt x="225458" y="38327"/>
                        <a:pt x="226153" y="43892"/>
                        <a:pt x="226153" y="52635"/>
                      </a:cubicBezTo>
                      <a:cubicBezTo>
                        <a:pt x="226153" y="61379"/>
                        <a:pt x="232413" y="58994"/>
                        <a:pt x="232413" y="69328"/>
                      </a:cubicBezTo>
                      <a:cubicBezTo>
                        <a:pt x="232413" y="79661"/>
                        <a:pt x="239368" y="72507"/>
                        <a:pt x="244237" y="72507"/>
                      </a:cubicBezTo>
                      <a:cubicBezTo>
                        <a:pt x="249106" y="72507"/>
                        <a:pt x="249106" y="82096"/>
                        <a:pt x="241455" y="83636"/>
                      </a:cubicBezTo>
                      <a:cubicBezTo>
                        <a:pt x="233804" y="85226"/>
                        <a:pt x="230326" y="89995"/>
                        <a:pt x="228240" y="97944"/>
                      </a:cubicBezTo>
                      <a:cubicBezTo>
                        <a:pt x="226153" y="105893"/>
                        <a:pt x="219198" y="100329"/>
                        <a:pt x="212938" y="106688"/>
                      </a:cubicBezTo>
                      <a:cubicBezTo>
                        <a:pt x="206678" y="113096"/>
                        <a:pt x="201114" y="119406"/>
                        <a:pt x="196941" y="116226"/>
                      </a:cubicBezTo>
                      <a:cubicBezTo>
                        <a:pt x="192768" y="113047"/>
                        <a:pt x="189290" y="115431"/>
                        <a:pt x="184421" y="118611"/>
                      </a:cubicBezTo>
                      <a:cubicBezTo>
                        <a:pt x="179553" y="121791"/>
                        <a:pt x="177466" y="118611"/>
                        <a:pt x="170511" y="112252"/>
                      </a:cubicBezTo>
                      <a:cubicBezTo>
                        <a:pt x="165294" y="107483"/>
                        <a:pt x="162016" y="96006"/>
                        <a:pt x="152825" y="85524"/>
                      </a:cubicBezTo>
                      <a:cubicBezTo>
                        <a:pt x="147310" y="88505"/>
                        <a:pt x="136132" y="93125"/>
                        <a:pt x="130170" y="93125"/>
                      </a:cubicBezTo>
                      <a:cubicBezTo>
                        <a:pt x="122072" y="93125"/>
                        <a:pt x="96586" y="91038"/>
                        <a:pt x="95195" y="96056"/>
                      </a:cubicBezTo>
                      <a:cubicBezTo>
                        <a:pt x="93804" y="101074"/>
                        <a:pt x="97033" y="109569"/>
                        <a:pt x="101206" y="110612"/>
                      </a:cubicBezTo>
                      <a:cubicBezTo>
                        <a:pt x="105380" y="111705"/>
                        <a:pt x="114173" y="114587"/>
                        <a:pt x="105827" y="121493"/>
                      </a:cubicBezTo>
                      <a:cubicBezTo>
                        <a:pt x="97480" y="128348"/>
                        <a:pt x="90078" y="119108"/>
                        <a:pt x="90078" y="135801"/>
                      </a:cubicBezTo>
                      <a:cubicBezTo>
                        <a:pt x="90078" y="152493"/>
                        <a:pt x="108808" y="163323"/>
                        <a:pt x="104883" y="178774"/>
                      </a:cubicBezTo>
                      <a:cubicBezTo>
                        <a:pt x="102896" y="186723"/>
                        <a:pt x="100113" y="207092"/>
                        <a:pt x="100113" y="214942"/>
                      </a:cubicBezTo>
                      <a:cubicBezTo>
                        <a:pt x="100113" y="222742"/>
                        <a:pt x="97381" y="249420"/>
                        <a:pt x="91221" y="250960"/>
                      </a:cubicBezTo>
                      <a:cubicBezTo>
                        <a:pt x="85060" y="252550"/>
                        <a:pt x="79596" y="244700"/>
                        <a:pt x="71349" y="252550"/>
                      </a:cubicBezTo>
                      <a:cubicBezTo>
                        <a:pt x="63151" y="260350"/>
                        <a:pt x="52867" y="255680"/>
                        <a:pt x="43279" y="264324"/>
                      </a:cubicBezTo>
                      <a:cubicBezTo>
                        <a:pt x="33691" y="272919"/>
                        <a:pt x="23407" y="269789"/>
                        <a:pt x="22711" y="279973"/>
                      </a:cubicBezTo>
                      <a:cubicBezTo>
                        <a:pt x="22016" y="290158"/>
                        <a:pt x="13123" y="295673"/>
                        <a:pt x="15160" y="305062"/>
                      </a:cubicBezTo>
                      <a:cubicBezTo>
                        <a:pt x="17197" y="314452"/>
                        <a:pt x="11036" y="312117"/>
                        <a:pt x="4876" y="319171"/>
                      </a:cubicBezTo>
                      <a:cubicBezTo>
                        <a:pt x="-1284" y="326226"/>
                        <a:pt x="5571" y="330946"/>
                        <a:pt x="1448" y="336411"/>
                      </a:cubicBezTo>
                      <a:cubicBezTo>
                        <a:pt x="-2676" y="341875"/>
                        <a:pt x="2839" y="350520"/>
                        <a:pt x="7608" y="359114"/>
                      </a:cubicBezTo>
                      <a:cubicBezTo>
                        <a:pt x="12378" y="367759"/>
                        <a:pt x="17892" y="374019"/>
                        <a:pt x="17197" y="381868"/>
                      </a:cubicBezTo>
                      <a:cubicBezTo>
                        <a:pt x="16501" y="389718"/>
                        <a:pt x="21966" y="392848"/>
                        <a:pt x="28822" y="392053"/>
                      </a:cubicBezTo>
                      <a:cubicBezTo>
                        <a:pt x="35678" y="391258"/>
                        <a:pt x="30163" y="406957"/>
                        <a:pt x="41143" y="406957"/>
                      </a:cubicBezTo>
                      <a:cubicBezTo>
                        <a:pt x="52122" y="406957"/>
                        <a:pt x="63052" y="410087"/>
                        <a:pt x="65784" y="403032"/>
                      </a:cubicBezTo>
                      <a:cubicBezTo>
                        <a:pt x="68517" y="395978"/>
                        <a:pt x="76068" y="390513"/>
                        <a:pt x="76068" y="400697"/>
                      </a:cubicBezTo>
                      <a:cubicBezTo>
                        <a:pt x="76068" y="410882"/>
                        <a:pt x="74031" y="438305"/>
                        <a:pt x="81533" y="435175"/>
                      </a:cubicBezTo>
                      <a:cubicBezTo>
                        <a:pt x="89084" y="432046"/>
                        <a:pt x="104138" y="432840"/>
                        <a:pt x="111689" y="435970"/>
                      </a:cubicBezTo>
                      <a:cubicBezTo>
                        <a:pt x="119241" y="439100"/>
                        <a:pt x="126742" y="435970"/>
                        <a:pt x="131561" y="430506"/>
                      </a:cubicBezTo>
                      <a:cubicBezTo>
                        <a:pt x="136380" y="424991"/>
                        <a:pt x="141845" y="425041"/>
                        <a:pt x="151434" y="418731"/>
                      </a:cubicBezTo>
                      <a:cubicBezTo>
                        <a:pt x="161022" y="412472"/>
                        <a:pt x="169915" y="404622"/>
                        <a:pt x="178857" y="404622"/>
                      </a:cubicBezTo>
                      <a:cubicBezTo>
                        <a:pt x="187750" y="404622"/>
                        <a:pt x="202803" y="398362"/>
                        <a:pt x="200766" y="406162"/>
                      </a:cubicBezTo>
                      <a:cubicBezTo>
                        <a:pt x="198729" y="414012"/>
                        <a:pt x="197338" y="443025"/>
                        <a:pt x="208318" y="457879"/>
                      </a:cubicBezTo>
                      <a:cubicBezTo>
                        <a:pt x="219248" y="472783"/>
                        <a:pt x="225458" y="478249"/>
                        <a:pt x="235692" y="476708"/>
                      </a:cubicBezTo>
                      <a:cubicBezTo>
                        <a:pt x="245976" y="475119"/>
                        <a:pt x="244585" y="481428"/>
                        <a:pt x="252136" y="480633"/>
                      </a:cubicBezTo>
                      <a:cubicBezTo>
                        <a:pt x="259688" y="479838"/>
                        <a:pt x="254869" y="490023"/>
                        <a:pt x="261724" y="490023"/>
                      </a:cubicBezTo>
                      <a:cubicBezTo>
                        <a:pt x="268580" y="490023"/>
                        <a:pt x="280901" y="491613"/>
                        <a:pt x="280901" y="500207"/>
                      </a:cubicBezTo>
                      <a:cubicBezTo>
                        <a:pt x="280901" y="508852"/>
                        <a:pt x="301469" y="501797"/>
                        <a:pt x="306238" y="506467"/>
                      </a:cubicBezTo>
                      <a:cubicBezTo>
                        <a:pt x="311057" y="511187"/>
                        <a:pt x="316522" y="515062"/>
                        <a:pt x="315131" y="524501"/>
                      </a:cubicBezTo>
                      <a:cubicBezTo>
                        <a:pt x="313740" y="533891"/>
                        <a:pt x="325415" y="540945"/>
                        <a:pt x="318559" y="544870"/>
                      </a:cubicBezTo>
                      <a:cubicBezTo>
                        <a:pt x="311703" y="548795"/>
                        <a:pt x="320596" y="556644"/>
                        <a:pt x="321291" y="566829"/>
                      </a:cubicBezTo>
                      <a:cubicBezTo>
                        <a:pt x="321987" y="577014"/>
                        <a:pt x="331575" y="580938"/>
                        <a:pt x="346629" y="580143"/>
                      </a:cubicBezTo>
                      <a:cubicBezTo>
                        <a:pt x="361682" y="579398"/>
                        <a:pt x="365805" y="580938"/>
                        <a:pt x="365805" y="593507"/>
                      </a:cubicBezTo>
                      <a:cubicBezTo>
                        <a:pt x="365805" y="606027"/>
                        <a:pt x="376089" y="607617"/>
                        <a:pt x="379517" y="619341"/>
                      </a:cubicBezTo>
                      <a:cubicBezTo>
                        <a:pt x="382945" y="631115"/>
                        <a:pt x="375394" y="644430"/>
                        <a:pt x="376784" y="653819"/>
                      </a:cubicBezTo>
                      <a:cubicBezTo>
                        <a:pt x="377828" y="661023"/>
                        <a:pt x="374002" y="668674"/>
                        <a:pt x="369730" y="671854"/>
                      </a:cubicBezTo>
                      <a:cubicBezTo>
                        <a:pt x="374996" y="679554"/>
                        <a:pt x="375443" y="683032"/>
                        <a:pt x="370724" y="686013"/>
                      </a:cubicBezTo>
                      <a:cubicBezTo>
                        <a:pt x="364464" y="689987"/>
                        <a:pt x="378374" y="701115"/>
                        <a:pt x="374897" y="718603"/>
                      </a:cubicBezTo>
                      <a:cubicBezTo>
                        <a:pt x="371419" y="736140"/>
                        <a:pt x="370724" y="739270"/>
                        <a:pt x="386721" y="740115"/>
                      </a:cubicBezTo>
                      <a:cubicBezTo>
                        <a:pt x="402718" y="740910"/>
                        <a:pt x="401327" y="746474"/>
                        <a:pt x="406891" y="742499"/>
                      </a:cubicBezTo>
                      <a:cubicBezTo>
                        <a:pt x="412455" y="738525"/>
                        <a:pt x="420801" y="756062"/>
                        <a:pt x="422888" y="764806"/>
                      </a:cubicBezTo>
                      <a:cubicBezTo>
                        <a:pt x="424975" y="773550"/>
                        <a:pt x="431234" y="794217"/>
                        <a:pt x="434017" y="794217"/>
                      </a:cubicBezTo>
                      <a:cubicBezTo>
                        <a:pt x="436799" y="794217"/>
                        <a:pt x="445145" y="784678"/>
                        <a:pt x="453491" y="789448"/>
                      </a:cubicBezTo>
                      <a:cubicBezTo>
                        <a:pt x="461241" y="793869"/>
                        <a:pt x="451603" y="823777"/>
                        <a:pt x="451305" y="836892"/>
                      </a:cubicBezTo>
                      <a:cubicBezTo>
                        <a:pt x="457118" y="836644"/>
                        <a:pt x="464222" y="836694"/>
                        <a:pt x="466557" y="838035"/>
                      </a:cubicBezTo>
                      <a:cubicBezTo>
                        <a:pt x="470731" y="840420"/>
                        <a:pt x="472817" y="872563"/>
                        <a:pt x="470731" y="878525"/>
                      </a:cubicBezTo>
                      <a:cubicBezTo>
                        <a:pt x="468644" y="884486"/>
                        <a:pt x="451454" y="889852"/>
                        <a:pt x="442611" y="896360"/>
                      </a:cubicBezTo>
                      <a:cubicBezTo>
                        <a:pt x="433768" y="902918"/>
                        <a:pt x="412405" y="926119"/>
                        <a:pt x="402519" y="944600"/>
                      </a:cubicBezTo>
                      <a:cubicBezTo>
                        <a:pt x="396657" y="955530"/>
                        <a:pt x="388112" y="964572"/>
                        <a:pt x="382051" y="972520"/>
                      </a:cubicBezTo>
                      <a:cubicBezTo>
                        <a:pt x="384932" y="972967"/>
                        <a:pt x="387317" y="972868"/>
                        <a:pt x="388956" y="972024"/>
                      </a:cubicBezTo>
                      <a:cubicBezTo>
                        <a:pt x="393626" y="969639"/>
                        <a:pt x="400929" y="969639"/>
                        <a:pt x="408729" y="980320"/>
                      </a:cubicBezTo>
                      <a:cubicBezTo>
                        <a:pt x="416529" y="991051"/>
                        <a:pt x="416032" y="999397"/>
                        <a:pt x="419112" y="998801"/>
                      </a:cubicBezTo>
                      <a:cubicBezTo>
                        <a:pt x="422242" y="998205"/>
                        <a:pt x="425869" y="984493"/>
                        <a:pt x="432129" y="994628"/>
                      </a:cubicBezTo>
                      <a:cubicBezTo>
                        <a:pt x="438388" y="1004763"/>
                        <a:pt x="454485" y="1012513"/>
                        <a:pt x="458161" y="1017283"/>
                      </a:cubicBezTo>
                      <a:cubicBezTo>
                        <a:pt x="461788" y="1022052"/>
                        <a:pt x="473761" y="1025629"/>
                        <a:pt x="473761" y="1038099"/>
                      </a:cubicBezTo>
                      <a:cubicBezTo>
                        <a:pt x="473761" y="1046743"/>
                        <a:pt x="470432" y="1062691"/>
                        <a:pt x="475649" y="1076700"/>
                      </a:cubicBezTo>
                      <a:cubicBezTo>
                        <a:pt x="476344" y="1076452"/>
                        <a:pt x="477090" y="1076204"/>
                        <a:pt x="477835" y="1076054"/>
                      </a:cubicBezTo>
                      <a:cubicBezTo>
                        <a:pt x="480369" y="1072527"/>
                        <a:pt x="483300" y="1069099"/>
                        <a:pt x="487026" y="1066069"/>
                      </a:cubicBezTo>
                      <a:cubicBezTo>
                        <a:pt x="501433" y="1054295"/>
                        <a:pt x="497806" y="1047240"/>
                        <a:pt x="504464" y="1033180"/>
                      </a:cubicBezTo>
                      <a:cubicBezTo>
                        <a:pt x="511170" y="1019071"/>
                        <a:pt x="505507" y="1013209"/>
                        <a:pt x="516784" y="1000838"/>
                      </a:cubicBezTo>
                      <a:cubicBezTo>
                        <a:pt x="528062" y="988468"/>
                        <a:pt x="514747" y="980270"/>
                        <a:pt x="529105" y="972620"/>
                      </a:cubicBezTo>
                      <a:cubicBezTo>
                        <a:pt x="537203" y="968298"/>
                        <a:pt x="540084" y="971129"/>
                        <a:pt x="538942" y="977439"/>
                      </a:cubicBezTo>
                      <a:cubicBezTo>
                        <a:pt x="539538" y="976743"/>
                        <a:pt x="540134" y="976048"/>
                        <a:pt x="540780" y="975352"/>
                      </a:cubicBezTo>
                      <a:cubicBezTo>
                        <a:pt x="545301" y="958411"/>
                        <a:pt x="552157" y="940128"/>
                        <a:pt x="567508" y="933074"/>
                      </a:cubicBezTo>
                      <a:cubicBezTo>
                        <a:pt x="571433" y="924728"/>
                        <a:pt x="576053" y="916779"/>
                        <a:pt x="583008" y="909476"/>
                      </a:cubicBezTo>
                      <a:cubicBezTo>
                        <a:pt x="585542" y="906793"/>
                        <a:pt x="588324" y="904955"/>
                        <a:pt x="591206" y="903713"/>
                      </a:cubicBezTo>
                      <a:cubicBezTo>
                        <a:pt x="591355" y="898198"/>
                        <a:pt x="591106" y="892435"/>
                        <a:pt x="590759" y="887368"/>
                      </a:cubicBezTo>
                      <a:cubicBezTo>
                        <a:pt x="589715" y="872066"/>
                        <a:pt x="585642" y="857957"/>
                        <a:pt x="591255" y="847971"/>
                      </a:cubicBezTo>
                      <a:cubicBezTo>
                        <a:pt x="596919" y="837985"/>
                        <a:pt x="591255" y="828546"/>
                        <a:pt x="598459" y="828546"/>
                      </a:cubicBezTo>
                      <a:cubicBezTo>
                        <a:pt x="605663" y="828546"/>
                        <a:pt x="616443" y="816225"/>
                        <a:pt x="627721" y="803259"/>
                      </a:cubicBezTo>
                      <a:cubicBezTo>
                        <a:pt x="638551" y="790888"/>
                        <a:pt x="645606" y="789298"/>
                        <a:pt x="656585" y="788156"/>
                      </a:cubicBezTo>
                      <a:cubicBezTo>
                        <a:pt x="659268" y="784976"/>
                        <a:pt x="662845" y="782294"/>
                        <a:pt x="667416" y="780505"/>
                      </a:cubicBezTo>
                      <a:cubicBezTo>
                        <a:pt x="670496" y="779313"/>
                        <a:pt x="673576" y="778021"/>
                        <a:pt x="676607" y="776729"/>
                      </a:cubicBezTo>
                      <a:cubicBezTo>
                        <a:pt x="681326" y="773152"/>
                        <a:pt x="685102" y="767787"/>
                        <a:pt x="688878" y="763912"/>
                      </a:cubicBezTo>
                      <a:cubicBezTo>
                        <a:pt x="691710" y="760980"/>
                        <a:pt x="699460" y="761477"/>
                        <a:pt x="707905" y="762521"/>
                      </a:cubicBezTo>
                      <a:cubicBezTo>
                        <a:pt x="718736" y="757751"/>
                        <a:pt x="729715" y="753578"/>
                        <a:pt x="741340" y="751144"/>
                      </a:cubicBezTo>
                      <a:cubicBezTo>
                        <a:pt x="743974" y="750597"/>
                        <a:pt x="746706" y="750150"/>
                        <a:pt x="749438" y="749653"/>
                      </a:cubicBezTo>
                      <a:cubicBezTo>
                        <a:pt x="751525" y="744536"/>
                        <a:pt x="755798" y="740959"/>
                        <a:pt x="760865" y="740959"/>
                      </a:cubicBezTo>
                      <a:cubicBezTo>
                        <a:pt x="768069" y="740959"/>
                        <a:pt x="771149" y="738624"/>
                        <a:pt x="771149" y="726850"/>
                      </a:cubicBezTo>
                      <a:cubicBezTo>
                        <a:pt x="771149" y="715076"/>
                        <a:pt x="774229" y="708021"/>
                        <a:pt x="780389" y="702755"/>
                      </a:cubicBezTo>
                      <a:cubicBezTo>
                        <a:pt x="780687" y="702507"/>
                        <a:pt x="780886" y="702159"/>
                        <a:pt x="781184" y="701910"/>
                      </a:cubicBezTo>
                      <a:cubicBezTo>
                        <a:pt x="783817" y="681144"/>
                        <a:pt x="783271" y="657247"/>
                        <a:pt x="800261" y="646517"/>
                      </a:cubicBezTo>
                      <a:cubicBezTo>
                        <a:pt x="801156" y="641101"/>
                        <a:pt x="802000" y="635935"/>
                        <a:pt x="802000" y="631662"/>
                      </a:cubicBezTo>
                      <a:cubicBezTo>
                        <a:pt x="802000" y="622869"/>
                        <a:pt x="810198" y="624011"/>
                        <a:pt x="813824" y="617553"/>
                      </a:cubicBezTo>
                      <a:cubicBezTo>
                        <a:pt x="817401" y="611094"/>
                        <a:pt x="810744" y="602847"/>
                        <a:pt x="816408" y="584614"/>
                      </a:cubicBezTo>
                      <a:cubicBezTo>
                        <a:pt x="822071" y="566382"/>
                        <a:pt x="816408" y="549341"/>
                        <a:pt x="816408" y="532897"/>
                      </a:cubicBezTo>
                      <a:cubicBezTo>
                        <a:pt x="816408" y="531754"/>
                        <a:pt x="816408" y="530612"/>
                        <a:pt x="816408" y="529469"/>
                      </a:cubicBezTo>
                      <a:cubicBezTo>
                        <a:pt x="808211" y="521520"/>
                        <a:pt x="805031" y="507510"/>
                        <a:pt x="811589" y="497525"/>
                      </a:cubicBezTo>
                      <a:cubicBezTo>
                        <a:pt x="814619" y="492954"/>
                        <a:pt x="817749" y="488532"/>
                        <a:pt x="820879" y="484061"/>
                      </a:cubicBezTo>
                      <a:cubicBezTo>
                        <a:pt x="820581" y="483862"/>
                        <a:pt x="820283" y="483664"/>
                        <a:pt x="819985" y="483465"/>
                      </a:cubicBezTo>
                      <a:cubicBezTo>
                        <a:pt x="815861" y="481130"/>
                        <a:pt x="820481" y="474671"/>
                        <a:pt x="824108" y="475814"/>
                      </a:cubicBezTo>
                      <a:cubicBezTo>
                        <a:pt x="824704" y="476013"/>
                        <a:pt x="825350" y="476410"/>
                        <a:pt x="825946" y="476957"/>
                      </a:cubicBezTo>
                      <a:cubicBezTo>
                        <a:pt x="832305" y="468064"/>
                        <a:pt x="838665" y="459171"/>
                        <a:pt x="844428" y="449831"/>
                      </a:cubicBezTo>
                      <a:cubicBezTo>
                        <a:pt x="847557" y="444764"/>
                        <a:pt x="852128" y="441137"/>
                        <a:pt x="857295" y="439051"/>
                      </a:cubicBezTo>
                      <a:cubicBezTo>
                        <a:pt x="862958" y="423550"/>
                        <a:pt x="872000" y="423997"/>
                        <a:pt x="879055" y="420520"/>
                      </a:cubicBezTo>
                      <a:cubicBezTo>
                        <a:pt x="880943" y="419576"/>
                        <a:pt x="883427" y="417489"/>
                        <a:pt x="886209" y="414409"/>
                      </a:cubicBezTo>
                      <a:cubicBezTo>
                        <a:pt x="884967" y="409838"/>
                        <a:pt x="884718" y="404721"/>
                        <a:pt x="886060" y="400598"/>
                      </a:cubicBezTo>
                      <a:cubicBezTo>
                        <a:pt x="886855" y="398312"/>
                        <a:pt x="887650" y="396027"/>
                        <a:pt x="888146" y="393642"/>
                      </a:cubicBezTo>
                      <a:cubicBezTo>
                        <a:pt x="888296" y="392550"/>
                        <a:pt x="888444" y="391407"/>
                        <a:pt x="888594" y="390314"/>
                      </a:cubicBezTo>
                      <a:cubicBezTo>
                        <a:pt x="889388" y="384452"/>
                        <a:pt x="894108" y="379334"/>
                        <a:pt x="898778" y="375906"/>
                      </a:cubicBezTo>
                      <a:cubicBezTo>
                        <a:pt x="896840" y="367312"/>
                        <a:pt x="899026" y="358121"/>
                        <a:pt x="906628" y="352358"/>
                      </a:cubicBezTo>
                      <a:cubicBezTo>
                        <a:pt x="906628" y="350321"/>
                        <a:pt x="907373" y="347738"/>
                        <a:pt x="907572" y="345701"/>
                      </a:cubicBezTo>
                      <a:cubicBezTo>
                        <a:pt x="908416" y="337255"/>
                        <a:pt x="908068" y="328313"/>
                        <a:pt x="907373" y="319867"/>
                      </a:cubicBezTo>
                      <a:cubicBezTo>
                        <a:pt x="907075" y="314899"/>
                        <a:pt x="906478" y="309583"/>
                        <a:pt x="905485" y="30436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7" name="Google Shape;787;p8"/>
                <p:cNvSpPr/>
                <p:nvPr/>
              </p:nvSpPr>
              <p:spPr>
                <a:xfrm>
                  <a:off x="2951486" y="5145208"/>
                  <a:ext cx="114845" cy="139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45" h="139977" extrusionOk="0">
                      <a:moveTo>
                        <a:pt x="52397" y="139628"/>
                      </a:moveTo>
                      <a:cubicBezTo>
                        <a:pt x="57116" y="132822"/>
                        <a:pt x="65115" y="128251"/>
                        <a:pt x="73362" y="128251"/>
                      </a:cubicBezTo>
                      <a:lnTo>
                        <a:pt x="89707" y="128251"/>
                      </a:lnTo>
                      <a:cubicBezTo>
                        <a:pt x="90700" y="127208"/>
                        <a:pt x="91694" y="126165"/>
                        <a:pt x="92588" y="125072"/>
                      </a:cubicBezTo>
                      <a:cubicBezTo>
                        <a:pt x="97904" y="118663"/>
                        <a:pt x="103071" y="113496"/>
                        <a:pt x="109877" y="108578"/>
                      </a:cubicBezTo>
                      <a:cubicBezTo>
                        <a:pt x="111467" y="107435"/>
                        <a:pt x="113106" y="106590"/>
                        <a:pt x="114845" y="105994"/>
                      </a:cubicBezTo>
                      <a:cubicBezTo>
                        <a:pt x="109629" y="91984"/>
                        <a:pt x="112957" y="76037"/>
                        <a:pt x="112957" y="67393"/>
                      </a:cubicBezTo>
                      <a:cubicBezTo>
                        <a:pt x="112957" y="54923"/>
                        <a:pt x="100984" y="51346"/>
                        <a:pt x="97358" y="46577"/>
                      </a:cubicBezTo>
                      <a:cubicBezTo>
                        <a:pt x="93731" y="41807"/>
                        <a:pt x="77585" y="34057"/>
                        <a:pt x="71325" y="23922"/>
                      </a:cubicBezTo>
                      <a:cubicBezTo>
                        <a:pt x="65065" y="13787"/>
                        <a:pt x="61439" y="27499"/>
                        <a:pt x="58309" y="28095"/>
                      </a:cubicBezTo>
                      <a:cubicBezTo>
                        <a:pt x="55179" y="28691"/>
                        <a:pt x="55725" y="20345"/>
                        <a:pt x="47926" y="9614"/>
                      </a:cubicBezTo>
                      <a:cubicBezTo>
                        <a:pt x="40126" y="-1117"/>
                        <a:pt x="32823" y="-1117"/>
                        <a:pt x="28153" y="1317"/>
                      </a:cubicBezTo>
                      <a:cubicBezTo>
                        <a:pt x="26513" y="2112"/>
                        <a:pt x="24128" y="2261"/>
                        <a:pt x="21247" y="1814"/>
                      </a:cubicBezTo>
                      <a:cubicBezTo>
                        <a:pt x="17124" y="7279"/>
                        <a:pt x="14093" y="12197"/>
                        <a:pt x="14093" y="16818"/>
                      </a:cubicBezTo>
                      <a:cubicBezTo>
                        <a:pt x="14093" y="28145"/>
                        <a:pt x="6790" y="40615"/>
                        <a:pt x="6293" y="62077"/>
                      </a:cubicBezTo>
                      <a:cubicBezTo>
                        <a:pt x="5747" y="83489"/>
                        <a:pt x="580" y="79912"/>
                        <a:pt x="33" y="96605"/>
                      </a:cubicBezTo>
                      <a:cubicBezTo>
                        <a:pt x="-464" y="113297"/>
                        <a:pt x="4703" y="110316"/>
                        <a:pt x="6790" y="112701"/>
                      </a:cubicBezTo>
                      <a:cubicBezTo>
                        <a:pt x="7933" y="113993"/>
                        <a:pt x="6542" y="119309"/>
                        <a:pt x="5051" y="123830"/>
                      </a:cubicBezTo>
                      <a:cubicBezTo>
                        <a:pt x="7237" y="126065"/>
                        <a:pt x="9423" y="129543"/>
                        <a:pt x="14192" y="128897"/>
                      </a:cubicBezTo>
                      <a:cubicBezTo>
                        <a:pt x="23433" y="127705"/>
                        <a:pt x="32674" y="131828"/>
                        <a:pt x="44001" y="137740"/>
                      </a:cubicBezTo>
                      <a:cubicBezTo>
                        <a:pt x="48820" y="140224"/>
                        <a:pt x="50857" y="140274"/>
                        <a:pt x="52397" y="13962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8" name="Google Shape;788;p8"/>
                <p:cNvSpPr/>
                <p:nvPr/>
              </p:nvSpPr>
              <p:spPr>
                <a:xfrm>
                  <a:off x="2596477" y="4908752"/>
                  <a:ext cx="465616" cy="94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616" h="948927" extrusionOk="0">
                      <a:moveTo>
                        <a:pt x="460663" y="103785"/>
                      </a:moveTo>
                      <a:cubicBezTo>
                        <a:pt x="458328" y="102443"/>
                        <a:pt x="451224" y="102443"/>
                        <a:pt x="445411" y="102642"/>
                      </a:cubicBezTo>
                      <a:cubicBezTo>
                        <a:pt x="445411" y="103636"/>
                        <a:pt x="445411" y="104530"/>
                        <a:pt x="445511" y="105325"/>
                      </a:cubicBezTo>
                      <a:cubicBezTo>
                        <a:pt x="446902" y="116453"/>
                        <a:pt x="440642" y="145069"/>
                        <a:pt x="433687" y="144274"/>
                      </a:cubicBezTo>
                      <a:cubicBezTo>
                        <a:pt x="426731" y="143480"/>
                        <a:pt x="421167" y="156198"/>
                        <a:pt x="415603" y="154608"/>
                      </a:cubicBezTo>
                      <a:cubicBezTo>
                        <a:pt x="410039" y="153018"/>
                        <a:pt x="402388" y="164147"/>
                        <a:pt x="395433" y="159377"/>
                      </a:cubicBezTo>
                      <a:cubicBezTo>
                        <a:pt x="388477" y="154608"/>
                        <a:pt x="378740" y="160967"/>
                        <a:pt x="373176" y="156993"/>
                      </a:cubicBezTo>
                      <a:cubicBezTo>
                        <a:pt x="367611" y="153018"/>
                        <a:pt x="351614" y="156198"/>
                        <a:pt x="351614" y="151428"/>
                      </a:cubicBezTo>
                      <a:cubicBezTo>
                        <a:pt x="351614" y="146659"/>
                        <a:pt x="359265" y="148249"/>
                        <a:pt x="359265" y="133891"/>
                      </a:cubicBezTo>
                      <a:cubicBezTo>
                        <a:pt x="359265" y="119583"/>
                        <a:pt x="380131" y="103685"/>
                        <a:pt x="377349" y="98121"/>
                      </a:cubicBezTo>
                      <a:cubicBezTo>
                        <a:pt x="374567" y="92557"/>
                        <a:pt x="339095" y="80584"/>
                        <a:pt x="334226" y="73430"/>
                      </a:cubicBezTo>
                      <a:cubicBezTo>
                        <a:pt x="329357" y="66276"/>
                        <a:pt x="322402" y="59867"/>
                        <a:pt x="308492" y="58327"/>
                      </a:cubicBezTo>
                      <a:cubicBezTo>
                        <a:pt x="294581" y="56737"/>
                        <a:pt x="295277" y="48788"/>
                        <a:pt x="282757" y="40045"/>
                      </a:cubicBezTo>
                      <a:cubicBezTo>
                        <a:pt x="272324" y="32742"/>
                        <a:pt x="256079" y="13267"/>
                        <a:pt x="250614" y="2387"/>
                      </a:cubicBezTo>
                      <a:cubicBezTo>
                        <a:pt x="242118" y="1393"/>
                        <a:pt x="230145" y="-644"/>
                        <a:pt x="227711" y="2635"/>
                      </a:cubicBezTo>
                      <a:cubicBezTo>
                        <a:pt x="224283" y="7355"/>
                        <a:pt x="218818" y="29264"/>
                        <a:pt x="213999" y="18285"/>
                      </a:cubicBezTo>
                      <a:cubicBezTo>
                        <a:pt x="209180" y="7305"/>
                        <a:pt x="197555" y="7305"/>
                        <a:pt x="187271" y="5716"/>
                      </a:cubicBezTo>
                      <a:cubicBezTo>
                        <a:pt x="176987" y="4175"/>
                        <a:pt x="177683" y="-6804"/>
                        <a:pt x="166703" y="6510"/>
                      </a:cubicBezTo>
                      <a:cubicBezTo>
                        <a:pt x="161835" y="12422"/>
                        <a:pt x="155475" y="18285"/>
                        <a:pt x="149762" y="22557"/>
                      </a:cubicBezTo>
                      <a:cubicBezTo>
                        <a:pt x="149067" y="35226"/>
                        <a:pt x="147079" y="49484"/>
                        <a:pt x="145043" y="53558"/>
                      </a:cubicBezTo>
                      <a:cubicBezTo>
                        <a:pt x="142260" y="59122"/>
                        <a:pt x="119308" y="71045"/>
                        <a:pt x="118613" y="77405"/>
                      </a:cubicBezTo>
                      <a:cubicBezTo>
                        <a:pt x="117917" y="83763"/>
                        <a:pt x="121395" y="92507"/>
                        <a:pt x="117222" y="96482"/>
                      </a:cubicBezTo>
                      <a:cubicBezTo>
                        <a:pt x="113048" y="100456"/>
                        <a:pt x="126959" y="120329"/>
                        <a:pt x="119308" y="125147"/>
                      </a:cubicBezTo>
                      <a:cubicBezTo>
                        <a:pt x="111657" y="129917"/>
                        <a:pt x="124872" y="137866"/>
                        <a:pt x="120004" y="142635"/>
                      </a:cubicBezTo>
                      <a:cubicBezTo>
                        <a:pt x="115135" y="147404"/>
                        <a:pt x="106093" y="149789"/>
                        <a:pt x="106093" y="155353"/>
                      </a:cubicBezTo>
                      <a:cubicBezTo>
                        <a:pt x="106093" y="160918"/>
                        <a:pt x="105398" y="174480"/>
                        <a:pt x="99138" y="177660"/>
                      </a:cubicBezTo>
                      <a:cubicBezTo>
                        <a:pt x="92878" y="180839"/>
                        <a:pt x="88705" y="192763"/>
                        <a:pt x="88705" y="201506"/>
                      </a:cubicBezTo>
                      <a:cubicBezTo>
                        <a:pt x="88705" y="210250"/>
                        <a:pt x="78967" y="204686"/>
                        <a:pt x="82445" y="215814"/>
                      </a:cubicBezTo>
                      <a:cubicBezTo>
                        <a:pt x="85923" y="226993"/>
                        <a:pt x="90096" y="240506"/>
                        <a:pt x="82445" y="242890"/>
                      </a:cubicBezTo>
                      <a:cubicBezTo>
                        <a:pt x="74794" y="245275"/>
                        <a:pt x="76881" y="263607"/>
                        <a:pt x="72708" y="263607"/>
                      </a:cubicBezTo>
                      <a:cubicBezTo>
                        <a:pt x="68534" y="263607"/>
                        <a:pt x="66448" y="282685"/>
                        <a:pt x="72708" y="292223"/>
                      </a:cubicBezTo>
                      <a:cubicBezTo>
                        <a:pt x="78967" y="301762"/>
                        <a:pt x="80358" y="309711"/>
                        <a:pt x="80358" y="318504"/>
                      </a:cubicBezTo>
                      <a:cubicBezTo>
                        <a:pt x="80358" y="327248"/>
                        <a:pt x="88705" y="332017"/>
                        <a:pt x="85923" y="341556"/>
                      </a:cubicBezTo>
                      <a:cubicBezTo>
                        <a:pt x="83141" y="351094"/>
                        <a:pt x="84532" y="359838"/>
                        <a:pt x="79663" y="363813"/>
                      </a:cubicBezTo>
                      <a:cubicBezTo>
                        <a:pt x="74794" y="367787"/>
                        <a:pt x="78967" y="379711"/>
                        <a:pt x="72708" y="382940"/>
                      </a:cubicBezTo>
                      <a:cubicBezTo>
                        <a:pt x="66448" y="386120"/>
                        <a:pt x="77576" y="411556"/>
                        <a:pt x="72708" y="416325"/>
                      </a:cubicBezTo>
                      <a:cubicBezTo>
                        <a:pt x="67839" y="421095"/>
                        <a:pt x="55319" y="425069"/>
                        <a:pt x="55319" y="442606"/>
                      </a:cubicBezTo>
                      <a:cubicBezTo>
                        <a:pt x="55319" y="460094"/>
                        <a:pt x="57704" y="470030"/>
                        <a:pt x="56015" y="477631"/>
                      </a:cubicBezTo>
                      <a:cubicBezTo>
                        <a:pt x="54624" y="483990"/>
                        <a:pt x="62970" y="482400"/>
                        <a:pt x="61579" y="492734"/>
                      </a:cubicBezTo>
                      <a:cubicBezTo>
                        <a:pt x="60188" y="503067"/>
                        <a:pt x="49060" y="496708"/>
                        <a:pt x="48364" y="503067"/>
                      </a:cubicBezTo>
                      <a:cubicBezTo>
                        <a:pt x="47669" y="509426"/>
                        <a:pt x="51146" y="522194"/>
                        <a:pt x="46973" y="522989"/>
                      </a:cubicBezTo>
                      <a:cubicBezTo>
                        <a:pt x="42800" y="523784"/>
                        <a:pt x="40713" y="528554"/>
                        <a:pt x="40713" y="539732"/>
                      </a:cubicBezTo>
                      <a:cubicBezTo>
                        <a:pt x="40713" y="550860"/>
                        <a:pt x="35149" y="552450"/>
                        <a:pt x="34454" y="558014"/>
                      </a:cubicBezTo>
                      <a:cubicBezTo>
                        <a:pt x="33758" y="563578"/>
                        <a:pt x="39322" y="569987"/>
                        <a:pt x="39322" y="576297"/>
                      </a:cubicBezTo>
                      <a:cubicBezTo>
                        <a:pt x="39322" y="582656"/>
                        <a:pt x="42800" y="604167"/>
                        <a:pt x="37931" y="604962"/>
                      </a:cubicBezTo>
                      <a:cubicBezTo>
                        <a:pt x="33063" y="605757"/>
                        <a:pt x="30281" y="629653"/>
                        <a:pt x="34454" y="632833"/>
                      </a:cubicBezTo>
                      <a:cubicBezTo>
                        <a:pt x="38627" y="636013"/>
                        <a:pt x="38627" y="642372"/>
                        <a:pt x="36540" y="647141"/>
                      </a:cubicBezTo>
                      <a:cubicBezTo>
                        <a:pt x="34454" y="651910"/>
                        <a:pt x="46278" y="656680"/>
                        <a:pt x="40018" y="663834"/>
                      </a:cubicBezTo>
                      <a:cubicBezTo>
                        <a:pt x="33758" y="670988"/>
                        <a:pt x="38726" y="680179"/>
                        <a:pt x="46973" y="677347"/>
                      </a:cubicBezTo>
                      <a:cubicBezTo>
                        <a:pt x="53928" y="674962"/>
                        <a:pt x="58102" y="689270"/>
                        <a:pt x="50451" y="689270"/>
                      </a:cubicBezTo>
                      <a:cubicBezTo>
                        <a:pt x="42800" y="689270"/>
                        <a:pt x="35149" y="689270"/>
                        <a:pt x="41409" y="694834"/>
                      </a:cubicBezTo>
                      <a:cubicBezTo>
                        <a:pt x="47669" y="700398"/>
                        <a:pt x="53928" y="708348"/>
                        <a:pt x="44887" y="712322"/>
                      </a:cubicBezTo>
                      <a:cubicBezTo>
                        <a:pt x="35845" y="716296"/>
                        <a:pt x="43495" y="723450"/>
                        <a:pt x="41409" y="732989"/>
                      </a:cubicBezTo>
                      <a:cubicBezTo>
                        <a:pt x="39322" y="742528"/>
                        <a:pt x="47669" y="751272"/>
                        <a:pt x="40713" y="753656"/>
                      </a:cubicBezTo>
                      <a:cubicBezTo>
                        <a:pt x="33758" y="756041"/>
                        <a:pt x="43495" y="770349"/>
                        <a:pt x="33758" y="771988"/>
                      </a:cubicBezTo>
                      <a:cubicBezTo>
                        <a:pt x="24021" y="773578"/>
                        <a:pt x="30281" y="783911"/>
                        <a:pt x="24021" y="789476"/>
                      </a:cubicBezTo>
                      <a:cubicBezTo>
                        <a:pt x="17761" y="795040"/>
                        <a:pt x="32367" y="804579"/>
                        <a:pt x="24716" y="810143"/>
                      </a:cubicBezTo>
                      <a:cubicBezTo>
                        <a:pt x="17066" y="815707"/>
                        <a:pt x="22630" y="828425"/>
                        <a:pt x="14979" y="828425"/>
                      </a:cubicBezTo>
                      <a:cubicBezTo>
                        <a:pt x="7328" y="828425"/>
                        <a:pt x="3155" y="840349"/>
                        <a:pt x="2459" y="845913"/>
                      </a:cubicBezTo>
                      <a:cubicBezTo>
                        <a:pt x="1764" y="851477"/>
                        <a:pt x="-3105" y="862655"/>
                        <a:pt x="3155" y="870604"/>
                      </a:cubicBezTo>
                      <a:cubicBezTo>
                        <a:pt x="9415" y="878553"/>
                        <a:pt x="1764" y="884912"/>
                        <a:pt x="7328" y="888092"/>
                      </a:cubicBezTo>
                      <a:cubicBezTo>
                        <a:pt x="12892" y="891271"/>
                        <a:pt x="31672" y="886502"/>
                        <a:pt x="28890" y="896040"/>
                      </a:cubicBezTo>
                      <a:cubicBezTo>
                        <a:pt x="26107" y="905579"/>
                        <a:pt x="26803" y="926296"/>
                        <a:pt x="30281" y="926296"/>
                      </a:cubicBezTo>
                      <a:cubicBezTo>
                        <a:pt x="33758" y="926296"/>
                        <a:pt x="35845" y="938220"/>
                        <a:pt x="41409" y="937424"/>
                      </a:cubicBezTo>
                      <a:cubicBezTo>
                        <a:pt x="46973" y="936630"/>
                        <a:pt x="72012" y="933450"/>
                        <a:pt x="82445" y="936630"/>
                      </a:cubicBezTo>
                      <a:cubicBezTo>
                        <a:pt x="87612" y="938220"/>
                        <a:pt x="91884" y="941747"/>
                        <a:pt x="94915" y="944877"/>
                      </a:cubicBezTo>
                      <a:cubicBezTo>
                        <a:pt x="100877" y="941846"/>
                        <a:pt x="113893" y="951583"/>
                        <a:pt x="116874" y="948205"/>
                      </a:cubicBezTo>
                      <a:cubicBezTo>
                        <a:pt x="120451" y="944082"/>
                        <a:pt x="104056" y="928780"/>
                        <a:pt x="104553" y="923514"/>
                      </a:cubicBezTo>
                      <a:cubicBezTo>
                        <a:pt x="105050" y="918198"/>
                        <a:pt x="101970" y="909405"/>
                        <a:pt x="101970" y="903542"/>
                      </a:cubicBezTo>
                      <a:cubicBezTo>
                        <a:pt x="101970" y="897680"/>
                        <a:pt x="99386" y="884713"/>
                        <a:pt x="106590" y="878851"/>
                      </a:cubicBezTo>
                      <a:cubicBezTo>
                        <a:pt x="113048" y="873585"/>
                        <a:pt x="114141" y="868368"/>
                        <a:pt x="117619" y="868170"/>
                      </a:cubicBezTo>
                      <a:cubicBezTo>
                        <a:pt x="121991" y="862407"/>
                        <a:pt x="127108" y="857489"/>
                        <a:pt x="132871" y="852918"/>
                      </a:cubicBezTo>
                      <a:cubicBezTo>
                        <a:pt x="133020" y="851775"/>
                        <a:pt x="133219" y="850682"/>
                        <a:pt x="133268" y="849440"/>
                      </a:cubicBezTo>
                      <a:cubicBezTo>
                        <a:pt x="133715" y="836971"/>
                        <a:pt x="138236" y="831357"/>
                        <a:pt x="146384" y="823308"/>
                      </a:cubicBezTo>
                      <a:cubicBezTo>
                        <a:pt x="147874" y="821569"/>
                        <a:pt x="149365" y="819930"/>
                        <a:pt x="150955" y="818390"/>
                      </a:cubicBezTo>
                      <a:cubicBezTo>
                        <a:pt x="152544" y="813819"/>
                        <a:pt x="155525" y="809745"/>
                        <a:pt x="159351" y="806218"/>
                      </a:cubicBezTo>
                      <a:cubicBezTo>
                        <a:pt x="159450" y="806069"/>
                        <a:pt x="159599" y="805870"/>
                        <a:pt x="159748" y="805672"/>
                      </a:cubicBezTo>
                      <a:cubicBezTo>
                        <a:pt x="159549" y="805771"/>
                        <a:pt x="159748" y="805523"/>
                        <a:pt x="160145" y="805075"/>
                      </a:cubicBezTo>
                      <a:cubicBezTo>
                        <a:pt x="161238" y="803287"/>
                        <a:pt x="162480" y="801548"/>
                        <a:pt x="163673" y="799809"/>
                      </a:cubicBezTo>
                      <a:cubicBezTo>
                        <a:pt x="167647" y="794245"/>
                        <a:pt x="171771" y="789675"/>
                        <a:pt x="177037" y="785799"/>
                      </a:cubicBezTo>
                      <a:cubicBezTo>
                        <a:pt x="178329" y="779589"/>
                        <a:pt x="181011" y="772088"/>
                        <a:pt x="181011" y="768362"/>
                      </a:cubicBezTo>
                      <a:cubicBezTo>
                        <a:pt x="181011" y="762499"/>
                        <a:pt x="163573" y="763642"/>
                        <a:pt x="157910" y="761307"/>
                      </a:cubicBezTo>
                      <a:cubicBezTo>
                        <a:pt x="152246" y="758972"/>
                        <a:pt x="131728" y="742478"/>
                        <a:pt x="142012" y="720768"/>
                      </a:cubicBezTo>
                      <a:cubicBezTo>
                        <a:pt x="146036" y="712222"/>
                        <a:pt x="151849" y="706708"/>
                        <a:pt x="157761" y="703081"/>
                      </a:cubicBezTo>
                      <a:cubicBezTo>
                        <a:pt x="159052" y="700250"/>
                        <a:pt x="160791" y="697616"/>
                        <a:pt x="162779" y="695580"/>
                      </a:cubicBezTo>
                      <a:cubicBezTo>
                        <a:pt x="166803" y="691456"/>
                        <a:pt x="171324" y="689668"/>
                        <a:pt x="176490" y="688674"/>
                      </a:cubicBezTo>
                      <a:cubicBezTo>
                        <a:pt x="178825" y="686389"/>
                        <a:pt x="181558" y="684550"/>
                        <a:pt x="184539" y="683259"/>
                      </a:cubicBezTo>
                      <a:cubicBezTo>
                        <a:pt x="184837" y="682812"/>
                        <a:pt x="185184" y="682315"/>
                        <a:pt x="185731" y="681967"/>
                      </a:cubicBezTo>
                      <a:cubicBezTo>
                        <a:pt x="190848" y="678440"/>
                        <a:pt x="191891" y="672577"/>
                        <a:pt x="191891" y="663734"/>
                      </a:cubicBezTo>
                      <a:cubicBezTo>
                        <a:pt x="191891" y="653749"/>
                        <a:pt x="191891" y="637851"/>
                        <a:pt x="201132" y="636708"/>
                      </a:cubicBezTo>
                      <a:cubicBezTo>
                        <a:pt x="210373" y="635516"/>
                        <a:pt x="212956" y="629653"/>
                        <a:pt x="207292" y="627865"/>
                      </a:cubicBezTo>
                      <a:cubicBezTo>
                        <a:pt x="201629" y="626077"/>
                        <a:pt x="199095" y="618475"/>
                        <a:pt x="208336" y="617283"/>
                      </a:cubicBezTo>
                      <a:cubicBezTo>
                        <a:pt x="217576" y="616091"/>
                        <a:pt x="214496" y="626126"/>
                        <a:pt x="221153" y="626126"/>
                      </a:cubicBezTo>
                      <a:cubicBezTo>
                        <a:pt x="227860" y="626126"/>
                        <a:pt x="239137" y="613209"/>
                        <a:pt x="230394" y="605558"/>
                      </a:cubicBezTo>
                      <a:cubicBezTo>
                        <a:pt x="221650" y="597908"/>
                        <a:pt x="219116" y="609086"/>
                        <a:pt x="214496" y="610278"/>
                      </a:cubicBezTo>
                      <a:cubicBezTo>
                        <a:pt x="209876" y="611421"/>
                        <a:pt x="206249" y="603223"/>
                        <a:pt x="201678" y="603223"/>
                      </a:cubicBezTo>
                      <a:cubicBezTo>
                        <a:pt x="197058" y="603223"/>
                        <a:pt x="200138" y="588518"/>
                        <a:pt x="198101" y="583252"/>
                      </a:cubicBezTo>
                      <a:cubicBezTo>
                        <a:pt x="196065" y="577936"/>
                        <a:pt x="192984" y="565019"/>
                        <a:pt x="197058" y="558561"/>
                      </a:cubicBezTo>
                      <a:cubicBezTo>
                        <a:pt x="201182" y="552102"/>
                        <a:pt x="218619" y="568546"/>
                        <a:pt x="234020" y="569739"/>
                      </a:cubicBezTo>
                      <a:cubicBezTo>
                        <a:pt x="249421" y="570931"/>
                        <a:pt x="260749" y="560945"/>
                        <a:pt x="260749" y="554437"/>
                      </a:cubicBezTo>
                      <a:cubicBezTo>
                        <a:pt x="260749" y="547979"/>
                        <a:pt x="253545" y="536204"/>
                        <a:pt x="262785" y="529199"/>
                      </a:cubicBezTo>
                      <a:cubicBezTo>
                        <a:pt x="272026" y="522145"/>
                        <a:pt x="264326" y="519810"/>
                        <a:pt x="261742" y="510370"/>
                      </a:cubicBezTo>
                      <a:cubicBezTo>
                        <a:pt x="259159" y="500981"/>
                        <a:pt x="265866" y="495069"/>
                        <a:pt x="269939" y="499789"/>
                      </a:cubicBezTo>
                      <a:cubicBezTo>
                        <a:pt x="272920" y="503167"/>
                        <a:pt x="289613" y="502571"/>
                        <a:pt x="308144" y="499789"/>
                      </a:cubicBezTo>
                      <a:cubicBezTo>
                        <a:pt x="310230" y="498099"/>
                        <a:pt x="312615" y="496609"/>
                        <a:pt x="315397" y="495466"/>
                      </a:cubicBezTo>
                      <a:cubicBezTo>
                        <a:pt x="325532" y="491343"/>
                        <a:pt x="335518" y="487070"/>
                        <a:pt x="345255" y="482102"/>
                      </a:cubicBezTo>
                      <a:cubicBezTo>
                        <a:pt x="351714" y="478823"/>
                        <a:pt x="358371" y="475395"/>
                        <a:pt x="364283" y="471173"/>
                      </a:cubicBezTo>
                      <a:cubicBezTo>
                        <a:pt x="363091" y="472017"/>
                        <a:pt x="366866" y="469434"/>
                        <a:pt x="368903" y="467794"/>
                      </a:cubicBezTo>
                      <a:cubicBezTo>
                        <a:pt x="369003" y="466353"/>
                        <a:pt x="369301" y="465409"/>
                        <a:pt x="369698" y="464863"/>
                      </a:cubicBezTo>
                      <a:cubicBezTo>
                        <a:pt x="371039" y="457908"/>
                        <a:pt x="374815" y="451549"/>
                        <a:pt x="381373" y="447872"/>
                      </a:cubicBezTo>
                      <a:cubicBezTo>
                        <a:pt x="384304" y="446233"/>
                        <a:pt x="387235" y="444792"/>
                        <a:pt x="390266" y="443451"/>
                      </a:cubicBezTo>
                      <a:cubicBezTo>
                        <a:pt x="392253" y="440569"/>
                        <a:pt x="393893" y="438085"/>
                        <a:pt x="394787" y="436346"/>
                      </a:cubicBezTo>
                      <a:cubicBezTo>
                        <a:pt x="398364" y="429292"/>
                        <a:pt x="395283" y="420449"/>
                        <a:pt x="385049" y="418710"/>
                      </a:cubicBezTo>
                      <a:cubicBezTo>
                        <a:pt x="374765" y="416971"/>
                        <a:pt x="375262" y="403408"/>
                        <a:pt x="380926" y="395807"/>
                      </a:cubicBezTo>
                      <a:cubicBezTo>
                        <a:pt x="386589" y="388156"/>
                        <a:pt x="377845" y="381102"/>
                        <a:pt x="368059" y="379909"/>
                      </a:cubicBezTo>
                      <a:cubicBezTo>
                        <a:pt x="358321" y="378717"/>
                        <a:pt x="342870" y="371066"/>
                        <a:pt x="351614" y="361676"/>
                      </a:cubicBezTo>
                      <a:cubicBezTo>
                        <a:pt x="355837" y="357106"/>
                        <a:pt x="357874" y="358050"/>
                        <a:pt x="359911" y="360087"/>
                      </a:cubicBezTo>
                      <a:cubicBezTo>
                        <a:pt x="361401" y="355616"/>
                        <a:pt x="362792" y="350300"/>
                        <a:pt x="361650" y="348958"/>
                      </a:cubicBezTo>
                      <a:cubicBezTo>
                        <a:pt x="359563" y="346574"/>
                        <a:pt x="354396" y="349554"/>
                        <a:pt x="354893" y="332862"/>
                      </a:cubicBezTo>
                      <a:cubicBezTo>
                        <a:pt x="355390" y="316169"/>
                        <a:pt x="360606" y="319746"/>
                        <a:pt x="361153" y="298334"/>
                      </a:cubicBezTo>
                      <a:cubicBezTo>
                        <a:pt x="361650" y="276872"/>
                        <a:pt x="368953" y="264402"/>
                        <a:pt x="368953" y="253075"/>
                      </a:cubicBezTo>
                      <a:cubicBezTo>
                        <a:pt x="368953" y="241748"/>
                        <a:pt x="386639" y="228682"/>
                        <a:pt x="396525" y="210201"/>
                      </a:cubicBezTo>
                      <a:cubicBezTo>
                        <a:pt x="406412" y="191720"/>
                        <a:pt x="427775" y="168518"/>
                        <a:pt x="436618" y="161961"/>
                      </a:cubicBezTo>
                      <a:cubicBezTo>
                        <a:pt x="445461" y="155403"/>
                        <a:pt x="462650" y="150037"/>
                        <a:pt x="464737" y="144125"/>
                      </a:cubicBezTo>
                      <a:cubicBezTo>
                        <a:pt x="466923" y="138313"/>
                        <a:pt x="464836" y="106169"/>
                        <a:pt x="460663" y="10378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9" name="Google Shape;789;p8"/>
                <p:cNvSpPr/>
                <p:nvPr/>
              </p:nvSpPr>
              <p:spPr>
                <a:xfrm>
                  <a:off x="2707757" y="5868135"/>
                  <a:ext cx="83098" cy="916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98" h="91661" extrusionOk="0">
                      <a:moveTo>
                        <a:pt x="64813" y="72534"/>
                      </a:moveTo>
                      <a:cubicBezTo>
                        <a:pt x="63422" y="72484"/>
                        <a:pt x="61932" y="72037"/>
                        <a:pt x="60292" y="71441"/>
                      </a:cubicBezTo>
                      <a:cubicBezTo>
                        <a:pt x="52592" y="73229"/>
                        <a:pt x="44295" y="71689"/>
                        <a:pt x="37588" y="67168"/>
                      </a:cubicBezTo>
                      <a:cubicBezTo>
                        <a:pt x="27702" y="60461"/>
                        <a:pt x="20051" y="49333"/>
                        <a:pt x="16573" y="37807"/>
                      </a:cubicBezTo>
                      <a:cubicBezTo>
                        <a:pt x="16126" y="36316"/>
                        <a:pt x="15878" y="34776"/>
                        <a:pt x="15679" y="33336"/>
                      </a:cubicBezTo>
                      <a:cubicBezTo>
                        <a:pt x="13195" y="28169"/>
                        <a:pt x="15033" y="24145"/>
                        <a:pt x="7780" y="25536"/>
                      </a:cubicBezTo>
                      <a:cubicBezTo>
                        <a:pt x="-1461" y="27275"/>
                        <a:pt x="4700" y="17289"/>
                        <a:pt x="9817" y="14358"/>
                      </a:cubicBezTo>
                      <a:cubicBezTo>
                        <a:pt x="14536" y="11625"/>
                        <a:pt x="7979" y="1590"/>
                        <a:pt x="1719" y="0"/>
                      </a:cubicBezTo>
                      <a:cubicBezTo>
                        <a:pt x="1023" y="15798"/>
                        <a:pt x="-1858" y="86593"/>
                        <a:pt x="1868" y="87289"/>
                      </a:cubicBezTo>
                      <a:cubicBezTo>
                        <a:pt x="5594" y="87984"/>
                        <a:pt x="32869" y="83612"/>
                        <a:pt x="40917" y="89624"/>
                      </a:cubicBezTo>
                      <a:cubicBezTo>
                        <a:pt x="43997" y="90766"/>
                        <a:pt x="48220" y="93598"/>
                        <a:pt x="51449" y="89574"/>
                      </a:cubicBezTo>
                      <a:cubicBezTo>
                        <a:pt x="56616" y="83116"/>
                        <a:pt x="72017" y="86643"/>
                        <a:pt x="80214" y="80781"/>
                      </a:cubicBezTo>
                      <a:cubicBezTo>
                        <a:pt x="88461" y="74869"/>
                        <a:pt x="77681" y="73130"/>
                        <a:pt x="64813" y="7253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0" name="Google Shape;790;p8"/>
                <p:cNvSpPr/>
                <p:nvPr/>
              </p:nvSpPr>
              <p:spPr>
                <a:xfrm>
                  <a:off x="2554423" y="4786718"/>
                  <a:ext cx="194250" cy="1183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250" h="1183973" extrusionOk="0">
                      <a:moveTo>
                        <a:pt x="155252" y="1168705"/>
                      </a:moveTo>
                      <a:cubicBezTo>
                        <a:pt x="151575" y="1168010"/>
                        <a:pt x="154407" y="1097563"/>
                        <a:pt x="155103" y="1081417"/>
                      </a:cubicBezTo>
                      <a:cubicBezTo>
                        <a:pt x="154556" y="1081268"/>
                        <a:pt x="154010" y="1081069"/>
                        <a:pt x="153463" y="1081069"/>
                      </a:cubicBezTo>
                      <a:cubicBezTo>
                        <a:pt x="146806" y="1081069"/>
                        <a:pt x="131902" y="1082858"/>
                        <a:pt x="134436" y="1071083"/>
                      </a:cubicBezTo>
                      <a:cubicBezTo>
                        <a:pt x="134883" y="1068996"/>
                        <a:pt x="135876" y="1067804"/>
                        <a:pt x="137118" y="1067158"/>
                      </a:cubicBezTo>
                      <a:cubicBezTo>
                        <a:pt x="134088" y="1064028"/>
                        <a:pt x="129766" y="1060501"/>
                        <a:pt x="124648" y="1058911"/>
                      </a:cubicBezTo>
                      <a:cubicBezTo>
                        <a:pt x="114216" y="1055732"/>
                        <a:pt x="89176" y="1058911"/>
                        <a:pt x="83612" y="1059706"/>
                      </a:cubicBezTo>
                      <a:cubicBezTo>
                        <a:pt x="78048" y="1060501"/>
                        <a:pt x="75961" y="1048578"/>
                        <a:pt x="72484" y="1048578"/>
                      </a:cubicBezTo>
                      <a:cubicBezTo>
                        <a:pt x="69006" y="1048578"/>
                        <a:pt x="68311" y="1027861"/>
                        <a:pt x="71093" y="1018323"/>
                      </a:cubicBezTo>
                      <a:cubicBezTo>
                        <a:pt x="73875" y="1008784"/>
                        <a:pt x="55096" y="1013553"/>
                        <a:pt x="49531" y="1010373"/>
                      </a:cubicBezTo>
                      <a:cubicBezTo>
                        <a:pt x="43967" y="1007194"/>
                        <a:pt x="51618" y="1000835"/>
                        <a:pt x="45358" y="992886"/>
                      </a:cubicBezTo>
                      <a:cubicBezTo>
                        <a:pt x="39099" y="984937"/>
                        <a:pt x="43967" y="973759"/>
                        <a:pt x="44663" y="968195"/>
                      </a:cubicBezTo>
                      <a:cubicBezTo>
                        <a:pt x="45358" y="962631"/>
                        <a:pt x="49531" y="950707"/>
                        <a:pt x="57182" y="950707"/>
                      </a:cubicBezTo>
                      <a:cubicBezTo>
                        <a:pt x="64833" y="950707"/>
                        <a:pt x="59269" y="937939"/>
                        <a:pt x="66920" y="932425"/>
                      </a:cubicBezTo>
                      <a:cubicBezTo>
                        <a:pt x="74570" y="926860"/>
                        <a:pt x="59964" y="917322"/>
                        <a:pt x="66224" y="911758"/>
                      </a:cubicBezTo>
                      <a:cubicBezTo>
                        <a:pt x="72484" y="906193"/>
                        <a:pt x="66224" y="895810"/>
                        <a:pt x="75961" y="894270"/>
                      </a:cubicBezTo>
                      <a:cubicBezTo>
                        <a:pt x="85699" y="892680"/>
                        <a:pt x="75961" y="878322"/>
                        <a:pt x="82917" y="875938"/>
                      </a:cubicBezTo>
                      <a:cubicBezTo>
                        <a:pt x="89872" y="873553"/>
                        <a:pt x="81526" y="864809"/>
                        <a:pt x="83612" y="855271"/>
                      </a:cubicBezTo>
                      <a:cubicBezTo>
                        <a:pt x="85699" y="845732"/>
                        <a:pt x="78048" y="838578"/>
                        <a:pt x="87090" y="834604"/>
                      </a:cubicBezTo>
                      <a:cubicBezTo>
                        <a:pt x="96132" y="830629"/>
                        <a:pt x="89872" y="822680"/>
                        <a:pt x="83612" y="817116"/>
                      </a:cubicBezTo>
                      <a:cubicBezTo>
                        <a:pt x="77353" y="811552"/>
                        <a:pt x="85003" y="811552"/>
                        <a:pt x="92654" y="811552"/>
                      </a:cubicBezTo>
                      <a:cubicBezTo>
                        <a:pt x="100305" y="811552"/>
                        <a:pt x="96132" y="797244"/>
                        <a:pt x="89176" y="799629"/>
                      </a:cubicBezTo>
                      <a:cubicBezTo>
                        <a:pt x="80930" y="802460"/>
                        <a:pt x="75961" y="793269"/>
                        <a:pt x="82221" y="786115"/>
                      </a:cubicBezTo>
                      <a:cubicBezTo>
                        <a:pt x="88481" y="778912"/>
                        <a:pt x="76657" y="774142"/>
                        <a:pt x="78744" y="769423"/>
                      </a:cubicBezTo>
                      <a:cubicBezTo>
                        <a:pt x="80830" y="764654"/>
                        <a:pt x="80830" y="758294"/>
                        <a:pt x="76657" y="755115"/>
                      </a:cubicBezTo>
                      <a:cubicBezTo>
                        <a:pt x="72484" y="751935"/>
                        <a:pt x="75266" y="728039"/>
                        <a:pt x="80135" y="727244"/>
                      </a:cubicBezTo>
                      <a:cubicBezTo>
                        <a:pt x="85003" y="726449"/>
                        <a:pt x="81526" y="704987"/>
                        <a:pt x="81526" y="698578"/>
                      </a:cubicBezTo>
                      <a:cubicBezTo>
                        <a:pt x="81526" y="692219"/>
                        <a:pt x="75961" y="685860"/>
                        <a:pt x="76657" y="680296"/>
                      </a:cubicBezTo>
                      <a:cubicBezTo>
                        <a:pt x="77353" y="674732"/>
                        <a:pt x="82917" y="673142"/>
                        <a:pt x="82917" y="662013"/>
                      </a:cubicBezTo>
                      <a:cubicBezTo>
                        <a:pt x="82917" y="650835"/>
                        <a:pt x="85003" y="646066"/>
                        <a:pt x="89176" y="645271"/>
                      </a:cubicBezTo>
                      <a:cubicBezTo>
                        <a:pt x="93350" y="644476"/>
                        <a:pt x="89872" y="631758"/>
                        <a:pt x="90568" y="625349"/>
                      </a:cubicBezTo>
                      <a:cubicBezTo>
                        <a:pt x="91263" y="618990"/>
                        <a:pt x="102392" y="625349"/>
                        <a:pt x="103783" y="615016"/>
                      </a:cubicBezTo>
                      <a:cubicBezTo>
                        <a:pt x="105174" y="604632"/>
                        <a:pt x="96827" y="606272"/>
                        <a:pt x="98218" y="599913"/>
                      </a:cubicBezTo>
                      <a:cubicBezTo>
                        <a:pt x="99858" y="592312"/>
                        <a:pt x="97523" y="582425"/>
                        <a:pt x="97523" y="564888"/>
                      </a:cubicBezTo>
                      <a:cubicBezTo>
                        <a:pt x="97523" y="547400"/>
                        <a:pt x="110042" y="543426"/>
                        <a:pt x="114911" y="538607"/>
                      </a:cubicBezTo>
                      <a:cubicBezTo>
                        <a:pt x="119780" y="533838"/>
                        <a:pt x="108651" y="508401"/>
                        <a:pt x="114911" y="505222"/>
                      </a:cubicBezTo>
                      <a:cubicBezTo>
                        <a:pt x="121171" y="501992"/>
                        <a:pt x="116998" y="490119"/>
                        <a:pt x="121866" y="486095"/>
                      </a:cubicBezTo>
                      <a:cubicBezTo>
                        <a:pt x="126735" y="482120"/>
                        <a:pt x="125344" y="473377"/>
                        <a:pt x="128126" y="463838"/>
                      </a:cubicBezTo>
                      <a:cubicBezTo>
                        <a:pt x="130908" y="454249"/>
                        <a:pt x="122562" y="449480"/>
                        <a:pt x="122562" y="440786"/>
                      </a:cubicBezTo>
                      <a:cubicBezTo>
                        <a:pt x="122562" y="432042"/>
                        <a:pt x="121171" y="424043"/>
                        <a:pt x="114911" y="414505"/>
                      </a:cubicBezTo>
                      <a:cubicBezTo>
                        <a:pt x="108651" y="404966"/>
                        <a:pt x="110738" y="385889"/>
                        <a:pt x="114911" y="385889"/>
                      </a:cubicBezTo>
                      <a:cubicBezTo>
                        <a:pt x="119084" y="385889"/>
                        <a:pt x="116998" y="367606"/>
                        <a:pt x="124648" y="365172"/>
                      </a:cubicBezTo>
                      <a:cubicBezTo>
                        <a:pt x="132299" y="362788"/>
                        <a:pt x="128126" y="349274"/>
                        <a:pt x="124648" y="338096"/>
                      </a:cubicBezTo>
                      <a:cubicBezTo>
                        <a:pt x="121171" y="326968"/>
                        <a:pt x="130908" y="332532"/>
                        <a:pt x="130908" y="323788"/>
                      </a:cubicBezTo>
                      <a:cubicBezTo>
                        <a:pt x="130908" y="315045"/>
                        <a:pt x="135081" y="303121"/>
                        <a:pt x="141341" y="299942"/>
                      </a:cubicBezTo>
                      <a:cubicBezTo>
                        <a:pt x="147601" y="296762"/>
                        <a:pt x="148296" y="283249"/>
                        <a:pt x="148296" y="277635"/>
                      </a:cubicBezTo>
                      <a:cubicBezTo>
                        <a:pt x="148296" y="272071"/>
                        <a:pt x="157338" y="269686"/>
                        <a:pt x="162207" y="264917"/>
                      </a:cubicBezTo>
                      <a:cubicBezTo>
                        <a:pt x="167076" y="260147"/>
                        <a:pt x="153861" y="252199"/>
                        <a:pt x="161511" y="247429"/>
                      </a:cubicBezTo>
                      <a:cubicBezTo>
                        <a:pt x="169162" y="242660"/>
                        <a:pt x="155252" y="222738"/>
                        <a:pt x="159425" y="218764"/>
                      </a:cubicBezTo>
                      <a:cubicBezTo>
                        <a:pt x="163598" y="214789"/>
                        <a:pt x="160120" y="206046"/>
                        <a:pt x="160816" y="199686"/>
                      </a:cubicBezTo>
                      <a:cubicBezTo>
                        <a:pt x="161511" y="193327"/>
                        <a:pt x="184464" y="181404"/>
                        <a:pt x="187246" y="175840"/>
                      </a:cubicBezTo>
                      <a:cubicBezTo>
                        <a:pt x="189283" y="171766"/>
                        <a:pt x="191320" y="157508"/>
                        <a:pt x="191966" y="144839"/>
                      </a:cubicBezTo>
                      <a:cubicBezTo>
                        <a:pt x="184812" y="150155"/>
                        <a:pt x="178552" y="153036"/>
                        <a:pt x="177409" y="149956"/>
                      </a:cubicBezTo>
                      <a:cubicBezTo>
                        <a:pt x="175372" y="144442"/>
                        <a:pt x="178105" y="127997"/>
                        <a:pt x="171944" y="120943"/>
                      </a:cubicBezTo>
                      <a:cubicBezTo>
                        <a:pt x="165784" y="113888"/>
                        <a:pt x="169907" y="99779"/>
                        <a:pt x="163747" y="96649"/>
                      </a:cubicBezTo>
                      <a:cubicBezTo>
                        <a:pt x="157587" y="93519"/>
                        <a:pt x="150035" y="79410"/>
                        <a:pt x="155550" y="74690"/>
                      </a:cubicBezTo>
                      <a:cubicBezTo>
                        <a:pt x="161015" y="69970"/>
                        <a:pt x="155550" y="60581"/>
                        <a:pt x="160369" y="55861"/>
                      </a:cubicBezTo>
                      <a:cubicBezTo>
                        <a:pt x="165138" y="51141"/>
                        <a:pt x="157636" y="50347"/>
                        <a:pt x="150780" y="40957"/>
                      </a:cubicBezTo>
                      <a:cubicBezTo>
                        <a:pt x="143924" y="31567"/>
                        <a:pt x="153513" y="19793"/>
                        <a:pt x="145316" y="12738"/>
                      </a:cubicBezTo>
                      <a:cubicBezTo>
                        <a:pt x="137118" y="5684"/>
                        <a:pt x="137118" y="-2911"/>
                        <a:pt x="135032" y="964"/>
                      </a:cubicBezTo>
                      <a:cubicBezTo>
                        <a:pt x="132995" y="4889"/>
                        <a:pt x="132299" y="18203"/>
                        <a:pt x="125443" y="22128"/>
                      </a:cubicBezTo>
                      <a:cubicBezTo>
                        <a:pt x="124301" y="22774"/>
                        <a:pt x="122512" y="24314"/>
                        <a:pt x="120426" y="26301"/>
                      </a:cubicBezTo>
                      <a:cubicBezTo>
                        <a:pt x="120475" y="32809"/>
                        <a:pt x="118438" y="43739"/>
                        <a:pt x="120674" y="50148"/>
                      </a:cubicBezTo>
                      <a:cubicBezTo>
                        <a:pt x="123754" y="58941"/>
                        <a:pt x="125294" y="101865"/>
                        <a:pt x="122214" y="118309"/>
                      </a:cubicBezTo>
                      <a:cubicBezTo>
                        <a:pt x="119134" y="134754"/>
                        <a:pt x="116054" y="148267"/>
                        <a:pt x="112974" y="158253"/>
                      </a:cubicBezTo>
                      <a:cubicBezTo>
                        <a:pt x="109893" y="168238"/>
                        <a:pt x="120177" y="168835"/>
                        <a:pt x="116054" y="173554"/>
                      </a:cubicBezTo>
                      <a:cubicBezTo>
                        <a:pt x="111930" y="178274"/>
                        <a:pt x="113470" y="189998"/>
                        <a:pt x="113470" y="208828"/>
                      </a:cubicBezTo>
                      <a:cubicBezTo>
                        <a:pt x="113470" y="227656"/>
                        <a:pt x="103733" y="259402"/>
                        <a:pt x="103186" y="269388"/>
                      </a:cubicBezTo>
                      <a:cubicBezTo>
                        <a:pt x="102690" y="279374"/>
                        <a:pt x="95983" y="285832"/>
                        <a:pt x="97026" y="297011"/>
                      </a:cubicBezTo>
                      <a:cubicBezTo>
                        <a:pt x="97573" y="302923"/>
                        <a:pt x="96231" y="307493"/>
                        <a:pt x="93996" y="311319"/>
                      </a:cubicBezTo>
                      <a:cubicBezTo>
                        <a:pt x="98864" y="316833"/>
                        <a:pt x="101150" y="324633"/>
                        <a:pt x="98318" y="333973"/>
                      </a:cubicBezTo>
                      <a:cubicBezTo>
                        <a:pt x="97076" y="338046"/>
                        <a:pt x="95784" y="341971"/>
                        <a:pt x="94443" y="345846"/>
                      </a:cubicBezTo>
                      <a:cubicBezTo>
                        <a:pt x="95138" y="347933"/>
                        <a:pt x="95585" y="349920"/>
                        <a:pt x="95486" y="351609"/>
                      </a:cubicBezTo>
                      <a:cubicBezTo>
                        <a:pt x="94989" y="360999"/>
                        <a:pt x="84159" y="365122"/>
                        <a:pt x="86742" y="380424"/>
                      </a:cubicBezTo>
                      <a:cubicBezTo>
                        <a:pt x="89971" y="399502"/>
                        <a:pt x="86742" y="432141"/>
                        <a:pt x="86742" y="438600"/>
                      </a:cubicBezTo>
                      <a:cubicBezTo>
                        <a:pt x="86742" y="445059"/>
                        <a:pt x="80085" y="444462"/>
                        <a:pt x="81625" y="456833"/>
                      </a:cubicBezTo>
                      <a:cubicBezTo>
                        <a:pt x="82718" y="465577"/>
                        <a:pt x="78893" y="469650"/>
                        <a:pt x="76061" y="477500"/>
                      </a:cubicBezTo>
                      <a:cubicBezTo>
                        <a:pt x="70546" y="516549"/>
                        <a:pt x="64634" y="555846"/>
                        <a:pt x="45259" y="590672"/>
                      </a:cubicBezTo>
                      <a:cubicBezTo>
                        <a:pt x="44563" y="591865"/>
                        <a:pt x="43818" y="592957"/>
                        <a:pt x="43073" y="594001"/>
                      </a:cubicBezTo>
                      <a:cubicBezTo>
                        <a:pt x="43520" y="602794"/>
                        <a:pt x="39794" y="610942"/>
                        <a:pt x="44663" y="620232"/>
                      </a:cubicBezTo>
                      <a:cubicBezTo>
                        <a:pt x="50823" y="632007"/>
                        <a:pt x="48786" y="636130"/>
                        <a:pt x="45706" y="647258"/>
                      </a:cubicBezTo>
                      <a:cubicBezTo>
                        <a:pt x="42626" y="658437"/>
                        <a:pt x="38502" y="659033"/>
                        <a:pt x="38502" y="669615"/>
                      </a:cubicBezTo>
                      <a:cubicBezTo>
                        <a:pt x="38502" y="680197"/>
                        <a:pt x="31299" y="689040"/>
                        <a:pt x="35422" y="700764"/>
                      </a:cubicBezTo>
                      <a:cubicBezTo>
                        <a:pt x="39546" y="712538"/>
                        <a:pt x="38502" y="716662"/>
                        <a:pt x="33385" y="716662"/>
                      </a:cubicBezTo>
                      <a:cubicBezTo>
                        <a:pt x="28268" y="716662"/>
                        <a:pt x="25685" y="726052"/>
                        <a:pt x="23648" y="745477"/>
                      </a:cubicBezTo>
                      <a:cubicBezTo>
                        <a:pt x="21611" y="764852"/>
                        <a:pt x="22108" y="764306"/>
                        <a:pt x="34429" y="763113"/>
                      </a:cubicBezTo>
                      <a:cubicBezTo>
                        <a:pt x="46749" y="761971"/>
                        <a:pt x="37012" y="715520"/>
                        <a:pt x="44712" y="715520"/>
                      </a:cubicBezTo>
                      <a:cubicBezTo>
                        <a:pt x="52413" y="715520"/>
                        <a:pt x="45756" y="707869"/>
                        <a:pt x="53456" y="705534"/>
                      </a:cubicBezTo>
                      <a:cubicBezTo>
                        <a:pt x="61157" y="703199"/>
                        <a:pt x="54499" y="713781"/>
                        <a:pt x="59617" y="715520"/>
                      </a:cubicBezTo>
                      <a:cubicBezTo>
                        <a:pt x="64734" y="717308"/>
                        <a:pt x="68360" y="721978"/>
                        <a:pt x="61157" y="727294"/>
                      </a:cubicBezTo>
                      <a:cubicBezTo>
                        <a:pt x="53953" y="732610"/>
                        <a:pt x="62697" y="743192"/>
                        <a:pt x="59120" y="749650"/>
                      </a:cubicBezTo>
                      <a:cubicBezTo>
                        <a:pt x="55543" y="756108"/>
                        <a:pt x="50376" y="763163"/>
                        <a:pt x="53456" y="770814"/>
                      </a:cubicBezTo>
                      <a:cubicBezTo>
                        <a:pt x="56536" y="778465"/>
                        <a:pt x="49879" y="777869"/>
                        <a:pt x="49333" y="787854"/>
                      </a:cubicBezTo>
                      <a:cubicBezTo>
                        <a:pt x="48836" y="797840"/>
                        <a:pt x="53953" y="798436"/>
                        <a:pt x="50376" y="800771"/>
                      </a:cubicBezTo>
                      <a:cubicBezTo>
                        <a:pt x="46799" y="803106"/>
                        <a:pt x="54996" y="810757"/>
                        <a:pt x="49879" y="811949"/>
                      </a:cubicBezTo>
                      <a:cubicBezTo>
                        <a:pt x="44762" y="813142"/>
                        <a:pt x="47842" y="820743"/>
                        <a:pt x="50923" y="827847"/>
                      </a:cubicBezTo>
                      <a:cubicBezTo>
                        <a:pt x="54003" y="834902"/>
                        <a:pt x="44265" y="830778"/>
                        <a:pt x="39099" y="835498"/>
                      </a:cubicBezTo>
                      <a:cubicBezTo>
                        <a:pt x="33981" y="840218"/>
                        <a:pt x="44216" y="846676"/>
                        <a:pt x="41135" y="853135"/>
                      </a:cubicBezTo>
                      <a:cubicBezTo>
                        <a:pt x="38055" y="859593"/>
                        <a:pt x="29858" y="849607"/>
                        <a:pt x="26231" y="846080"/>
                      </a:cubicBezTo>
                      <a:cubicBezTo>
                        <a:pt x="22654" y="842553"/>
                        <a:pt x="31895" y="835498"/>
                        <a:pt x="36515" y="828443"/>
                      </a:cubicBezTo>
                      <a:cubicBezTo>
                        <a:pt x="41135" y="821389"/>
                        <a:pt x="31895" y="805541"/>
                        <a:pt x="24194" y="809018"/>
                      </a:cubicBezTo>
                      <a:cubicBezTo>
                        <a:pt x="16494" y="812545"/>
                        <a:pt x="31895" y="822531"/>
                        <a:pt x="31895" y="830182"/>
                      </a:cubicBezTo>
                      <a:cubicBezTo>
                        <a:pt x="31895" y="837833"/>
                        <a:pt x="19077" y="828443"/>
                        <a:pt x="19574" y="836641"/>
                      </a:cubicBezTo>
                      <a:cubicBezTo>
                        <a:pt x="20071" y="844888"/>
                        <a:pt x="10830" y="841957"/>
                        <a:pt x="6210" y="847819"/>
                      </a:cubicBezTo>
                      <a:cubicBezTo>
                        <a:pt x="1590" y="853681"/>
                        <a:pt x="12370" y="858997"/>
                        <a:pt x="7253" y="860736"/>
                      </a:cubicBezTo>
                      <a:cubicBezTo>
                        <a:pt x="5266" y="861431"/>
                        <a:pt x="2683" y="863120"/>
                        <a:pt x="298" y="865257"/>
                      </a:cubicBezTo>
                      <a:cubicBezTo>
                        <a:pt x="546" y="867989"/>
                        <a:pt x="795" y="870721"/>
                        <a:pt x="944" y="873404"/>
                      </a:cubicBezTo>
                      <a:cubicBezTo>
                        <a:pt x="3577" y="871864"/>
                        <a:pt x="7651" y="872808"/>
                        <a:pt x="9290" y="877776"/>
                      </a:cubicBezTo>
                      <a:cubicBezTo>
                        <a:pt x="11874" y="885427"/>
                        <a:pt x="15451" y="877776"/>
                        <a:pt x="22654" y="879564"/>
                      </a:cubicBezTo>
                      <a:cubicBezTo>
                        <a:pt x="29858" y="881303"/>
                        <a:pt x="28815" y="893674"/>
                        <a:pt x="24691" y="893078"/>
                      </a:cubicBezTo>
                      <a:cubicBezTo>
                        <a:pt x="20568" y="892482"/>
                        <a:pt x="16494" y="900728"/>
                        <a:pt x="17487" y="909522"/>
                      </a:cubicBezTo>
                      <a:cubicBezTo>
                        <a:pt x="18531" y="918365"/>
                        <a:pt x="32889" y="909522"/>
                        <a:pt x="39049" y="911907"/>
                      </a:cubicBezTo>
                      <a:cubicBezTo>
                        <a:pt x="45209" y="914242"/>
                        <a:pt x="43172" y="926612"/>
                        <a:pt x="39546" y="922489"/>
                      </a:cubicBezTo>
                      <a:cubicBezTo>
                        <a:pt x="35969" y="918365"/>
                        <a:pt x="27722" y="911310"/>
                        <a:pt x="24145" y="918365"/>
                      </a:cubicBezTo>
                      <a:cubicBezTo>
                        <a:pt x="20568" y="925420"/>
                        <a:pt x="14904" y="921892"/>
                        <a:pt x="10284" y="919558"/>
                      </a:cubicBezTo>
                      <a:cubicBezTo>
                        <a:pt x="8346" y="918564"/>
                        <a:pt x="4421" y="920154"/>
                        <a:pt x="844" y="922638"/>
                      </a:cubicBezTo>
                      <a:cubicBezTo>
                        <a:pt x="4918" y="929046"/>
                        <a:pt x="7005" y="936598"/>
                        <a:pt x="6806" y="945044"/>
                      </a:cubicBezTo>
                      <a:cubicBezTo>
                        <a:pt x="9936" y="943702"/>
                        <a:pt x="13364" y="941218"/>
                        <a:pt x="14904" y="937790"/>
                      </a:cubicBezTo>
                      <a:cubicBezTo>
                        <a:pt x="16941" y="933071"/>
                        <a:pt x="24145" y="928401"/>
                        <a:pt x="24642" y="938933"/>
                      </a:cubicBezTo>
                      <a:cubicBezTo>
                        <a:pt x="25138" y="949515"/>
                        <a:pt x="14904" y="944249"/>
                        <a:pt x="12818" y="950111"/>
                      </a:cubicBezTo>
                      <a:cubicBezTo>
                        <a:pt x="11079" y="955129"/>
                        <a:pt x="7700" y="959302"/>
                        <a:pt x="2981" y="963674"/>
                      </a:cubicBezTo>
                      <a:cubicBezTo>
                        <a:pt x="2236" y="965611"/>
                        <a:pt x="1391" y="967549"/>
                        <a:pt x="546" y="969486"/>
                      </a:cubicBezTo>
                      <a:cubicBezTo>
                        <a:pt x="447" y="971573"/>
                        <a:pt x="248" y="973809"/>
                        <a:pt x="0" y="976193"/>
                      </a:cubicBezTo>
                      <a:cubicBezTo>
                        <a:pt x="1540" y="977684"/>
                        <a:pt x="3627" y="978280"/>
                        <a:pt x="5614" y="977187"/>
                      </a:cubicBezTo>
                      <a:cubicBezTo>
                        <a:pt x="10781" y="974256"/>
                        <a:pt x="4074" y="984241"/>
                        <a:pt x="11277" y="985434"/>
                      </a:cubicBezTo>
                      <a:cubicBezTo>
                        <a:pt x="17935" y="986527"/>
                        <a:pt x="20021" y="980714"/>
                        <a:pt x="18481" y="974852"/>
                      </a:cubicBezTo>
                      <a:cubicBezTo>
                        <a:pt x="16941" y="968989"/>
                        <a:pt x="22058" y="956073"/>
                        <a:pt x="28268" y="962531"/>
                      </a:cubicBezTo>
                      <a:cubicBezTo>
                        <a:pt x="34429" y="968989"/>
                        <a:pt x="25188" y="975448"/>
                        <a:pt x="25188" y="981360"/>
                      </a:cubicBezTo>
                      <a:cubicBezTo>
                        <a:pt x="25188" y="987222"/>
                        <a:pt x="21611" y="994873"/>
                        <a:pt x="21611" y="1001332"/>
                      </a:cubicBezTo>
                      <a:cubicBezTo>
                        <a:pt x="21611" y="1007790"/>
                        <a:pt x="14954" y="1004263"/>
                        <a:pt x="15451" y="1011317"/>
                      </a:cubicBezTo>
                      <a:cubicBezTo>
                        <a:pt x="15699" y="1014994"/>
                        <a:pt x="11824" y="1015491"/>
                        <a:pt x="8942" y="1015739"/>
                      </a:cubicBezTo>
                      <a:cubicBezTo>
                        <a:pt x="9787" y="1018273"/>
                        <a:pt x="10483" y="1020906"/>
                        <a:pt x="10979" y="1023787"/>
                      </a:cubicBezTo>
                      <a:cubicBezTo>
                        <a:pt x="13960" y="1025576"/>
                        <a:pt x="16643" y="1027712"/>
                        <a:pt x="19177" y="1029997"/>
                      </a:cubicBezTo>
                      <a:cubicBezTo>
                        <a:pt x="19326" y="1030047"/>
                        <a:pt x="19425" y="1030047"/>
                        <a:pt x="19574" y="1030097"/>
                      </a:cubicBezTo>
                      <a:cubicBezTo>
                        <a:pt x="25238" y="1032432"/>
                        <a:pt x="24194" y="1034220"/>
                        <a:pt x="31398" y="1030693"/>
                      </a:cubicBezTo>
                      <a:cubicBezTo>
                        <a:pt x="38602" y="1027165"/>
                        <a:pt x="42676" y="1037151"/>
                        <a:pt x="36018" y="1039536"/>
                      </a:cubicBezTo>
                      <a:cubicBezTo>
                        <a:pt x="33832" y="1040281"/>
                        <a:pt x="31646" y="1041772"/>
                        <a:pt x="29759" y="1043411"/>
                      </a:cubicBezTo>
                      <a:cubicBezTo>
                        <a:pt x="30007" y="1043908"/>
                        <a:pt x="30355" y="1044305"/>
                        <a:pt x="30603" y="1044802"/>
                      </a:cubicBezTo>
                      <a:cubicBezTo>
                        <a:pt x="31497" y="1046640"/>
                        <a:pt x="32243" y="1048478"/>
                        <a:pt x="32789" y="1050267"/>
                      </a:cubicBezTo>
                      <a:cubicBezTo>
                        <a:pt x="35522" y="1049671"/>
                        <a:pt x="38105" y="1049919"/>
                        <a:pt x="39099" y="1053596"/>
                      </a:cubicBezTo>
                      <a:cubicBezTo>
                        <a:pt x="41135" y="1061246"/>
                        <a:pt x="46302" y="1058911"/>
                        <a:pt x="46799" y="1050664"/>
                      </a:cubicBezTo>
                      <a:cubicBezTo>
                        <a:pt x="47296" y="1042467"/>
                        <a:pt x="59617" y="1049472"/>
                        <a:pt x="61703" y="1056527"/>
                      </a:cubicBezTo>
                      <a:cubicBezTo>
                        <a:pt x="63740" y="1063581"/>
                        <a:pt x="48836" y="1067705"/>
                        <a:pt x="41135" y="1065916"/>
                      </a:cubicBezTo>
                      <a:cubicBezTo>
                        <a:pt x="38552" y="1065320"/>
                        <a:pt x="36466" y="1066115"/>
                        <a:pt x="34876" y="1067655"/>
                      </a:cubicBezTo>
                      <a:cubicBezTo>
                        <a:pt x="34826" y="1072424"/>
                        <a:pt x="34627" y="1077244"/>
                        <a:pt x="34876" y="1082361"/>
                      </a:cubicBezTo>
                      <a:cubicBezTo>
                        <a:pt x="39943" y="1088968"/>
                        <a:pt x="45905" y="1081616"/>
                        <a:pt x="51370" y="1075306"/>
                      </a:cubicBezTo>
                      <a:cubicBezTo>
                        <a:pt x="57033" y="1068848"/>
                        <a:pt x="84755" y="1070586"/>
                        <a:pt x="86792" y="1077641"/>
                      </a:cubicBezTo>
                      <a:cubicBezTo>
                        <a:pt x="88829" y="1084696"/>
                        <a:pt x="73974" y="1078833"/>
                        <a:pt x="72434" y="1082907"/>
                      </a:cubicBezTo>
                      <a:cubicBezTo>
                        <a:pt x="70894" y="1087031"/>
                        <a:pt x="59567" y="1090558"/>
                        <a:pt x="58027" y="1085838"/>
                      </a:cubicBezTo>
                      <a:cubicBezTo>
                        <a:pt x="56487" y="1081119"/>
                        <a:pt x="45706" y="1087577"/>
                        <a:pt x="45160" y="1095228"/>
                      </a:cubicBezTo>
                      <a:cubicBezTo>
                        <a:pt x="44663" y="1102879"/>
                        <a:pt x="36416" y="1102879"/>
                        <a:pt x="45656" y="1105810"/>
                      </a:cubicBezTo>
                      <a:cubicBezTo>
                        <a:pt x="54897" y="1108741"/>
                        <a:pt x="52363" y="1094632"/>
                        <a:pt x="66721" y="1095824"/>
                      </a:cubicBezTo>
                      <a:cubicBezTo>
                        <a:pt x="81128" y="1097016"/>
                        <a:pt x="88829" y="1080522"/>
                        <a:pt x="92903" y="1089962"/>
                      </a:cubicBezTo>
                      <a:cubicBezTo>
                        <a:pt x="97026" y="1099352"/>
                        <a:pt x="81079" y="1107002"/>
                        <a:pt x="75415" y="1101090"/>
                      </a:cubicBezTo>
                      <a:cubicBezTo>
                        <a:pt x="69751" y="1095228"/>
                        <a:pt x="63094" y="1105214"/>
                        <a:pt x="63591" y="1114007"/>
                      </a:cubicBezTo>
                      <a:cubicBezTo>
                        <a:pt x="63988" y="1120764"/>
                        <a:pt x="54152" y="1115796"/>
                        <a:pt x="45805" y="1112566"/>
                      </a:cubicBezTo>
                      <a:cubicBezTo>
                        <a:pt x="45955" y="1112765"/>
                        <a:pt x="46054" y="1113014"/>
                        <a:pt x="46203" y="1113212"/>
                      </a:cubicBezTo>
                      <a:cubicBezTo>
                        <a:pt x="55791" y="1115348"/>
                        <a:pt x="63641" y="1122701"/>
                        <a:pt x="63740" y="1135221"/>
                      </a:cubicBezTo>
                      <a:cubicBezTo>
                        <a:pt x="70298" y="1141083"/>
                        <a:pt x="70844" y="1146299"/>
                        <a:pt x="76409" y="1140437"/>
                      </a:cubicBezTo>
                      <a:cubicBezTo>
                        <a:pt x="82569" y="1133979"/>
                        <a:pt x="76409" y="1134575"/>
                        <a:pt x="72285" y="1131594"/>
                      </a:cubicBezTo>
                      <a:cubicBezTo>
                        <a:pt x="68162" y="1128663"/>
                        <a:pt x="71788" y="1118677"/>
                        <a:pt x="81526" y="1123943"/>
                      </a:cubicBezTo>
                      <a:cubicBezTo>
                        <a:pt x="91263" y="1129209"/>
                        <a:pt x="102590" y="1119273"/>
                        <a:pt x="99510" y="1105164"/>
                      </a:cubicBezTo>
                      <a:cubicBezTo>
                        <a:pt x="96430" y="1091055"/>
                        <a:pt x="108254" y="1084596"/>
                        <a:pt x="120078" y="1079877"/>
                      </a:cubicBezTo>
                      <a:cubicBezTo>
                        <a:pt x="131902" y="1075157"/>
                        <a:pt x="125741" y="1088720"/>
                        <a:pt x="116998" y="1092794"/>
                      </a:cubicBezTo>
                      <a:cubicBezTo>
                        <a:pt x="108254" y="1096917"/>
                        <a:pt x="106714" y="1099848"/>
                        <a:pt x="113421" y="1108095"/>
                      </a:cubicBezTo>
                      <a:cubicBezTo>
                        <a:pt x="120078" y="1116342"/>
                        <a:pt x="128822" y="1102779"/>
                        <a:pt x="134485" y="1109288"/>
                      </a:cubicBezTo>
                      <a:cubicBezTo>
                        <a:pt x="140149" y="1115746"/>
                        <a:pt x="124201" y="1114603"/>
                        <a:pt x="121618" y="1121062"/>
                      </a:cubicBezTo>
                      <a:cubicBezTo>
                        <a:pt x="119035" y="1127520"/>
                        <a:pt x="131355" y="1135171"/>
                        <a:pt x="122661" y="1139841"/>
                      </a:cubicBezTo>
                      <a:cubicBezTo>
                        <a:pt x="113917" y="1144561"/>
                        <a:pt x="118041" y="1120416"/>
                        <a:pt x="112924" y="1118081"/>
                      </a:cubicBezTo>
                      <a:cubicBezTo>
                        <a:pt x="107807" y="1115746"/>
                        <a:pt x="103137" y="1121012"/>
                        <a:pt x="108304" y="1134525"/>
                      </a:cubicBezTo>
                      <a:cubicBezTo>
                        <a:pt x="113421" y="1148038"/>
                        <a:pt x="102143" y="1136264"/>
                        <a:pt x="96976" y="1129806"/>
                      </a:cubicBezTo>
                      <a:cubicBezTo>
                        <a:pt x="91859" y="1123347"/>
                        <a:pt x="84656" y="1132737"/>
                        <a:pt x="90816" y="1139791"/>
                      </a:cubicBezTo>
                      <a:cubicBezTo>
                        <a:pt x="96976" y="1146846"/>
                        <a:pt x="78992" y="1139195"/>
                        <a:pt x="78992" y="1150373"/>
                      </a:cubicBezTo>
                      <a:cubicBezTo>
                        <a:pt x="78992" y="1161551"/>
                        <a:pt x="86692" y="1152112"/>
                        <a:pt x="95933" y="1154497"/>
                      </a:cubicBezTo>
                      <a:cubicBezTo>
                        <a:pt x="102988" y="1156285"/>
                        <a:pt x="102292" y="1165625"/>
                        <a:pt x="104528" y="1172581"/>
                      </a:cubicBezTo>
                      <a:cubicBezTo>
                        <a:pt x="106813" y="1173177"/>
                        <a:pt x="109049" y="1173922"/>
                        <a:pt x="111036" y="1175065"/>
                      </a:cubicBezTo>
                      <a:cubicBezTo>
                        <a:pt x="111135" y="1175114"/>
                        <a:pt x="111185" y="1175164"/>
                        <a:pt x="111284" y="1175213"/>
                      </a:cubicBezTo>
                      <a:cubicBezTo>
                        <a:pt x="112030" y="1169401"/>
                        <a:pt x="111284" y="1158571"/>
                        <a:pt x="115954" y="1157428"/>
                      </a:cubicBezTo>
                      <a:cubicBezTo>
                        <a:pt x="123158" y="1155689"/>
                        <a:pt x="116451" y="1176257"/>
                        <a:pt x="132399" y="1182119"/>
                      </a:cubicBezTo>
                      <a:cubicBezTo>
                        <a:pt x="148346" y="1187981"/>
                        <a:pt x="133442" y="1178592"/>
                        <a:pt x="140596" y="1172729"/>
                      </a:cubicBezTo>
                      <a:cubicBezTo>
                        <a:pt x="144769" y="1169302"/>
                        <a:pt x="149687" y="1175859"/>
                        <a:pt x="154556" y="1182417"/>
                      </a:cubicBezTo>
                      <a:cubicBezTo>
                        <a:pt x="155997" y="1182119"/>
                        <a:pt x="157438" y="1181921"/>
                        <a:pt x="158878" y="1181871"/>
                      </a:cubicBezTo>
                      <a:cubicBezTo>
                        <a:pt x="161362" y="1181821"/>
                        <a:pt x="163846" y="1182020"/>
                        <a:pt x="166231" y="1182417"/>
                      </a:cubicBezTo>
                      <a:cubicBezTo>
                        <a:pt x="164939" y="1179834"/>
                        <a:pt x="163350" y="1177201"/>
                        <a:pt x="161660" y="1175065"/>
                      </a:cubicBezTo>
                      <a:cubicBezTo>
                        <a:pt x="155997" y="1168010"/>
                        <a:pt x="167324" y="1172133"/>
                        <a:pt x="175024" y="1175065"/>
                      </a:cubicBezTo>
                      <a:cubicBezTo>
                        <a:pt x="182725" y="1177996"/>
                        <a:pt x="188885" y="1179188"/>
                        <a:pt x="190425" y="1172729"/>
                      </a:cubicBezTo>
                      <a:cubicBezTo>
                        <a:pt x="191022" y="1170295"/>
                        <a:pt x="192413" y="1170345"/>
                        <a:pt x="194251" y="1171041"/>
                      </a:cubicBezTo>
                      <a:cubicBezTo>
                        <a:pt x="186252" y="1165029"/>
                        <a:pt x="158978" y="1169401"/>
                        <a:pt x="155252" y="116870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1" name="Google Shape;791;p8"/>
                <p:cNvSpPr/>
                <p:nvPr/>
              </p:nvSpPr>
              <p:spPr>
                <a:xfrm>
                  <a:off x="2847141" y="4836850"/>
                  <a:ext cx="199990" cy="232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90" h="232476" extrusionOk="0">
                      <a:moveTo>
                        <a:pt x="196984" y="127099"/>
                      </a:moveTo>
                      <a:cubicBezTo>
                        <a:pt x="188637" y="122330"/>
                        <a:pt x="180291" y="131869"/>
                        <a:pt x="177509" y="131869"/>
                      </a:cubicBezTo>
                      <a:cubicBezTo>
                        <a:pt x="174726" y="131869"/>
                        <a:pt x="168467" y="111202"/>
                        <a:pt x="166380" y="102458"/>
                      </a:cubicBezTo>
                      <a:cubicBezTo>
                        <a:pt x="164294" y="93714"/>
                        <a:pt x="155947" y="76177"/>
                        <a:pt x="150383" y="80151"/>
                      </a:cubicBezTo>
                      <a:cubicBezTo>
                        <a:pt x="144819" y="84126"/>
                        <a:pt x="146210" y="78562"/>
                        <a:pt x="130213" y="77766"/>
                      </a:cubicBezTo>
                      <a:cubicBezTo>
                        <a:pt x="114216" y="76972"/>
                        <a:pt x="114911" y="73792"/>
                        <a:pt x="118389" y="56255"/>
                      </a:cubicBezTo>
                      <a:cubicBezTo>
                        <a:pt x="121867" y="38767"/>
                        <a:pt x="107956" y="27589"/>
                        <a:pt x="114216" y="23664"/>
                      </a:cubicBezTo>
                      <a:cubicBezTo>
                        <a:pt x="118935" y="20684"/>
                        <a:pt x="118488" y="17206"/>
                        <a:pt x="113222" y="9505"/>
                      </a:cubicBezTo>
                      <a:cubicBezTo>
                        <a:pt x="111930" y="10449"/>
                        <a:pt x="110589" y="11046"/>
                        <a:pt x="109297" y="11046"/>
                      </a:cubicBezTo>
                      <a:cubicBezTo>
                        <a:pt x="103832" y="11046"/>
                        <a:pt x="96977" y="66"/>
                        <a:pt x="87388" y="66"/>
                      </a:cubicBezTo>
                      <a:cubicBezTo>
                        <a:pt x="77800" y="66"/>
                        <a:pt x="67516" y="-729"/>
                        <a:pt x="60660" y="3196"/>
                      </a:cubicBezTo>
                      <a:cubicBezTo>
                        <a:pt x="53804" y="7121"/>
                        <a:pt x="40788" y="2401"/>
                        <a:pt x="32590" y="8711"/>
                      </a:cubicBezTo>
                      <a:cubicBezTo>
                        <a:pt x="24393" y="14970"/>
                        <a:pt x="14109" y="28285"/>
                        <a:pt x="14805" y="33799"/>
                      </a:cubicBezTo>
                      <a:cubicBezTo>
                        <a:pt x="15500" y="39314"/>
                        <a:pt x="12072" y="72997"/>
                        <a:pt x="7949" y="74537"/>
                      </a:cubicBezTo>
                      <a:cubicBezTo>
                        <a:pt x="6707" y="74984"/>
                        <a:pt x="3676" y="74736"/>
                        <a:pt x="0" y="74289"/>
                      </a:cubicBezTo>
                      <a:cubicBezTo>
                        <a:pt x="5465" y="85169"/>
                        <a:pt x="21710" y="104644"/>
                        <a:pt x="32143" y="111947"/>
                      </a:cubicBezTo>
                      <a:cubicBezTo>
                        <a:pt x="44663" y="120691"/>
                        <a:pt x="43967" y="128639"/>
                        <a:pt x="57878" y="130229"/>
                      </a:cubicBezTo>
                      <a:cubicBezTo>
                        <a:pt x="71788" y="131819"/>
                        <a:pt x="78744" y="138178"/>
                        <a:pt x="83612" y="145332"/>
                      </a:cubicBezTo>
                      <a:cubicBezTo>
                        <a:pt x="88481" y="152486"/>
                        <a:pt x="123953" y="164409"/>
                        <a:pt x="126735" y="170023"/>
                      </a:cubicBezTo>
                      <a:cubicBezTo>
                        <a:pt x="129517" y="175588"/>
                        <a:pt x="108651" y="191485"/>
                        <a:pt x="108651" y="205793"/>
                      </a:cubicBezTo>
                      <a:cubicBezTo>
                        <a:pt x="108651" y="220151"/>
                        <a:pt x="101001" y="218512"/>
                        <a:pt x="101001" y="223330"/>
                      </a:cubicBezTo>
                      <a:cubicBezTo>
                        <a:pt x="101001" y="228100"/>
                        <a:pt x="116998" y="224920"/>
                        <a:pt x="122562" y="228895"/>
                      </a:cubicBezTo>
                      <a:cubicBezTo>
                        <a:pt x="128126" y="232869"/>
                        <a:pt x="137864" y="226510"/>
                        <a:pt x="144819" y="231280"/>
                      </a:cubicBezTo>
                      <a:cubicBezTo>
                        <a:pt x="151774" y="236049"/>
                        <a:pt x="159425" y="224920"/>
                        <a:pt x="164989" y="226510"/>
                      </a:cubicBezTo>
                      <a:cubicBezTo>
                        <a:pt x="170553" y="228100"/>
                        <a:pt x="176118" y="215382"/>
                        <a:pt x="183073" y="216176"/>
                      </a:cubicBezTo>
                      <a:cubicBezTo>
                        <a:pt x="190028" y="216971"/>
                        <a:pt x="196288" y="188355"/>
                        <a:pt x="194897" y="177227"/>
                      </a:cubicBezTo>
                      <a:cubicBezTo>
                        <a:pt x="193506" y="166099"/>
                        <a:pt x="205330" y="131869"/>
                        <a:pt x="196984" y="12709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2" name="Google Shape;792;p8"/>
                <p:cNvSpPr/>
                <p:nvPr/>
              </p:nvSpPr>
              <p:spPr>
                <a:xfrm>
                  <a:off x="2310843" y="4016712"/>
                  <a:ext cx="74864" cy="7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64" h="71219" extrusionOk="0">
                      <a:moveTo>
                        <a:pt x="71337" y="56514"/>
                      </a:moveTo>
                      <a:cubicBezTo>
                        <a:pt x="70592" y="53484"/>
                        <a:pt x="71039" y="45634"/>
                        <a:pt x="74865" y="39672"/>
                      </a:cubicBezTo>
                      <a:cubicBezTo>
                        <a:pt x="66469" y="29289"/>
                        <a:pt x="56980" y="15329"/>
                        <a:pt x="51962" y="6983"/>
                      </a:cubicBezTo>
                      <a:cubicBezTo>
                        <a:pt x="47143" y="7728"/>
                        <a:pt x="42970" y="7628"/>
                        <a:pt x="40486" y="5542"/>
                      </a:cubicBezTo>
                      <a:cubicBezTo>
                        <a:pt x="35369" y="1170"/>
                        <a:pt x="22651" y="4101"/>
                        <a:pt x="17583" y="1170"/>
                      </a:cubicBezTo>
                      <a:cubicBezTo>
                        <a:pt x="14950" y="-320"/>
                        <a:pt x="9833" y="-122"/>
                        <a:pt x="4815" y="325"/>
                      </a:cubicBezTo>
                      <a:cubicBezTo>
                        <a:pt x="6008" y="4697"/>
                        <a:pt x="5461" y="8870"/>
                        <a:pt x="3076" y="10758"/>
                      </a:cubicBezTo>
                      <a:cubicBezTo>
                        <a:pt x="-1544" y="14286"/>
                        <a:pt x="-2041" y="28395"/>
                        <a:pt x="9237" y="33711"/>
                      </a:cubicBezTo>
                      <a:cubicBezTo>
                        <a:pt x="20514" y="38977"/>
                        <a:pt x="16937" y="30780"/>
                        <a:pt x="22601" y="30780"/>
                      </a:cubicBezTo>
                      <a:cubicBezTo>
                        <a:pt x="28264" y="30780"/>
                        <a:pt x="27718" y="40766"/>
                        <a:pt x="32885" y="40766"/>
                      </a:cubicBezTo>
                      <a:cubicBezTo>
                        <a:pt x="38002" y="40766"/>
                        <a:pt x="49826" y="47820"/>
                        <a:pt x="49329" y="57210"/>
                      </a:cubicBezTo>
                      <a:cubicBezTo>
                        <a:pt x="48832" y="66599"/>
                        <a:pt x="53452" y="70723"/>
                        <a:pt x="62693" y="70723"/>
                      </a:cubicBezTo>
                      <a:cubicBezTo>
                        <a:pt x="64382" y="70723"/>
                        <a:pt x="66320" y="70922"/>
                        <a:pt x="68307" y="71220"/>
                      </a:cubicBezTo>
                      <a:cubicBezTo>
                        <a:pt x="69797" y="64860"/>
                        <a:pt x="72132" y="59744"/>
                        <a:pt x="71337" y="5651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3" name="Google Shape;793;p8"/>
                <p:cNvSpPr/>
                <p:nvPr/>
              </p:nvSpPr>
              <p:spPr>
                <a:xfrm>
                  <a:off x="2379050" y="4054091"/>
                  <a:ext cx="135230" cy="65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230" h="65536" extrusionOk="0">
                      <a:moveTo>
                        <a:pt x="121966" y="21271"/>
                      </a:moveTo>
                      <a:cubicBezTo>
                        <a:pt x="111483" y="19681"/>
                        <a:pt x="102541" y="13819"/>
                        <a:pt x="94940" y="6019"/>
                      </a:cubicBezTo>
                      <a:cubicBezTo>
                        <a:pt x="94095" y="5175"/>
                        <a:pt x="93449" y="4231"/>
                        <a:pt x="92803" y="3287"/>
                      </a:cubicBezTo>
                      <a:cubicBezTo>
                        <a:pt x="91263" y="2790"/>
                        <a:pt x="89773" y="2244"/>
                        <a:pt x="88382" y="1548"/>
                      </a:cubicBezTo>
                      <a:cubicBezTo>
                        <a:pt x="79141" y="-3171"/>
                        <a:pt x="67317" y="3287"/>
                        <a:pt x="55493" y="15657"/>
                      </a:cubicBezTo>
                      <a:cubicBezTo>
                        <a:pt x="43669" y="27978"/>
                        <a:pt x="28765" y="20923"/>
                        <a:pt x="18531" y="14465"/>
                      </a:cubicBezTo>
                      <a:cubicBezTo>
                        <a:pt x="15500" y="12527"/>
                        <a:pt x="11178" y="7907"/>
                        <a:pt x="6608" y="2293"/>
                      </a:cubicBezTo>
                      <a:cubicBezTo>
                        <a:pt x="2782" y="8255"/>
                        <a:pt x="2335" y="16105"/>
                        <a:pt x="3080" y="19135"/>
                      </a:cubicBezTo>
                      <a:cubicBezTo>
                        <a:pt x="3875" y="22414"/>
                        <a:pt x="1540" y="27481"/>
                        <a:pt x="0" y="33741"/>
                      </a:cubicBezTo>
                      <a:cubicBezTo>
                        <a:pt x="8346" y="34933"/>
                        <a:pt x="18630" y="38610"/>
                        <a:pt x="25685" y="44721"/>
                      </a:cubicBezTo>
                      <a:cubicBezTo>
                        <a:pt x="30106" y="44273"/>
                        <a:pt x="34826" y="45068"/>
                        <a:pt x="39695" y="47503"/>
                      </a:cubicBezTo>
                      <a:cubicBezTo>
                        <a:pt x="47644" y="51527"/>
                        <a:pt x="54400" y="56694"/>
                        <a:pt x="60263" y="62606"/>
                      </a:cubicBezTo>
                      <a:cubicBezTo>
                        <a:pt x="62299" y="60817"/>
                        <a:pt x="63989" y="58631"/>
                        <a:pt x="64783" y="56743"/>
                      </a:cubicBezTo>
                      <a:cubicBezTo>
                        <a:pt x="67367" y="50881"/>
                        <a:pt x="59120" y="48496"/>
                        <a:pt x="58126" y="42038"/>
                      </a:cubicBezTo>
                      <a:cubicBezTo>
                        <a:pt x="57083" y="35579"/>
                        <a:pt x="68410" y="37914"/>
                        <a:pt x="70447" y="29121"/>
                      </a:cubicBezTo>
                      <a:cubicBezTo>
                        <a:pt x="72484" y="20327"/>
                        <a:pt x="88928" y="16204"/>
                        <a:pt x="96132" y="19731"/>
                      </a:cubicBezTo>
                      <a:cubicBezTo>
                        <a:pt x="103336" y="23259"/>
                        <a:pt x="109496" y="29121"/>
                        <a:pt x="102789" y="37964"/>
                      </a:cubicBezTo>
                      <a:cubicBezTo>
                        <a:pt x="97821" y="44522"/>
                        <a:pt x="107956" y="56346"/>
                        <a:pt x="116451" y="65537"/>
                      </a:cubicBezTo>
                      <a:cubicBezTo>
                        <a:pt x="122413" y="58532"/>
                        <a:pt x="129219" y="50583"/>
                        <a:pt x="132051" y="48198"/>
                      </a:cubicBezTo>
                      <a:cubicBezTo>
                        <a:pt x="133591" y="46857"/>
                        <a:pt x="134585" y="43777"/>
                        <a:pt x="135230" y="39901"/>
                      </a:cubicBezTo>
                      <a:cubicBezTo>
                        <a:pt x="131455" y="37865"/>
                        <a:pt x="127133" y="30164"/>
                        <a:pt x="121966" y="2127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4" name="Google Shape;794;p8"/>
                <p:cNvSpPr/>
                <p:nvPr/>
              </p:nvSpPr>
              <p:spPr>
                <a:xfrm>
                  <a:off x="2471108" y="3998606"/>
                  <a:ext cx="276020" cy="426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020" h="426904" extrusionOk="0">
                      <a:moveTo>
                        <a:pt x="271405" y="245770"/>
                      </a:moveTo>
                      <a:cubicBezTo>
                        <a:pt x="265145" y="240206"/>
                        <a:pt x="267480" y="232257"/>
                        <a:pt x="272349" y="225898"/>
                      </a:cubicBezTo>
                      <a:cubicBezTo>
                        <a:pt x="277218" y="219538"/>
                        <a:pt x="269318" y="213179"/>
                        <a:pt x="263307" y="205479"/>
                      </a:cubicBezTo>
                      <a:cubicBezTo>
                        <a:pt x="257296" y="197778"/>
                        <a:pt x="261916" y="169957"/>
                        <a:pt x="268871" y="156991"/>
                      </a:cubicBezTo>
                      <a:cubicBezTo>
                        <a:pt x="275827" y="144024"/>
                        <a:pt x="254762" y="146905"/>
                        <a:pt x="241746" y="148793"/>
                      </a:cubicBezTo>
                      <a:cubicBezTo>
                        <a:pt x="228779" y="150631"/>
                        <a:pt x="217650" y="144819"/>
                        <a:pt x="209304" y="132597"/>
                      </a:cubicBezTo>
                      <a:cubicBezTo>
                        <a:pt x="200958" y="120426"/>
                        <a:pt x="189631" y="128077"/>
                        <a:pt x="169709" y="128623"/>
                      </a:cubicBezTo>
                      <a:cubicBezTo>
                        <a:pt x="149787" y="129169"/>
                        <a:pt x="153712" y="103435"/>
                        <a:pt x="154656" y="93648"/>
                      </a:cubicBezTo>
                      <a:cubicBezTo>
                        <a:pt x="155600" y="83861"/>
                        <a:pt x="144471" y="82520"/>
                        <a:pt x="144471" y="76160"/>
                      </a:cubicBezTo>
                      <a:cubicBezTo>
                        <a:pt x="144471" y="69801"/>
                        <a:pt x="138658" y="69801"/>
                        <a:pt x="133591" y="70298"/>
                      </a:cubicBezTo>
                      <a:cubicBezTo>
                        <a:pt x="128524" y="70845"/>
                        <a:pt x="133591" y="63144"/>
                        <a:pt x="137069" y="58126"/>
                      </a:cubicBezTo>
                      <a:cubicBezTo>
                        <a:pt x="140546" y="53059"/>
                        <a:pt x="140298" y="49084"/>
                        <a:pt x="140546" y="38502"/>
                      </a:cubicBezTo>
                      <a:cubicBezTo>
                        <a:pt x="140795" y="27871"/>
                        <a:pt x="154208" y="18879"/>
                        <a:pt x="160915" y="8545"/>
                      </a:cubicBezTo>
                      <a:cubicBezTo>
                        <a:pt x="162555" y="6061"/>
                        <a:pt x="165089" y="4422"/>
                        <a:pt x="167970" y="3428"/>
                      </a:cubicBezTo>
                      <a:cubicBezTo>
                        <a:pt x="168417" y="2087"/>
                        <a:pt x="169113" y="944"/>
                        <a:pt x="170156" y="0"/>
                      </a:cubicBezTo>
                      <a:cubicBezTo>
                        <a:pt x="168566" y="0"/>
                        <a:pt x="166976" y="149"/>
                        <a:pt x="165387" y="199"/>
                      </a:cubicBezTo>
                      <a:cubicBezTo>
                        <a:pt x="162505" y="3478"/>
                        <a:pt x="158680" y="5962"/>
                        <a:pt x="153811" y="7204"/>
                      </a:cubicBezTo>
                      <a:cubicBezTo>
                        <a:pt x="148296" y="8595"/>
                        <a:pt x="142583" y="8893"/>
                        <a:pt x="137069" y="10085"/>
                      </a:cubicBezTo>
                      <a:cubicBezTo>
                        <a:pt x="134386" y="17338"/>
                        <a:pt x="129020" y="23350"/>
                        <a:pt x="120972" y="25238"/>
                      </a:cubicBezTo>
                      <a:cubicBezTo>
                        <a:pt x="116551" y="26281"/>
                        <a:pt x="112179" y="27573"/>
                        <a:pt x="107956" y="29312"/>
                      </a:cubicBezTo>
                      <a:cubicBezTo>
                        <a:pt x="106167" y="31299"/>
                        <a:pt x="104329" y="33087"/>
                        <a:pt x="102392" y="34677"/>
                      </a:cubicBezTo>
                      <a:cubicBezTo>
                        <a:pt x="101199" y="37211"/>
                        <a:pt x="99510" y="39546"/>
                        <a:pt x="97424" y="41483"/>
                      </a:cubicBezTo>
                      <a:cubicBezTo>
                        <a:pt x="94343" y="47147"/>
                        <a:pt x="89226" y="51519"/>
                        <a:pt x="81973" y="53009"/>
                      </a:cubicBezTo>
                      <a:cubicBezTo>
                        <a:pt x="80234" y="63293"/>
                        <a:pt x="71391" y="71987"/>
                        <a:pt x="61356" y="73826"/>
                      </a:cubicBezTo>
                      <a:cubicBezTo>
                        <a:pt x="55742" y="81228"/>
                        <a:pt x="51668" y="89425"/>
                        <a:pt x="48290" y="94095"/>
                      </a:cubicBezTo>
                      <a:cubicBezTo>
                        <a:pt x="46700" y="96231"/>
                        <a:pt x="45011" y="96430"/>
                        <a:pt x="43222" y="95436"/>
                      </a:cubicBezTo>
                      <a:cubicBezTo>
                        <a:pt x="42576" y="99311"/>
                        <a:pt x="41583" y="102392"/>
                        <a:pt x="40043" y="103733"/>
                      </a:cubicBezTo>
                      <a:cubicBezTo>
                        <a:pt x="37211" y="106118"/>
                        <a:pt x="30355" y="114067"/>
                        <a:pt x="24443" y="121071"/>
                      </a:cubicBezTo>
                      <a:cubicBezTo>
                        <a:pt x="27324" y="124251"/>
                        <a:pt x="30007" y="127083"/>
                        <a:pt x="31845" y="129319"/>
                      </a:cubicBezTo>
                      <a:cubicBezTo>
                        <a:pt x="39049" y="138112"/>
                        <a:pt x="34429" y="145216"/>
                        <a:pt x="36466" y="149886"/>
                      </a:cubicBezTo>
                      <a:cubicBezTo>
                        <a:pt x="38502" y="154556"/>
                        <a:pt x="40589" y="161611"/>
                        <a:pt x="36466" y="164592"/>
                      </a:cubicBezTo>
                      <a:cubicBezTo>
                        <a:pt x="32342" y="167523"/>
                        <a:pt x="35969" y="199865"/>
                        <a:pt x="40589" y="205727"/>
                      </a:cubicBezTo>
                      <a:cubicBezTo>
                        <a:pt x="45209" y="211590"/>
                        <a:pt x="40589" y="216905"/>
                        <a:pt x="35472" y="228630"/>
                      </a:cubicBezTo>
                      <a:cubicBezTo>
                        <a:pt x="30355" y="240404"/>
                        <a:pt x="25734" y="245670"/>
                        <a:pt x="16444" y="246267"/>
                      </a:cubicBezTo>
                      <a:cubicBezTo>
                        <a:pt x="7204" y="246863"/>
                        <a:pt x="7701" y="263307"/>
                        <a:pt x="4620" y="263307"/>
                      </a:cubicBezTo>
                      <a:cubicBezTo>
                        <a:pt x="2186" y="263307"/>
                        <a:pt x="398" y="269269"/>
                        <a:pt x="0" y="274386"/>
                      </a:cubicBezTo>
                      <a:cubicBezTo>
                        <a:pt x="8644" y="282682"/>
                        <a:pt x="24095" y="292718"/>
                        <a:pt x="28616" y="292718"/>
                      </a:cubicBezTo>
                      <a:cubicBezTo>
                        <a:pt x="33435" y="292718"/>
                        <a:pt x="36664" y="300717"/>
                        <a:pt x="43073" y="304939"/>
                      </a:cubicBezTo>
                      <a:cubicBezTo>
                        <a:pt x="49482" y="309261"/>
                        <a:pt x="58623" y="308019"/>
                        <a:pt x="60759" y="304939"/>
                      </a:cubicBezTo>
                      <a:cubicBezTo>
                        <a:pt x="62896" y="301859"/>
                        <a:pt x="68758" y="308616"/>
                        <a:pt x="77353" y="319645"/>
                      </a:cubicBezTo>
                      <a:cubicBezTo>
                        <a:pt x="77750" y="320141"/>
                        <a:pt x="78048" y="320539"/>
                        <a:pt x="78396" y="320986"/>
                      </a:cubicBezTo>
                      <a:cubicBezTo>
                        <a:pt x="85600" y="319148"/>
                        <a:pt x="94691" y="317608"/>
                        <a:pt x="98318" y="320241"/>
                      </a:cubicBezTo>
                      <a:cubicBezTo>
                        <a:pt x="104776" y="324861"/>
                        <a:pt x="103137" y="341455"/>
                        <a:pt x="112030" y="342399"/>
                      </a:cubicBezTo>
                      <a:cubicBezTo>
                        <a:pt x="120873" y="343293"/>
                        <a:pt x="127331" y="353477"/>
                        <a:pt x="126536" y="358992"/>
                      </a:cubicBezTo>
                      <a:cubicBezTo>
                        <a:pt x="125741" y="364556"/>
                        <a:pt x="136224" y="367288"/>
                        <a:pt x="135380" y="375585"/>
                      </a:cubicBezTo>
                      <a:cubicBezTo>
                        <a:pt x="134585" y="383882"/>
                        <a:pt x="158779" y="382044"/>
                        <a:pt x="162008" y="379261"/>
                      </a:cubicBezTo>
                      <a:cubicBezTo>
                        <a:pt x="165238" y="376479"/>
                        <a:pt x="171696" y="374641"/>
                        <a:pt x="175720" y="377423"/>
                      </a:cubicBezTo>
                      <a:cubicBezTo>
                        <a:pt x="179744" y="380156"/>
                        <a:pt x="186998" y="374641"/>
                        <a:pt x="191022" y="376479"/>
                      </a:cubicBezTo>
                      <a:cubicBezTo>
                        <a:pt x="195046" y="378367"/>
                        <a:pt x="211192" y="385720"/>
                        <a:pt x="207963" y="392178"/>
                      </a:cubicBezTo>
                      <a:cubicBezTo>
                        <a:pt x="204734" y="398637"/>
                        <a:pt x="193456" y="408772"/>
                        <a:pt x="195890" y="414336"/>
                      </a:cubicBezTo>
                      <a:cubicBezTo>
                        <a:pt x="197828" y="418708"/>
                        <a:pt x="206224" y="421440"/>
                        <a:pt x="209652" y="426905"/>
                      </a:cubicBezTo>
                      <a:cubicBezTo>
                        <a:pt x="210049" y="426856"/>
                        <a:pt x="210397" y="426905"/>
                        <a:pt x="210795" y="426806"/>
                      </a:cubicBezTo>
                      <a:cubicBezTo>
                        <a:pt x="216955" y="425266"/>
                        <a:pt x="219687" y="398587"/>
                        <a:pt x="219687" y="390787"/>
                      </a:cubicBezTo>
                      <a:cubicBezTo>
                        <a:pt x="219687" y="382938"/>
                        <a:pt x="222420" y="362569"/>
                        <a:pt x="224457" y="354620"/>
                      </a:cubicBezTo>
                      <a:cubicBezTo>
                        <a:pt x="228332" y="339219"/>
                        <a:pt x="209652" y="328339"/>
                        <a:pt x="209652" y="311646"/>
                      </a:cubicBezTo>
                      <a:cubicBezTo>
                        <a:pt x="209652" y="294953"/>
                        <a:pt x="217054" y="304244"/>
                        <a:pt x="225401" y="297338"/>
                      </a:cubicBezTo>
                      <a:cubicBezTo>
                        <a:pt x="233747" y="290433"/>
                        <a:pt x="224954" y="287551"/>
                        <a:pt x="220780" y="286458"/>
                      </a:cubicBezTo>
                      <a:cubicBezTo>
                        <a:pt x="216607" y="285415"/>
                        <a:pt x="213378" y="276919"/>
                        <a:pt x="214769" y="271902"/>
                      </a:cubicBezTo>
                      <a:cubicBezTo>
                        <a:pt x="216160" y="266834"/>
                        <a:pt x="241646" y="268971"/>
                        <a:pt x="249744" y="268971"/>
                      </a:cubicBezTo>
                      <a:cubicBezTo>
                        <a:pt x="257842" y="268971"/>
                        <a:pt x="275429" y="260475"/>
                        <a:pt x="275677" y="259184"/>
                      </a:cubicBezTo>
                      <a:cubicBezTo>
                        <a:pt x="275777" y="257991"/>
                        <a:pt x="277665" y="251334"/>
                        <a:pt x="271405" y="24577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5" name="Google Shape;795;p8"/>
                <p:cNvSpPr/>
                <p:nvPr/>
              </p:nvSpPr>
              <p:spPr>
                <a:xfrm>
                  <a:off x="2689752" y="4576775"/>
                  <a:ext cx="281302" cy="361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302" h="361107" extrusionOk="0">
                      <a:moveTo>
                        <a:pt x="280397" y="217117"/>
                      </a:moveTo>
                      <a:cubicBezTo>
                        <a:pt x="276969" y="205343"/>
                        <a:pt x="266685" y="203803"/>
                        <a:pt x="266685" y="191283"/>
                      </a:cubicBezTo>
                      <a:cubicBezTo>
                        <a:pt x="266685" y="178714"/>
                        <a:pt x="262562" y="177174"/>
                        <a:pt x="247509" y="177919"/>
                      </a:cubicBezTo>
                      <a:cubicBezTo>
                        <a:pt x="232455" y="178714"/>
                        <a:pt x="222867" y="174789"/>
                        <a:pt x="222172" y="164605"/>
                      </a:cubicBezTo>
                      <a:cubicBezTo>
                        <a:pt x="221476" y="154420"/>
                        <a:pt x="212583" y="146571"/>
                        <a:pt x="219439" y="142646"/>
                      </a:cubicBezTo>
                      <a:cubicBezTo>
                        <a:pt x="226295" y="138722"/>
                        <a:pt x="214620" y="131667"/>
                        <a:pt x="216011" y="122277"/>
                      </a:cubicBezTo>
                      <a:cubicBezTo>
                        <a:pt x="217353" y="112888"/>
                        <a:pt x="211888" y="108963"/>
                        <a:pt x="207118" y="104243"/>
                      </a:cubicBezTo>
                      <a:cubicBezTo>
                        <a:pt x="202299" y="99524"/>
                        <a:pt x="181781" y="106578"/>
                        <a:pt x="181781" y="97983"/>
                      </a:cubicBezTo>
                      <a:cubicBezTo>
                        <a:pt x="181781" y="89389"/>
                        <a:pt x="169460" y="87799"/>
                        <a:pt x="162605" y="87799"/>
                      </a:cubicBezTo>
                      <a:cubicBezTo>
                        <a:pt x="155749" y="87799"/>
                        <a:pt x="160568" y="77614"/>
                        <a:pt x="153016" y="78409"/>
                      </a:cubicBezTo>
                      <a:cubicBezTo>
                        <a:pt x="145515" y="79154"/>
                        <a:pt x="146856" y="72895"/>
                        <a:pt x="136572" y="74484"/>
                      </a:cubicBezTo>
                      <a:cubicBezTo>
                        <a:pt x="126288" y="76074"/>
                        <a:pt x="120128" y="70560"/>
                        <a:pt x="109198" y="55656"/>
                      </a:cubicBezTo>
                      <a:cubicBezTo>
                        <a:pt x="98219" y="40801"/>
                        <a:pt x="99610" y="11788"/>
                        <a:pt x="101647" y="3938"/>
                      </a:cubicBezTo>
                      <a:cubicBezTo>
                        <a:pt x="103683" y="-3911"/>
                        <a:pt x="88630" y="2398"/>
                        <a:pt x="79737" y="2398"/>
                      </a:cubicBezTo>
                      <a:cubicBezTo>
                        <a:pt x="70845" y="2398"/>
                        <a:pt x="61952" y="10247"/>
                        <a:pt x="52314" y="16507"/>
                      </a:cubicBezTo>
                      <a:cubicBezTo>
                        <a:pt x="42725" y="22767"/>
                        <a:pt x="37261" y="22767"/>
                        <a:pt x="32442" y="28281"/>
                      </a:cubicBezTo>
                      <a:cubicBezTo>
                        <a:pt x="27623" y="33747"/>
                        <a:pt x="20121" y="36876"/>
                        <a:pt x="12569" y="33747"/>
                      </a:cubicBezTo>
                      <a:cubicBezTo>
                        <a:pt x="10483" y="32852"/>
                        <a:pt x="7750" y="32206"/>
                        <a:pt x="4819" y="31759"/>
                      </a:cubicBezTo>
                      <a:cubicBezTo>
                        <a:pt x="8843" y="43285"/>
                        <a:pt x="18630" y="62213"/>
                        <a:pt x="20767" y="69020"/>
                      </a:cubicBezTo>
                      <a:cubicBezTo>
                        <a:pt x="23499" y="77614"/>
                        <a:pt x="17339" y="79999"/>
                        <a:pt x="14606" y="83129"/>
                      </a:cubicBezTo>
                      <a:cubicBezTo>
                        <a:pt x="11874" y="86259"/>
                        <a:pt x="15948" y="114428"/>
                        <a:pt x="16643" y="120737"/>
                      </a:cubicBezTo>
                      <a:cubicBezTo>
                        <a:pt x="17339" y="126997"/>
                        <a:pt x="7055" y="138771"/>
                        <a:pt x="11178" y="142696"/>
                      </a:cubicBezTo>
                      <a:cubicBezTo>
                        <a:pt x="15302" y="146621"/>
                        <a:pt x="5713" y="158395"/>
                        <a:pt x="5713" y="165449"/>
                      </a:cubicBezTo>
                      <a:cubicBezTo>
                        <a:pt x="5713" y="172504"/>
                        <a:pt x="14606" y="172504"/>
                        <a:pt x="14606" y="177969"/>
                      </a:cubicBezTo>
                      <a:cubicBezTo>
                        <a:pt x="14606" y="183483"/>
                        <a:pt x="7055" y="196003"/>
                        <a:pt x="2285" y="199133"/>
                      </a:cubicBezTo>
                      <a:cubicBezTo>
                        <a:pt x="-248" y="200773"/>
                        <a:pt x="-298" y="205244"/>
                        <a:pt x="348" y="210013"/>
                      </a:cubicBezTo>
                      <a:cubicBezTo>
                        <a:pt x="1789" y="209467"/>
                        <a:pt x="2782" y="216621"/>
                        <a:pt x="9837" y="222632"/>
                      </a:cubicBezTo>
                      <a:cubicBezTo>
                        <a:pt x="18084" y="229687"/>
                        <a:pt x="8495" y="241461"/>
                        <a:pt x="15302" y="250850"/>
                      </a:cubicBezTo>
                      <a:cubicBezTo>
                        <a:pt x="22158" y="260240"/>
                        <a:pt x="29709" y="261035"/>
                        <a:pt x="24890" y="265754"/>
                      </a:cubicBezTo>
                      <a:cubicBezTo>
                        <a:pt x="20071" y="270474"/>
                        <a:pt x="25586" y="279864"/>
                        <a:pt x="20071" y="284584"/>
                      </a:cubicBezTo>
                      <a:cubicBezTo>
                        <a:pt x="14606" y="289303"/>
                        <a:pt x="22108" y="303412"/>
                        <a:pt x="28268" y="306542"/>
                      </a:cubicBezTo>
                      <a:cubicBezTo>
                        <a:pt x="34429" y="309672"/>
                        <a:pt x="30305" y="323782"/>
                        <a:pt x="36466" y="330836"/>
                      </a:cubicBezTo>
                      <a:cubicBezTo>
                        <a:pt x="42626" y="337891"/>
                        <a:pt x="39894" y="354335"/>
                        <a:pt x="41931" y="359849"/>
                      </a:cubicBezTo>
                      <a:cubicBezTo>
                        <a:pt x="43967" y="365314"/>
                        <a:pt x="62498" y="352000"/>
                        <a:pt x="73428" y="338686"/>
                      </a:cubicBezTo>
                      <a:cubicBezTo>
                        <a:pt x="84407" y="325371"/>
                        <a:pt x="83712" y="336351"/>
                        <a:pt x="93996" y="337891"/>
                      </a:cubicBezTo>
                      <a:cubicBezTo>
                        <a:pt x="104280" y="339481"/>
                        <a:pt x="115905" y="339481"/>
                        <a:pt x="120724" y="350460"/>
                      </a:cubicBezTo>
                      <a:cubicBezTo>
                        <a:pt x="125543" y="361439"/>
                        <a:pt x="131008" y="339481"/>
                        <a:pt x="134436" y="334811"/>
                      </a:cubicBezTo>
                      <a:cubicBezTo>
                        <a:pt x="137864" y="330091"/>
                        <a:pt x="161164" y="336400"/>
                        <a:pt x="165238" y="334811"/>
                      </a:cubicBezTo>
                      <a:cubicBezTo>
                        <a:pt x="169361" y="333221"/>
                        <a:pt x="172789" y="299537"/>
                        <a:pt x="172094" y="294072"/>
                      </a:cubicBezTo>
                      <a:cubicBezTo>
                        <a:pt x="171398" y="288558"/>
                        <a:pt x="181682" y="275293"/>
                        <a:pt x="189879" y="268984"/>
                      </a:cubicBezTo>
                      <a:cubicBezTo>
                        <a:pt x="198076" y="262724"/>
                        <a:pt x="211093" y="267394"/>
                        <a:pt x="217949" y="263469"/>
                      </a:cubicBezTo>
                      <a:cubicBezTo>
                        <a:pt x="224805" y="259544"/>
                        <a:pt x="235039" y="260339"/>
                        <a:pt x="244677" y="260339"/>
                      </a:cubicBezTo>
                      <a:cubicBezTo>
                        <a:pt x="254265" y="260339"/>
                        <a:pt x="261121" y="271319"/>
                        <a:pt x="266586" y="271319"/>
                      </a:cubicBezTo>
                      <a:cubicBezTo>
                        <a:pt x="272051" y="271319"/>
                        <a:pt x="278907" y="261134"/>
                        <a:pt x="277565" y="251745"/>
                      </a:cubicBezTo>
                      <a:cubicBezTo>
                        <a:pt x="276323" y="242156"/>
                        <a:pt x="283825" y="228842"/>
                        <a:pt x="280397" y="21711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6" name="Google Shape;796;p8"/>
                <p:cNvSpPr/>
                <p:nvPr/>
              </p:nvSpPr>
              <p:spPr>
                <a:xfrm>
                  <a:off x="2416854" y="4317540"/>
                  <a:ext cx="294448" cy="495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448" h="495430" extrusionOk="0">
                      <a:moveTo>
                        <a:pt x="293765" y="328205"/>
                      </a:moveTo>
                      <a:cubicBezTo>
                        <a:pt x="291579" y="321399"/>
                        <a:pt x="281842" y="302421"/>
                        <a:pt x="277817" y="290945"/>
                      </a:cubicBezTo>
                      <a:cubicBezTo>
                        <a:pt x="270167" y="289703"/>
                        <a:pt x="260876" y="289902"/>
                        <a:pt x="255411" y="292187"/>
                      </a:cubicBezTo>
                      <a:cubicBezTo>
                        <a:pt x="247910" y="295317"/>
                        <a:pt x="249947" y="267893"/>
                        <a:pt x="249947" y="257709"/>
                      </a:cubicBezTo>
                      <a:cubicBezTo>
                        <a:pt x="249947" y="247524"/>
                        <a:pt x="242395" y="252989"/>
                        <a:pt x="239663" y="260044"/>
                      </a:cubicBezTo>
                      <a:cubicBezTo>
                        <a:pt x="236930" y="267098"/>
                        <a:pt x="225951" y="263968"/>
                        <a:pt x="215021" y="263968"/>
                      </a:cubicBezTo>
                      <a:cubicBezTo>
                        <a:pt x="204042" y="263968"/>
                        <a:pt x="209556" y="248319"/>
                        <a:pt x="202700" y="249064"/>
                      </a:cubicBezTo>
                      <a:cubicBezTo>
                        <a:pt x="195844" y="249859"/>
                        <a:pt x="190380" y="246729"/>
                        <a:pt x="191075" y="238880"/>
                      </a:cubicBezTo>
                      <a:cubicBezTo>
                        <a:pt x="191771" y="231030"/>
                        <a:pt x="186256" y="224770"/>
                        <a:pt x="181487" y="216126"/>
                      </a:cubicBezTo>
                      <a:cubicBezTo>
                        <a:pt x="176717" y="207531"/>
                        <a:pt x="171203" y="198887"/>
                        <a:pt x="175326" y="193422"/>
                      </a:cubicBezTo>
                      <a:cubicBezTo>
                        <a:pt x="179450" y="187907"/>
                        <a:pt x="172594" y="183237"/>
                        <a:pt x="178754" y="176183"/>
                      </a:cubicBezTo>
                      <a:cubicBezTo>
                        <a:pt x="184915" y="169128"/>
                        <a:pt x="191075" y="171463"/>
                        <a:pt x="189038" y="162073"/>
                      </a:cubicBezTo>
                      <a:cubicBezTo>
                        <a:pt x="187001" y="152684"/>
                        <a:pt x="195894" y="147169"/>
                        <a:pt x="196590" y="136985"/>
                      </a:cubicBezTo>
                      <a:cubicBezTo>
                        <a:pt x="197285" y="126800"/>
                        <a:pt x="207569" y="129930"/>
                        <a:pt x="217157" y="121335"/>
                      </a:cubicBezTo>
                      <a:cubicBezTo>
                        <a:pt x="226746" y="112691"/>
                        <a:pt x="237030" y="117411"/>
                        <a:pt x="245227" y="109561"/>
                      </a:cubicBezTo>
                      <a:cubicBezTo>
                        <a:pt x="252927" y="102208"/>
                        <a:pt x="258243" y="108568"/>
                        <a:pt x="263956" y="108071"/>
                      </a:cubicBezTo>
                      <a:cubicBezTo>
                        <a:pt x="260529" y="102556"/>
                        <a:pt x="252083" y="99874"/>
                        <a:pt x="250195" y="95502"/>
                      </a:cubicBezTo>
                      <a:cubicBezTo>
                        <a:pt x="247761" y="89938"/>
                        <a:pt x="259038" y="79803"/>
                        <a:pt x="262267" y="73344"/>
                      </a:cubicBezTo>
                      <a:cubicBezTo>
                        <a:pt x="265497" y="66886"/>
                        <a:pt x="249351" y="59533"/>
                        <a:pt x="245326" y="57645"/>
                      </a:cubicBezTo>
                      <a:cubicBezTo>
                        <a:pt x="241302" y="55807"/>
                        <a:pt x="234049" y="61321"/>
                        <a:pt x="230025" y="58589"/>
                      </a:cubicBezTo>
                      <a:cubicBezTo>
                        <a:pt x="226001" y="55807"/>
                        <a:pt x="219542" y="57645"/>
                        <a:pt x="216313" y="60427"/>
                      </a:cubicBezTo>
                      <a:cubicBezTo>
                        <a:pt x="213084" y="63209"/>
                        <a:pt x="188889" y="65048"/>
                        <a:pt x="189684" y="56751"/>
                      </a:cubicBezTo>
                      <a:cubicBezTo>
                        <a:pt x="190479" y="48454"/>
                        <a:pt x="179996" y="45672"/>
                        <a:pt x="180841" y="40158"/>
                      </a:cubicBezTo>
                      <a:cubicBezTo>
                        <a:pt x="181636" y="34643"/>
                        <a:pt x="175177" y="24458"/>
                        <a:pt x="166334" y="23564"/>
                      </a:cubicBezTo>
                      <a:cubicBezTo>
                        <a:pt x="157491" y="22670"/>
                        <a:pt x="159081" y="6027"/>
                        <a:pt x="152623" y="1407"/>
                      </a:cubicBezTo>
                      <a:cubicBezTo>
                        <a:pt x="148946" y="-1226"/>
                        <a:pt x="139855" y="314"/>
                        <a:pt x="132701" y="2152"/>
                      </a:cubicBezTo>
                      <a:cubicBezTo>
                        <a:pt x="140451" y="12138"/>
                        <a:pt x="143183" y="16311"/>
                        <a:pt x="138066" y="21030"/>
                      </a:cubicBezTo>
                      <a:cubicBezTo>
                        <a:pt x="131260" y="27240"/>
                        <a:pt x="138066" y="28383"/>
                        <a:pt x="125199" y="47957"/>
                      </a:cubicBezTo>
                      <a:cubicBezTo>
                        <a:pt x="112331" y="67581"/>
                        <a:pt x="90373" y="72450"/>
                        <a:pt x="79691" y="76176"/>
                      </a:cubicBezTo>
                      <a:cubicBezTo>
                        <a:pt x="69010" y="79852"/>
                        <a:pt x="64688" y="102507"/>
                        <a:pt x="58826" y="118454"/>
                      </a:cubicBezTo>
                      <a:cubicBezTo>
                        <a:pt x="52914" y="134401"/>
                        <a:pt x="48144" y="128887"/>
                        <a:pt x="42232" y="119696"/>
                      </a:cubicBezTo>
                      <a:cubicBezTo>
                        <a:pt x="36370" y="110505"/>
                        <a:pt x="31501" y="121534"/>
                        <a:pt x="24546" y="114181"/>
                      </a:cubicBezTo>
                      <a:cubicBezTo>
                        <a:pt x="17591" y="106829"/>
                        <a:pt x="20820" y="106829"/>
                        <a:pt x="24546" y="100668"/>
                      </a:cubicBezTo>
                      <a:cubicBezTo>
                        <a:pt x="26583" y="97390"/>
                        <a:pt x="24347" y="92123"/>
                        <a:pt x="20075" y="87056"/>
                      </a:cubicBezTo>
                      <a:cubicBezTo>
                        <a:pt x="12424" y="88844"/>
                        <a:pt x="4723" y="100966"/>
                        <a:pt x="898" y="110207"/>
                      </a:cubicBezTo>
                      <a:cubicBezTo>
                        <a:pt x="-3226" y="120193"/>
                        <a:pt x="8102" y="139618"/>
                        <a:pt x="9642" y="146673"/>
                      </a:cubicBezTo>
                      <a:cubicBezTo>
                        <a:pt x="11182" y="153727"/>
                        <a:pt x="3481" y="147269"/>
                        <a:pt x="2438" y="153727"/>
                      </a:cubicBezTo>
                      <a:cubicBezTo>
                        <a:pt x="1643" y="158844"/>
                        <a:pt x="12772" y="165849"/>
                        <a:pt x="21515" y="172010"/>
                      </a:cubicBezTo>
                      <a:cubicBezTo>
                        <a:pt x="26583" y="173550"/>
                        <a:pt x="31352" y="176779"/>
                        <a:pt x="35078" y="182145"/>
                      </a:cubicBezTo>
                      <a:cubicBezTo>
                        <a:pt x="39997" y="189149"/>
                        <a:pt x="42729" y="196751"/>
                        <a:pt x="45064" y="204401"/>
                      </a:cubicBezTo>
                      <a:cubicBezTo>
                        <a:pt x="46952" y="207680"/>
                        <a:pt x="48840" y="210711"/>
                        <a:pt x="50777" y="213046"/>
                      </a:cubicBezTo>
                      <a:cubicBezTo>
                        <a:pt x="57335" y="221044"/>
                        <a:pt x="58726" y="228248"/>
                        <a:pt x="64042" y="244394"/>
                      </a:cubicBezTo>
                      <a:cubicBezTo>
                        <a:pt x="73432" y="251052"/>
                        <a:pt x="86249" y="252890"/>
                        <a:pt x="94297" y="263174"/>
                      </a:cubicBezTo>
                      <a:cubicBezTo>
                        <a:pt x="107761" y="280313"/>
                        <a:pt x="98769" y="297403"/>
                        <a:pt x="104681" y="315735"/>
                      </a:cubicBezTo>
                      <a:cubicBezTo>
                        <a:pt x="110245" y="332875"/>
                        <a:pt x="124603" y="341073"/>
                        <a:pt x="127285" y="360796"/>
                      </a:cubicBezTo>
                      <a:cubicBezTo>
                        <a:pt x="128031" y="366360"/>
                        <a:pt x="127186" y="371378"/>
                        <a:pt x="125298" y="375700"/>
                      </a:cubicBezTo>
                      <a:cubicBezTo>
                        <a:pt x="135731" y="385785"/>
                        <a:pt x="143829" y="398404"/>
                        <a:pt x="150486" y="411867"/>
                      </a:cubicBezTo>
                      <a:cubicBezTo>
                        <a:pt x="153865" y="414302"/>
                        <a:pt x="157690" y="416786"/>
                        <a:pt x="162211" y="419369"/>
                      </a:cubicBezTo>
                      <a:cubicBezTo>
                        <a:pt x="183772" y="431690"/>
                        <a:pt x="223318" y="455189"/>
                        <a:pt x="228981" y="466367"/>
                      </a:cubicBezTo>
                      <a:cubicBezTo>
                        <a:pt x="234645" y="477545"/>
                        <a:pt x="253126" y="488127"/>
                        <a:pt x="256703" y="490462"/>
                      </a:cubicBezTo>
                      <a:cubicBezTo>
                        <a:pt x="257697" y="491108"/>
                        <a:pt x="257995" y="492946"/>
                        <a:pt x="257995" y="495430"/>
                      </a:cubicBezTo>
                      <a:cubicBezTo>
                        <a:pt x="260131" y="493443"/>
                        <a:pt x="261920" y="491903"/>
                        <a:pt x="263013" y="491257"/>
                      </a:cubicBezTo>
                      <a:cubicBezTo>
                        <a:pt x="269868" y="487332"/>
                        <a:pt x="270514" y="474018"/>
                        <a:pt x="272601" y="470093"/>
                      </a:cubicBezTo>
                      <a:cubicBezTo>
                        <a:pt x="272899" y="469546"/>
                        <a:pt x="273147" y="469298"/>
                        <a:pt x="273396" y="469199"/>
                      </a:cubicBezTo>
                      <a:cubicBezTo>
                        <a:pt x="272800" y="464429"/>
                        <a:pt x="272849" y="459958"/>
                        <a:pt x="275333" y="458319"/>
                      </a:cubicBezTo>
                      <a:cubicBezTo>
                        <a:pt x="280103" y="455189"/>
                        <a:pt x="287654" y="442669"/>
                        <a:pt x="287654" y="437155"/>
                      </a:cubicBezTo>
                      <a:cubicBezTo>
                        <a:pt x="287654" y="431690"/>
                        <a:pt x="278761" y="431690"/>
                        <a:pt x="278761" y="424635"/>
                      </a:cubicBezTo>
                      <a:cubicBezTo>
                        <a:pt x="278761" y="417581"/>
                        <a:pt x="288350" y="405806"/>
                        <a:pt x="284226" y="401882"/>
                      </a:cubicBezTo>
                      <a:cubicBezTo>
                        <a:pt x="280103" y="397957"/>
                        <a:pt x="290387" y="386232"/>
                        <a:pt x="289741" y="379923"/>
                      </a:cubicBezTo>
                      <a:cubicBezTo>
                        <a:pt x="289045" y="373663"/>
                        <a:pt x="284922" y="345445"/>
                        <a:pt x="287704" y="342315"/>
                      </a:cubicBezTo>
                      <a:cubicBezTo>
                        <a:pt x="290337" y="339185"/>
                        <a:pt x="296497" y="336850"/>
                        <a:pt x="293765" y="32820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7" name="Google Shape;797;p8"/>
                <p:cNvSpPr/>
                <p:nvPr/>
              </p:nvSpPr>
              <p:spPr>
                <a:xfrm>
                  <a:off x="2602537" y="3988124"/>
                  <a:ext cx="318677" cy="306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677" h="306385" extrusionOk="0">
                      <a:moveTo>
                        <a:pt x="285094" y="95138"/>
                      </a:moveTo>
                      <a:cubicBezTo>
                        <a:pt x="282808" y="95287"/>
                        <a:pt x="282113" y="94592"/>
                        <a:pt x="282361" y="93250"/>
                      </a:cubicBezTo>
                      <a:cubicBezTo>
                        <a:pt x="280275" y="93201"/>
                        <a:pt x="278238" y="93002"/>
                        <a:pt x="276648" y="92307"/>
                      </a:cubicBezTo>
                      <a:lnTo>
                        <a:pt x="276499" y="92257"/>
                      </a:lnTo>
                      <a:cubicBezTo>
                        <a:pt x="270090" y="89524"/>
                        <a:pt x="265221" y="86444"/>
                        <a:pt x="261396" y="80433"/>
                      </a:cubicBezTo>
                      <a:cubicBezTo>
                        <a:pt x="261148" y="80035"/>
                        <a:pt x="260999" y="79539"/>
                        <a:pt x="260800" y="79141"/>
                      </a:cubicBezTo>
                      <a:cubicBezTo>
                        <a:pt x="257223" y="72683"/>
                        <a:pt x="255335" y="65479"/>
                        <a:pt x="255236" y="58176"/>
                      </a:cubicBezTo>
                      <a:cubicBezTo>
                        <a:pt x="248181" y="55294"/>
                        <a:pt x="249771" y="46650"/>
                        <a:pt x="257123" y="44514"/>
                      </a:cubicBezTo>
                      <a:cubicBezTo>
                        <a:pt x="257670" y="42825"/>
                        <a:pt x="258316" y="41185"/>
                        <a:pt x="259061" y="39645"/>
                      </a:cubicBezTo>
                      <a:cubicBezTo>
                        <a:pt x="254639" y="37807"/>
                        <a:pt x="247237" y="36416"/>
                        <a:pt x="240381" y="37558"/>
                      </a:cubicBezTo>
                      <a:cubicBezTo>
                        <a:pt x="226520" y="39894"/>
                        <a:pt x="206996" y="48737"/>
                        <a:pt x="195718" y="55791"/>
                      </a:cubicBezTo>
                      <a:cubicBezTo>
                        <a:pt x="190750" y="58871"/>
                        <a:pt x="184242" y="55344"/>
                        <a:pt x="177386" y="50823"/>
                      </a:cubicBezTo>
                      <a:cubicBezTo>
                        <a:pt x="173511" y="53953"/>
                        <a:pt x="168444" y="55940"/>
                        <a:pt x="162134" y="55940"/>
                      </a:cubicBezTo>
                      <a:cubicBezTo>
                        <a:pt x="159601" y="55940"/>
                        <a:pt x="157315" y="55593"/>
                        <a:pt x="155179" y="55046"/>
                      </a:cubicBezTo>
                      <a:cubicBezTo>
                        <a:pt x="149863" y="58126"/>
                        <a:pt x="143454" y="59219"/>
                        <a:pt x="136499" y="57629"/>
                      </a:cubicBezTo>
                      <a:cubicBezTo>
                        <a:pt x="130339" y="56189"/>
                        <a:pt x="124924" y="51618"/>
                        <a:pt x="121545" y="45905"/>
                      </a:cubicBezTo>
                      <a:cubicBezTo>
                        <a:pt x="119359" y="45358"/>
                        <a:pt x="117273" y="44613"/>
                        <a:pt x="115286" y="43470"/>
                      </a:cubicBezTo>
                      <a:cubicBezTo>
                        <a:pt x="105797" y="37857"/>
                        <a:pt x="100133" y="29212"/>
                        <a:pt x="96109" y="19077"/>
                      </a:cubicBezTo>
                      <a:cubicBezTo>
                        <a:pt x="95115" y="16593"/>
                        <a:pt x="94767" y="13861"/>
                        <a:pt x="94966" y="11079"/>
                      </a:cubicBezTo>
                      <a:cubicBezTo>
                        <a:pt x="91538" y="6707"/>
                        <a:pt x="90644" y="0"/>
                        <a:pt x="84285" y="0"/>
                      </a:cubicBezTo>
                      <a:cubicBezTo>
                        <a:pt x="74547" y="0"/>
                        <a:pt x="84285" y="13513"/>
                        <a:pt x="77628" y="17040"/>
                      </a:cubicBezTo>
                      <a:cubicBezTo>
                        <a:pt x="70970" y="20568"/>
                        <a:pt x="47819" y="27026"/>
                        <a:pt x="46279" y="37608"/>
                      </a:cubicBezTo>
                      <a:cubicBezTo>
                        <a:pt x="44739" y="48190"/>
                        <a:pt x="58600" y="65827"/>
                        <a:pt x="53980" y="76409"/>
                      </a:cubicBezTo>
                      <a:cubicBezTo>
                        <a:pt x="49359" y="86991"/>
                        <a:pt x="33958" y="78147"/>
                        <a:pt x="29338" y="67019"/>
                      </a:cubicBezTo>
                      <a:cubicBezTo>
                        <a:pt x="24718" y="55841"/>
                        <a:pt x="42702" y="38800"/>
                        <a:pt x="39622" y="32342"/>
                      </a:cubicBezTo>
                      <a:cubicBezTo>
                        <a:pt x="37486" y="27871"/>
                        <a:pt x="34753" y="19524"/>
                        <a:pt x="36542" y="13960"/>
                      </a:cubicBezTo>
                      <a:cubicBezTo>
                        <a:pt x="33660" y="14954"/>
                        <a:pt x="31127" y="16593"/>
                        <a:pt x="29487" y="19077"/>
                      </a:cubicBezTo>
                      <a:cubicBezTo>
                        <a:pt x="22780" y="29461"/>
                        <a:pt x="9367" y="38453"/>
                        <a:pt x="9118" y="49035"/>
                      </a:cubicBezTo>
                      <a:cubicBezTo>
                        <a:pt x="8870" y="59617"/>
                        <a:pt x="9118" y="63591"/>
                        <a:pt x="5641" y="68659"/>
                      </a:cubicBezTo>
                      <a:cubicBezTo>
                        <a:pt x="2163" y="73676"/>
                        <a:pt x="-2954" y="81377"/>
                        <a:pt x="2163" y="80830"/>
                      </a:cubicBezTo>
                      <a:cubicBezTo>
                        <a:pt x="7280" y="80333"/>
                        <a:pt x="13043" y="80333"/>
                        <a:pt x="13043" y="86693"/>
                      </a:cubicBezTo>
                      <a:cubicBezTo>
                        <a:pt x="13043" y="93052"/>
                        <a:pt x="24171" y="94343"/>
                        <a:pt x="23227" y="104180"/>
                      </a:cubicBezTo>
                      <a:cubicBezTo>
                        <a:pt x="22284" y="113967"/>
                        <a:pt x="18359" y="139702"/>
                        <a:pt x="38281" y="139155"/>
                      </a:cubicBezTo>
                      <a:cubicBezTo>
                        <a:pt x="58203" y="138609"/>
                        <a:pt x="69530" y="130958"/>
                        <a:pt x="77876" y="143130"/>
                      </a:cubicBezTo>
                      <a:cubicBezTo>
                        <a:pt x="86222" y="155301"/>
                        <a:pt x="97351" y="161164"/>
                        <a:pt x="110317" y="159326"/>
                      </a:cubicBezTo>
                      <a:cubicBezTo>
                        <a:pt x="123284" y="157487"/>
                        <a:pt x="144349" y="154556"/>
                        <a:pt x="137443" y="167523"/>
                      </a:cubicBezTo>
                      <a:cubicBezTo>
                        <a:pt x="130488" y="180490"/>
                        <a:pt x="125868" y="208311"/>
                        <a:pt x="131879" y="216011"/>
                      </a:cubicBezTo>
                      <a:cubicBezTo>
                        <a:pt x="137890" y="223662"/>
                        <a:pt x="145789" y="230021"/>
                        <a:pt x="140921" y="236430"/>
                      </a:cubicBezTo>
                      <a:cubicBezTo>
                        <a:pt x="136052" y="242789"/>
                        <a:pt x="133717" y="250738"/>
                        <a:pt x="139977" y="256302"/>
                      </a:cubicBezTo>
                      <a:cubicBezTo>
                        <a:pt x="146237" y="261866"/>
                        <a:pt x="144398" y="268523"/>
                        <a:pt x="144150" y="269815"/>
                      </a:cubicBezTo>
                      <a:cubicBezTo>
                        <a:pt x="144100" y="270163"/>
                        <a:pt x="142858" y="271007"/>
                        <a:pt x="140871" y="272051"/>
                      </a:cubicBezTo>
                      <a:cubicBezTo>
                        <a:pt x="150112" y="282533"/>
                        <a:pt x="153341" y="294009"/>
                        <a:pt x="158557" y="298779"/>
                      </a:cubicBezTo>
                      <a:cubicBezTo>
                        <a:pt x="165513" y="305138"/>
                        <a:pt x="167599" y="308317"/>
                        <a:pt x="172468" y="305138"/>
                      </a:cubicBezTo>
                      <a:cubicBezTo>
                        <a:pt x="177336" y="301959"/>
                        <a:pt x="180814" y="299574"/>
                        <a:pt x="184987" y="302753"/>
                      </a:cubicBezTo>
                      <a:cubicBezTo>
                        <a:pt x="189160" y="305933"/>
                        <a:pt x="194725" y="299574"/>
                        <a:pt x="200984" y="293215"/>
                      </a:cubicBezTo>
                      <a:cubicBezTo>
                        <a:pt x="207244" y="286855"/>
                        <a:pt x="214200" y="292420"/>
                        <a:pt x="216286" y="284471"/>
                      </a:cubicBezTo>
                      <a:cubicBezTo>
                        <a:pt x="218373" y="276472"/>
                        <a:pt x="221850" y="271753"/>
                        <a:pt x="229501" y="270163"/>
                      </a:cubicBezTo>
                      <a:cubicBezTo>
                        <a:pt x="237152" y="268573"/>
                        <a:pt x="237152" y="259034"/>
                        <a:pt x="232283" y="259034"/>
                      </a:cubicBezTo>
                      <a:cubicBezTo>
                        <a:pt x="227415" y="259034"/>
                        <a:pt x="220459" y="266188"/>
                        <a:pt x="220459" y="255855"/>
                      </a:cubicBezTo>
                      <a:cubicBezTo>
                        <a:pt x="220459" y="245521"/>
                        <a:pt x="214200" y="247906"/>
                        <a:pt x="214200" y="239162"/>
                      </a:cubicBezTo>
                      <a:cubicBezTo>
                        <a:pt x="214200" y="230418"/>
                        <a:pt x="213504" y="224854"/>
                        <a:pt x="205158" y="219290"/>
                      </a:cubicBezTo>
                      <a:cubicBezTo>
                        <a:pt x="196811" y="213726"/>
                        <a:pt x="216286" y="211341"/>
                        <a:pt x="220459" y="216110"/>
                      </a:cubicBezTo>
                      <a:cubicBezTo>
                        <a:pt x="224632" y="220880"/>
                        <a:pt x="239239" y="216905"/>
                        <a:pt x="240630" y="224059"/>
                      </a:cubicBezTo>
                      <a:cubicBezTo>
                        <a:pt x="242021" y="231213"/>
                        <a:pt x="249671" y="233598"/>
                        <a:pt x="249671" y="224854"/>
                      </a:cubicBezTo>
                      <a:cubicBezTo>
                        <a:pt x="249671" y="216110"/>
                        <a:pt x="258713" y="212931"/>
                        <a:pt x="265669" y="214521"/>
                      </a:cubicBezTo>
                      <a:cubicBezTo>
                        <a:pt x="272624" y="216110"/>
                        <a:pt x="287925" y="204187"/>
                        <a:pt x="294185" y="201753"/>
                      </a:cubicBezTo>
                      <a:cubicBezTo>
                        <a:pt x="297464" y="200511"/>
                        <a:pt x="298656" y="196040"/>
                        <a:pt x="300445" y="192214"/>
                      </a:cubicBezTo>
                      <a:cubicBezTo>
                        <a:pt x="295874" y="185060"/>
                        <a:pt x="288571" y="174031"/>
                        <a:pt x="285243" y="170851"/>
                      </a:cubicBezTo>
                      <a:cubicBezTo>
                        <a:pt x="280275" y="166082"/>
                        <a:pt x="288571" y="163250"/>
                        <a:pt x="287727" y="156593"/>
                      </a:cubicBezTo>
                      <a:cubicBezTo>
                        <a:pt x="286882" y="149936"/>
                        <a:pt x="287727" y="145167"/>
                        <a:pt x="298557" y="144223"/>
                      </a:cubicBezTo>
                      <a:cubicBezTo>
                        <a:pt x="309387" y="143279"/>
                        <a:pt x="307698" y="133740"/>
                        <a:pt x="301886" y="129915"/>
                      </a:cubicBezTo>
                      <a:cubicBezTo>
                        <a:pt x="296073" y="126139"/>
                        <a:pt x="304370" y="115607"/>
                        <a:pt x="310182" y="111831"/>
                      </a:cubicBezTo>
                      <a:cubicBezTo>
                        <a:pt x="312567" y="110291"/>
                        <a:pt x="315747" y="105571"/>
                        <a:pt x="318678" y="99113"/>
                      </a:cubicBezTo>
                      <a:cubicBezTo>
                        <a:pt x="307649" y="94244"/>
                        <a:pt x="291751" y="94641"/>
                        <a:pt x="285094" y="9513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8" name="Google Shape;798;p8"/>
                <p:cNvSpPr/>
                <p:nvPr/>
              </p:nvSpPr>
              <p:spPr>
                <a:xfrm>
                  <a:off x="2962922" y="4147745"/>
                  <a:ext cx="95808" cy="116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808" h="116838" extrusionOk="0">
                      <a:moveTo>
                        <a:pt x="20542" y="22557"/>
                      </a:moveTo>
                      <a:cubicBezTo>
                        <a:pt x="23871" y="30159"/>
                        <a:pt x="16369" y="33984"/>
                        <a:pt x="9712" y="34928"/>
                      </a:cubicBezTo>
                      <a:cubicBezTo>
                        <a:pt x="3055" y="35872"/>
                        <a:pt x="4744" y="53061"/>
                        <a:pt x="571" y="57781"/>
                      </a:cubicBezTo>
                      <a:cubicBezTo>
                        <a:pt x="-3602" y="62550"/>
                        <a:pt x="16369" y="74921"/>
                        <a:pt x="19698" y="85403"/>
                      </a:cubicBezTo>
                      <a:cubicBezTo>
                        <a:pt x="21685" y="91613"/>
                        <a:pt x="28292" y="105176"/>
                        <a:pt x="33410" y="115162"/>
                      </a:cubicBezTo>
                      <a:cubicBezTo>
                        <a:pt x="38030" y="116503"/>
                        <a:pt x="42402" y="117696"/>
                        <a:pt x="45035" y="116006"/>
                      </a:cubicBezTo>
                      <a:cubicBezTo>
                        <a:pt x="51295" y="112032"/>
                        <a:pt x="45730" y="98469"/>
                        <a:pt x="54772" y="99264"/>
                      </a:cubicBezTo>
                      <a:cubicBezTo>
                        <a:pt x="63814" y="100059"/>
                        <a:pt x="77029" y="93700"/>
                        <a:pt x="80507" y="100059"/>
                      </a:cubicBezTo>
                      <a:cubicBezTo>
                        <a:pt x="81153" y="101202"/>
                        <a:pt x="81898" y="102344"/>
                        <a:pt x="82742" y="103437"/>
                      </a:cubicBezTo>
                      <a:cubicBezTo>
                        <a:pt x="85673" y="98420"/>
                        <a:pt x="88754" y="92955"/>
                        <a:pt x="89598" y="91067"/>
                      </a:cubicBezTo>
                      <a:cubicBezTo>
                        <a:pt x="91287" y="87291"/>
                        <a:pt x="91287" y="67270"/>
                        <a:pt x="87114" y="55843"/>
                      </a:cubicBezTo>
                      <a:cubicBezTo>
                        <a:pt x="82941" y="44417"/>
                        <a:pt x="86270" y="29165"/>
                        <a:pt x="91287" y="24395"/>
                      </a:cubicBezTo>
                      <a:cubicBezTo>
                        <a:pt x="92331" y="23402"/>
                        <a:pt x="93970" y="18185"/>
                        <a:pt x="95808" y="10783"/>
                      </a:cubicBezTo>
                      <a:cubicBezTo>
                        <a:pt x="87561" y="7057"/>
                        <a:pt x="79613" y="3728"/>
                        <a:pt x="72657" y="4772"/>
                      </a:cubicBezTo>
                      <a:cubicBezTo>
                        <a:pt x="60336" y="6560"/>
                        <a:pt x="47469" y="13019"/>
                        <a:pt x="42849" y="5368"/>
                      </a:cubicBezTo>
                      <a:cubicBezTo>
                        <a:pt x="38229" y="-2283"/>
                        <a:pt x="31522" y="-1090"/>
                        <a:pt x="25361" y="4772"/>
                      </a:cubicBezTo>
                      <a:cubicBezTo>
                        <a:pt x="24666" y="5418"/>
                        <a:pt x="23871" y="5616"/>
                        <a:pt x="23076" y="5517"/>
                      </a:cubicBezTo>
                      <a:cubicBezTo>
                        <a:pt x="20990" y="12472"/>
                        <a:pt x="18853" y="18732"/>
                        <a:pt x="20542" y="2255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9" name="Google Shape;799;p8"/>
                <p:cNvSpPr/>
                <p:nvPr/>
              </p:nvSpPr>
              <p:spPr>
                <a:xfrm>
                  <a:off x="2886163" y="4087087"/>
                  <a:ext cx="110217" cy="19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17" h="191525" extrusionOk="0">
                      <a:moveTo>
                        <a:pt x="26556" y="12768"/>
                      </a:moveTo>
                      <a:cubicBezTo>
                        <a:pt x="20743" y="16544"/>
                        <a:pt x="12397" y="27076"/>
                        <a:pt x="18259" y="30852"/>
                      </a:cubicBezTo>
                      <a:cubicBezTo>
                        <a:pt x="24072" y="34677"/>
                        <a:pt x="25761" y="44166"/>
                        <a:pt x="14931" y="45160"/>
                      </a:cubicBezTo>
                      <a:cubicBezTo>
                        <a:pt x="4100" y="46104"/>
                        <a:pt x="3256" y="50873"/>
                        <a:pt x="4100" y="57530"/>
                      </a:cubicBezTo>
                      <a:cubicBezTo>
                        <a:pt x="4945" y="64187"/>
                        <a:pt x="-3402" y="67069"/>
                        <a:pt x="1616" y="71788"/>
                      </a:cubicBezTo>
                      <a:cubicBezTo>
                        <a:pt x="4945" y="74968"/>
                        <a:pt x="12248" y="86047"/>
                        <a:pt x="16818" y="93151"/>
                      </a:cubicBezTo>
                      <a:cubicBezTo>
                        <a:pt x="18408" y="89674"/>
                        <a:pt x="20495" y="86792"/>
                        <a:pt x="25165" y="87537"/>
                      </a:cubicBezTo>
                      <a:cubicBezTo>
                        <a:pt x="34902" y="89127"/>
                        <a:pt x="27251" y="105869"/>
                        <a:pt x="34902" y="109794"/>
                      </a:cubicBezTo>
                      <a:cubicBezTo>
                        <a:pt x="42553" y="113769"/>
                        <a:pt x="42553" y="127331"/>
                        <a:pt x="36989" y="132101"/>
                      </a:cubicBezTo>
                      <a:cubicBezTo>
                        <a:pt x="31424" y="136870"/>
                        <a:pt x="29338" y="163151"/>
                        <a:pt x="41857" y="179049"/>
                      </a:cubicBezTo>
                      <a:cubicBezTo>
                        <a:pt x="54377" y="194947"/>
                        <a:pt x="64114" y="192562"/>
                        <a:pt x="66896" y="188587"/>
                      </a:cubicBezTo>
                      <a:cubicBezTo>
                        <a:pt x="69679" y="184613"/>
                        <a:pt x="79416" y="188587"/>
                        <a:pt x="82198" y="182228"/>
                      </a:cubicBezTo>
                      <a:cubicBezTo>
                        <a:pt x="84980" y="175869"/>
                        <a:pt x="88458" y="183023"/>
                        <a:pt x="94022" y="175869"/>
                      </a:cubicBezTo>
                      <a:cubicBezTo>
                        <a:pt x="97251" y="171746"/>
                        <a:pt x="103908" y="173932"/>
                        <a:pt x="110218" y="175820"/>
                      </a:cubicBezTo>
                      <a:cubicBezTo>
                        <a:pt x="105101" y="165784"/>
                        <a:pt x="98493" y="152271"/>
                        <a:pt x="96506" y="146061"/>
                      </a:cubicBezTo>
                      <a:cubicBezTo>
                        <a:pt x="93177" y="135628"/>
                        <a:pt x="73206" y="123208"/>
                        <a:pt x="77379" y="118439"/>
                      </a:cubicBezTo>
                      <a:cubicBezTo>
                        <a:pt x="81552" y="113669"/>
                        <a:pt x="79863" y="96529"/>
                        <a:pt x="86520" y="95586"/>
                      </a:cubicBezTo>
                      <a:cubicBezTo>
                        <a:pt x="93177" y="94642"/>
                        <a:pt x="100679" y="90816"/>
                        <a:pt x="97351" y="83215"/>
                      </a:cubicBezTo>
                      <a:cubicBezTo>
                        <a:pt x="95661" y="79390"/>
                        <a:pt x="97798" y="73130"/>
                        <a:pt x="99934" y="66224"/>
                      </a:cubicBezTo>
                      <a:cubicBezTo>
                        <a:pt x="93525" y="65479"/>
                        <a:pt x="84036" y="44315"/>
                        <a:pt x="78621" y="44315"/>
                      </a:cubicBezTo>
                      <a:cubicBezTo>
                        <a:pt x="72461" y="44315"/>
                        <a:pt x="65257" y="38453"/>
                        <a:pt x="66797" y="28467"/>
                      </a:cubicBezTo>
                      <a:cubicBezTo>
                        <a:pt x="68337" y="18481"/>
                        <a:pt x="52439" y="17289"/>
                        <a:pt x="43696" y="6111"/>
                      </a:cubicBezTo>
                      <a:cubicBezTo>
                        <a:pt x="41609" y="3428"/>
                        <a:pt x="38628" y="1491"/>
                        <a:pt x="35200" y="0"/>
                      </a:cubicBezTo>
                      <a:cubicBezTo>
                        <a:pt x="32170" y="6508"/>
                        <a:pt x="28940" y="11178"/>
                        <a:pt x="26556" y="1276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0" name="Google Shape;800;p8"/>
                <p:cNvSpPr/>
                <p:nvPr/>
              </p:nvSpPr>
              <p:spPr>
                <a:xfrm>
                  <a:off x="3045614" y="4158578"/>
                  <a:ext cx="64932" cy="98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32" h="98876" extrusionOk="0">
                      <a:moveTo>
                        <a:pt x="61206" y="47992"/>
                      </a:moveTo>
                      <a:cubicBezTo>
                        <a:pt x="53655" y="43967"/>
                        <a:pt x="49829" y="37956"/>
                        <a:pt x="48836" y="31547"/>
                      </a:cubicBezTo>
                      <a:cubicBezTo>
                        <a:pt x="47047" y="30156"/>
                        <a:pt x="45358" y="28666"/>
                        <a:pt x="43868" y="26927"/>
                      </a:cubicBezTo>
                      <a:cubicBezTo>
                        <a:pt x="44017" y="27175"/>
                        <a:pt x="43669" y="26828"/>
                        <a:pt x="42775" y="25784"/>
                      </a:cubicBezTo>
                      <a:cubicBezTo>
                        <a:pt x="42576" y="25586"/>
                        <a:pt x="42377" y="25436"/>
                        <a:pt x="42179" y="25238"/>
                      </a:cubicBezTo>
                      <a:cubicBezTo>
                        <a:pt x="42030" y="25138"/>
                        <a:pt x="41881" y="25039"/>
                        <a:pt x="41731" y="24940"/>
                      </a:cubicBezTo>
                      <a:cubicBezTo>
                        <a:pt x="39397" y="23449"/>
                        <a:pt x="36913" y="22108"/>
                        <a:pt x="34528" y="20667"/>
                      </a:cubicBezTo>
                      <a:cubicBezTo>
                        <a:pt x="26182" y="15649"/>
                        <a:pt x="19822" y="9390"/>
                        <a:pt x="14209" y="1391"/>
                      </a:cubicBezTo>
                      <a:cubicBezTo>
                        <a:pt x="13960" y="994"/>
                        <a:pt x="13712" y="596"/>
                        <a:pt x="13513" y="199"/>
                      </a:cubicBezTo>
                      <a:cubicBezTo>
                        <a:pt x="13364" y="149"/>
                        <a:pt x="13215" y="50"/>
                        <a:pt x="13066" y="0"/>
                      </a:cubicBezTo>
                      <a:cubicBezTo>
                        <a:pt x="11228" y="7402"/>
                        <a:pt x="9588" y="12569"/>
                        <a:pt x="8545" y="13612"/>
                      </a:cubicBezTo>
                      <a:cubicBezTo>
                        <a:pt x="3527" y="18382"/>
                        <a:pt x="199" y="33584"/>
                        <a:pt x="4372" y="45060"/>
                      </a:cubicBezTo>
                      <a:cubicBezTo>
                        <a:pt x="8545" y="56487"/>
                        <a:pt x="8545" y="76508"/>
                        <a:pt x="6856" y="80284"/>
                      </a:cubicBezTo>
                      <a:cubicBezTo>
                        <a:pt x="6011" y="82172"/>
                        <a:pt x="2931" y="87637"/>
                        <a:pt x="0" y="92654"/>
                      </a:cubicBezTo>
                      <a:cubicBezTo>
                        <a:pt x="3776" y="97573"/>
                        <a:pt x="9886" y="101100"/>
                        <a:pt x="20667" y="97225"/>
                      </a:cubicBezTo>
                      <a:cubicBezTo>
                        <a:pt x="33882" y="92455"/>
                        <a:pt x="40142" y="101994"/>
                        <a:pt x="45011" y="85301"/>
                      </a:cubicBezTo>
                      <a:cubicBezTo>
                        <a:pt x="47942" y="75316"/>
                        <a:pt x="56536" y="62548"/>
                        <a:pt x="64933" y="52016"/>
                      </a:cubicBezTo>
                      <a:cubicBezTo>
                        <a:pt x="64137" y="50376"/>
                        <a:pt x="62995" y="48936"/>
                        <a:pt x="61206" y="4799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1" name="Google Shape;801;p8"/>
                <p:cNvSpPr/>
                <p:nvPr/>
              </p:nvSpPr>
              <p:spPr>
                <a:xfrm>
                  <a:off x="2342856" y="3683076"/>
                  <a:ext cx="237964" cy="88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64" h="88618" extrusionOk="0">
                      <a:moveTo>
                        <a:pt x="194477" y="53962"/>
                      </a:moveTo>
                      <a:cubicBezTo>
                        <a:pt x="179076" y="53962"/>
                        <a:pt x="128750" y="13969"/>
                        <a:pt x="82497" y="2245"/>
                      </a:cubicBezTo>
                      <a:cubicBezTo>
                        <a:pt x="36294" y="-9529"/>
                        <a:pt x="-4047" y="28526"/>
                        <a:pt x="325" y="35133"/>
                      </a:cubicBezTo>
                      <a:cubicBezTo>
                        <a:pt x="6486" y="44523"/>
                        <a:pt x="29090" y="23359"/>
                        <a:pt x="40368" y="13969"/>
                      </a:cubicBezTo>
                      <a:cubicBezTo>
                        <a:pt x="51645" y="4580"/>
                        <a:pt x="61929" y="18689"/>
                        <a:pt x="62973" y="24551"/>
                      </a:cubicBezTo>
                      <a:cubicBezTo>
                        <a:pt x="64016" y="30414"/>
                        <a:pt x="78373" y="33941"/>
                        <a:pt x="102021" y="35133"/>
                      </a:cubicBezTo>
                      <a:cubicBezTo>
                        <a:pt x="125669" y="36326"/>
                        <a:pt x="128750" y="58632"/>
                        <a:pt x="151305" y="64544"/>
                      </a:cubicBezTo>
                      <a:cubicBezTo>
                        <a:pt x="173909" y="70407"/>
                        <a:pt x="151305" y="80988"/>
                        <a:pt x="162582" y="85708"/>
                      </a:cubicBezTo>
                      <a:cubicBezTo>
                        <a:pt x="173859" y="90428"/>
                        <a:pt x="233476" y="89235"/>
                        <a:pt x="237600" y="83373"/>
                      </a:cubicBezTo>
                      <a:cubicBezTo>
                        <a:pt x="241723" y="77461"/>
                        <a:pt x="209878" y="53962"/>
                        <a:pt x="194477" y="5396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2" name="Google Shape;802;p8"/>
                <p:cNvSpPr/>
                <p:nvPr/>
              </p:nvSpPr>
              <p:spPr>
                <a:xfrm>
                  <a:off x="2484643" y="3813669"/>
                  <a:ext cx="47735" cy="14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35" h="14930" extrusionOk="0">
                      <a:moveTo>
                        <a:pt x="40071" y="11155"/>
                      </a:moveTo>
                      <a:cubicBezTo>
                        <a:pt x="42654" y="11702"/>
                        <a:pt x="45188" y="12497"/>
                        <a:pt x="47672" y="13391"/>
                      </a:cubicBezTo>
                      <a:cubicBezTo>
                        <a:pt x="49858" y="3007"/>
                        <a:pt x="-4691" y="-5587"/>
                        <a:pt x="326" y="4498"/>
                      </a:cubicBezTo>
                      <a:cubicBezTo>
                        <a:pt x="2065" y="8025"/>
                        <a:pt x="10163" y="12149"/>
                        <a:pt x="19205" y="14931"/>
                      </a:cubicBezTo>
                      <a:cubicBezTo>
                        <a:pt x="25216" y="11056"/>
                        <a:pt x="32917" y="9615"/>
                        <a:pt x="40071" y="1115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3" name="Google Shape;803;p8"/>
                <p:cNvSpPr/>
                <p:nvPr/>
              </p:nvSpPr>
              <p:spPr>
                <a:xfrm>
                  <a:off x="2747857" y="3809898"/>
                  <a:ext cx="39356" cy="15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6" h="15472" extrusionOk="0">
                      <a:moveTo>
                        <a:pt x="5139" y="15472"/>
                      </a:moveTo>
                      <a:cubicBezTo>
                        <a:pt x="11100" y="11746"/>
                        <a:pt x="18553" y="10355"/>
                        <a:pt x="25210" y="12343"/>
                      </a:cubicBezTo>
                      <a:cubicBezTo>
                        <a:pt x="28191" y="13237"/>
                        <a:pt x="31171" y="14230"/>
                        <a:pt x="34103" y="15373"/>
                      </a:cubicBezTo>
                      <a:cubicBezTo>
                        <a:pt x="36686" y="13883"/>
                        <a:pt x="38574" y="12144"/>
                        <a:pt x="39120" y="10654"/>
                      </a:cubicBezTo>
                      <a:cubicBezTo>
                        <a:pt x="43244" y="-1121"/>
                        <a:pt x="-8126" y="-5791"/>
                        <a:pt x="1115" y="10654"/>
                      </a:cubicBezTo>
                      <a:cubicBezTo>
                        <a:pt x="2208" y="12591"/>
                        <a:pt x="3599" y="14181"/>
                        <a:pt x="5139" y="1547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4" name="Google Shape;804;p8"/>
                <p:cNvSpPr/>
                <p:nvPr/>
              </p:nvSpPr>
              <p:spPr>
                <a:xfrm>
                  <a:off x="2925529" y="5825581"/>
                  <a:ext cx="39483" cy="23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83" h="23824" extrusionOk="0">
                      <a:moveTo>
                        <a:pt x="15110" y="18558"/>
                      </a:moveTo>
                      <a:lnTo>
                        <a:pt x="27580" y="18558"/>
                      </a:lnTo>
                      <a:cubicBezTo>
                        <a:pt x="35181" y="14236"/>
                        <a:pt x="40944" y="8970"/>
                        <a:pt x="39155" y="5145"/>
                      </a:cubicBezTo>
                      <a:cubicBezTo>
                        <a:pt x="31505" y="-11300"/>
                        <a:pt x="-2129" y="16273"/>
                        <a:pt x="106" y="23825"/>
                      </a:cubicBezTo>
                      <a:cubicBezTo>
                        <a:pt x="4478" y="20595"/>
                        <a:pt x="9744" y="18558"/>
                        <a:pt x="15110" y="1855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5" name="Google Shape;805;p8"/>
                <p:cNvSpPr/>
                <p:nvPr/>
              </p:nvSpPr>
              <p:spPr>
                <a:xfrm>
                  <a:off x="2892969" y="5817662"/>
                  <a:ext cx="32403" cy="31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03" h="31631" extrusionOk="0">
                      <a:moveTo>
                        <a:pt x="29587" y="147"/>
                      </a:moveTo>
                      <a:cubicBezTo>
                        <a:pt x="18309" y="-2188"/>
                        <a:pt x="-8816" y="23994"/>
                        <a:pt x="2859" y="30701"/>
                      </a:cubicBezTo>
                      <a:cubicBezTo>
                        <a:pt x="15229" y="37755"/>
                        <a:pt x="40914" y="2482"/>
                        <a:pt x="29587" y="14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6" name="Google Shape;806;p8"/>
                <p:cNvSpPr/>
                <p:nvPr/>
              </p:nvSpPr>
              <p:spPr>
                <a:xfrm>
                  <a:off x="2423790" y="4273042"/>
                  <a:ext cx="133651" cy="173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51" h="173066" extrusionOk="0">
                      <a:moveTo>
                        <a:pt x="124621" y="45259"/>
                      </a:moveTo>
                      <a:cubicBezTo>
                        <a:pt x="116026" y="34230"/>
                        <a:pt x="110164" y="27473"/>
                        <a:pt x="108028" y="30554"/>
                      </a:cubicBezTo>
                      <a:cubicBezTo>
                        <a:pt x="105892" y="33634"/>
                        <a:pt x="96750" y="34876"/>
                        <a:pt x="90342" y="30554"/>
                      </a:cubicBezTo>
                      <a:cubicBezTo>
                        <a:pt x="83933" y="26281"/>
                        <a:pt x="80704" y="18332"/>
                        <a:pt x="75884" y="18332"/>
                      </a:cubicBezTo>
                      <a:cubicBezTo>
                        <a:pt x="71413" y="18332"/>
                        <a:pt x="55913" y="8297"/>
                        <a:pt x="47268" y="0"/>
                      </a:cubicBezTo>
                      <a:cubicBezTo>
                        <a:pt x="47169" y="1292"/>
                        <a:pt x="47169" y="2534"/>
                        <a:pt x="47268" y="3627"/>
                      </a:cubicBezTo>
                      <a:cubicBezTo>
                        <a:pt x="47765" y="8893"/>
                        <a:pt x="40065" y="12420"/>
                        <a:pt x="31371" y="13017"/>
                      </a:cubicBezTo>
                      <a:cubicBezTo>
                        <a:pt x="22627" y="13613"/>
                        <a:pt x="23670" y="24791"/>
                        <a:pt x="23670" y="32392"/>
                      </a:cubicBezTo>
                      <a:cubicBezTo>
                        <a:pt x="23670" y="40043"/>
                        <a:pt x="16467" y="40043"/>
                        <a:pt x="13386" y="48290"/>
                      </a:cubicBezTo>
                      <a:cubicBezTo>
                        <a:pt x="10306" y="56536"/>
                        <a:pt x="14430" y="58275"/>
                        <a:pt x="7226" y="62399"/>
                      </a:cubicBezTo>
                      <a:cubicBezTo>
                        <a:pt x="22" y="66522"/>
                        <a:pt x="-2015" y="73577"/>
                        <a:pt x="2109" y="80632"/>
                      </a:cubicBezTo>
                      <a:cubicBezTo>
                        <a:pt x="6232" y="87686"/>
                        <a:pt x="1612" y="94145"/>
                        <a:pt x="569" y="98268"/>
                      </a:cubicBezTo>
                      <a:cubicBezTo>
                        <a:pt x="-474" y="102392"/>
                        <a:pt x="6729" y="104180"/>
                        <a:pt x="13933" y="111781"/>
                      </a:cubicBezTo>
                      <a:cubicBezTo>
                        <a:pt x="21137" y="119432"/>
                        <a:pt x="22130" y="108850"/>
                        <a:pt x="25210" y="114713"/>
                      </a:cubicBezTo>
                      <a:cubicBezTo>
                        <a:pt x="28291" y="120575"/>
                        <a:pt x="23174" y="131207"/>
                        <a:pt x="14927" y="131207"/>
                      </a:cubicBezTo>
                      <a:cubicBezTo>
                        <a:pt x="14281" y="131207"/>
                        <a:pt x="13685" y="131405"/>
                        <a:pt x="13039" y="131554"/>
                      </a:cubicBezTo>
                      <a:cubicBezTo>
                        <a:pt x="17311" y="136622"/>
                        <a:pt x="19547" y="141888"/>
                        <a:pt x="17510" y="145167"/>
                      </a:cubicBezTo>
                      <a:cubicBezTo>
                        <a:pt x="13784" y="151327"/>
                        <a:pt x="10555" y="151327"/>
                        <a:pt x="17510" y="158680"/>
                      </a:cubicBezTo>
                      <a:cubicBezTo>
                        <a:pt x="24465" y="165983"/>
                        <a:pt x="29284" y="155003"/>
                        <a:pt x="35196" y="164194"/>
                      </a:cubicBezTo>
                      <a:cubicBezTo>
                        <a:pt x="41108" y="173385"/>
                        <a:pt x="45877" y="178900"/>
                        <a:pt x="51789" y="162952"/>
                      </a:cubicBezTo>
                      <a:cubicBezTo>
                        <a:pt x="57701" y="147005"/>
                        <a:pt x="61974" y="124351"/>
                        <a:pt x="72655" y="120674"/>
                      </a:cubicBezTo>
                      <a:cubicBezTo>
                        <a:pt x="83386" y="116998"/>
                        <a:pt x="105295" y="112080"/>
                        <a:pt x="118163" y="92456"/>
                      </a:cubicBezTo>
                      <a:cubicBezTo>
                        <a:pt x="131030" y="72882"/>
                        <a:pt x="124224" y="71739"/>
                        <a:pt x="131030" y="65529"/>
                      </a:cubicBezTo>
                      <a:cubicBezTo>
                        <a:pt x="136395" y="60610"/>
                        <a:pt x="133166" y="56288"/>
                        <a:pt x="124621" y="4525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7" name="Google Shape;807;p8"/>
                <p:cNvSpPr/>
                <p:nvPr/>
              </p:nvSpPr>
              <p:spPr>
                <a:xfrm>
                  <a:off x="2619554" y="1271151"/>
                  <a:ext cx="1418379" cy="1210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379" h="1210214" extrusionOk="0">
                      <a:moveTo>
                        <a:pt x="1338891" y="110433"/>
                      </a:moveTo>
                      <a:cubicBezTo>
                        <a:pt x="1313554" y="110433"/>
                        <a:pt x="1292986" y="115152"/>
                        <a:pt x="1291645" y="135521"/>
                      </a:cubicBezTo>
                      <a:cubicBezTo>
                        <a:pt x="1290254" y="155940"/>
                        <a:pt x="1258060" y="131597"/>
                        <a:pt x="1244398" y="138651"/>
                      </a:cubicBezTo>
                      <a:cubicBezTo>
                        <a:pt x="1230686" y="145706"/>
                        <a:pt x="1237542" y="122207"/>
                        <a:pt x="1223831" y="130007"/>
                      </a:cubicBezTo>
                      <a:cubicBezTo>
                        <a:pt x="1210119" y="137856"/>
                        <a:pt x="1195066" y="156685"/>
                        <a:pt x="1178621" y="164485"/>
                      </a:cubicBezTo>
                      <a:cubicBezTo>
                        <a:pt x="1162177" y="172335"/>
                        <a:pt x="1149856" y="191909"/>
                        <a:pt x="1139572" y="193449"/>
                      </a:cubicBezTo>
                      <a:cubicBezTo>
                        <a:pt x="1129289" y="195039"/>
                        <a:pt x="1161481" y="157431"/>
                        <a:pt x="1177926" y="138602"/>
                      </a:cubicBezTo>
                      <a:cubicBezTo>
                        <a:pt x="1194370" y="119773"/>
                        <a:pt x="1185477" y="97864"/>
                        <a:pt x="1163568" y="100199"/>
                      </a:cubicBezTo>
                      <a:cubicBezTo>
                        <a:pt x="1141659" y="102534"/>
                        <a:pt x="1146428" y="118233"/>
                        <a:pt x="1134108" y="121362"/>
                      </a:cubicBezTo>
                      <a:cubicBezTo>
                        <a:pt x="1121787" y="124492"/>
                        <a:pt x="1062866" y="158176"/>
                        <a:pt x="1060133" y="147991"/>
                      </a:cubicBezTo>
                      <a:cubicBezTo>
                        <a:pt x="1057401" y="137807"/>
                        <a:pt x="1108770" y="120568"/>
                        <a:pt x="1108075" y="113513"/>
                      </a:cubicBezTo>
                      <a:cubicBezTo>
                        <a:pt x="1107380" y="106458"/>
                        <a:pt x="1042993" y="105663"/>
                        <a:pt x="1014229" y="110383"/>
                      </a:cubicBezTo>
                      <a:cubicBezTo>
                        <a:pt x="985463" y="115103"/>
                        <a:pt x="934789" y="133882"/>
                        <a:pt x="934094" y="124492"/>
                      </a:cubicBezTo>
                      <a:cubicBezTo>
                        <a:pt x="933398" y="115103"/>
                        <a:pt x="993015" y="101739"/>
                        <a:pt x="1023121" y="97814"/>
                      </a:cubicBezTo>
                      <a:cubicBezTo>
                        <a:pt x="1053923" y="93790"/>
                        <a:pt x="1108721" y="100149"/>
                        <a:pt x="1132021" y="89219"/>
                      </a:cubicBezTo>
                      <a:cubicBezTo>
                        <a:pt x="1155321" y="78240"/>
                        <a:pt x="1190247" y="77445"/>
                        <a:pt x="1196407" y="68850"/>
                      </a:cubicBezTo>
                      <a:cubicBezTo>
                        <a:pt x="1202567" y="60206"/>
                        <a:pt x="1169679" y="48481"/>
                        <a:pt x="1153284" y="49276"/>
                      </a:cubicBezTo>
                      <a:cubicBezTo>
                        <a:pt x="1136840" y="50071"/>
                        <a:pt x="1120396" y="47686"/>
                        <a:pt x="1121787" y="38297"/>
                      </a:cubicBezTo>
                      <a:cubicBezTo>
                        <a:pt x="1123178" y="28907"/>
                        <a:pt x="1096450" y="26522"/>
                        <a:pt x="1093717" y="19468"/>
                      </a:cubicBezTo>
                      <a:cubicBezTo>
                        <a:pt x="1090985" y="12413"/>
                        <a:pt x="1039615" y="17928"/>
                        <a:pt x="1028636" y="10078"/>
                      </a:cubicBezTo>
                      <a:cubicBezTo>
                        <a:pt x="1017657" y="2278"/>
                        <a:pt x="985463" y="-1696"/>
                        <a:pt x="958089" y="688"/>
                      </a:cubicBezTo>
                      <a:cubicBezTo>
                        <a:pt x="930716" y="3023"/>
                        <a:pt x="874527" y="2278"/>
                        <a:pt x="861510" y="3818"/>
                      </a:cubicBezTo>
                      <a:cubicBezTo>
                        <a:pt x="848494" y="5358"/>
                        <a:pt x="840297" y="10873"/>
                        <a:pt x="828622" y="10078"/>
                      </a:cubicBezTo>
                      <a:cubicBezTo>
                        <a:pt x="816997" y="9333"/>
                        <a:pt x="799161" y="14003"/>
                        <a:pt x="806017" y="22647"/>
                      </a:cubicBezTo>
                      <a:cubicBezTo>
                        <a:pt x="818437" y="38247"/>
                        <a:pt x="787536" y="44606"/>
                        <a:pt x="789573" y="32832"/>
                      </a:cubicBezTo>
                      <a:cubicBezTo>
                        <a:pt x="791610" y="21057"/>
                        <a:pt x="762845" y="15593"/>
                        <a:pt x="753952" y="24187"/>
                      </a:cubicBezTo>
                      <a:cubicBezTo>
                        <a:pt x="743817" y="34024"/>
                        <a:pt x="697763" y="14003"/>
                        <a:pt x="690957" y="24187"/>
                      </a:cubicBezTo>
                      <a:cubicBezTo>
                        <a:pt x="684101" y="34372"/>
                        <a:pt x="629999" y="31242"/>
                        <a:pt x="614250" y="34372"/>
                      </a:cubicBezTo>
                      <a:cubicBezTo>
                        <a:pt x="598501" y="37502"/>
                        <a:pt x="638892" y="50816"/>
                        <a:pt x="637551" y="58666"/>
                      </a:cubicBezTo>
                      <a:cubicBezTo>
                        <a:pt x="636159" y="66515"/>
                        <a:pt x="586181" y="58666"/>
                        <a:pt x="596465" y="72775"/>
                      </a:cubicBezTo>
                      <a:cubicBezTo>
                        <a:pt x="606749" y="86884"/>
                        <a:pt x="639637" y="97069"/>
                        <a:pt x="655386" y="115103"/>
                      </a:cubicBezTo>
                      <a:cubicBezTo>
                        <a:pt x="671135" y="133137"/>
                        <a:pt x="643065" y="122157"/>
                        <a:pt x="625279" y="108843"/>
                      </a:cubicBezTo>
                      <a:cubicBezTo>
                        <a:pt x="607444" y="95529"/>
                        <a:pt x="584839" y="100199"/>
                        <a:pt x="573910" y="86884"/>
                      </a:cubicBezTo>
                      <a:cubicBezTo>
                        <a:pt x="562930" y="73570"/>
                        <a:pt x="521844" y="63385"/>
                        <a:pt x="511560" y="71185"/>
                      </a:cubicBezTo>
                      <a:cubicBezTo>
                        <a:pt x="499339" y="80525"/>
                        <a:pt x="539630" y="97864"/>
                        <a:pt x="539630" y="108048"/>
                      </a:cubicBezTo>
                      <a:cubicBezTo>
                        <a:pt x="539630" y="118233"/>
                        <a:pt x="512256" y="105713"/>
                        <a:pt x="507437" y="109588"/>
                      </a:cubicBezTo>
                      <a:cubicBezTo>
                        <a:pt x="502618" y="113513"/>
                        <a:pt x="478672" y="82910"/>
                        <a:pt x="464960" y="82910"/>
                      </a:cubicBezTo>
                      <a:cubicBezTo>
                        <a:pt x="451249" y="82910"/>
                        <a:pt x="462923" y="97019"/>
                        <a:pt x="462923" y="116593"/>
                      </a:cubicBezTo>
                      <a:cubicBezTo>
                        <a:pt x="462923" y="136167"/>
                        <a:pt x="436195" y="147942"/>
                        <a:pt x="443747" y="134627"/>
                      </a:cubicBezTo>
                      <a:cubicBezTo>
                        <a:pt x="451298" y="121313"/>
                        <a:pt x="445783" y="86834"/>
                        <a:pt x="431426" y="80525"/>
                      </a:cubicBezTo>
                      <a:cubicBezTo>
                        <a:pt x="417019" y="74265"/>
                        <a:pt x="380056" y="93839"/>
                        <a:pt x="360880" y="93094"/>
                      </a:cubicBezTo>
                      <a:cubicBezTo>
                        <a:pt x="341703" y="92299"/>
                        <a:pt x="316366" y="99354"/>
                        <a:pt x="332810" y="110333"/>
                      </a:cubicBezTo>
                      <a:cubicBezTo>
                        <a:pt x="349254" y="121313"/>
                        <a:pt x="332114" y="127573"/>
                        <a:pt x="317757" y="115798"/>
                      </a:cubicBezTo>
                      <a:cubicBezTo>
                        <a:pt x="303399" y="104024"/>
                        <a:pt x="256103" y="115798"/>
                        <a:pt x="265692" y="123648"/>
                      </a:cubicBezTo>
                      <a:cubicBezTo>
                        <a:pt x="275280" y="131497"/>
                        <a:pt x="278708" y="154201"/>
                        <a:pt x="272547" y="163641"/>
                      </a:cubicBezTo>
                      <a:cubicBezTo>
                        <a:pt x="266387" y="173030"/>
                        <a:pt x="246515" y="154251"/>
                        <a:pt x="228034" y="155791"/>
                      </a:cubicBezTo>
                      <a:cubicBezTo>
                        <a:pt x="209553" y="157381"/>
                        <a:pt x="117793" y="207509"/>
                        <a:pt x="123257" y="220873"/>
                      </a:cubicBezTo>
                      <a:cubicBezTo>
                        <a:pt x="128722" y="234187"/>
                        <a:pt x="167771" y="223208"/>
                        <a:pt x="180092" y="231057"/>
                      </a:cubicBezTo>
                      <a:cubicBezTo>
                        <a:pt x="192413" y="238907"/>
                        <a:pt x="175969" y="267920"/>
                        <a:pt x="160915" y="279645"/>
                      </a:cubicBezTo>
                      <a:cubicBezTo>
                        <a:pt x="145862" y="291419"/>
                        <a:pt x="89673" y="280440"/>
                        <a:pt x="88332" y="294549"/>
                      </a:cubicBezTo>
                      <a:cubicBezTo>
                        <a:pt x="86941" y="308658"/>
                        <a:pt x="0" y="310993"/>
                        <a:pt x="0" y="333747"/>
                      </a:cubicBezTo>
                      <a:cubicBezTo>
                        <a:pt x="0" y="342391"/>
                        <a:pt x="4123" y="350986"/>
                        <a:pt x="13712" y="353321"/>
                      </a:cubicBezTo>
                      <a:cubicBezTo>
                        <a:pt x="26033" y="356351"/>
                        <a:pt x="41135" y="351781"/>
                        <a:pt x="52065" y="365890"/>
                      </a:cubicBezTo>
                      <a:cubicBezTo>
                        <a:pt x="63045" y="379999"/>
                        <a:pt x="93847" y="380794"/>
                        <a:pt x="115060" y="371405"/>
                      </a:cubicBezTo>
                      <a:cubicBezTo>
                        <a:pt x="136274" y="362015"/>
                        <a:pt x="152023" y="372994"/>
                        <a:pt x="151327" y="387054"/>
                      </a:cubicBezTo>
                      <a:cubicBezTo>
                        <a:pt x="150631" y="401163"/>
                        <a:pt x="103385" y="381540"/>
                        <a:pt x="89028" y="391774"/>
                      </a:cubicBezTo>
                      <a:cubicBezTo>
                        <a:pt x="74670" y="401958"/>
                        <a:pt x="30106" y="393314"/>
                        <a:pt x="32193" y="404293"/>
                      </a:cubicBezTo>
                      <a:cubicBezTo>
                        <a:pt x="34230" y="415273"/>
                        <a:pt x="56189" y="412938"/>
                        <a:pt x="73974" y="416813"/>
                      </a:cubicBezTo>
                      <a:cubicBezTo>
                        <a:pt x="91760" y="420737"/>
                        <a:pt x="75316" y="429382"/>
                        <a:pt x="74670" y="437977"/>
                      </a:cubicBezTo>
                      <a:cubicBezTo>
                        <a:pt x="73974" y="446621"/>
                        <a:pt x="84258" y="445031"/>
                        <a:pt x="102044" y="455216"/>
                      </a:cubicBezTo>
                      <a:cubicBezTo>
                        <a:pt x="119829" y="465400"/>
                        <a:pt x="149290" y="471660"/>
                        <a:pt x="139702" y="459935"/>
                      </a:cubicBezTo>
                      <a:cubicBezTo>
                        <a:pt x="130113" y="448161"/>
                        <a:pt x="158183" y="449751"/>
                        <a:pt x="163002" y="456806"/>
                      </a:cubicBezTo>
                      <a:cubicBezTo>
                        <a:pt x="167771" y="463860"/>
                        <a:pt x="180788" y="446621"/>
                        <a:pt x="193804" y="450546"/>
                      </a:cubicBezTo>
                      <a:cubicBezTo>
                        <a:pt x="206820" y="454471"/>
                        <a:pt x="211589" y="436437"/>
                        <a:pt x="221873" y="444286"/>
                      </a:cubicBezTo>
                      <a:cubicBezTo>
                        <a:pt x="232157" y="452136"/>
                        <a:pt x="280099" y="456806"/>
                        <a:pt x="296543" y="466990"/>
                      </a:cubicBezTo>
                      <a:cubicBezTo>
                        <a:pt x="312987" y="477175"/>
                        <a:pt x="335592" y="479559"/>
                        <a:pt x="333506" y="494414"/>
                      </a:cubicBezTo>
                      <a:cubicBezTo>
                        <a:pt x="331468" y="509318"/>
                        <a:pt x="347217" y="520297"/>
                        <a:pt x="365698" y="529687"/>
                      </a:cubicBezTo>
                      <a:cubicBezTo>
                        <a:pt x="384180" y="539077"/>
                        <a:pt x="387608" y="559495"/>
                        <a:pt x="386912" y="572810"/>
                      </a:cubicBezTo>
                      <a:cubicBezTo>
                        <a:pt x="386217" y="586124"/>
                        <a:pt x="406784" y="595514"/>
                        <a:pt x="403356" y="601823"/>
                      </a:cubicBezTo>
                      <a:cubicBezTo>
                        <a:pt x="399928" y="608083"/>
                        <a:pt x="402661" y="616678"/>
                        <a:pt x="414982" y="629247"/>
                      </a:cubicBezTo>
                      <a:cubicBezTo>
                        <a:pt x="427302" y="641816"/>
                        <a:pt x="395805" y="651206"/>
                        <a:pt x="403356" y="662185"/>
                      </a:cubicBezTo>
                      <a:cubicBezTo>
                        <a:pt x="410858" y="673164"/>
                        <a:pt x="392377" y="694328"/>
                        <a:pt x="414336" y="698253"/>
                      </a:cubicBezTo>
                      <a:cubicBezTo>
                        <a:pt x="436245" y="702178"/>
                        <a:pt x="432817" y="681014"/>
                        <a:pt x="449261" y="681014"/>
                      </a:cubicBezTo>
                      <a:cubicBezTo>
                        <a:pt x="465705" y="681014"/>
                        <a:pt x="448566" y="697458"/>
                        <a:pt x="457459" y="707692"/>
                      </a:cubicBezTo>
                      <a:cubicBezTo>
                        <a:pt x="466351" y="717877"/>
                        <a:pt x="484833" y="715542"/>
                        <a:pt x="501972" y="731986"/>
                      </a:cubicBezTo>
                      <a:cubicBezTo>
                        <a:pt x="519112" y="748430"/>
                        <a:pt x="508133" y="756280"/>
                        <a:pt x="492384" y="742966"/>
                      </a:cubicBezTo>
                      <a:cubicBezTo>
                        <a:pt x="476635" y="729651"/>
                        <a:pt x="430730" y="732781"/>
                        <a:pt x="430730" y="737451"/>
                      </a:cubicBezTo>
                      <a:cubicBezTo>
                        <a:pt x="430730" y="742171"/>
                        <a:pt x="481405" y="775059"/>
                        <a:pt x="493030" y="770389"/>
                      </a:cubicBezTo>
                      <a:cubicBezTo>
                        <a:pt x="504655" y="765670"/>
                        <a:pt x="520404" y="790013"/>
                        <a:pt x="513548" y="797813"/>
                      </a:cubicBezTo>
                      <a:cubicBezTo>
                        <a:pt x="506692" y="805662"/>
                        <a:pt x="510120" y="825236"/>
                        <a:pt x="508729" y="834676"/>
                      </a:cubicBezTo>
                      <a:cubicBezTo>
                        <a:pt x="507387" y="844065"/>
                        <a:pt x="490248" y="834676"/>
                        <a:pt x="479268" y="836266"/>
                      </a:cubicBezTo>
                      <a:cubicBezTo>
                        <a:pt x="468289" y="837855"/>
                        <a:pt x="460787" y="841730"/>
                        <a:pt x="460787" y="855045"/>
                      </a:cubicBezTo>
                      <a:cubicBezTo>
                        <a:pt x="460787" y="868409"/>
                        <a:pt x="443647" y="877799"/>
                        <a:pt x="441610" y="894243"/>
                      </a:cubicBezTo>
                      <a:cubicBezTo>
                        <a:pt x="439573" y="910687"/>
                        <a:pt x="455322" y="909942"/>
                        <a:pt x="464215" y="916996"/>
                      </a:cubicBezTo>
                      <a:cubicBezTo>
                        <a:pt x="473108" y="924051"/>
                        <a:pt x="447771" y="928771"/>
                        <a:pt x="446429" y="940495"/>
                      </a:cubicBezTo>
                      <a:cubicBezTo>
                        <a:pt x="445038" y="952270"/>
                        <a:pt x="469730" y="973434"/>
                        <a:pt x="478623" y="978898"/>
                      </a:cubicBezTo>
                      <a:cubicBezTo>
                        <a:pt x="487515" y="984363"/>
                        <a:pt x="479318" y="1011042"/>
                        <a:pt x="482746" y="1024356"/>
                      </a:cubicBezTo>
                      <a:cubicBezTo>
                        <a:pt x="486174" y="1037671"/>
                        <a:pt x="497799" y="1021226"/>
                        <a:pt x="496458" y="1038465"/>
                      </a:cubicBezTo>
                      <a:cubicBezTo>
                        <a:pt x="495116" y="1055705"/>
                        <a:pt x="507437" y="1054910"/>
                        <a:pt x="508133" y="1065144"/>
                      </a:cubicBezTo>
                      <a:cubicBezTo>
                        <a:pt x="508828" y="1075328"/>
                        <a:pt x="530042" y="1073739"/>
                        <a:pt x="525918" y="1087848"/>
                      </a:cubicBezTo>
                      <a:cubicBezTo>
                        <a:pt x="521795" y="1101957"/>
                        <a:pt x="532079" y="1112142"/>
                        <a:pt x="536898" y="1119991"/>
                      </a:cubicBezTo>
                      <a:cubicBezTo>
                        <a:pt x="541667" y="1127841"/>
                        <a:pt x="559502" y="1141155"/>
                        <a:pt x="562930" y="1151340"/>
                      </a:cubicBezTo>
                      <a:cubicBezTo>
                        <a:pt x="566358" y="1161524"/>
                        <a:pt x="576642" y="1174839"/>
                        <a:pt x="588963" y="1170914"/>
                      </a:cubicBezTo>
                      <a:cubicBezTo>
                        <a:pt x="601284" y="1166989"/>
                        <a:pt x="601979" y="1180303"/>
                        <a:pt x="611567" y="1178763"/>
                      </a:cubicBezTo>
                      <a:cubicBezTo>
                        <a:pt x="621156" y="1177223"/>
                        <a:pt x="636209" y="1183483"/>
                        <a:pt x="638991" y="1192078"/>
                      </a:cubicBezTo>
                      <a:cubicBezTo>
                        <a:pt x="641724" y="1200672"/>
                        <a:pt x="671184" y="1208522"/>
                        <a:pt x="679382" y="1210112"/>
                      </a:cubicBezTo>
                      <a:cubicBezTo>
                        <a:pt x="687628" y="1211702"/>
                        <a:pt x="688970" y="1194462"/>
                        <a:pt x="696521" y="1189743"/>
                      </a:cubicBezTo>
                      <a:cubicBezTo>
                        <a:pt x="704073" y="1185023"/>
                        <a:pt x="701340" y="1150545"/>
                        <a:pt x="708146" y="1148210"/>
                      </a:cubicBezTo>
                      <a:cubicBezTo>
                        <a:pt x="715002" y="1145875"/>
                        <a:pt x="712966" y="1109807"/>
                        <a:pt x="706110" y="1106677"/>
                      </a:cubicBezTo>
                      <a:cubicBezTo>
                        <a:pt x="699254" y="1103547"/>
                        <a:pt x="701986" y="1090978"/>
                        <a:pt x="717784" y="1093362"/>
                      </a:cubicBezTo>
                      <a:cubicBezTo>
                        <a:pt x="733533" y="1095697"/>
                        <a:pt x="728068" y="1077663"/>
                        <a:pt x="735570" y="1075328"/>
                      </a:cubicBezTo>
                      <a:cubicBezTo>
                        <a:pt x="743122" y="1072993"/>
                        <a:pt x="739694" y="1056499"/>
                        <a:pt x="745159" y="1054959"/>
                      </a:cubicBezTo>
                      <a:cubicBezTo>
                        <a:pt x="750624" y="1053370"/>
                        <a:pt x="749978" y="1042390"/>
                        <a:pt x="745854" y="1036130"/>
                      </a:cubicBezTo>
                      <a:cubicBezTo>
                        <a:pt x="741731" y="1029871"/>
                        <a:pt x="746550" y="1025151"/>
                        <a:pt x="754747" y="1023611"/>
                      </a:cubicBezTo>
                      <a:cubicBezTo>
                        <a:pt x="762994" y="1022021"/>
                        <a:pt x="760907" y="1008707"/>
                        <a:pt x="749928" y="1004037"/>
                      </a:cubicBezTo>
                      <a:cubicBezTo>
                        <a:pt x="738948" y="999317"/>
                        <a:pt x="742376" y="985258"/>
                        <a:pt x="753356" y="993852"/>
                      </a:cubicBezTo>
                      <a:cubicBezTo>
                        <a:pt x="764335" y="1002447"/>
                        <a:pt x="772533" y="996187"/>
                        <a:pt x="766372" y="986798"/>
                      </a:cubicBezTo>
                      <a:cubicBezTo>
                        <a:pt x="760212" y="977408"/>
                        <a:pt x="773924" y="972688"/>
                        <a:pt x="788281" y="971148"/>
                      </a:cubicBezTo>
                      <a:cubicBezTo>
                        <a:pt x="802689" y="969558"/>
                        <a:pt x="810190" y="960964"/>
                        <a:pt x="807458" y="948395"/>
                      </a:cubicBezTo>
                      <a:cubicBezTo>
                        <a:pt x="804725" y="935875"/>
                        <a:pt x="823902" y="936620"/>
                        <a:pt x="819083" y="947649"/>
                      </a:cubicBezTo>
                      <a:cubicBezTo>
                        <a:pt x="814314" y="958629"/>
                        <a:pt x="817046" y="969558"/>
                        <a:pt x="823902" y="961759"/>
                      </a:cubicBezTo>
                      <a:cubicBezTo>
                        <a:pt x="830758" y="953909"/>
                        <a:pt x="843775" y="959424"/>
                        <a:pt x="867075" y="951574"/>
                      </a:cubicBezTo>
                      <a:cubicBezTo>
                        <a:pt x="890375" y="943774"/>
                        <a:pt x="912980" y="921815"/>
                        <a:pt x="918444" y="900652"/>
                      </a:cubicBezTo>
                      <a:cubicBezTo>
                        <a:pt x="923909" y="879488"/>
                        <a:pt x="950637" y="881823"/>
                        <a:pt x="947209" y="867713"/>
                      </a:cubicBezTo>
                      <a:cubicBezTo>
                        <a:pt x="943781" y="853604"/>
                        <a:pt x="951979" y="848139"/>
                        <a:pt x="969119" y="857529"/>
                      </a:cubicBezTo>
                      <a:cubicBezTo>
                        <a:pt x="986258" y="866918"/>
                        <a:pt x="972546" y="851269"/>
                        <a:pt x="991723" y="851269"/>
                      </a:cubicBezTo>
                      <a:cubicBezTo>
                        <a:pt x="1010900" y="851269"/>
                        <a:pt x="1007472" y="843420"/>
                        <a:pt x="1026003" y="842625"/>
                      </a:cubicBezTo>
                      <a:cubicBezTo>
                        <a:pt x="1044484" y="841830"/>
                        <a:pt x="1092426" y="832440"/>
                        <a:pt x="1108870" y="816741"/>
                      </a:cubicBezTo>
                      <a:cubicBezTo>
                        <a:pt x="1125314" y="801042"/>
                        <a:pt x="1160239" y="787728"/>
                        <a:pt x="1174597" y="777543"/>
                      </a:cubicBezTo>
                      <a:cubicBezTo>
                        <a:pt x="1189005" y="767359"/>
                        <a:pt x="1192433" y="758714"/>
                        <a:pt x="1183490" y="764229"/>
                      </a:cubicBezTo>
                      <a:cubicBezTo>
                        <a:pt x="1174597" y="769694"/>
                        <a:pt x="1156066" y="770489"/>
                        <a:pt x="1142404" y="766564"/>
                      </a:cubicBezTo>
                      <a:cubicBezTo>
                        <a:pt x="1128692" y="762639"/>
                        <a:pt x="1106783" y="749325"/>
                        <a:pt x="1091034" y="759509"/>
                      </a:cubicBezTo>
                      <a:cubicBezTo>
                        <a:pt x="1075286" y="769694"/>
                        <a:pt x="1084874" y="744605"/>
                        <a:pt x="1097890" y="742270"/>
                      </a:cubicBezTo>
                      <a:cubicBezTo>
                        <a:pt x="1110907" y="739935"/>
                        <a:pt x="1105442" y="732880"/>
                        <a:pt x="1102014" y="717181"/>
                      </a:cubicBezTo>
                      <a:cubicBezTo>
                        <a:pt x="1098586" y="701532"/>
                        <a:pt x="1123923" y="711667"/>
                        <a:pt x="1134903" y="729701"/>
                      </a:cubicBezTo>
                      <a:cubicBezTo>
                        <a:pt x="1145882" y="747735"/>
                        <a:pt x="1167095" y="755584"/>
                        <a:pt x="1185577" y="749325"/>
                      </a:cubicBezTo>
                      <a:cubicBezTo>
                        <a:pt x="1204058" y="743065"/>
                        <a:pt x="1186272" y="725826"/>
                        <a:pt x="1193824" y="714051"/>
                      </a:cubicBezTo>
                      <a:cubicBezTo>
                        <a:pt x="1201375" y="702277"/>
                        <a:pt x="1136989" y="665464"/>
                        <a:pt x="1133561" y="652895"/>
                      </a:cubicBezTo>
                      <a:cubicBezTo>
                        <a:pt x="1130133" y="640325"/>
                        <a:pt x="1150005" y="648970"/>
                        <a:pt x="1167841" y="657614"/>
                      </a:cubicBezTo>
                      <a:cubicBezTo>
                        <a:pt x="1185626" y="666209"/>
                        <a:pt x="1189750" y="641170"/>
                        <a:pt x="1189750" y="630191"/>
                      </a:cubicBezTo>
                      <a:cubicBezTo>
                        <a:pt x="1189750" y="619211"/>
                        <a:pt x="1151396" y="618416"/>
                        <a:pt x="1134257" y="629396"/>
                      </a:cubicBezTo>
                      <a:cubicBezTo>
                        <a:pt x="1117117" y="640375"/>
                        <a:pt x="1100673" y="615287"/>
                        <a:pt x="1123973" y="612157"/>
                      </a:cubicBezTo>
                      <a:cubicBezTo>
                        <a:pt x="1147273" y="609027"/>
                        <a:pt x="1126010" y="598047"/>
                        <a:pt x="1132866" y="590248"/>
                      </a:cubicBezTo>
                      <a:cubicBezTo>
                        <a:pt x="1139721" y="582398"/>
                        <a:pt x="1169132" y="612952"/>
                        <a:pt x="1184235" y="607487"/>
                      </a:cubicBezTo>
                      <a:cubicBezTo>
                        <a:pt x="1199289" y="602022"/>
                        <a:pt x="1210268" y="608282"/>
                        <a:pt x="1223284" y="596507"/>
                      </a:cubicBezTo>
                      <a:cubicBezTo>
                        <a:pt x="1236300" y="584733"/>
                        <a:pt x="1199984" y="573803"/>
                        <a:pt x="1192482" y="563569"/>
                      </a:cubicBezTo>
                      <a:cubicBezTo>
                        <a:pt x="1184931" y="553385"/>
                        <a:pt x="1230140" y="557309"/>
                        <a:pt x="1243852" y="558055"/>
                      </a:cubicBezTo>
                      <a:cubicBezTo>
                        <a:pt x="1257564" y="558849"/>
                        <a:pt x="1260942" y="535350"/>
                        <a:pt x="1250012" y="540020"/>
                      </a:cubicBezTo>
                      <a:cubicBezTo>
                        <a:pt x="1239033" y="544740"/>
                        <a:pt x="1200034" y="524371"/>
                        <a:pt x="1208231" y="510262"/>
                      </a:cubicBezTo>
                      <a:cubicBezTo>
                        <a:pt x="1216428" y="496153"/>
                        <a:pt x="1231531" y="512597"/>
                        <a:pt x="1248621" y="502412"/>
                      </a:cubicBezTo>
                      <a:cubicBezTo>
                        <a:pt x="1265761" y="492228"/>
                        <a:pt x="1250012" y="453825"/>
                        <a:pt x="1237692" y="453825"/>
                      </a:cubicBezTo>
                      <a:cubicBezTo>
                        <a:pt x="1225371" y="453825"/>
                        <a:pt x="1196606" y="449105"/>
                        <a:pt x="1196606" y="442050"/>
                      </a:cubicBezTo>
                      <a:cubicBezTo>
                        <a:pt x="1196606" y="434996"/>
                        <a:pt x="1172610" y="428736"/>
                        <a:pt x="1179466" y="421681"/>
                      </a:cubicBezTo>
                      <a:cubicBezTo>
                        <a:pt x="1186322" y="414627"/>
                        <a:pt x="1195215" y="430326"/>
                        <a:pt x="1210963" y="416962"/>
                      </a:cubicBezTo>
                      <a:cubicBezTo>
                        <a:pt x="1226712" y="403647"/>
                        <a:pt x="1259601" y="420092"/>
                        <a:pt x="1273958" y="416962"/>
                      </a:cubicBezTo>
                      <a:cubicBezTo>
                        <a:pt x="1288366" y="413832"/>
                        <a:pt x="1267798" y="383278"/>
                        <a:pt x="1259551" y="388743"/>
                      </a:cubicBezTo>
                      <a:cubicBezTo>
                        <a:pt x="1251354" y="394258"/>
                        <a:pt x="1223284" y="395798"/>
                        <a:pt x="1221198" y="379354"/>
                      </a:cubicBezTo>
                      <a:cubicBezTo>
                        <a:pt x="1219161" y="362909"/>
                        <a:pt x="1247926" y="379354"/>
                        <a:pt x="1252695" y="371504"/>
                      </a:cubicBezTo>
                      <a:cubicBezTo>
                        <a:pt x="1257464" y="363655"/>
                        <a:pt x="1212951" y="343285"/>
                        <a:pt x="1206095" y="359730"/>
                      </a:cubicBezTo>
                      <a:cubicBezTo>
                        <a:pt x="1199239" y="376174"/>
                        <a:pt x="1174597" y="370709"/>
                        <a:pt x="1187613" y="361270"/>
                      </a:cubicBezTo>
                      <a:cubicBezTo>
                        <a:pt x="1200630" y="351880"/>
                        <a:pt x="1203362" y="325202"/>
                        <a:pt x="1201971" y="311887"/>
                      </a:cubicBezTo>
                      <a:cubicBezTo>
                        <a:pt x="1200630" y="298573"/>
                        <a:pt x="1248572" y="297778"/>
                        <a:pt x="1243057" y="275819"/>
                      </a:cubicBezTo>
                      <a:cubicBezTo>
                        <a:pt x="1237592" y="253910"/>
                        <a:pt x="1265662" y="249191"/>
                        <a:pt x="1281410" y="249191"/>
                      </a:cubicBezTo>
                      <a:cubicBezTo>
                        <a:pt x="1297159" y="249191"/>
                        <a:pt x="1280715" y="225692"/>
                        <a:pt x="1265662" y="228027"/>
                      </a:cubicBezTo>
                      <a:cubicBezTo>
                        <a:pt x="1250608" y="230362"/>
                        <a:pt x="1234860" y="249936"/>
                        <a:pt x="1227308" y="242136"/>
                      </a:cubicBezTo>
                      <a:cubicBezTo>
                        <a:pt x="1219757" y="234286"/>
                        <a:pt x="1245094" y="220177"/>
                        <a:pt x="1258806" y="220177"/>
                      </a:cubicBezTo>
                      <a:cubicBezTo>
                        <a:pt x="1272518" y="220177"/>
                        <a:pt x="1305356" y="218637"/>
                        <a:pt x="1317031" y="210787"/>
                      </a:cubicBezTo>
                      <a:cubicBezTo>
                        <a:pt x="1328657" y="202988"/>
                        <a:pt x="1296464" y="195883"/>
                        <a:pt x="1274554" y="199013"/>
                      </a:cubicBezTo>
                      <a:cubicBezTo>
                        <a:pt x="1252645" y="202143"/>
                        <a:pt x="1252645" y="191164"/>
                        <a:pt x="1285534" y="190418"/>
                      </a:cubicBezTo>
                      <a:cubicBezTo>
                        <a:pt x="1318422" y="189624"/>
                        <a:pt x="1312908" y="181774"/>
                        <a:pt x="1336208" y="178694"/>
                      </a:cubicBezTo>
                      <a:cubicBezTo>
                        <a:pt x="1359508" y="175564"/>
                        <a:pt x="1351957" y="164585"/>
                        <a:pt x="1366315" y="163790"/>
                      </a:cubicBezTo>
                      <a:cubicBezTo>
                        <a:pt x="1380722" y="162995"/>
                        <a:pt x="1418380" y="144961"/>
                        <a:pt x="1418380" y="136366"/>
                      </a:cubicBezTo>
                      <a:cubicBezTo>
                        <a:pt x="1418380" y="127672"/>
                        <a:pt x="1364228" y="110433"/>
                        <a:pt x="1338891" y="110433"/>
                      </a:cubicBezTo>
                      <a:close/>
                      <a:moveTo>
                        <a:pt x="485528" y="793044"/>
                      </a:moveTo>
                      <a:cubicBezTo>
                        <a:pt x="486224" y="780524"/>
                        <a:pt x="473903" y="788324"/>
                        <a:pt x="467047" y="773469"/>
                      </a:cubicBezTo>
                      <a:cubicBezTo>
                        <a:pt x="460191" y="758565"/>
                        <a:pt x="425216" y="752405"/>
                        <a:pt x="421837" y="764080"/>
                      </a:cubicBezTo>
                      <a:cubicBezTo>
                        <a:pt x="420447" y="768799"/>
                        <a:pt x="409517" y="775854"/>
                        <a:pt x="418409" y="786784"/>
                      </a:cubicBezTo>
                      <a:cubicBezTo>
                        <a:pt x="427302" y="797763"/>
                        <a:pt x="433463" y="793044"/>
                        <a:pt x="443747" y="804023"/>
                      </a:cubicBezTo>
                      <a:cubicBezTo>
                        <a:pt x="454031" y="815002"/>
                        <a:pt x="484833" y="805563"/>
                        <a:pt x="485528" y="79304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8" name="Google Shape;808;p8"/>
                <p:cNvSpPr/>
                <p:nvPr/>
              </p:nvSpPr>
              <p:spPr>
                <a:xfrm>
                  <a:off x="2189092" y="1644089"/>
                  <a:ext cx="36337" cy="2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37" h="24462" extrusionOk="0">
                      <a:moveTo>
                        <a:pt x="29739" y="2789"/>
                      </a:moveTo>
                      <a:cubicBezTo>
                        <a:pt x="11258" y="-7793"/>
                        <a:pt x="-11943" y="14564"/>
                        <a:pt x="7134" y="22761"/>
                      </a:cubicBezTo>
                      <a:cubicBezTo>
                        <a:pt x="23578" y="29815"/>
                        <a:pt x="48270" y="13322"/>
                        <a:pt x="29739" y="278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9" name="Google Shape;809;p8"/>
                <p:cNvSpPr/>
                <p:nvPr/>
              </p:nvSpPr>
              <p:spPr>
                <a:xfrm>
                  <a:off x="1924241" y="1832604"/>
                  <a:ext cx="147107" cy="146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107" h="146419" extrusionOk="0">
                      <a:moveTo>
                        <a:pt x="74753" y="141073"/>
                      </a:moveTo>
                      <a:cubicBezTo>
                        <a:pt x="97358" y="158709"/>
                        <a:pt x="90154" y="126963"/>
                        <a:pt x="115839" y="128156"/>
                      </a:cubicBezTo>
                      <a:cubicBezTo>
                        <a:pt x="141523" y="129348"/>
                        <a:pt x="142567" y="81158"/>
                        <a:pt x="146641" y="63521"/>
                      </a:cubicBezTo>
                      <a:cubicBezTo>
                        <a:pt x="150764" y="45885"/>
                        <a:pt x="126073" y="47077"/>
                        <a:pt x="132233" y="59994"/>
                      </a:cubicBezTo>
                      <a:cubicBezTo>
                        <a:pt x="138394" y="72911"/>
                        <a:pt x="131190" y="85828"/>
                        <a:pt x="129153" y="70576"/>
                      </a:cubicBezTo>
                      <a:cubicBezTo>
                        <a:pt x="127116" y="55274"/>
                        <a:pt x="107592" y="69383"/>
                        <a:pt x="100388" y="57659"/>
                      </a:cubicBezTo>
                      <a:cubicBezTo>
                        <a:pt x="93184" y="45885"/>
                        <a:pt x="122993" y="44742"/>
                        <a:pt x="130196" y="29440"/>
                      </a:cubicBezTo>
                      <a:cubicBezTo>
                        <a:pt x="137400" y="14188"/>
                        <a:pt x="106548" y="16523"/>
                        <a:pt x="113752" y="4749"/>
                      </a:cubicBezTo>
                      <a:cubicBezTo>
                        <a:pt x="120956" y="-7025"/>
                        <a:pt x="68543" y="5941"/>
                        <a:pt x="83944" y="12996"/>
                      </a:cubicBezTo>
                      <a:cubicBezTo>
                        <a:pt x="99345" y="20051"/>
                        <a:pt x="84987" y="29440"/>
                        <a:pt x="70580" y="17716"/>
                      </a:cubicBezTo>
                      <a:cubicBezTo>
                        <a:pt x="56172" y="5941"/>
                        <a:pt x="16328" y="25615"/>
                        <a:pt x="30487" y="38880"/>
                      </a:cubicBezTo>
                      <a:cubicBezTo>
                        <a:pt x="41765" y="49462"/>
                        <a:pt x="75697" y="31825"/>
                        <a:pt x="56172" y="62379"/>
                      </a:cubicBezTo>
                      <a:cubicBezTo>
                        <a:pt x="36648" y="92932"/>
                        <a:pt x="28450" y="54132"/>
                        <a:pt x="9920" y="57659"/>
                      </a:cubicBezTo>
                      <a:cubicBezTo>
                        <a:pt x="-8561" y="61186"/>
                        <a:pt x="-364" y="87020"/>
                        <a:pt x="27407" y="96459"/>
                      </a:cubicBezTo>
                      <a:cubicBezTo>
                        <a:pt x="55228" y="105799"/>
                        <a:pt x="52148" y="123436"/>
                        <a:pt x="74753" y="14107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0" name="Google Shape;810;p8"/>
                <p:cNvSpPr/>
                <p:nvPr/>
              </p:nvSpPr>
              <p:spPr>
                <a:xfrm>
                  <a:off x="1876631" y="1764003"/>
                  <a:ext cx="24105" cy="23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5" h="23769" extrusionOk="0">
                      <a:moveTo>
                        <a:pt x="22704" y="19199"/>
                      </a:moveTo>
                      <a:cubicBezTo>
                        <a:pt x="29907" y="9809"/>
                        <a:pt x="7303" y="-10162"/>
                        <a:pt x="1142" y="6282"/>
                      </a:cubicBezTo>
                      <a:cubicBezTo>
                        <a:pt x="-5018" y="22726"/>
                        <a:pt x="15401" y="28787"/>
                        <a:pt x="22704" y="1919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1" name="Google Shape;811;p8"/>
                <p:cNvSpPr/>
                <p:nvPr/>
              </p:nvSpPr>
              <p:spPr>
                <a:xfrm>
                  <a:off x="2059694" y="1759638"/>
                  <a:ext cx="80768" cy="4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68" h="49531" extrusionOk="0">
                      <a:moveTo>
                        <a:pt x="70805" y="49447"/>
                      </a:moveTo>
                      <a:cubicBezTo>
                        <a:pt x="89286" y="48255"/>
                        <a:pt x="80045" y="22421"/>
                        <a:pt x="59527" y="4784"/>
                      </a:cubicBezTo>
                      <a:cubicBezTo>
                        <a:pt x="38959" y="-12852"/>
                        <a:pt x="-7194" y="23414"/>
                        <a:pt x="954" y="30668"/>
                      </a:cubicBezTo>
                      <a:cubicBezTo>
                        <a:pt x="10194" y="38865"/>
                        <a:pt x="52323" y="50639"/>
                        <a:pt x="70805" y="4944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2" name="Google Shape;812;p8"/>
                <p:cNvSpPr/>
                <p:nvPr/>
              </p:nvSpPr>
              <p:spPr>
                <a:xfrm>
                  <a:off x="1541821" y="1853686"/>
                  <a:ext cx="421231" cy="257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231" h="257508" extrusionOk="0">
                      <a:moveTo>
                        <a:pt x="388316" y="195207"/>
                      </a:moveTo>
                      <a:cubicBezTo>
                        <a:pt x="394476" y="186960"/>
                        <a:pt x="420161" y="211652"/>
                        <a:pt x="421205" y="194015"/>
                      </a:cubicBezTo>
                      <a:cubicBezTo>
                        <a:pt x="422248" y="176378"/>
                        <a:pt x="392440" y="168131"/>
                        <a:pt x="380119" y="158742"/>
                      </a:cubicBezTo>
                      <a:cubicBezTo>
                        <a:pt x="367798" y="149352"/>
                        <a:pt x="362681" y="154022"/>
                        <a:pt x="343157" y="137578"/>
                      </a:cubicBezTo>
                      <a:cubicBezTo>
                        <a:pt x="323632" y="121134"/>
                        <a:pt x="348274" y="112887"/>
                        <a:pt x="333916" y="99970"/>
                      </a:cubicBezTo>
                      <a:cubicBezTo>
                        <a:pt x="319558" y="87053"/>
                        <a:pt x="314391" y="51780"/>
                        <a:pt x="324675" y="40005"/>
                      </a:cubicBezTo>
                      <a:cubicBezTo>
                        <a:pt x="334959" y="28231"/>
                        <a:pt x="346237" y="10594"/>
                        <a:pt x="327756" y="2397"/>
                      </a:cubicBezTo>
                      <a:cubicBezTo>
                        <a:pt x="309274" y="-5850"/>
                        <a:pt x="279466" y="9452"/>
                        <a:pt x="282546" y="14171"/>
                      </a:cubicBezTo>
                      <a:cubicBezTo>
                        <a:pt x="285626" y="18891"/>
                        <a:pt x="311311" y="35335"/>
                        <a:pt x="311311" y="42390"/>
                      </a:cubicBezTo>
                      <a:cubicBezTo>
                        <a:pt x="311311" y="49445"/>
                        <a:pt x="287663" y="22418"/>
                        <a:pt x="279466" y="28281"/>
                      </a:cubicBezTo>
                      <a:cubicBezTo>
                        <a:pt x="271269" y="34143"/>
                        <a:pt x="261978" y="16556"/>
                        <a:pt x="254824" y="28281"/>
                      </a:cubicBezTo>
                      <a:cubicBezTo>
                        <a:pt x="247621" y="40055"/>
                        <a:pt x="264065" y="81190"/>
                        <a:pt x="270225" y="92965"/>
                      </a:cubicBezTo>
                      <a:cubicBezTo>
                        <a:pt x="276386" y="104739"/>
                        <a:pt x="264065" y="104739"/>
                        <a:pt x="255868" y="107074"/>
                      </a:cubicBezTo>
                      <a:cubicBezTo>
                        <a:pt x="247671" y="109409"/>
                        <a:pt x="246627" y="74136"/>
                        <a:pt x="238380" y="61219"/>
                      </a:cubicBezTo>
                      <a:cubicBezTo>
                        <a:pt x="230183" y="48302"/>
                        <a:pt x="197294" y="33000"/>
                        <a:pt x="195257" y="42390"/>
                      </a:cubicBezTo>
                      <a:cubicBezTo>
                        <a:pt x="193221" y="51780"/>
                        <a:pt x="215776" y="51780"/>
                        <a:pt x="212745" y="64696"/>
                      </a:cubicBezTo>
                      <a:cubicBezTo>
                        <a:pt x="209665" y="77613"/>
                        <a:pt x="197344" y="56450"/>
                        <a:pt x="186017" y="67031"/>
                      </a:cubicBezTo>
                      <a:cubicBezTo>
                        <a:pt x="174739" y="77613"/>
                        <a:pt x="176776" y="70559"/>
                        <a:pt x="178813" y="59977"/>
                      </a:cubicBezTo>
                      <a:cubicBezTo>
                        <a:pt x="180850" y="49395"/>
                        <a:pt x="162369" y="37621"/>
                        <a:pt x="141801" y="40005"/>
                      </a:cubicBezTo>
                      <a:cubicBezTo>
                        <a:pt x="121233" y="42340"/>
                        <a:pt x="132561" y="58834"/>
                        <a:pt x="126400" y="64696"/>
                      </a:cubicBezTo>
                      <a:cubicBezTo>
                        <a:pt x="120240" y="70559"/>
                        <a:pt x="89438" y="61169"/>
                        <a:pt x="108913" y="56450"/>
                      </a:cubicBezTo>
                      <a:cubicBezTo>
                        <a:pt x="128437" y="51730"/>
                        <a:pt x="120190" y="38813"/>
                        <a:pt x="113036" y="25896"/>
                      </a:cubicBezTo>
                      <a:cubicBezTo>
                        <a:pt x="105832" y="12979"/>
                        <a:pt x="86308" y="28231"/>
                        <a:pt x="54463" y="41198"/>
                      </a:cubicBezTo>
                      <a:cubicBezTo>
                        <a:pt x="22618" y="54115"/>
                        <a:pt x="8210" y="68224"/>
                        <a:pt x="12334" y="69416"/>
                      </a:cubicBezTo>
                      <a:cubicBezTo>
                        <a:pt x="16457" y="70608"/>
                        <a:pt x="17451" y="76471"/>
                        <a:pt x="5130" y="88245"/>
                      </a:cubicBezTo>
                      <a:cubicBezTo>
                        <a:pt x="-7191" y="100019"/>
                        <a:pt x="5130" y="110601"/>
                        <a:pt x="16407" y="110601"/>
                      </a:cubicBezTo>
                      <a:cubicBezTo>
                        <a:pt x="27735" y="110601"/>
                        <a:pt x="17749" y="120935"/>
                        <a:pt x="25648" y="123518"/>
                      </a:cubicBezTo>
                      <a:cubicBezTo>
                        <a:pt x="32852" y="125853"/>
                        <a:pt x="69814" y="107074"/>
                        <a:pt x="80098" y="115271"/>
                      </a:cubicBezTo>
                      <a:cubicBezTo>
                        <a:pt x="90382" y="123518"/>
                        <a:pt x="19488" y="128188"/>
                        <a:pt x="19488" y="142298"/>
                      </a:cubicBezTo>
                      <a:cubicBezTo>
                        <a:pt x="19488" y="156407"/>
                        <a:pt x="58537" y="164654"/>
                        <a:pt x="87302" y="158742"/>
                      </a:cubicBezTo>
                      <a:cubicBezTo>
                        <a:pt x="116067" y="152879"/>
                        <a:pt x="166393" y="163461"/>
                        <a:pt x="166393" y="171659"/>
                      </a:cubicBezTo>
                      <a:cubicBezTo>
                        <a:pt x="166393" y="179906"/>
                        <a:pt x="132511" y="177521"/>
                        <a:pt x="106826" y="176378"/>
                      </a:cubicBezTo>
                      <a:cubicBezTo>
                        <a:pt x="81141" y="175186"/>
                        <a:pt x="36975" y="184625"/>
                        <a:pt x="39012" y="194015"/>
                      </a:cubicBezTo>
                      <a:cubicBezTo>
                        <a:pt x="41297" y="204547"/>
                        <a:pt x="44129" y="204597"/>
                        <a:pt x="70857" y="218706"/>
                      </a:cubicBezTo>
                      <a:cubicBezTo>
                        <a:pt x="97586" y="232815"/>
                        <a:pt x="125307" y="211652"/>
                        <a:pt x="124264" y="231623"/>
                      </a:cubicBezTo>
                      <a:cubicBezTo>
                        <a:pt x="123221" y="251595"/>
                        <a:pt x="138671" y="256314"/>
                        <a:pt x="174590" y="257457"/>
                      </a:cubicBezTo>
                      <a:cubicBezTo>
                        <a:pt x="210559" y="258649"/>
                        <a:pt x="227003" y="238678"/>
                        <a:pt x="244441" y="239820"/>
                      </a:cubicBezTo>
                      <a:cubicBezTo>
                        <a:pt x="261929" y="241013"/>
                        <a:pt x="270126" y="237485"/>
                        <a:pt x="278323" y="223376"/>
                      </a:cubicBezTo>
                      <a:cubicBezTo>
                        <a:pt x="286521" y="209267"/>
                        <a:pt x="293724" y="217514"/>
                        <a:pt x="295761" y="224569"/>
                      </a:cubicBezTo>
                      <a:cubicBezTo>
                        <a:pt x="297798" y="231623"/>
                        <a:pt x="320403" y="230431"/>
                        <a:pt x="325570" y="236343"/>
                      </a:cubicBezTo>
                      <a:cubicBezTo>
                        <a:pt x="338685" y="251346"/>
                        <a:pt x="382056" y="246925"/>
                        <a:pt x="398501" y="237535"/>
                      </a:cubicBezTo>
                      <a:cubicBezTo>
                        <a:pt x="414945" y="228146"/>
                        <a:pt x="391297" y="202262"/>
                        <a:pt x="383100" y="214036"/>
                      </a:cubicBezTo>
                      <a:cubicBezTo>
                        <a:pt x="374902" y="225811"/>
                        <a:pt x="367699" y="218756"/>
                        <a:pt x="365662" y="212844"/>
                      </a:cubicBezTo>
                      <a:cubicBezTo>
                        <a:pt x="363674" y="206982"/>
                        <a:pt x="382156" y="203454"/>
                        <a:pt x="388316" y="19520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3" name="Google Shape;813;p8"/>
                <p:cNvSpPr/>
                <p:nvPr/>
              </p:nvSpPr>
              <p:spPr>
                <a:xfrm>
                  <a:off x="2072682" y="1635172"/>
                  <a:ext cx="69158" cy="22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58" h="22605" extrusionOk="0">
                      <a:moveTo>
                        <a:pt x="69094" y="2267"/>
                      </a:moveTo>
                      <a:cubicBezTo>
                        <a:pt x="67057" y="-4788"/>
                        <a:pt x="-10842" y="5943"/>
                        <a:pt x="1280" y="16376"/>
                      </a:cubicBezTo>
                      <a:cubicBezTo>
                        <a:pt x="21848" y="34013"/>
                        <a:pt x="71181" y="9321"/>
                        <a:pt x="69094" y="226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4" name="Google Shape;814;p8"/>
                <p:cNvSpPr/>
                <p:nvPr/>
              </p:nvSpPr>
              <p:spPr>
                <a:xfrm>
                  <a:off x="2427233" y="1851682"/>
                  <a:ext cx="105975" cy="56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75" h="56723" extrusionOk="0">
                      <a:moveTo>
                        <a:pt x="1199" y="5594"/>
                      </a:moveTo>
                      <a:cubicBezTo>
                        <a:pt x="-4961" y="20895"/>
                        <a:pt x="14564" y="20895"/>
                        <a:pt x="15557" y="38532"/>
                      </a:cubicBezTo>
                      <a:cubicBezTo>
                        <a:pt x="16600" y="56169"/>
                        <a:pt x="36125" y="62031"/>
                        <a:pt x="50483" y="51449"/>
                      </a:cubicBezTo>
                      <a:cubicBezTo>
                        <a:pt x="64840" y="40867"/>
                        <a:pt x="105976" y="54579"/>
                        <a:pt x="105976" y="40867"/>
                      </a:cubicBezTo>
                      <a:cubicBezTo>
                        <a:pt x="105976" y="27950"/>
                        <a:pt x="62853" y="4401"/>
                        <a:pt x="47402" y="7929"/>
                      </a:cubicBezTo>
                      <a:cubicBezTo>
                        <a:pt x="32001" y="11506"/>
                        <a:pt x="7360" y="-9658"/>
                        <a:pt x="1199" y="559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5" name="Google Shape;815;p8"/>
                <p:cNvSpPr/>
                <p:nvPr/>
              </p:nvSpPr>
              <p:spPr>
                <a:xfrm>
                  <a:off x="2027647" y="1573031"/>
                  <a:ext cx="76662" cy="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2" h="58545" extrusionOk="0">
                      <a:moveTo>
                        <a:pt x="30914" y="58545"/>
                      </a:moveTo>
                      <a:cubicBezTo>
                        <a:pt x="46315" y="58545"/>
                        <a:pt x="58636" y="56210"/>
                        <a:pt x="72000" y="50298"/>
                      </a:cubicBezTo>
                      <a:cubicBezTo>
                        <a:pt x="85364" y="44436"/>
                        <a:pt x="64796" y="44436"/>
                        <a:pt x="74037" y="30327"/>
                      </a:cubicBezTo>
                      <a:cubicBezTo>
                        <a:pt x="83277" y="16217"/>
                        <a:pt x="51432" y="15025"/>
                        <a:pt x="49395" y="19745"/>
                      </a:cubicBezTo>
                      <a:cubicBezTo>
                        <a:pt x="47358" y="24464"/>
                        <a:pt x="7266" y="-8474"/>
                        <a:pt x="1105" y="2108"/>
                      </a:cubicBezTo>
                      <a:cubicBezTo>
                        <a:pt x="-5005" y="12690"/>
                        <a:pt x="15513" y="58545"/>
                        <a:pt x="30914" y="5854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6" name="Google Shape;816;p8"/>
                <p:cNvSpPr/>
                <p:nvPr/>
              </p:nvSpPr>
              <p:spPr>
                <a:xfrm>
                  <a:off x="2061440" y="1423117"/>
                  <a:ext cx="265532" cy="193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532" h="193287" extrusionOk="0">
                      <a:moveTo>
                        <a:pt x="242692" y="110887"/>
                      </a:moveTo>
                      <a:cubicBezTo>
                        <a:pt x="224211" y="113222"/>
                        <a:pt x="211890" y="105025"/>
                        <a:pt x="220087" y="93250"/>
                      </a:cubicBezTo>
                      <a:cubicBezTo>
                        <a:pt x="228284" y="81476"/>
                        <a:pt x="199520" y="77949"/>
                        <a:pt x="209803" y="68559"/>
                      </a:cubicBezTo>
                      <a:cubicBezTo>
                        <a:pt x="220087" y="59170"/>
                        <a:pt x="190279" y="49780"/>
                        <a:pt x="193359" y="63839"/>
                      </a:cubicBezTo>
                      <a:cubicBezTo>
                        <a:pt x="196439" y="77949"/>
                        <a:pt x="174878" y="65032"/>
                        <a:pt x="171798" y="52065"/>
                      </a:cubicBezTo>
                      <a:cubicBezTo>
                        <a:pt x="168718" y="39148"/>
                        <a:pt x="126589" y="34429"/>
                        <a:pt x="98867" y="6210"/>
                      </a:cubicBezTo>
                      <a:cubicBezTo>
                        <a:pt x="96482" y="3776"/>
                        <a:pt x="94048" y="1789"/>
                        <a:pt x="91663" y="0"/>
                      </a:cubicBezTo>
                      <a:cubicBezTo>
                        <a:pt x="84757" y="2534"/>
                        <a:pt x="77504" y="4322"/>
                        <a:pt x="70300" y="6061"/>
                      </a:cubicBezTo>
                      <a:cubicBezTo>
                        <a:pt x="72635" y="9539"/>
                        <a:pt x="69108" y="12818"/>
                        <a:pt x="60861" y="12122"/>
                      </a:cubicBezTo>
                      <a:cubicBezTo>
                        <a:pt x="47497" y="10930"/>
                        <a:pt x="23899" y="13314"/>
                        <a:pt x="45460" y="22704"/>
                      </a:cubicBezTo>
                      <a:cubicBezTo>
                        <a:pt x="67021" y="32094"/>
                        <a:pt x="43423" y="35621"/>
                        <a:pt x="25936" y="35621"/>
                      </a:cubicBezTo>
                      <a:cubicBezTo>
                        <a:pt x="8448" y="35621"/>
                        <a:pt x="7455" y="61505"/>
                        <a:pt x="30059" y="65032"/>
                      </a:cubicBezTo>
                      <a:cubicBezTo>
                        <a:pt x="52664" y="68559"/>
                        <a:pt x="36220" y="83861"/>
                        <a:pt x="17738" y="77949"/>
                      </a:cubicBezTo>
                      <a:cubicBezTo>
                        <a:pt x="-743" y="72086"/>
                        <a:pt x="-6903" y="82668"/>
                        <a:pt x="9541" y="92058"/>
                      </a:cubicBezTo>
                      <a:cubicBezTo>
                        <a:pt x="24694" y="100752"/>
                        <a:pt x="15701" y="112030"/>
                        <a:pt x="32146" y="120277"/>
                      </a:cubicBezTo>
                      <a:cubicBezTo>
                        <a:pt x="48590" y="128524"/>
                        <a:pt x="95836" y="109695"/>
                        <a:pt x="99960" y="122612"/>
                      </a:cubicBezTo>
                      <a:cubicBezTo>
                        <a:pt x="104083" y="135529"/>
                        <a:pt x="51670" y="136721"/>
                        <a:pt x="58874" y="144968"/>
                      </a:cubicBezTo>
                      <a:cubicBezTo>
                        <a:pt x="66077" y="153215"/>
                        <a:pt x="95836" y="166132"/>
                        <a:pt x="91762" y="173186"/>
                      </a:cubicBezTo>
                      <a:cubicBezTo>
                        <a:pt x="87639" y="180241"/>
                        <a:pt x="141095" y="200213"/>
                        <a:pt x="146212" y="190823"/>
                      </a:cubicBezTo>
                      <a:cubicBezTo>
                        <a:pt x="151329" y="181433"/>
                        <a:pt x="165737" y="183768"/>
                        <a:pt x="179101" y="189631"/>
                      </a:cubicBezTo>
                      <a:cubicBezTo>
                        <a:pt x="192465" y="195493"/>
                        <a:pt x="193508" y="153165"/>
                        <a:pt x="202749" y="160220"/>
                      </a:cubicBezTo>
                      <a:cubicBezTo>
                        <a:pt x="211989" y="167274"/>
                        <a:pt x="210946" y="144918"/>
                        <a:pt x="226397" y="137864"/>
                      </a:cubicBezTo>
                      <a:cubicBezTo>
                        <a:pt x="241798" y="130809"/>
                        <a:pt x="264005" y="130759"/>
                        <a:pt x="265446" y="122562"/>
                      </a:cubicBezTo>
                      <a:cubicBezTo>
                        <a:pt x="266290" y="116749"/>
                        <a:pt x="261173" y="108502"/>
                        <a:pt x="242692" y="11088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7" name="Google Shape;817;p8"/>
                <p:cNvSpPr/>
                <p:nvPr/>
              </p:nvSpPr>
              <p:spPr>
                <a:xfrm>
                  <a:off x="2216836" y="1850728"/>
                  <a:ext cx="654747" cy="54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747" h="549953" extrusionOk="0">
                      <a:moveTo>
                        <a:pt x="649780" y="345916"/>
                      </a:moveTo>
                      <a:cubicBezTo>
                        <a:pt x="649680" y="344972"/>
                        <a:pt x="649482" y="344077"/>
                        <a:pt x="649233" y="343183"/>
                      </a:cubicBezTo>
                      <a:cubicBezTo>
                        <a:pt x="647941" y="341196"/>
                        <a:pt x="646749" y="339109"/>
                        <a:pt x="645457" y="337122"/>
                      </a:cubicBezTo>
                      <a:cubicBezTo>
                        <a:pt x="644116" y="335085"/>
                        <a:pt x="642924" y="333048"/>
                        <a:pt x="641781" y="330962"/>
                      </a:cubicBezTo>
                      <a:cubicBezTo>
                        <a:pt x="625585" y="332005"/>
                        <a:pt x="622505" y="319138"/>
                        <a:pt x="622505" y="310990"/>
                      </a:cubicBezTo>
                      <a:cubicBezTo>
                        <a:pt x="622505" y="302743"/>
                        <a:pt x="591703" y="282772"/>
                        <a:pt x="581419" y="286299"/>
                      </a:cubicBezTo>
                      <a:cubicBezTo>
                        <a:pt x="571135" y="289826"/>
                        <a:pt x="553698" y="270997"/>
                        <a:pt x="540334" y="269855"/>
                      </a:cubicBezTo>
                      <a:cubicBezTo>
                        <a:pt x="526969" y="268662"/>
                        <a:pt x="507445" y="256938"/>
                        <a:pt x="509532" y="240444"/>
                      </a:cubicBezTo>
                      <a:cubicBezTo>
                        <a:pt x="511568" y="223999"/>
                        <a:pt x="536260" y="245163"/>
                        <a:pt x="541377" y="232197"/>
                      </a:cubicBezTo>
                      <a:cubicBezTo>
                        <a:pt x="546494" y="219280"/>
                        <a:pt x="515692" y="226334"/>
                        <a:pt x="514649" y="216895"/>
                      </a:cubicBezTo>
                      <a:cubicBezTo>
                        <a:pt x="513605" y="207506"/>
                        <a:pt x="521852" y="211033"/>
                        <a:pt x="528013" y="205121"/>
                      </a:cubicBezTo>
                      <a:cubicBezTo>
                        <a:pt x="534173" y="199259"/>
                        <a:pt x="522896" y="187484"/>
                        <a:pt x="515692" y="182765"/>
                      </a:cubicBezTo>
                      <a:cubicBezTo>
                        <a:pt x="508488" y="178045"/>
                        <a:pt x="506451" y="192154"/>
                        <a:pt x="499248" y="192154"/>
                      </a:cubicBezTo>
                      <a:cubicBezTo>
                        <a:pt x="492044" y="192154"/>
                        <a:pt x="498204" y="179237"/>
                        <a:pt x="503371" y="170990"/>
                      </a:cubicBezTo>
                      <a:cubicBezTo>
                        <a:pt x="508488" y="162743"/>
                        <a:pt x="479723" y="153354"/>
                        <a:pt x="467402" y="158073"/>
                      </a:cubicBezTo>
                      <a:cubicBezTo>
                        <a:pt x="455082" y="162793"/>
                        <a:pt x="450958" y="154546"/>
                        <a:pt x="450958" y="145156"/>
                      </a:cubicBezTo>
                      <a:cubicBezTo>
                        <a:pt x="450958" y="135767"/>
                        <a:pt x="429397" y="145156"/>
                        <a:pt x="421150" y="152211"/>
                      </a:cubicBezTo>
                      <a:cubicBezTo>
                        <a:pt x="412953" y="159266"/>
                        <a:pt x="402669" y="145156"/>
                        <a:pt x="412953" y="143964"/>
                      </a:cubicBezTo>
                      <a:cubicBezTo>
                        <a:pt x="423236" y="142772"/>
                        <a:pt x="435557" y="133382"/>
                        <a:pt x="432477" y="122800"/>
                      </a:cubicBezTo>
                      <a:cubicBezTo>
                        <a:pt x="429397" y="112218"/>
                        <a:pt x="402669" y="111026"/>
                        <a:pt x="397552" y="123993"/>
                      </a:cubicBezTo>
                      <a:cubicBezTo>
                        <a:pt x="392434" y="136910"/>
                        <a:pt x="370823" y="109883"/>
                        <a:pt x="370823" y="99301"/>
                      </a:cubicBezTo>
                      <a:cubicBezTo>
                        <a:pt x="370823" y="88719"/>
                        <a:pt x="337935" y="98109"/>
                        <a:pt x="342058" y="80472"/>
                      </a:cubicBezTo>
                      <a:cubicBezTo>
                        <a:pt x="346182" y="62836"/>
                        <a:pt x="304053" y="58116"/>
                        <a:pt x="292726" y="58116"/>
                      </a:cubicBezTo>
                      <a:cubicBezTo>
                        <a:pt x="281448" y="58116"/>
                        <a:pt x="265004" y="68698"/>
                        <a:pt x="267041" y="80472"/>
                      </a:cubicBezTo>
                      <a:cubicBezTo>
                        <a:pt x="269078" y="92247"/>
                        <a:pt x="254720" y="87527"/>
                        <a:pt x="252633" y="74610"/>
                      </a:cubicBezTo>
                      <a:cubicBezTo>
                        <a:pt x="250597" y="61693"/>
                        <a:pt x="222825" y="88719"/>
                        <a:pt x="214628" y="88719"/>
                      </a:cubicBezTo>
                      <a:cubicBezTo>
                        <a:pt x="206430" y="88719"/>
                        <a:pt x="219745" y="54639"/>
                        <a:pt x="215671" y="44057"/>
                      </a:cubicBezTo>
                      <a:cubicBezTo>
                        <a:pt x="211548" y="33475"/>
                        <a:pt x="205387" y="29947"/>
                        <a:pt x="199227" y="12311"/>
                      </a:cubicBezTo>
                      <a:cubicBezTo>
                        <a:pt x="193066" y="-5326"/>
                        <a:pt x="162265" y="1729"/>
                        <a:pt x="154018" y="12311"/>
                      </a:cubicBezTo>
                      <a:cubicBezTo>
                        <a:pt x="145820" y="22893"/>
                        <a:pt x="119092" y="18173"/>
                        <a:pt x="104734" y="34667"/>
                      </a:cubicBezTo>
                      <a:cubicBezTo>
                        <a:pt x="90327" y="51111"/>
                        <a:pt x="105778" y="67555"/>
                        <a:pt x="111938" y="73467"/>
                      </a:cubicBezTo>
                      <a:cubicBezTo>
                        <a:pt x="118098" y="79330"/>
                        <a:pt x="90377" y="88769"/>
                        <a:pt x="99617" y="98159"/>
                      </a:cubicBezTo>
                      <a:cubicBezTo>
                        <a:pt x="108858" y="107548"/>
                        <a:pt x="123265" y="102878"/>
                        <a:pt x="124259" y="118130"/>
                      </a:cubicBezTo>
                      <a:cubicBezTo>
                        <a:pt x="125302" y="133382"/>
                        <a:pt x="90377" y="113411"/>
                        <a:pt x="85210" y="100494"/>
                      </a:cubicBezTo>
                      <a:cubicBezTo>
                        <a:pt x="80093" y="87577"/>
                        <a:pt x="87247" y="75802"/>
                        <a:pt x="80093" y="66413"/>
                      </a:cubicBezTo>
                      <a:cubicBezTo>
                        <a:pt x="72889" y="57023"/>
                        <a:pt x="79050" y="45249"/>
                        <a:pt x="92414" y="28805"/>
                      </a:cubicBezTo>
                      <a:cubicBezTo>
                        <a:pt x="105778" y="12360"/>
                        <a:pt x="116062" y="14695"/>
                        <a:pt x="116062" y="5306"/>
                      </a:cubicBezTo>
                      <a:cubicBezTo>
                        <a:pt x="116062" y="-4084"/>
                        <a:pt x="58531" y="-4084"/>
                        <a:pt x="24649" y="31140"/>
                      </a:cubicBezTo>
                      <a:cubicBezTo>
                        <a:pt x="-9282" y="66413"/>
                        <a:pt x="1001" y="113460"/>
                        <a:pt x="3088" y="122850"/>
                      </a:cubicBezTo>
                      <a:cubicBezTo>
                        <a:pt x="5125" y="132240"/>
                        <a:pt x="34933" y="127570"/>
                        <a:pt x="52371" y="133432"/>
                      </a:cubicBezTo>
                      <a:cubicBezTo>
                        <a:pt x="69859" y="139294"/>
                        <a:pt x="60568" y="147541"/>
                        <a:pt x="47254" y="145206"/>
                      </a:cubicBezTo>
                      <a:cubicBezTo>
                        <a:pt x="33890" y="142871"/>
                        <a:pt x="11285" y="138152"/>
                        <a:pt x="12329" y="148733"/>
                      </a:cubicBezTo>
                      <a:cubicBezTo>
                        <a:pt x="13372" y="159315"/>
                        <a:pt x="41094" y="179287"/>
                        <a:pt x="57538" y="174617"/>
                      </a:cubicBezTo>
                      <a:cubicBezTo>
                        <a:pt x="73982" y="169897"/>
                        <a:pt x="73982" y="169897"/>
                        <a:pt x="81186" y="180479"/>
                      </a:cubicBezTo>
                      <a:cubicBezTo>
                        <a:pt x="88390" y="191061"/>
                        <a:pt x="107914" y="187534"/>
                        <a:pt x="127438" y="188726"/>
                      </a:cubicBezTo>
                      <a:cubicBezTo>
                        <a:pt x="146963" y="189919"/>
                        <a:pt x="169568" y="198116"/>
                        <a:pt x="178808" y="199308"/>
                      </a:cubicBezTo>
                      <a:cubicBezTo>
                        <a:pt x="188049" y="200501"/>
                        <a:pt x="199376" y="193446"/>
                        <a:pt x="202456" y="187534"/>
                      </a:cubicBezTo>
                      <a:cubicBezTo>
                        <a:pt x="203549" y="185447"/>
                        <a:pt x="209163" y="186044"/>
                        <a:pt x="216367" y="187633"/>
                      </a:cubicBezTo>
                      <a:cubicBezTo>
                        <a:pt x="225756" y="178641"/>
                        <a:pt x="242051" y="179386"/>
                        <a:pt x="250944" y="188627"/>
                      </a:cubicBezTo>
                      <a:cubicBezTo>
                        <a:pt x="252633" y="190415"/>
                        <a:pt x="254273" y="192204"/>
                        <a:pt x="255962" y="194042"/>
                      </a:cubicBezTo>
                      <a:cubicBezTo>
                        <a:pt x="257303" y="193694"/>
                        <a:pt x="258694" y="193446"/>
                        <a:pt x="260086" y="193297"/>
                      </a:cubicBezTo>
                      <a:cubicBezTo>
                        <a:pt x="262669" y="189372"/>
                        <a:pt x="257254" y="181970"/>
                        <a:pt x="251789" y="179287"/>
                      </a:cubicBezTo>
                      <a:cubicBezTo>
                        <a:pt x="244585" y="175760"/>
                        <a:pt x="247665" y="160458"/>
                        <a:pt x="256906" y="166370"/>
                      </a:cubicBezTo>
                      <a:cubicBezTo>
                        <a:pt x="266147" y="172232"/>
                        <a:pt x="281547" y="175760"/>
                        <a:pt x="284628" y="186342"/>
                      </a:cubicBezTo>
                      <a:cubicBezTo>
                        <a:pt x="287261" y="195334"/>
                        <a:pt x="295905" y="191061"/>
                        <a:pt x="296948" y="199259"/>
                      </a:cubicBezTo>
                      <a:cubicBezTo>
                        <a:pt x="297992" y="207506"/>
                        <a:pt x="330831" y="216895"/>
                        <a:pt x="331874" y="226285"/>
                      </a:cubicBezTo>
                      <a:cubicBezTo>
                        <a:pt x="332917" y="235674"/>
                        <a:pt x="300029" y="240394"/>
                        <a:pt x="309269" y="248641"/>
                      </a:cubicBezTo>
                      <a:cubicBezTo>
                        <a:pt x="318510" y="256888"/>
                        <a:pt x="332917" y="238059"/>
                        <a:pt x="345238" y="236867"/>
                      </a:cubicBezTo>
                      <a:cubicBezTo>
                        <a:pt x="357559" y="235674"/>
                        <a:pt x="357559" y="267420"/>
                        <a:pt x="366799" y="262750"/>
                      </a:cubicBezTo>
                      <a:cubicBezTo>
                        <a:pt x="379418" y="256342"/>
                        <a:pt x="389404" y="268613"/>
                        <a:pt x="401725" y="288584"/>
                      </a:cubicBezTo>
                      <a:cubicBezTo>
                        <a:pt x="414045" y="308556"/>
                        <a:pt x="400681" y="327385"/>
                        <a:pt x="401725" y="334439"/>
                      </a:cubicBezTo>
                      <a:cubicBezTo>
                        <a:pt x="402768" y="341494"/>
                        <a:pt x="426366" y="339159"/>
                        <a:pt x="439730" y="330912"/>
                      </a:cubicBezTo>
                      <a:cubicBezTo>
                        <a:pt x="453094" y="322665"/>
                        <a:pt x="465415" y="340302"/>
                        <a:pt x="475699" y="350884"/>
                      </a:cubicBezTo>
                      <a:cubicBezTo>
                        <a:pt x="485983" y="361466"/>
                        <a:pt x="437693" y="379102"/>
                        <a:pt x="441817" y="369713"/>
                      </a:cubicBezTo>
                      <a:cubicBezTo>
                        <a:pt x="445940" y="360323"/>
                        <a:pt x="413052" y="332104"/>
                        <a:pt x="383243" y="345021"/>
                      </a:cubicBezTo>
                      <a:cubicBezTo>
                        <a:pt x="353435" y="357938"/>
                        <a:pt x="374003" y="377960"/>
                        <a:pt x="377083" y="389684"/>
                      </a:cubicBezTo>
                      <a:cubicBezTo>
                        <a:pt x="380163" y="401458"/>
                        <a:pt x="350355" y="413183"/>
                        <a:pt x="322633" y="402601"/>
                      </a:cubicBezTo>
                      <a:cubicBezTo>
                        <a:pt x="294911" y="392019"/>
                        <a:pt x="303109" y="409656"/>
                        <a:pt x="291831" y="409656"/>
                      </a:cubicBezTo>
                      <a:cubicBezTo>
                        <a:pt x="280504" y="409656"/>
                        <a:pt x="268183" y="429627"/>
                        <a:pt x="278467" y="442594"/>
                      </a:cubicBezTo>
                      <a:cubicBezTo>
                        <a:pt x="288751" y="455511"/>
                        <a:pt x="311356" y="443786"/>
                        <a:pt x="329837" y="444929"/>
                      </a:cubicBezTo>
                      <a:cubicBezTo>
                        <a:pt x="348318" y="446121"/>
                        <a:pt x="350405" y="451984"/>
                        <a:pt x="352442" y="440209"/>
                      </a:cubicBezTo>
                      <a:cubicBezTo>
                        <a:pt x="354479" y="428435"/>
                        <a:pt x="374003" y="434347"/>
                        <a:pt x="387367" y="437874"/>
                      </a:cubicBezTo>
                      <a:cubicBezTo>
                        <a:pt x="400731" y="441402"/>
                        <a:pt x="397651" y="462566"/>
                        <a:pt x="414095" y="464901"/>
                      </a:cubicBezTo>
                      <a:cubicBezTo>
                        <a:pt x="430539" y="467236"/>
                        <a:pt x="417175" y="486064"/>
                        <a:pt x="427459" y="498981"/>
                      </a:cubicBezTo>
                      <a:cubicBezTo>
                        <a:pt x="437743" y="511898"/>
                        <a:pt x="470582" y="504844"/>
                        <a:pt x="482952" y="518953"/>
                      </a:cubicBezTo>
                      <a:cubicBezTo>
                        <a:pt x="484791" y="521040"/>
                        <a:pt x="487573" y="523474"/>
                        <a:pt x="490852" y="526008"/>
                      </a:cubicBezTo>
                      <a:cubicBezTo>
                        <a:pt x="498999" y="523673"/>
                        <a:pt x="508290" y="525262"/>
                        <a:pt x="516040" y="531274"/>
                      </a:cubicBezTo>
                      <a:cubicBezTo>
                        <a:pt x="520014" y="531522"/>
                        <a:pt x="523442" y="532516"/>
                        <a:pt x="526373" y="534155"/>
                      </a:cubicBezTo>
                      <a:cubicBezTo>
                        <a:pt x="534869" y="536689"/>
                        <a:pt x="542768" y="540663"/>
                        <a:pt x="550617" y="545880"/>
                      </a:cubicBezTo>
                      <a:cubicBezTo>
                        <a:pt x="552406" y="547072"/>
                        <a:pt x="553896" y="548463"/>
                        <a:pt x="555238" y="549954"/>
                      </a:cubicBezTo>
                      <a:cubicBezTo>
                        <a:pt x="560851" y="536788"/>
                        <a:pt x="509333" y="484822"/>
                        <a:pt x="494230" y="480202"/>
                      </a:cubicBezTo>
                      <a:cubicBezTo>
                        <a:pt x="478829" y="475482"/>
                        <a:pt x="509631" y="469620"/>
                        <a:pt x="529155" y="487257"/>
                      </a:cubicBezTo>
                      <a:cubicBezTo>
                        <a:pt x="548680" y="504893"/>
                        <a:pt x="577445" y="513140"/>
                        <a:pt x="591803" y="491976"/>
                      </a:cubicBezTo>
                      <a:cubicBezTo>
                        <a:pt x="597715" y="483282"/>
                        <a:pt x="596671" y="479159"/>
                        <a:pt x="593392" y="476277"/>
                      </a:cubicBezTo>
                      <a:cubicBezTo>
                        <a:pt x="590610" y="475035"/>
                        <a:pt x="588027" y="473396"/>
                        <a:pt x="585841" y="471409"/>
                      </a:cubicBezTo>
                      <a:cubicBezTo>
                        <a:pt x="584549" y="470564"/>
                        <a:pt x="583357" y="469670"/>
                        <a:pt x="582314" y="468577"/>
                      </a:cubicBezTo>
                      <a:cubicBezTo>
                        <a:pt x="571086" y="461274"/>
                        <a:pt x="566565" y="446618"/>
                        <a:pt x="571781" y="435390"/>
                      </a:cubicBezTo>
                      <a:cubicBezTo>
                        <a:pt x="567757" y="429280"/>
                        <a:pt x="562342" y="425007"/>
                        <a:pt x="555883" y="425007"/>
                      </a:cubicBezTo>
                      <a:cubicBezTo>
                        <a:pt x="541476" y="425007"/>
                        <a:pt x="504514" y="392069"/>
                        <a:pt x="517878" y="385064"/>
                      </a:cubicBezTo>
                      <a:cubicBezTo>
                        <a:pt x="531242" y="378009"/>
                        <a:pt x="513754" y="368620"/>
                        <a:pt x="524038" y="355653"/>
                      </a:cubicBezTo>
                      <a:cubicBezTo>
                        <a:pt x="534322" y="342736"/>
                        <a:pt x="544606" y="367427"/>
                        <a:pt x="556927" y="368570"/>
                      </a:cubicBezTo>
                      <a:cubicBezTo>
                        <a:pt x="569247" y="369762"/>
                        <a:pt x="571334" y="387399"/>
                        <a:pt x="590809" y="406178"/>
                      </a:cubicBezTo>
                      <a:cubicBezTo>
                        <a:pt x="592498" y="407818"/>
                        <a:pt x="594038" y="409109"/>
                        <a:pt x="595479" y="410302"/>
                      </a:cubicBezTo>
                      <a:cubicBezTo>
                        <a:pt x="597615" y="408911"/>
                        <a:pt x="599950" y="407669"/>
                        <a:pt x="602732" y="406874"/>
                      </a:cubicBezTo>
                      <a:cubicBezTo>
                        <a:pt x="606508" y="405781"/>
                        <a:pt x="610631" y="404290"/>
                        <a:pt x="614656" y="402502"/>
                      </a:cubicBezTo>
                      <a:cubicBezTo>
                        <a:pt x="614904" y="401359"/>
                        <a:pt x="615202" y="400266"/>
                        <a:pt x="615450" y="399123"/>
                      </a:cubicBezTo>
                      <a:cubicBezTo>
                        <a:pt x="615798" y="397683"/>
                        <a:pt x="616394" y="396590"/>
                        <a:pt x="617140" y="395646"/>
                      </a:cubicBezTo>
                      <a:cubicBezTo>
                        <a:pt x="617636" y="383524"/>
                        <a:pt x="627076" y="373190"/>
                        <a:pt x="639943" y="371054"/>
                      </a:cubicBezTo>
                      <a:cubicBezTo>
                        <a:pt x="640092" y="370905"/>
                        <a:pt x="640241" y="370706"/>
                        <a:pt x="640440" y="370557"/>
                      </a:cubicBezTo>
                      <a:cubicBezTo>
                        <a:pt x="643272" y="367924"/>
                        <a:pt x="646252" y="365788"/>
                        <a:pt x="649283" y="363850"/>
                      </a:cubicBezTo>
                      <a:cubicBezTo>
                        <a:pt x="649482" y="363652"/>
                        <a:pt x="649631" y="363502"/>
                        <a:pt x="649829" y="363304"/>
                      </a:cubicBezTo>
                      <a:cubicBezTo>
                        <a:pt x="650972" y="360621"/>
                        <a:pt x="652661" y="358038"/>
                        <a:pt x="654748" y="355703"/>
                      </a:cubicBezTo>
                      <a:cubicBezTo>
                        <a:pt x="652115" y="353020"/>
                        <a:pt x="650326" y="349642"/>
                        <a:pt x="649780" y="34591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8" name="Google Shape;818;p8"/>
                <p:cNvSpPr/>
                <p:nvPr/>
              </p:nvSpPr>
              <p:spPr>
                <a:xfrm>
                  <a:off x="2506682" y="2119066"/>
                  <a:ext cx="58946" cy="51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46" h="51659" extrusionOk="0">
                      <a:moveTo>
                        <a:pt x="50175" y="43893"/>
                      </a:moveTo>
                      <a:cubicBezTo>
                        <a:pt x="62496" y="41558"/>
                        <a:pt x="60210" y="19798"/>
                        <a:pt x="53255" y="8620"/>
                      </a:cubicBezTo>
                      <a:cubicBezTo>
                        <a:pt x="48138" y="373"/>
                        <a:pt x="34774" y="-770"/>
                        <a:pt x="23447" y="373"/>
                      </a:cubicBezTo>
                      <a:cubicBezTo>
                        <a:pt x="12120" y="1565"/>
                        <a:pt x="-7355" y="21537"/>
                        <a:pt x="2879" y="41509"/>
                      </a:cubicBezTo>
                      <a:cubicBezTo>
                        <a:pt x="13163" y="61480"/>
                        <a:pt x="37804" y="46228"/>
                        <a:pt x="50175" y="4389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9" name="Google Shape;819;p8"/>
                <p:cNvSpPr/>
                <p:nvPr/>
              </p:nvSpPr>
              <p:spPr>
                <a:xfrm>
                  <a:off x="2060354" y="1677771"/>
                  <a:ext cx="394359" cy="138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359" h="138310" extrusionOk="0">
                      <a:moveTo>
                        <a:pt x="383529" y="112087"/>
                      </a:moveTo>
                      <a:lnTo>
                        <a:pt x="383678" y="112087"/>
                      </a:lnTo>
                      <a:cubicBezTo>
                        <a:pt x="383827" y="110597"/>
                        <a:pt x="384076" y="109206"/>
                        <a:pt x="384424" y="107815"/>
                      </a:cubicBezTo>
                      <a:cubicBezTo>
                        <a:pt x="385715" y="103145"/>
                        <a:pt x="388100" y="99319"/>
                        <a:pt x="391230" y="96339"/>
                      </a:cubicBezTo>
                      <a:cubicBezTo>
                        <a:pt x="391379" y="92066"/>
                        <a:pt x="392422" y="87744"/>
                        <a:pt x="394360" y="83968"/>
                      </a:cubicBezTo>
                      <a:cubicBezTo>
                        <a:pt x="375431" y="72989"/>
                        <a:pt x="284963" y="65586"/>
                        <a:pt x="267426" y="77212"/>
                      </a:cubicBezTo>
                      <a:cubicBezTo>
                        <a:pt x="247901" y="90129"/>
                        <a:pt x="217099" y="71349"/>
                        <a:pt x="201698" y="80739"/>
                      </a:cubicBezTo>
                      <a:cubicBezTo>
                        <a:pt x="186297" y="90129"/>
                        <a:pt x="191415" y="68965"/>
                        <a:pt x="163693" y="67822"/>
                      </a:cubicBezTo>
                      <a:cubicBezTo>
                        <a:pt x="135971" y="66630"/>
                        <a:pt x="165730" y="50185"/>
                        <a:pt x="170896" y="43131"/>
                      </a:cubicBezTo>
                      <a:cubicBezTo>
                        <a:pt x="176014" y="36076"/>
                        <a:pt x="128767" y="17297"/>
                        <a:pt x="109243" y="21967"/>
                      </a:cubicBezTo>
                      <a:cubicBezTo>
                        <a:pt x="89718" y="26686"/>
                        <a:pt x="78391" y="14912"/>
                        <a:pt x="59910" y="5523"/>
                      </a:cubicBezTo>
                      <a:cubicBezTo>
                        <a:pt x="41429" y="-3867"/>
                        <a:pt x="-8798" y="-1631"/>
                        <a:pt x="1337" y="14912"/>
                      </a:cubicBezTo>
                      <a:cubicBezTo>
                        <a:pt x="8540" y="26637"/>
                        <a:pt x="68107" y="51328"/>
                        <a:pt x="74268" y="39603"/>
                      </a:cubicBezTo>
                      <a:cubicBezTo>
                        <a:pt x="80428" y="27829"/>
                        <a:pt x="95829" y="53713"/>
                        <a:pt x="105070" y="66630"/>
                      </a:cubicBezTo>
                      <a:cubicBezTo>
                        <a:pt x="114310" y="79547"/>
                        <a:pt x="98909" y="84266"/>
                        <a:pt x="106113" y="107765"/>
                      </a:cubicBezTo>
                      <a:cubicBezTo>
                        <a:pt x="113317" y="131264"/>
                        <a:pt x="121514" y="114820"/>
                        <a:pt x="132841" y="124209"/>
                      </a:cubicBezTo>
                      <a:cubicBezTo>
                        <a:pt x="144119" y="133599"/>
                        <a:pt x="161606" y="139511"/>
                        <a:pt x="170847" y="130072"/>
                      </a:cubicBezTo>
                      <a:cubicBezTo>
                        <a:pt x="180087" y="120682"/>
                        <a:pt x="184211" y="113627"/>
                        <a:pt x="187291" y="121825"/>
                      </a:cubicBezTo>
                      <a:cubicBezTo>
                        <a:pt x="192309" y="135189"/>
                        <a:pt x="215013" y="137126"/>
                        <a:pt x="264346" y="138269"/>
                      </a:cubicBezTo>
                      <a:cubicBezTo>
                        <a:pt x="313678" y="139461"/>
                        <a:pt x="301308" y="114770"/>
                        <a:pt x="315715" y="124160"/>
                      </a:cubicBezTo>
                      <a:cubicBezTo>
                        <a:pt x="325453" y="130568"/>
                        <a:pt x="343735" y="132605"/>
                        <a:pt x="358987" y="132158"/>
                      </a:cubicBezTo>
                      <a:cubicBezTo>
                        <a:pt x="361570" y="120881"/>
                        <a:pt x="371755" y="112087"/>
                        <a:pt x="383529" y="11208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0" name="Google Shape;820;p8"/>
                <p:cNvSpPr/>
                <p:nvPr/>
              </p:nvSpPr>
              <p:spPr>
                <a:xfrm>
                  <a:off x="2180875" y="1308405"/>
                  <a:ext cx="711900" cy="415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900" h="415634" extrusionOk="0">
                      <a:moveTo>
                        <a:pt x="692398" y="37509"/>
                      </a:moveTo>
                      <a:cubicBezTo>
                        <a:pt x="677444" y="40539"/>
                        <a:pt x="661000" y="35770"/>
                        <a:pt x="657224" y="26231"/>
                      </a:cubicBezTo>
                      <a:cubicBezTo>
                        <a:pt x="657125" y="26132"/>
                        <a:pt x="656976" y="26082"/>
                        <a:pt x="656876" y="25933"/>
                      </a:cubicBezTo>
                      <a:cubicBezTo>
                        <a:pt x="655137" y="24194"/>
                        <a:pt x="653250" y="22555"/>
                        <a:pt x="651461" y="20816"/>
                      </a:cubicBezTo>
                      <a:cubicBezTo>
                        <a:pt x="651213" y="20568"/>
                        <a:pt x="651064" y="20468"/>
                        <a:pt x="650865" y="20319"/>
                      </a:cubicBezTo>
                      <a:cubicBezTo>
                        <a:pt x="650269" y="19872"/>
                        <a:pt x="649623" y="19425"/>
                        <a:pt x="649027" y="18978"/>
                      </a:cubicBezTo>
                      <a:cubicBezTo>
                        <a:pt x="647039" y="17637"/>
                        <a:pt x="644953" y="16494"/>
                        <a:pt x="642916" y="15302"/>
                      </a:cubicBezTo>
                      <a:cubicBezTo>
                        <a:pt x="642419" y="15153"/>
                        <a:pt x="641972" y="15004"/>
                        <a:pt x="641475" y="14854"/>
                      </a:cubicBezTo>
                      <a:cubicBezTo>
                        <a:pt x="635613" y="15351"/>
                        <a:pt x="630198" y="15898"/>
                        <a:pt x="629701" y="12768"/>
                      </a:cubicBezTo>
                      <a:cubicBezTo>
                        <a:pt x="629204" y="9191"/>
                        <a:pt x="622646" y="8346"/>
                        <a:pt x="612859" y="9886"/>
                      </a:cubicBezTo>
                      <a:cubicBezTo>
                        <a:pt x="609332" y="11774"/>
                        <a:pt x="605457" y="12818"/>
                        <a:pt x="601482" y="12818"/>
                      </a:cubicBezTo>
                      <a:lnTo>
                        <a:pt x="599843" y="12818"/>
                      </a:lnTo>
                      <a:cubicBezTo>
                        <a:pt x="592888" y="14805"/>
                        <a:pt x="585187" y="17537"/>
                        <a:pt x="577338" y="21015"/>
                      </a:cubicBezTo>
                      <a:cubicBezTo>
                        <a:pt x="558807" y="29162"/>
                        <a:pt x="565017" y="20369"/>
                        <a:pt x="574307" y="12619"/>
                      </a:cubicBezTo>
                      <a:cubicBezTo>
                        <a:pt x="566408" y="11973"/>
                        <a:pt x="559751" y="7750"/>
                        <a:pt x="555627" y="1441"/>
                      </a:cubicBezTo>
                      <a:cubicBezTo>
                        <a:pt x="547480" y="1143"/>
                        <a:pt x="538785" y="745"/>
                        <a:pt x="530936" y="0"/>
                      </a:cubicBezTo>
                      <a:cubicBezTo>
                        <a:pt x="529644" y="1540"/>
                        <a:pt x="528402" y="3180"/>
                        <a:pt x="527359" y="5216"/>
                      </a:cubicBezTo>
                      <a:cubicBezTo>
                        <a:pt x="523633" y="12519"/>
                        <a:pt x="513796" y="18829"/>
                        <a:pt x="505549" y="17984"/>
                      </a:cubicBezTo>
                      <a:cubicBezTo>
                        <a:pt x="491837" y="16544"/>
                        <a:pt x="480361" y="12420"/>
                        <a:pt x="471419" y="5614"/>
                      </a:cubicBezTo>
                      <a:cubicBezTo>
                        <a:pt x="462973" y="11228"/>
                        <a:pt x="453186" y="14854"/>
                        <a:pt x="441859" y="15848"/>
                      </a:cubicBezTo>
                      <a:cubicBezTo>
                        <a:pt x="419701" y="17835"/>
                        <a:pt x="397892" y="9042"/>
                        <a:pt x="375833" y="14507"/>
                      </a:cubicBezTo>
                      <a:cubicBezTo>
                        <a:pt x="362916" y="17686"/>
                        <a:pt x="353030" y="11327"/>
                        <a:pt x="348062" y="2087"/>
                      </a:cubicBezTo>
                      <a:cubicBezTo>
                        <a:pt x="328190" y="-298"/>
                        <a:pt x="336486" y="21959"/>
                        <a:pt x="313335" y="10433"/>
                      </a:cubicBezTo>
                      <a:cubicBezTo>
                        <a:pt x="289737" y="-1341"/>
                        <a:pt x="264052" y="4571"/>
                        <a:pt x="271206" y="8098"/>
                      </a:cubicBezTo>
                      <a:cubicBezTo>
                        <a:pt x="278410" y="11625"/>
                        <a:pt x="269169" y="18680"/>
                        <a:pt x="258885" y="15153"/>
                      </a:cubicBezTo>
                      <a:cubicBezTo>
                        <a:pt x="248601" y="11625"/>
                        <a:pt x="239361" y="16345"/>
                        <a:pt x="244478" y="28070"/>
                      </a:cubicBezTo>
                      <a:cubicBezTo>
                        <a:pt x="249595" y="39844"/>
                        <a:pt x="206472" y="24542"/>
                        <a:pt x="206472" y="37459"/>
                      </a:cubicBezTo>
                      <a:cubicBezTo>
                        <a:pt x="206472" y="50376"/>
                        <a:pt x="191071" y="57431"/>
                        <a:pt x="178751" y="45706"/>
                      </a:cubicBezTo>
                      <a:cubicBezTo>
                        <a:pt x="166430" y="33932"/>
                        <a:pt x="127381" y="30404"/>
                        <a:pt x="138658" y="40986"/>
                      </a:cubicBezTo>
                      <a:cubicBezTo>
                        <a:pt x="149936" y="51568"/>
                        <a:pt x="103733" y="45706"/>
                        <a:pt x="116054" y="56288"/>
                      </a:cubicBezTo>
                      <a:cubicBezTo>
                        <a:pt x="128375" y="66870"/>
                        <a:pt x="100653" y="75117"/>
                        <a:pt x="100653" y="69205"/>
                      </a:cubicBezTo>
                      <a:cubicBezTo>
                        <a:pt x="100653" y="63343"/>
                        <a:pt x="74968" y="52761"/>
                        <a:pt x="64684" y="63343"/>
                      </a:cubicBezTo>
                      <a:cubicBezTo>
                        <a:pt x="54400" y="73925"/>
                        <a:pt x="51320" y="86842"/>
                        <a:pt x="46203" y="79787"/>
                      </a:cubicBezTo>
                      <a:cubicBezTo>
                        <a:pt x="42129" y="74223"/>
                        <a:pt x="27225" y="74521"/>
                        <a:pt x="10483" y="79539"/>
                      </a:cubicBezTo>
                      <a:cubicBezTo>
                        <a:pt x="6707" y="84457"/>
                        <a:pt x="3179" y="90816"/>
                        <a:pt x="0" y="95536"/>
                      </a:cubicBezTo>
                      <a:cubicBezTo>
                        <a:pt x="4670" y="95138"/>
                        <a:pt x="9986" y="93598"/>
                        <a:pt x="14358" y="90369"/>
                      </a:cubicBezTo>
                      <a:cubicBezTo>
                        <a:pt x="28765" y="79787"/>
                        <a:pt x="40043" y="86842"/>
                        <a:pt x="27722" y="93896"/>
                      </a:cubicBezTo>
                      <a:cubicBezTo>
                        <a:pt x="15401" y="100951"/>
                        <a:pt x="19475" y="105671"/>
                        <a:pt x="36962" y="104478"/>
                      </a:cubicBezTo>
                      <a:cubicBezTo>
                        <a:pt x="54450" y="103286"/>
                        <a:pt x="29759" y="110341"/>
                        <a:pt x="29759" y="122115"/>
                      </a:cubicBezTo>
                      <a:cubicBezTo>
                        <a:pt x="29759" y="133889"/>
                        <a:pt x="50326" y="126834"/>
                        <a:pt x="51320" y="138559"/>
                      </a:cubicBezTo>
                      <a:cubicBezTo>
                        <a:pt x="52363" y="150333"/>
                        <a:pt x="96529" y="155003"/>
                        <a:pt x="109893" y="140894"/>
                      </a:cubicBezTo>
                      <a:cubicBezTo>
                        <a:pt x="123257" y="126785"/>
                        <a:pt x="118091" y="144421"/>
                        <a:pt x="117097" y="153811"/>
                      </a:cubicBezTo>
                      <a:cubicBezTo>
                        <a:pt x="116054" y="163201"/>
                        <a:pt x="179744" y="171448"/>
                        <a:pt x="182824" y="159673"/>
                      </a:cubicBezTo>
                      <a:cubicBezTo>
                        <a:pt x="185905" y="147899"/>
                        <a:pt x="195145" y="152619"/>
                        <a:pt x="207466" y="156146"/>
                      </a:cubicBezTo>
                      <a:cubicBezTo>
                        <a:pt x="219787" y="159673"/>
                        <a:pt x="280397" y="143229"/>
                        <a:pt x="281440" y="129120"/>
                      </a:cubicBezTo>
                      <a:cubicBezTo>
                        <a:pt x="282484" y="115010"/>
                        <a:pt x="300965" y="136174"/>
                        <a:pt x="281440" y="151476"/>
                      </a:cubicBezTo>
                      <a:cubicBezTo>
                        <a:pt x="261916" y="166778"/>
                        <a:pt x="222867" y="164393"/>
                        <a:pt x="205429" y="170305"/>
                      </a:cubicBezTo>
                      <a:cubicBezTo>
                        <a:pt x="187991" y="176167"/>
                        <a:pt x="216707" y="190277"/>
                        <a:pt x="234194" y="205578"/>
                      </a:cubicBezTo>
                      <a:cubicBezTo>
                        <a:pt x="251632" y="220880"/>
                        <a:pt x="211589" y="212633"/>
                        <a:pt x="195145" y="192661"/>
                      </a:cubicBezTo>
                      <a:cubicBezTo>
                        <a:pt x="178701" y="172690"/>
                        <a:pt x="141739" y="172690"/>
                        <a:pt x="122214" y="173832"/>
                      </a:cubicBezTo>
                      <a:cubicBezTo>
                        <a:pt x="102690" y="175025"/>
                        <a:pt x="108850" y="216160"/>
                        <a:pt x="123257" y="216160"/>
                      </a:cubicBezTo>
                      <a:cubicBezTo>
                        <a:pt x="137665" y="216160"/>
                        <a:pt x="152022" y="222022"/>
                        <a:pt x="166430" y="247906"/>
                      </a:cubicBezTo>
                      <a:cubicBezTo>
                        <a:pt x="180837" y="273790"/>
                        <a:pt x="211639" y="267878"/>
                        <a:pt x="211639" y="279652"/>
                      </a:cubicBezTo>
                      <a:cubicBezTo>
                        <a:pt x="211639" y="291426"/>
                        <a:pt x="171547" y="270262"/>
                        <a:pt x="148992" y="265543"/>
                      </a:cubicBezTo>
                      <a:cubicBezTo>
                        <a:pt x="126387" y="260823"/>
                        <a:pt x="90419" y="277317"/>
                        <a:pt x="89425" y="296096"/>
                      </a:cubicBezTo>
                      <a:cubicBezTo>
                        <a:pt x="88382" y="314925"/>
                        <a:pt x="122313" y="312540"/>
                        <a:pt x="144918" y="297288"/>
                      </a:cubicBezTo>
                      <a:cubicBezTo>
                        <a:pt x="167523" y="281987"/>
                        <a:pt x="151078" y="302008"/>
                        <a:pt x="139801" y="313733"/>
                      </a:cubicBezTo>
                      <a:cubicBezTo>
                        <a:pt x="128474" y="325507"/>
                        <a:pt x="166529" y="334897"/>
                        <a:pt x="166529" y="349006"/>
                      </a:cubicBezTo>
                      <a:cubicBezTo>
                        <a:pt x="166529" y="363115"/>
                        <a:pt x="138807" y="358396"/>
                        <a:pt x="135727" y="345479"/>
                      </a:cubicBezTo>
                      <a:cubicBezTo>
                        <a:pt x="132647" y="332562"/>
                        <a:pt x="122363" y="319645"/>
                        <a:pt x="95685" y="321980"/>
                      </a:cubicBezTo>
                      <a:cubicBezTo>
                        <a:pt x="68956" y="324315"/>
                        <a:pt x="76160" y="345479"/>
                        <a:pt x="92604" y="347863"/>
                      </a:cubicBezTo>
                      <a:cubicBezTo>
                        <a:pt x="109049" y="350198"/>
                        <a:pt x="110092" y="364307"/>
                        <a:pt x="91561" y="364307"/>
                      </a:cubicBezTo>
                      <a:cubicBezTo>
                        <a:pt x="73080" y="364307"/>
                        <a:pt x="31348" y="377572"/>
                        <a:pt x="44315" y="391334"/>
                      </a:cubicBezTo>
                      <a:cubicBezTo>
                        <a:pt x="58673" y="406635"/>
                        <a:pt x="111086" y="391334"/>
                        <a:pt x="120326" y="400723"/>
                      </a:cubicBezTo>
                      <a:cubicBezTo>
                        <a:pt x="129567" y="410113"/>
                        <a:pt x="155252" y="413640"/>
                        <a:pt x="161412" y="403058"/>
                      </a:cubicBezTo>
                      <a:cubicBezTo>
                        <a:pt x="167572" y="392476"/>
                        <a:pt x="188140" y="397196"/>
                        <a:pt x="208658" y="397196"/>
                      </a:cubicBezTo>
                      <a:cubicBezTo>
                        <a:pt x="229226" y="397196"/>
                        <a:pt x="234343" y="400723"/>
                        <a:pt x="243584" y="410113"/>
                      </a:cubicBezTo>
                      <a:cubicBezTo>
                        <a:pt x="252824" y="419503"/>
                        <a:pt x="269268" y="415975"/>
                        <a:pt x="280546" y="406586"/>
                      </a:cubicBezTo>
                      <a:cubicBezTo>
                        <a:pt x="291824" y="397196"/>
                        <a:pt x="291824" y="397196"/>
                        <a:pt x="306231" y="397196"/>
                      </a:cubicBezTo>
                      <a:cubicBezTo>
                        <a:pt x="309609" y="397196"/>
                        <a:pt x="312292" y="396550"/>
                        <a:pt x="314428" y="395507"/>
                      </a:cubicBezTo>
                      <a:cubicBezTo>
                        <a:pt x="315024" y="393023"/>
                        <a:pt x="315919" y="390638"/>
                        <a:pt x="317111" y="388601"/>
                      </a:cubicBezTo>
                      <a:cubicBezTo>
                        <a:pt x="317956" y="387111"/>
                        <a:pt x="318999" y="385819"/>
                        <a:pt x="320092" y="384577"/>
                      </a:cubicBezTo>
                      <a:cubicBezTo>
                        <a:pt x="319843" y="381298"/>
                        <a:pt x="318750" y="377622"/>
                        <a:pt x="316515" y="373647"/>
                      </a:cubicBezTo>
                      <a:cubicBezTo>
                        <a:pt x="309311" y="360730"/>
                        <a:pt x="290830" y="383037"/>
                        <a:pt x="288793" y="373647"/>
                      </a:cubicBezTo>
                      <a:cubicBezTo>
                        <a:pt x="286259" y="362022"/>
                        <a:pt x="269268" y="358346"/>
                        <a:pt x="240503" y="363065"/>
                      </a:cubicBezTo>
                      <a:cubicBezTo>
                        <a:pt x="211738" y="367785"/>
                        <a:pt x="224059" y="341902"/>
                        <a:pt x="241547" y="347764"/>
                      </a:cubicBezTo>
                      <a:cubicBezTo>
                        <a:pt x="258985" y="353626"/>
                        <a:pt x="282633" y="351291"/>
                        <a:pt x="302157" y="345429"/>
                      </a:cubicBezTo>
                      <a:cubicBezTo>
                        <a:pt x="321682" y="339567"/>
                        <a:pt x="306281" y="328985"/>
                        <a:pt x="306281" y="319595"/>
                      </a:cubicBezTo>
                      <a:cubicBezTo>
                        <a:pt x="306281" y="310205"/>
                        <a:pt x="330922" y="316068"/>
                        <a:pt x="349453" y="316068"/>
                      </a:cubicBezTo>
                      <a:cubicBezTo>
                        <a:pt x="352980" y="316068"/>
                        <a:pt x="356806" y="314826"/>
                        <a:pt x="360730" y="312640"/>
                      </a:cubicBezTo>
                      <a:cubicBezTo>
                        <a:pt x="364456" y="301462"/>
                        <a:pt x="369176" y="291774"/>
                        <a:pt x="377075" y="284073"/>
                      </a:cubicBezTo>
                      <a:cubicBezTo>
                        <a:pt x="377026" y="282931"/>
                        <a:pt x="376926" y="281788"/>
                        <a:pt x="376877" y="280596"/>
                      </a:cubicBezTo>
                      <a:cubicBezTo>
                        <a:pt x="376728" y="272200"/>
                        <a:pt x="381646" y="262065"/>
                        <a:pt x="389396" y="258339"/>
                      </a:cubicBezTo>
                      <a:cubicBezTo>
                        <a:pt x="391036" y="257544"/>
                        <a:pt x="392675" y="256699"/>
                        <a:pt x="394265" y="255805"/>
                      </a:cubicBezTo>
                      <a:cubicBezTo>
                        <a:pt x="386862" y="243037"/>
                        <a:pt x="352136" y="246664"/>
                        <a:pt x="334052" y="246664"/>
                      </a:cubicBezTo>
                      <a:cubicBezTo>
                        <a:pt x="313484" y="246664"/>
                        <a:pt x="347416" y="229027"/>
                        <a:pt x="386465" y="231362"/>
                      </a:cubicBezTo>
                      <a:cubicBezTo>
                        <a:pt x="425514" y="233697"/>
                        <a:pt x="408026" y="213726"/>
                        <a:pt x="415230" y="206671"/>
                      </a:cubicBezTo>
                      <a:cubicBezTo>
                        <a:pt x="421490" y="200560"/>
                        <a:pt x="436245" y="211242"/>
                        <a:pt x="452838" y="211093"/>
                      </a:cubicBezTo>
                      <a:cubicBezTo>
                        <a:pt x="460837" y="203839"/>
                        <a:pt x="468090" y="196238"/>
                        <a:pt x="468736" y="191270"/>
                      </a:cubicBezTo>
                      <a:cubicBezTo>
                        <a:pt x="470127" y="180638"/>
                        <a:pt x="483292" y="171895"/>
                        <a:pt x="493079" y="172392"/>
                      </a:cubicBezTo>
                      <a:cubicBezTo>
                        <a:pt x="492781" y="175969"/>
                        <a:pt x="495265" y="174577"/>
                        <a:pt x="500532" y="168169"/>
                      </a:cubicBezTo>
                      <a:cubicBezTo>
                        <a:pt x="507288" y="163797"/>
                        <a:pt x="513896" y="163151"/>
                        <a:pt x="519609" y="164989"/>
                      </a:cubicBezTo>
                      <a:cubicBezTo>
                        <a:pt x="528899" y="158829"/>
                        <a:pt x="539878" y="151526"/>
                        <a:pt x="552845" y="143179"/>
                      </a:cubicBezTo>
                      <a:cubicBezTo>
                        <a:pt x="594974" y="116153"/>
                        <a:pt x="627813" y="120823"/>
                        <a:pt x="629900" y="105571"/>
                      </a:cubicBezTo>
                      <a:cubicBezTo>
                        <a:pt x="631937" y="90270"/>
                        <a:pt x="571326" y="105571"/>
                        <a:pt x="561092" y="100852"/>
                      </a:cubicBezTo>
                      <a:cubicBezTo>
                        <a:pt x="550808" y="96132"/>
                        <a:pt x="603221" y="83215"/>
                        <a:pt x="615542" y="86742"/>
                      </a:cubicBezTo>
                      <a:cubicBezTo>
                        <a:pt x="627863" y="90270"/>
                        <a:pt x="644307" y="86742"/>
                        <a:pt x="686436" y="63243"/>
                      </a:cubicBezTo>
                      <a:cubicBezTo>
                        <a:pt x="728317" y="39844"/>
                        <a:pt x="709836" y="33981"/>
                        <a:pt x="692398" y="3750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1" name="Google Shape;821;p8"/>
                <p:cNvSpPr/>
                <p:nvPr/>
              </p:nvSpPr>
              <p:spPr>
                <a:xfrm>
                  <a:off x="2359490" y="2355973"/>
                  <a:ext cx="43376" cy="34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34074" extrusionOk="0">
                      <a:moveTo>
                        <a:pt x="4209" y="31493"/>
                      </a:moveTo>
                      <a:cubicBezTo>
                        <a:pt x="20653" y="43268"/>
                        <a:pt x="45295" y="11472"/>
                        <a:pt x="43258" y="2082"/>
                      </a:cubicBezTo>
                      <a:cubicBezTo>
                        <a:pt x="41171" y="-7307"/>
                        <a:pt x="-15663" y="17285"/>
                        <a:pt x="4209" y="3149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2" name="Google Shape;822;p8"/>
                <p:cNvSpPr/>
                <p:nvPr/>
              </p:nvSpPr>
              <p:spPr>
                <a:xfrm>
                  <a:off x="2444532" y="2383906"/>
                  <a:ext cx="21724" cy="29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4" h="29520" extrusionOk="0">
                      <a:moveTo>
                        <a:pt x="9586" y="29443"/>
                      </a:moveTo>
                      <a:cubicBezTo>
                        <a:pt x="16790" y="28251"/>
                        <a:pt x="31148" y="-1110"/>
                        <a:pt x="12666" y="32"/>
                      </a:cubicBezTo>
                      <a:cubicBezTo>
                        <a:pt x="-5815" y="1225"/>
                        <a:pt x="-1592" y="31232"/>
                        <a:pt x="9586" y="2944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3" name="Google Shape;823;p8"/>
                <p:cNvSpPr/>
                <p:nvPr/>
              </p:nvSpPr>
              <p:spPr>
                <a:xfrm>
                  <a:off x="2280245" y="2231752"/>
                  <a:ext cx="157512" cy="115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12" h="115783" extrusionOk="0">
                      <a:moveTo>
                        <a:pt x="157429" y="91080"/>
                      </a:moveTo>
                      <a:cubicBezTo>
                        <a:pt x="159466" y="79306"/>
                        <a:pt x="123547" y="74636"/>
                        <a:pt x="125584" y="61669"/>
                      </a:cubicBezTo>
                      <a:cubicBezTo>
                        <a:pt x="127621" y="48752"/>
                        <a:pt x="91702" y="38170"/>
                        <a:pt x="80374" y="31116"/>
                      </a:cubicBezTo>
                      <a:cubicBezTo>
                        <a:pt x="69097" y="24061"/>
                        <a:pt x="51609" y="20534"/>
                        <a:pt x="51609" y="6424"/>
                      </a:cubicBezTo>
                      <a:cubicBezTo>
                        <a:pt x="51609" y="-7685"/>
                        <a:pt x="26968" y="2897"/>
                        <a:pt x="25925" y="24061"/>
                      </a:cubicBezTo>
                      <a:cubicBezTo>
                        <a:pt x="24881" y="45225"/>
                        <a:pt x="14647" y="40505"/>
                        <a:pt x="19764" y="60477"/>
                      </a:cubicBezTo>
                      <a:cubicBezTo>
                        <a:pt x="24881" y="80448"/>
                        <a:pt x="-2841" y="85168"/>
                        <a:pt x="240" y="95750"/>
                      </a:cubicBezTo>
                      <a:cubicBezTo>
                        <a:pt x="3320" y="106332"/>
                        <a:pt x="16684" y="94558"/>
                        <a:pt x="29005" y="94558"/>
                      </a:cubicBezTo>
                      <a:cubicBezTo>
                        <a:pt x="41325" y="94558"/>
                        <a:pt x="25676" y="114231"/>
                        <a:pt x="41325" y="115722"/>
                      </a:cubicBezTo>
                      <a:cubicBezTo>
                        <a:pt x="53646" y="116914"/>
                        <a:pt x="75208" y="100470"/>
                        <a:pt x="80374" y="91030"/>
                      </a:cubicBezTo>
                      <a:cubicBezTo>
                        <a:pt x="85491" y="81641"/>
                        <a:pt x="95775" y="78113"/>
                        <a:pt x="110183" y="89838"/>
                      </a:cubicBezTo>
                      <a:cubicBezTo>
                        <a:pt x="124540" y="101662"/>
                        <a:pt x="155392" y="102805"/>
                        <a:pt x="157429" y="9108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4" name="Google Shape;824;p8"/>
                <p:cNvSpPr/>
                <p:nvPr/>
              </p:nvSpPr>
              <p:spPr>
                <a:xfrm>
                  <a:off x="1383401" y="1811464"/>
                  <a:ext cx="242620" cy="183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620" h="183326" extrusionOk="0">
                      <a:moveTo>
                        <a:pt x="211839" y="28174"/>
                      </a:moveTo>
                      <a:cubicBezTo>
                        <a:pt x="193358" y="15257"/>
                        <a:pt x="178951" y="11730"/>
                        <a:pt x="164593" y="22312"/>
                      </a:cubicBezTo>
                      <a:cubicBezTo>
                        <a:pt x="150186" y="32894"/>
                        <a:pt x="161513" y="10538"/>
                        <a:pt x="150186" y="16450"/>
                      </a:cubicBezTo>
                      <a:cubicBezTo>
                        <a:pt x="138908" y="22312"/>
                        <a:pt x="108056" y="7060"/>
                        <a:pt x="103933" y="1148"/>
                      </a:cubicBezTo>
                      <a:cubicBezTo>
                        <a:pt x="101598" y="-2181"/>
                        <a:pt x="83017" y="2340"/>
                        <a:pt x="64834" y="6911"/>
                      </a:cubicBezTo>
                      <a:cubicBezTo>
                        <a:pt x="65282" y="12326"/>
                        <a:pt x="64288" y="17841"/>
                        <a:pt x="61754" y="22262"/>
                      </a:cubicBezTo>
                      <a:cubicBezTo>
                        <a:pt x="57482" y="29714"/>
                        <a:pt x="50626" y="33490"/>
                        <a:pt x="43273" y="34285"/>
                      </a:cubicBezTo>
                      <a:cubicBezTo>
                        <a:pt x="42975" y="35875"/>
                        <a:pt x="42379" y="37763"/>
                        <a:pt x="42478" y="34980"/>
                      </a:cubicBezTo>
                      <a:cubicBezTo>
                        <a:pt x="42428" y="36521"/>
                        <a:pt x="42180" y="38011"/>
                        <a:pt x="41882" y="39501"/>
                      </a:cubicBezTo>
                      <a:cubicBezTo>
                        <a:pt x="48688" y="48444"/>
                        <a:pt x="18880" y="72986"/>
                        <a:pt x="24891" y="78699"/>
                      </a:cubicBezTo>
                      <a:cubicBezTo>
                        <a:pt x="31052" y="84562"/>
                        <a:pt x="18731" y="99863"/>
                        <a:pt x="4324" y="118642"/>
                      </a:cubicBezTo>
                      <a:cubicBezTo>
                        <a:pt x="-10084" y="137471"/>
                        <a:pt x="14607" y="136279"/>
                        <a:pt x="33089" y="140999"/>
                      </a:cubicBezTo>
                      <a:cubicBezTo>
                        <a:pt x="51570" y="145718"/>
                        <a:pt x="53607" y="183327"/>
                        <a:pt x="65977" y="183327"/>
                      </a:cubicBezTo>
                      <a:cubicBezTo>
                        <a:pt x="74224" y="183327"/>
                        <a:pt x="68014" y="171552"/>
                        <a:pt x="81378" y="171552"/>
                      </a:cubicBezTo>
                      <a:cubicBezTo>
                        <a:pt x="94742" y="171552"/>
                        <a:pt x="91662" y="163305"/>
                        <a:pt x="103983" y="164498"/>
                      </a:cubicBezTo>
                      <a:cubicBezTo>
                        <a:pt x="116303" y="165690"/>
                        <a:pt x="126587" y="160970"/>
                        <a:pt x="126587" y="144526"/>
                      </a:cubicBezTo>
                      <a:cubicBezTo>
                        <a:pt x="126587" y="128082"/>
                        <a:pt x="135828" y="122170"/>
                        <a:pt x="148149" y="118642"/>
                      </a:cubicBezTo>
                      <a:cubicBezTo>
                        <a:pt x="160469" y="115115"/>
                        <a:pt x="149192" y="97479"/>
                        <a:pt x="166630" y="92809"/>
                      </a:cubicBezTo>
                      <a:cubicBezTo>
                        <a:pt x="184068" y="88089"/>
                        <a:pt x="232407" y="64590"/>
                        <a:pt x="240604" y="57535"/>
                      </a:cubicBezTo>
                      <a:cubicBezTo>
                        <a:pt x="248851" y="50531"/>
                        <a:pt x="230320" y="41141"/>
                        <a:pt x="211839" y="2817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5" name="Google Shape;825;p8"/>
                <p:cNvSpPr/>
                <p:nvPr/>
              </p:nvSpPr>
              <p:spPr>
                <a:xfrm>
                  <a:off x="1880325" y="1688702"/>
                  <a:ext cx="166877" cy="104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877" h="104329" extrusionOk="0">
                      <a:moveTo>
                        <a:pt x="135113" y="12229"/>
                      </a:moveTo>
                      <a:cubicBezTo>
                        <a:pt x="134070" y="24003"/>
                        <a:pt x="110472" y="9894"/>
                        <a:pt x="91991" y="1647"/>
                      </a:cubicBezTo>
                      <a:cubicBezTo>
                        <a:pt x="73510" y="-6600"/>
                        <a:pt x="84787" y="18091"/>
                        <a:pt x="99194" y="32200"/>
                      </a:cubicBezTo>
                      <a:cubicBezTo>
                        <a:pt x="113552" y="46310"/>
                        <a:pt x="91991" y="39255"/>
                        <a:pt x="72466" y="23953"/>
                      </a:cubicBezTo>
                      <a:cubicBezTo>
                        <a:pt x="52942" y="8652"/>
                        <a:pt x="54979" y="34535"/>
                        <a:pt x="64219" y="42782"/>
                      </a:cubicBezTo>
                      <a:cubicBezTo>
                        <a:pt x="73460" y="51029"/>
                        <a:pt x="62182" y="62754"/>
                        <a:pt x="49812" y="43975"/>
                      </a:cubicBezTo>
                      <a:cubicBezTo>
                        <a:pt x="37491" y="25195"/>
                        <a:pt x="31331" y="5174"/>
                        <a:pt x="11806" y="4031"/>
                      </a:cubicBezTo>
                      <a:cubicBezTo>
                        <a:pt x="-7718" y="2839"/>
                        <a:pt x="1175" y="25742"/>
                        <a:pt x="8726" y="36970"/>
                      </a:cubicBezTo>
                      <a:cubicBezTo>
                        <a:pt x="19010" y="52271"/>
                        <a:pt x="29294" y="55799"/>
                        <a:pt x="45738" y="66381"/>
                      </a:cubicBezTo>
                      <a:cubicBezTo>
                        <a:pt x="62182" y="76963"/>
                        <a:pt x="88861" y="61661"/>
                        <a:pt x="101231" y="65188"/>
                      </a:cubicBezTo>
                      <a:cubicBezTo>
                        <a:pt x="113552" y="68716"/>
                        <a:pt x="87867" y="86352"/>
                        <a:pt x="96114" y="98077"/>
                      </a:cubicBezTo>
                      <a:cubicBezTo>
                        <a:pt x="104312" y="109851"/>
                        <a:pt x="126916" y="101604"/>
                        <a:pt x="144404" y="100412"/>
                      </a:cubicBezTo>
                      <a:cubicBezTo>
                        <a:pt x="161891" y="99219"/>
                        <a:pt x="153644" y="87495"/>
                        <a:pt x="163928" y="79248"/>
                      </a:cubicBezTo>
                      <a:cubicBezTo>
                        <a:pt x="174212" y="71001"/>
                        <a:pt x="153644" y="72193"/>
                        <a:pt x="161891" y="52222"/>
                      </a:cubicBezTo>
                      <a:cubicBezTo>
                        <a:pt x="170039" y="32200"/>
                        <a:pt x="136107" y="454"/>
                        <a:pt x="135113" y="1222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6" name="Google Shape;826;p8"/>
                <p:cNvSpPr/>
                <p:nvPr/>
              </p:nvSpPr>
              <p:spPr>
                <a:xfrm>
                  <a:off x="1323604" y="2822571"/>
                  <a:ext cx="125430" cy="87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30" h="87397" extrusionOk="0">
                      <a:moveTo>
                        <a:pt x="110373" y="63936"/>
                      </a:moveTo>
                      <a:cubicBezTo>
                        <a:pt x="103716" y="55689"/>
                        <a:pt x="86229" y="57478"/>
                        <a:pt x="83645" y="49827"/>
                      </a:cubicBezTo>
                      <a:cubicBezTo>
                        <a:pt x="81062" y="42226"/>
                        <a:pt x="65164" y="14554"/>
                        <a:pt x="56420" y="15150"/>
                      </a:cubicBezTo>
                      <a:cubicBezTo>
                        <a:pt x="47676" y="15746"/>
                        <a:pt x="36399" y="16342"/>
                        <a:pt x="26115" y="7499"/>
                      </a:cubicBezTo>
                      <a:cubicBezTo>
                        <a:pt x="15831" y="-1344"/>
                        <a:pt x="9174" y="-1891"/>
                        <a:pt x="1970" y="3376"/>
                      </a:cubicBezTo>
                      <a:cubicBezTo>
                        <a:pt x="-5233" y="8691"/>
                        <a:pt x="9671" y="9834"/>
                        <a:pt x="9174" y="15696"/>
                      </a:cubicBezTo>
                      <a:cubicBezTo>
                        <a:pt x="8677" y="21559"/>
                        <a:pt x="13794" y="25086"/>
                        <a:pt x="19955" y="23943"/>
                      </a:cubicBezTo>
                      <a:cubicBezTo>
                        <a:pt x="26115" y="22751"/>
                        <a:pt x="29692" y="37456"/>
                        <a:pt x="35852" y="38053"/>
                      </a:cubicBezTo>
                      <a:cubicBezTo>
                        <a:pt x="41814" y="38649"/>
                        <a:pt x="44000" y="49082"/>
                        <a:pt x="50657" y="49678"/>
                      </a:cubicBezTo>
                      <a:cubicBezTo>
                        <a:pt x="72368" y="51317"/>
                        <a:pt x="83297" y="66867"/>
                        <a:pt x="88762" y="85746"/>
                      </a:cubicBezTo>
                      <a:cubicBezTo>
                        <a:pt x="101530" y="87435"/>
                        <a:pt x="112559" y="88528"/>
                        <a:pt x="122297" y="85448"/>
                      </a:cubicBezTo>
                      <a:cubicBezTo>
                        <a:pt x="122396" y="81722"/>
                        <a:pt x="123241" y="77648"/>
                        <a:pt x="124731" y="74468"/>
                      </a:cubicBezTo>
                      <a:cubicBezTo>
                        <a:pt x="128358" y="66867"/>
                        <a:pt x="117030" y="72183"/>
                        <a:pt x="110373" y="6393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7" name="Google Shape;827;p8"/>
                <p:cNvSpPr/>
                <p:nvPr/>
              </p:nvSpPr>
              <p:spPr>
                <a:xfrm>
                  <a:off x="1538538" y="1730752"/>
                  <a:ext cx="37265" cy="29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65" h="29149" extrusionOk="0">
                      <a:moveTo>
                        <a:pt x="1259" y="28950"/>
                      </a:moveTo>
                      <a:cubicBezTo>
                        <a:pt x="19740" y="31285"/>
                        <a:pt x="38221" y="12506"/>
                        <a:pt x="37228" y="1924"/>
                      </a:cubicBezTo>
                      <a:cubicBezTo>
                        <a:pt x="36184" y="-8658"/>
                        <a:pt x="-7932" y="27808"/>
                        <a:pt x="1259" y="2895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8" name="Google Shape;828;p8"/>
                <p:cNvSpPr/>
                <p:nvPr/>
              </p:nvSpPr>
              <p:spPr>
                <a:xfrm>
                  <a:off x="2817630" y="2855854"/>
                  <a:ext cx="50723" cy="25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3" h="25337" extrusionOk="0">
                      <a:moveTo>
                        <a:pt x="42179" y="22754"/>
                      </a:moveTo>
                      <a:cubicBezTo>
                        <a:pt x="45060" y="23499"/>
                        <a:pt x="47892" y="24393"/>
                        <a:pt x="50724" y="25337"/>
                      </a:cubicBezTo>
                      <a:cubicBezTo>
                        <a:pt x="48538" y="22506"/>
                        <a:pt x="46898" y="19227"/>
                        <a:pt x="45855" y="15799"/>
                      </a:cubicBezTo>
                      <a:cubicBezTo>
                        <a:pt x="45607" y="15004"/>
                        <a:pt x="45408" y="14159"/>
                        <a:pt x="45259" y="13315"/>
                      </a:cubicBezTo>
                      <a:cubicBezTo>
                        <a:pt x="30554" y="6061"/>
                        <a:pt x="8794" y="-49"/>
                        <a:pt x="0" y="0"/>
                      </a:cubicBezTo>
                      <a:cubicBezTo>
                        <a:pt x="944" y="2584"/>
                        <a:pt x="1540" y="5316"/>
                        <a:pt x="1739" y="8098"/>
                      </a:cubicBezTo>
                      <a:cubicBezTo>
                        <a:pt x="7949" y="12868"/>
                        <a:pt x="18431" y="18531"/>
                        <a:pt x="28815" y="22953"/>
                      </a:cubicBezTo>
                      <a:cubicBezTo>
                        <a:pt x="33137" y="21711"/>
                        <a:pt x="37857" y="21611"/>
                        <a:pt x="42179" y="2275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9" name="Google Shape;829;p8"/>
                <p:cNvSpPr/>
                <p:nvPr/>
              </p:nvSpPr>
              <p:spPr>
                <a:xfrm>
                  <a:off x="2933651" y="2797727"/>
                  <a:ext cx="152555" cy="160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55" h="160181" extrusionOk="0">
                      <a:moveTo>
                        <a:pt x="140630" y="130114"/>
                      </a:moveTo>
                      <a:cubicBezTo>
                        <a:pt x="136506" y="138759"/>
                        <a:pt x="130346" y="123855"/>
                        <a:pt x="139238" y="116005"/>
                      </a:cubicBezTo>
                      <a:cubicBezTo>
                        <a:pt x="148131" y="108155"/>
                        <a:pt x="137847" y="105026"/>
                        <a:pt x="129650" y="109745"/>
                      </a:cubicBezTo>
                      <a:cubicBezTo>
                        <a:pt x="121453" y="114415"/>
                        <a:pt x="123490" y="88581"/>
                        <a:pt x="131041" y="83862"/>
                      </a:cubicBezTo>
                      <a:cubicBezTo>
                        <a:pt x="138593" y="79142"/>
                        <a:pt x="112560" y="69752"/>
                        <a:pt x="112560" y="78347"/>
                      </a:cubicBezTo>
                      <a:cubicBezTo>
                        <a:pt x="112560" y="86991"/>
                        <a:pt x="94079" y="81477"/>
                        <a:pt x="91992" y="73627"/>
                      </a:cubicBezTo>
                      <a:cubicBezTo>
                        <a:pt x="89955" y="65828"/>
                        <a:pt x="76939" y="63493"/>
                        <a:pt x="81708" y="57978"/>
                      </a:cubicBezTo>
                      <a:cubicBezTo>
                        <a:pt x="86478" y="52513"/>
                        <a:pt x="65960" y="49383"/>
                        <a:pt x="63873" y="58773"/>
                      </a:cubicBezTo>
                      <a:cubicBezTo>
                        <a:pt x="61836" y="68163"/>
                        <a:pt x="55676" y="52513"/>
                        <a:pt x="65910" y="39944"/>
                      </a:cubicBezTo>
                      <a:cubicBezTo>
                        <a:pt x="76194" y="27375"/>
                        <a:pt x="72766" y="16445"/>
                        <a:pt x="82354" y="10136"/>
                      </a:cubicBezTo>
                      <a:cubicBezTo>
                        <a:pt x="91942" y="3876"/>
                        <a:pt x="81659" y="-3179"/>
                        <a:pt x="71375" y="1541"/>
                      </a:cubicBezTo>
                      <a:cubicBezTo>
                        <a:pt x="61091" y="6261"/>
                        <a:pt x="33717" y="49334"/>
                        <a:pt x="33717" y="61108"/>
                      </a:cubicBezTo>
                      <a:cubicBezTo>
                        <a:pt x="33717" y="72882"/>
                        <a:pt x="33021" y="86991"/>
                        <a:pt x="23433" y="86197"/>
                      </a:cubicBezTo>
                      <a:cubicBezTo>
                        <a:pt x="13845" y="85402"/>
                        <a:pt x="2865" y="95586"/>
                        <a:pt x="10417" y="101896"/>
                      </a:cubicBezTo>
                      <a:cubicBezTo>
                        <a:pt x="17968" y="108155"/>
                        <a:pt x="-9455" y="125991"/>
                        <a:pt x="3561" y="134039"/>
                      </a:cubicBezTo>
                      <a:cubicBezTo>
                        <a:pt x="5349" y="135132"/>
                        <a:pt x="7386" y="135679"/>
                        <a:pt x="9622" y="135877"/>
                      </a:cubicBezTo>
                      <a:cubicBezTo>
                        <a:pt x="14093" y="130810"/>
                        <a:pt x="20452" y="127432"/>
                        <a:pt x="27109" y="126984"/>
                      </a:cubicBezTo>
                      <a:cubicBezTo>
                        <a:pt x="30140" y="126190"/>
                        <a:pt x="33171" y="125593"/>
                        <a:pt x="36251" y="125097"/>
                      </a:cubicBezTo>
                      <a:cubicBezTo>
                        <a:pt x="40523" y="122414"/>
                        <a:pt x="44895" y="121172"/>
                        <a:pt x="50708" y="120476"/>
                      </a:cubicBezTo>
                      <a:cubicBezTo>
                        <a:pt x="52397" y="120278"/>
                        <a:pt x="54086" y="120377"/>
                        <a:pt x="55676" y="120675"/>
                      </a:cubicBezTo>
                      <a:cubicBezTo>
                        <a:pt x="56520" y="120377"/>
                        <a:pt x="57315" y="119979"/>
                        <a:pt x="58209" y="119781"/>
                      </a:cubicBezTo>
                      <a:cubicBezTo>
                        <a:pt x="68344" y="116949"/>
                        <a:pt x="77634" y="119433"/>
                        <a:pt x="86826" y="124004"/>
                      </a:cubicBezTo>
                      <a:cubicBezTo>
                        <a:pt x="91197" y="126190"/>
                        <a:pt x="94278" y="129468"/>
                        <a:pt x="96265" y="133294"/>
                      </a:cubicBezTo>
                      <a:cubicBezTo>
                        <a:pt x="96861" y="133542"/>
                        <a:pt x="97010" y="133940"/>
                        <a:pt x="96911" y="134536"/>
                      </a:cubicBezTo>
                      <a:cubicBezTo>
                        <a:pt x="97010" y="134685"/>
                        <a:pt x="97109" y="134834"/>
                        <a:pt x="97159" y="135033"/>
                      </a:cubicBezTo>
                      <a:cubicBezTo>
                        <a:pt x="97507" y="135231"/>
                        <a:pt x="97854" y="135380"/>
                        <a:pt x="98202" y="135579"/>
                      </a:cubicBezTo>
                      <a:cubicBezTo>
                        <a:pt x="101730" y="137517"/>
                        <a:pt x="104363" y="140299"/>
                        <a:pt x="106400" y="143429"/>
                      </a:cubicBezTo>
                      <a:cubicBezTo>
                        <a:pt x="106847" y="143131"/>
                        <a:pt x="107294" y="142882"/>
                        <a:pt x="107691" y="142634"/>
                      </a:cubicBezTo>
                      <a:cubicBezTo>
                        <a:pt x="115889" y="137914"/>
                        <a:pt x="126172" y="142634"/>
                        <a:pt x="122049" y="150483"/>
                      </a:cubicBezTo>
                      <a:cubicBezTo>
                        <a:pt x="117926" y="158283"/>
                        <a:pt x="144654" y="166133"/>
                        <a:pt x="150814" y="153613"/>
                      </a:cubicBezTo>
                      <a:cubicBezTo>
                        <a:pt x="157074" y="141094"/>
                        <a:pt x="144753" y="121520"/>
                        <a:pt x="140630" y="13011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0" name="Google Shape;830;p8"/>
                <p:cNvSpPr/>
                <p:nvPr/>
              </p:nvSpPr>
              <p:spPr>
                <a:xfrm>
                  <a:off x="1026398" y="1832795"/>
                  <a:ext cx="1990893" cy="1277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0893" h="1277969" extrusionOk="0">
                      <a:moveTo>
                        <a:pt x="1983993" y="933833"/>
                      </a:moveTo>
                      <a:cubicBezTo>
                        <a:pt x="1976789" y="932044"/>
                        <a:pt x="1970132" y="926778"/>
                        <a:pt x="1977336" y="926182"/>
                      </a:cubicBezTo>
                      <a:cubicBezTo>
                        <a:pt x="1982999" y="925735"/>
                        <a:pt x="1986378" y="922655"/>
                        <a:pt x="1989110" y="916296"/>
                      </a:cubicBezTo>
                      <a:cubicBezTo>
                        <a:pt x="1984738" y="914060"/>
                        <a:pt x="1981062" y="909936"/>
                        <a:pt x="1978578" y="905962"/>
                      </a:cubicBezTo>
                      <a:cubicBezTo>
                        <a:pt x="1976193" y="902186"/>
                        <a:pt x="1975199" y="897715"/>
                        <a:pt x="1975249" y="893244"/>
                      </a:cubicBezTo>
                      <a:cubicBezTo>
                        <a:pt x="1973162" y="890511"/>
                        <a:pt x="1971225" y="887680"/>
                        <a:pt x="1969337" y="884748"/>
                      </a:cubicBezTo>
                      <a:cubicBezTo>
                        <a:pt x="1964617" y="886736"/>
                        <a:pt x="1960345" y="893939"/>
                        <a:pt x="1954284" y="893194"/>
                      </a:cubicBezTo>
                      <a:cubicBezTo>
                        <a:pt x="1944497" y="892002"/>
                        <a:pt x="1960941" y="877942"/>
                        <a:pt x="1952744" y="872030"/>
                      </a:cubicBezTo>
                      <a:cubicBezTo>
                        <a:pt x="1944546" y="866168"/>
                        <a:pt x="1929096" y="870291"/>
                        <a:pt x="1916775" y="882016"/>
                      </a:cubicBezTo>
                      <a:cubicBezTo>
                        <a:pt x="1904454" y="893790"/>
                        <a:pt x="1905497" y="881420"/>
                        <a:pt x="1894667" y="893194"/>
                      </a:cubicBezTo>
                      <a:cubicBezTo>
                        <a:pt x="1883886" y="904968"/>
                        <a:pt x="1883886" y="887332"/>
                        <a:pt x="1889003" y="882612"/>
                      </a:cubicBezTo>
                      <a:cubicBezTo>
                        <a:pt x="1894121" y="877892"/>
                        <a:pt x="1897747" y="883208"/>
                        <a:pt x="1902368" y="876154"/>
                      </a:cubicBezTo>
                      <a:cubicBezTo>
                        <a:pt x="1906988" y="869099"/>
                        <a:pt x="1911608" y="876154"/>
                        <a:pt x="1923432" y="867310"/>
                      </a:cubicBezTo>
                      <a:cubicBezTo>
                        <a:pt x="1932623" y="860455"/>
                        <a:pt x="1940870" y="861399"/>
                        <a:pt x="1945788" y="859113"/>
                      </a:cubicBezTo>
                      <a:cubicBezTo>
                        <a:pt x="1944248" y="857126"/>
                        <a:pt x="1943006" y="854940"/>
                        <a:pt x="1941963" y="852555"/>
                      </a:cubicBezTo>
                      <a:cubicBezTo>
                        <a:pt x="1941814" y="852257"/>
                        <a:pt x="1941665" y="851959"/>
                        <a:pt x="1941566" y="851661"/>
                      </a:cubicBezTo>
                      <a:cubicBezTo>
                        <a:pt x="1938932" y="849823"/>
                        <a:pt x="1936746" y="847488"/>
                        <a:pt x="1934809" y="844805"/>
                      </a:cubicBezTo>
                      <a:cubicBezTo>
                        <a:pt x="1933318" y="845103"/>
                        <a:pt x="1931828" y="845302"/>
                        <a:pt x="1930338" y="845302"/>
                      </a:cubicBezTo>
                      <a:lnTo>
                        <a:pt x="1929096" y="845302"/>
                      </a:lnTo>
                      <a:cubicBezTo>
                        <a:pt x="1925370" y="845302"/>
                        <a:pt x="1921892" y="844358"/>
                        <a:pt x="1918663" y="842818"/>
                      </a:cubicBezTo>
                      <a:cubicBezTo>
                        <a:pt x="1914788" y="845153"/>
                        <a:pt x="1910217" y="846395"/>
                        <a:pt x="1905746" y="846594"/>
                      </a:cubicBezTo>
                      <a:cubicBezTo>
                        <a:pt x="1899436" y="846892"/>
                        <a:pt x="1892282" y="843514"/>
                        <a:pt x="1887861" y="839042"/>
                      </a:cubicBezTo>
                      <a:cubicBezTo>
                        <a:pt x="1886420" y="837602"/>
                        <a:pt x="1885079" y="835714"/>
                        <a:pt x="1883886" y="833677"/>
                      </a:cubicBezTo>
                      <a:cubicBezTo>
                        <a:pt x="1883588" y="833677"/>
                        <a:pt x="1883290" y="833727"/>
                        <a:pt x="1882992" y="833727"/>
                      </a:cubicBezTo>
                      <a:cubicBezTo>
                        <a:pt x="1873255" y="833727"/>
                        <a:pt x="1866498" y="829106"/>
                        <a:pt x="1862574" y="822697"/>
                      </a:cubicBezTo>
                      <a:cubicBezTo>
                        <a:pt x="1856811" y="819717"/>
                        <a:pt x="1852985" y="814550"/>
                        <a:pt x="1851147" y="808638"/>
                      </a:cubicBezTo>
                      <a:cubicBezTo>
                        <a:pt x="1851147" y="808638"/>
                        <a:pt x="1851147" y="808588"/>
                        <a:pt x="1851147" y="808588"/>
                      </a:cubicBezTo>
                      <a:cubicBezTo>
                        <a:pt x="1850700" y="807147"/>
                        <a:pt x="1850352" y="805607"/>
                        <a:pt x="1850104" y="804117"/>
                      </a:cubicBezTo>
                      <a:cubicBezTo>
                        <a:pt x="1850104" y="804067"/>
                        <a:pt x="1850104" y="804018"/>
                        <a:pt x="1850104" y="803968"/>
                      </a:cubicBezTo>
                      <a:cubicBezTo>
                        <a:pt x="1849905" y="802477"/>
                        <a:pt x="1849756" y="800937"/>
                        <a:pt x="1849806" y="799397"/>
                      </a:cubicBezTo>
                      <a:cubicBezTo>
                        <a:pt x="1849806" y="799348"/>
                        <a:pt x="1849806" y="799298"/>
                        <a:pt x="1849806" y="799248"/>
                      </a:cubicBezTo>
                      <a:cubicBezTo>
                        <a:pt x="1849806" y="797708"/>
                        <a:pt x="1849955" y="796218"/>
                        <a:pt x="1850203" y="794727"/>
                      </a:cubicBezTo>
                      <a:cubicBezTo>
                        <a:pt x="1850203" y="794678"/>
                        <a:pt x="1850203" y="794628"/>
                        <a:pt x="1850203" y="794628"/>
                      </a:cubicBezTo>
                      <a:cubicBezTo>
                        <a:pt x="1850451" y="793137"/>
                        <a:pt x="1850799" y="791647"/>
                        <a:pt x="1851296" y="790206"/>
                      </a:cubicBezTo>
                      <a:cubicBezTo>
                        <a:pt x="1846129" y="786580"/>
                        <a:pt x="1840962" y="783698"/>
                        <a:pt x="1836690" y="782158"/>
                      </a:cubicBezTo>
                      <a:cubicBezTo>
                        <a:pt x="1823326" y="777438"/>
                        <a:pt x="1832070" y="769241"/>
                        <a:pt x="1839273" y="775103"/>
                      </a:cubicBezTo>
                      <a:cubicBezTo>
                        <a:pt x="1846477" y="780966"/>
                        <a:pt x="1854674" y="769241"/>
                        <a:pt x="1857755" y="763329"/>
                      </a:cubicBezTo>
                      <a:cubicBezTo>
                        <a:pt x="1860835" y="757467"/>
                        <a:pt x="1852637" y="752151"/>
                        <a:pt x="1848514" y="751555"/>
                      </a:cubicBezTo>
                      <a:cubicBezTo>
                        <a:pt x="1845881" y="751157"/>
                        <a:pt x="1844937" y="747829"/>
                        <a:pt x="1844887" y="743954"/>
                      </a:cubicBezTo>
                      <a:cubicBezTo>
                        <a:pt x="1840664" y="742364"/>
                        <a:pt x="1837385" y="739731"/>
                        <a:pt x="1834901" y="736452"/>
                      </a:cubicBezTo>
                      <a:cubicBezTo>
                        <a:pt x="1831871" y="735160"/>
                        <a:pt x="1829138" y="733272"/>
                        <a:pt x="1826654" y="730937"/>
                      </a:cubicBezTo>
                      <a:cubicBezTo>
                        <a:pt x="1824866" y="729248"/>
                        <a:pt x="1823574" y="727211"/>
                        <a:pt x="1822432" y="725075"/>
                      </a:cubicBezTo>
                      <a:cubicBezTo>
                        <a:pt x="1822183" y="724926"/>
                        <a:pt x="1821885" y="724827"/>
                        <a:pt x="1821637" y="724678"/>
                      </a:cubicBezTo>
                      <a:cubicBezTo>
                        <a:pt x="1818706" y="723038"/>
                        <a:pt x="1816321" y="720852"/>
                        <a:pt x="1814532" y="718070"/>
                      </a:cubicBezTo>
                      <a:cubicBezTo>
                        <a:pt x="1812595" y="715934"/>
                        <a:pt x="1811303" y="713351"/>
                        <a:pt x="1810459" y="710568"/>
                      </a:cubicBezTo>
                      <a:cubicBezTo>
                        <a:pt x="1809465" y="708780"/>
                        <a:pt x="1808670" y="706842"/>
                        <a:pt x="1808124" y="704805"/>
                      </a:cubicBezTo>
                      <a:cubicBezTo>
                        <a:pt x="1807875" y="702769"/>
                        <a:pt x="1807577" y="700682"/>
                        <a:pt x="1807329" y="698645"/>
                      </a:cubicBezTo>
                      <a:cubicBezTo>
                        <a:pt x="1805341" y="694869"/>
                        <a:pt x="1804099" y="690597"/>
                        <a:pt x="1804099" y="686374"/>
                      </a:cubicBezTo>
                      <a:lnTo>
                        <a:pt x="1804099" y="686026"/>
                      </a:lnTo>
                      <a:cubicBezTo>
                        <a:pt x="1803553" y="685331"/>
                        <a:pt x="1803006" y="684685"/>
                        <a:pt x="1802510" y="683940"/>
                      </a:cubicBezTo>
                      <a:cubicBezTo>
                        <a:pt x="1800671" y="681207"/>
                        <a:pt x="1799628" y="677879"/>
                        <a:pt x="1799082" y="674451"/>
                      </a:cubicBezTo>
                      <a:cubicBezTo>
                        <a:pt x="1786662" y="667644"/>
                        <a:pt x="1783581" y="650405"/>
                        <a:pt x="1789841" y="638383"/>
                      </a:cubicBezTo>
                      <a:cubicBezTo>
                        <a:pt x="1788102" y="635650"/>
                        <a:pt x="1786463" y="632769"/>
                        <a:pt x="1785370" y="629341"/>
                      </a:cubicBezTo>
                      <a:cubicBezTo>
                        <a:pt x="1782290" y="619355"/>
                        <a:pt x="1778166" y="624075"/>
                        <a:pt x="1775086" y="638184"/>
                      </a:cubicBezTo>
                      <a:cubicBezTo>
                        <a:pt x="1772006" y="652293"/>
                        <a:pt x="1761225" y="651697"/>
                        <a:pt x="1764305" y="656417"/>
                      </a:cubicBezTo>
                      <a:cubicBezTo>
                        <a:pt x="1770615" y="666104"/>
                        <a:pt x="1765845" y="666402"/>
                        <a:pt x="1761225" y="672314"/>
                      </a:cubicBezTo>
                      <a:cubicBezTo>
                        <a:pt x="1756605" y="678177"/>
                        <a:pt x="1764305" y="687020"/>
                        <a:pt x="1756605" y="687020"/>
                      </a:cubicBezTo>
                      <a:cubicBezTo>
                        <a:pt x="1748904" y="687020"/>
                        <a:pt x="1752481" y="705253"/>
                        <a:pt x="1748358" y="697006"/>
                      </a:cubicBezTo>
                      <a:cubicBezTo>
                        <a:pt x="1744234" y="688759"/>
                        <a:pt x="1734497" y="691143"/>
                        <a:pt x="1734497" y="699341"/>
                      </a:cubicBezTo>
                      <a:cubicBezTo>
                        <a:pt x="1734497" y="707588"/>
                        <a:pt x="1718053" y="715189"/>
                        <a:pt x="1711396" y="714642"/>
                      </a:cubicBezTo>
                      <a:cubicBezTo>
                        <a:pt x="1704738" y="714046"/>
                        <a:pt x="1704738" y="698198"/>
                        <a:pt x="1699075" y="702868"/>
                      </a:cubicBezTo>
                      <a:cubicBezTo>
                        <a:pt x="1693411" y="707588"/>
                        <a:pt x="1694455" y="689355"/>
                        <a:pt x="1685711" y="689951"/>
                      </a:cubicBezTo>
                      <a:cubicBezTo>
                        <a:pt x="1676967" y="690547"/>
                        <a:pt x="1670807" y="689355"/>
                        <a:pt x="1673390" y="680561"/>
                      </a:cubicBezTo>
                      <a:cubicBezTo>
                        <a:pt x="1675626" y="672811"/>
                        <a:pt x="1662560" y="668688"/>
                        <a:pt x="1663106" y="664216"/>
                      </a:cubicBezTo>
                      <a:cubicBezTo>
                        <a:pt x="1661367" y="662478"/>
                        <a:pt x="1659827" y="660540"/>
                        <a:pt x="1658535" y="658454"/>
                      </a:cubicBezTo>
                      <a:cubicBezTo>
                        <a:pt x="1655058" y="652989"/>
                        <a:pt x="1654313" y="644791"/>
                        <a:pt x="1656002" y="638631"/>
                      </a:cubicBezTo>
                      <a:cubicBezTo>
                        <a:pt x="1656747" y="635849"/>
                        <a:pt x="1658088" y="633166"/>
                        <a:pt x="1659827" y="630682"/>
                      </a:cubicBezTo>
                      <a:cubicBezTo>
                        <a:pt x="1659976" y="629887"/>
                        <a:pt x="1659976" y="629092"/>
                        <a:pt x="1660175" y="628297"/>
                      </a:cubicBezTo>
                      <a:cubicBezTo>
                        <a:pt x="1660672" y="626360"/>
                        <a:pt x="1661467" y="624571"/>
                        <a:pt x="1662411" y="622833"/>
                      </a:cubicBezTo>
                      <a:cubicBezTo>
                        <a:pt x="1662510" y="622634"/>
                        <a:pt x="1662609" y="622485"/>
                        <a:pt x="1662709" y="622286"/>
                      </a:cubicBezTo>
                      <a:cubicBezTo>
                        <a:pt x="1664895" y="616026"/>
                        <a:pt x="1669267" y="614138"/>
                        <a:pt x="1669267" y="609965"/>
                      </a:cubicBezTo>
                      <a:cubicBezTo>
                        <a:pt x="1669267" y="609071"/>
                        <a:pt x="1669068" y="608376"/>
                        <a:pt x="1668819" y="607730"/>
                      </a:cubicBezTo>
                      <a:cubicBezTo>
                        <a:pt x="1667577" y="607730"/>
                        <a:pt x="1666385" y="607779"/>
                        <a:pt x="1665143" y="607680"/>
                      </a:cubicBezTo>
                      <a:cubicBezTo>
                        <a:pt x="1663404" y="607531"/>
                        <a:pt x="1661765" y="607233"/>
                        <a:pt x="1660225" y="606786"/>
                      </a:cubicBezTo>
                      <a:cubicBezTo>
                        <a:pt x="1659132" y="607332"/>
                        <a:pt x="1658039" y="607978"/>
                        <a:pt x="1656946" y="608823"/>
                      </a:cubicBezTo>
                      <a:cubicBezTo>
                        <a:pt x="1655157" y="610164"/>
                        <a:pt x="1653866" y="610164"/>
                        <a:pt x="1652822" y="609568"/>
                      </a:cubicBezTo>
                      <a:cubicBezTo>
                        <a:pt x="1651630" y="610114"/>
                        <a:pt x="1650388" y="610661"/>
                        <a:pt x="1649146" y="611058"/>
                      </a:cubicBezTo>
                      <a:cubicBezTo>
                        <a:pt x="1643085" y="613045"/>
                        <a:pt x="1635086" y="611704"/>
                        <a:pt x="1629671" y="608475"/>
                      </a:cubicBezTo>
                      <a:cubicBezTo>
                        <a:pt x="1629522" y="608376"/>
                        <a:pt x="1629373" y="608276"/>
                        <a:pt x="1629224" y="608177"/>
                      </a:cubicBezTo>
                      <a:cubicBezTo>
                        <a:pt x="1627783" y="608425"/>
                        <a:pt x="1626293" y="608574"/>
                        <a:pt x="1624703" y="608574"/>
                      </a:cubicBezTo>
                      <a:cubicBezTo>
                        <a:pt x="1615264" y="608574"/>
                        <a:pt x="1608557" y="604202"/>
                        <a:pt x="1604632" y="598042"/>
                      </a:cubicBezTo>
                      <a:cubicBezTo>
                        <a:pt x="1592113" y="596999"/>
                        <a:pt x="1584909" y="587957"/>
                        <a:pt x="1583120" y="577673"/>
                      </a:cubicBezTo>
                      <a:cubicBezTo>
                        <a:pt x="1581084" y="576530"/>
                        <a:pt x="1579146" y="575189"/>
                        <a:pt x="1577357" y="573549"/>
                      </a:cubicBezTo>
                      <a:cubicBezTo>
                        <a:pt x="1577308" y="573500"/>
                        <a:pt x="1577258" y="573400"/>
                        <a:pt x="1577208" y="573351"/>
                      </a:cubicBezTo>
                      <a:cubicBezTo>
                        <a:pt x="1562652" y="573202"/>
                        <a:pt x="1554703" y="562620"/>
                        <a:pt x="1553362" y="551094"/>
                      </a:cubicBezTo>
                      <a:cubicBezTo>
                        <a:pt x="1549934" y="552932"/>
                        <a:pt x="1546854" y="554919"/>
                        <a:pt x="1544916" y="555913"/>
                      </a:cubicBezTo>
                      <a:cubicBezTo>
                        <a:pt x="1540296" y="558248"/>
                        <a:pt x="1528472" y="547666"/>
                        <a:pt x="1523851" y="551789"/>
                      </a:cubicBezTo>
                      <a:cubicBezTo>
                        <a:pt x="1519231" y="555913"/>
                        <a:pt x="1518188" y="548858"/>
                        <a:pt x="1505370" y="544735"/>
                      </a:cubicBezTo>
                      <a:cubicBezTo>
                        <a:pt x="1492503" y="540611"/>
                        <a:pt x="1475562" y="539469"/>
                        <a:pt x="1474568" y="544735"/>
                      </a:cubicBezTo>
                      <a:cubicBezTo>
                        <a:pt x="1473525" y="550001"/>
                        <a:pt x="1463291" y="551789"/>
                        <a:pt x="1464781" y="564110"/>
                      </a:cubicBezTo>
                      <a:cubicBezTo>
                        <a:pt x="1466321" y="576481"/>
                        <a:pt x="1477102" y="574096"/>
                        <a:pt x="1479686" y="582343"/>
                      </a:cubicBezTo>
                      <a:cubicBezTo>
                        <a:pt x="1482269" y="590590"/>
                        <a:pt x="1474568" y="587659"/>
                        <a:pt x="1474022" y="595260"/>
                      </a:cubicBezTo>
                      <a:cubicBezTo>
                        <a:pt x="1473525" y="602911"/>
                        <a:pt x="1466818" y="602315"/>
                        <a:pt x="1466818" y="607581"/>
                      </a:cubicBezTo>
                      <a:cubicBezTo>
                        <a:pt x="1466818" y="612896"/>
                        <a:pt x="1471439" y="611704"/>
                        <a:pt x="1474022" y="622286"/>
                      </a:cubicBezTo>
                      <a:cubicBezTo>
                        <a:pt x="1476605" y="632868"/>
                        <a:pt x="1481722" y="632272"/>
                        <a:pt x="1483263" y="646381"/>
                      </a:cubicBezTo>
                      <a:cubicBezTo>
                        <a:pt x="1484803" y="660490"/>
                        <a:pt x="1479139" y="657559"/>
                        <a:pt x="1474022" y="659298"/>
                      </a:cubicBezTo>
                      <a:cubicBezTo>
                        <a:pt x="1469302" y="660938"/>
                        <a:pt x="1473674" y="667048"/>
                        <a:pt x="1468805" y="675345"/>
                      </a:cubicBezTo>
                      <a:cubicBezTo>
                        <a:pt x="1483113" y="682648"/>
                        <a:pt x="1492702" y="697701"/>
                        <a:pt x="1487187" y="713996"/>
                      </a:cubicBezTo>
                      <a:cubicBezTo>
                        <a:pt x="1489969" y="718865"/>
                        <a:pt x="1491460" y="724181"/>
                        <a:pt x="1491360" y="729447"/>
                      </a:cubicBezTo>
                      <a:cubicBezTo>
                        <a:pt x="1492553" y="731086"/>
                        <a:pt x="1493646" y="732776"/>
                        <a:pt x="1494540" y="734514"/>
                      </a:cubicBezTo>
                      <a:cubicBezTo>
                        <a:pt x="1502737" y="750412"/>
                        <a:pt x="1502241" y="775103"/>
                        <a:pt x="1499657" y="792740"/>
                      </a:cubicBezTo>
                      <a:cubicBezTo>
                        <a:pt x="1497074" y="810377"/>
                        <a:pt x="1479636" y="814500"/>
                        <a:pt x="1466769" y="829752"/>
                      </a:cubicBezTo>
                      <a:cubicBezTo>
                        <a:pt x="1453901" y="845054"/>
                        <a:pt x="1440587" y="842669"/>
                        <a:pt x="1434426" y="843265"/>
                      </a:cubicBezTo>
                      <a:cubicBezTo>
                        <a:pt x="1428266" y="843861"/>
                        <a:pt x="1431843" y="857971"/>
                        <a:pt x="1440587" y="869099"/>
                      </a:cubicBezTo>
                      <a:cubicBezTo>
                        <a:pt x="1449331" y="880277"/>
                        <a:pt x="1442127" y="883804"/>
                        <a:pt x="1446747" y="895579"/>
                      </a:cubicBezTo>
                      <a:cubicBezTo>
                        <a:pt x="1451368" y="907353"/>
                        <a:pt x="1446747" y="916743"/>
                        <a:pt x="1453404" y="927325"/>
                      </a:cubicBezTo>
                      <a:cubicBezTo>
                        <a:pt x="1460111" y="937907"/>
                        <a:pt x="1455988" y="942030"/>
                        <a:pt x="1448287" y="949681"/>
                      </a:cubicBezTo>
                      <a:cubicBezTo>
                        <a:pt x="1440587" y="957332"/>
                        <a:pt x="1451368" y="953208"/>
                        <a:pt x="1451864" y="963194"/>
                      </a:cubicBezTo>
                      <a:cubicBezTo>
                        <a:pt x="1452361" y="973180"/>
                        <a:pt x="1448287" y="967317"/>
                        <a:pt x="1441580" y="962002"/>
                      </a:cubicBezTo>
                      <a:cubicBezTo>
                        <a:pt x="1434923" y="956735"/>
                        <a:pt x="1428763" y="971987"/>
                        <a:pt x="1428763" y="978446"/>
                      </a:cubicBezTo>
                      <a:cubicBezTo>
                        <a:pt x="1428763" y="984904"/>
                        <a:pt x="1412816" y="969652"/>
                        <a:pt x="1409239" y="970199"/>
                      </a:cubicBezTo>
                      <a:cubicBezTo>
                        <a:pt x="1405662" y="970795"/>
                        <a:pt x="1410282" y="960213"/>
                        <a:pt x="1400992" y="951966"/>
                      </a:cubicBezTo>
                      <a:cubicBezTo>
                        <a:pt x="1391751" y="943719"/>
                        <a:pt x="1384547" y="941980"/>
                        <a:pt x="1384547" y="933733"/>
                      </a:cubicBezTo>
                      <a:cubicBezTo>
                        <a:pt x="1384547" y="925487"/>
                        <a:pt x="1368649" y="919624"/>
                        <a:pt x="1368649" y="910235"/>
                      </a:cubicBezTo>
                      <a:cubicBezTo>
                        <a:pt x="1368649" y="900845"/>
                        <a:pt x="1370686" y="876700"/>
                        <a:pt x="1367109" y="869645"/>
                      </a:cubicBezTo>
                      <a:cubicBezTo>
                        <a:pt x="1363532" y="862591"/>
                        <a:pt x="1366613" y="854940"/>
                        <a:pt x="1369693" y="848482"/>
                      </a:cubicBezTo>
                      <a:cubicBezTo>
                        <a:pt x="1372773" y="842023"/>
                        <a:pt x="1366116" y="832037"/>
                        <a:pt x="1356875" y="832037"/>
                      </a:cubicBezTo>
                      <a:cubicBezTo>
                        <a:pt x="1347635" y="832037"/>
                        <a:pt x="1334767" y="828510"/>
                        <a:pt x="1321950" y="829702"/>
                      </a:cubicBezTo>
                      <a:cubicBezTo>
                        <a:pt x="1313454" y="830497"/>
                        <a:pt x="1307493" y="829702"/>
                        <a:pt x="1303220" y="827914"/>
                      </a:cubicBezTo>
                      <a:cubicBezTo>
                        <a:pt x="1300836" y="827765"/>
                        <a:pt x="1298401" y="827318"/>
                        <a:pt x="1295867" y="826573"/>
                      </a:cubicBezTo>
                      <a:cubicBezTo>
                        <a:pt x="1288217" y="824188"/>
                        <a:pt x="1282851" y="819319"/>
                        <a:pt x="1277933" y="813805"/>
                      </a:cubicBezTo>
                      <a:cubicBezTo>
                        <a:pt x="1277635" y="813805"/>
                        <a:pt x="1277337" y="813854"/>
                        <a:pt x="1277088" y="813805"/>
                      </a:cubicBezTo>
                      <a:cubicBezTo>
                        <a:pt x="1266357" y="816438"/>
                        <a:pt x="1256073" y="812463"/>
                        <a:pt x="1250211" y="804465"/>
                      </a:cubicBezTo>
                      <a:cubicBezTo>
                        <a:pt x="1232028" y="803223"/>
                        <a:pt x="1216031" y="795075"/>
                        <a:pt x="1210864" y="773166"/>
                      </a:cubicBezTo>
                      <a:cubicBezTo>
                        <a:pt x="1210467" y="771427"/>
                        <a:pt x="1210119" y="769341"/>
                        <a:pt x="1209870" y="767105"/>
                      </a:cubicBezTo>
                      <a:cubicBezTo>
                        <a:pt x="1204455" y="765615"/>
                        <a:pt x="1198444" y="765018"/>
                        <a:pt x="1195115" y="765664"/>
                      </a:cubicBezTo>
                      <a:cubicBezTo>
                        <a:pt x="1188955" y="766857"/>
                        <a:pt x="1173554" y="750959"/>
                        <a:pt x="1164313" y="751555"/>
                      </a:cubicBezTo>
                      <a:cubicBezTo>
                        <a:pt x="1155073" y="752151"/>
                        <a:pt x="1133511" y="762733"/>
                        <a:pt x="1129885" y="763329"/>
                      </a:cubicBezTo>
                      <a:cubicBezTo>
                        <a:pt x="1126308" y="763925"/>
                        <a:pt x="1130382" y="754536"/>
                        <a:pt x="1132965" y="750412"/>
                      </a:cubicBezTo>
                      <a:cubicBezTo>
                        <a:pt x="1135548" y="746289"/>
                        <a:pt x="1125265" y="728652"/>
                        <a:pt x="1122681" y="716878"/>
                      </a:cubicBezTo>
                      <a:cubicBezTo>
                        <a:pt x="1120098" y="705104"/>
                        <a:pt x="1116521" y="692187"/>
                        <a:pt x="1105740" y="693925"/>
                      </a:cubicBezTo>
                      <a:cubicBezTo>
                        <a:pt x="1094959" y="695664"/>
                        <a:pt x="1083135" y="689206"/>
                        <a:pt x="1080055" y="686871"/>
                      </a:cubicBezTo>
                      <a:cubicBezTo>
                        <a:pt x="1076975" y="684486"/>
                        <a:pt x="1076478" y="651001"/>
                        <a:pt x="1079012" y="636892"/>
                      </a:cubicBezTo>
                      <a:cubicBezTo>
                        <a:pt x="1080005" y="631477"/>
                        <a:pt x="1082589" y="625018"/>
                        <a:pt x="1085371" y="618610"/>
                      </a:cubicBezTo>
                      <a:cubicBezTo>
                        <a:pt x="1085073" y="617517"/>
                        <a:pt x="1084775" y="616424"/>
                        <a:pt x="1084576" y="615231"/>
                      </a:cubicBezTo>
                      <a:cubicBezTo>
                        <a:pt x="1083831" y="610164"/>
                        <a:pt x="1084924" y="604699"/>
                        <a:pt x="1087259" y="599880"/>
                      </a:cubicBezTo>
                      <a:cubicBezTo>
                        <a:pt x="1084924" y="587460"/>
                        <a:pt x="1090289" y="573698"/>
                        <a:pt x="1103405" y="570469"/>
                      </a:cubicBezTo>
                      <a:cubicBezTo>
                        <a:pt x="1105939" y="563564"/>
                        <a:pt x="1111205" y="557950"/>
                        <a:pt x="1119502" y="556112"/>
                      </a:cubicBezTo>
                      <a:cubicBezTo>
                        <a:pt x="1121787" y="555615"/>
                        <a:pt x="1123973" y="555217"/>
                        <a:pt x="1126159" y="554919"/>
                      </a:cubicBezTo>
                      <a:cubicBezTo>
                        <a:pt x="1128692" y="552982"/>
                        <a:pt x="1129289" y="549902"/>
                        <a:pt x="1130332" y="545232"/>
                      </a:cubicBezTo>
                      <a:cubicBezTo>
                        <a:pt x="1131872" y="538177"/>
                        <a:pt x="1141113" y="542897"/>
                        <a:pt x="1135996" y="536985"/>
                      </a:cubicBezTo>
                      <a:cubicBezTo>
                        <a:pt x="1130878" y="531122"/>
                        <a:pt x="1134952" y="529334"/>
                        <a:pt x="1146776" y="529334"/>
                      </a:cubicBezTo>
                      <a:cubicBezTo>
                        <a:pt x="1158600" y="529334"/>
                        <a:pt x="1176038" y="524614"/>
                        <a:pt x="1173504" y="511101"/>
                      </a:cubicBezTo>
                      <a:cubicBezTo>
                        <a:pt x="1170921" y="497588"/>
                        <a:pt x="1140119" y="507574"/>
                        <a:pt x="1140119" y="496396"/>
                      </a:cubicBezTo>
                      <a:cubicBezTo>
                        <a:pt x="1140119" y="485217"/>
                        <a:pt x="1101070" y="484621"/>
                        <a:pt x="1103653" y="478163"/>
                      </a:cubicBezTo>
                      <a:cubicBezTo>
                        <a:pt x="1106237" y="471704"/>
                        <a:pt x="1142702" y="482882"/>
                        <a:pt x="1156066" y="488745"/>
                      </a:cubicBezTo>
                      <a:cubicBezTo>
                        <a:pt x="1169430" y="494607"/>
                        <a:pt x="1173007" y="494061"/>
                        <a:pt x="1183788" y="493464"/>
                      </a:cubicBezTo>
                      <a:cubicBezTo>
                        <a:pt x="1194569" y="492868"/>
                        <a:pt x="1187365" y="477020"/>
                        <a:pt x="1189452" y="470512"/>
                      </a:cubicBezTo>
                      <a:cubicBezTo>
                        <a:pt x="1191489" y="464054"/>
                        <a:pt x="1212056" y="480498"/>
                        <a:pt x="1223880" y="476970"/>
                      </a:cubicBezTo>
                      <a:cubicBezTo>
                        <a:pt x="1235704" y="473443"/>
                        <a:pt x="1246982" y="445821"/>
                        <a:pt x="1256769" y="438170"/>
                      </a:cubicBezTo>
                      <a:cubicBezTo>
                        <a:pt x="1266506" y="430519"/>
                        <a:pt x="1257812" y="423465"/>
                        <a:pt x="1238785" y="425253"/>
                      </a:cubicBezTo>
                      <a:cubicBezTo>
                        <a:pt x="1219757" y="427042"/>
                        <a:pt x="1208976" y="418795"/>
                        <a:pt x="1198742" y="409951"/>
                      </a:cubicBezTo>
                      <a:cubicBezTo>
                        <a:pt x="1188458" y="401158"/>
                        <a:pt x="1189501" y="394103"/>
                        <a:pt x="1200282" y="395246"/>
                      </a:cubicBezTo>
                      <a:cubicBezTo>
                        <a:pt x="1211063" y="396438"/>
                        <a:pt x="1236748" y="420533"/>
                        <a:pt x="1246535" y="421130"/>
                      </a:cubicBezTo>
                      <a:cubicBezTo>
                        <a:pt x="1256272" y="421726"/>
                        <a:pt x="1273263" y="399369"/>
                        <a:pt x="1281460" y="392315"/>
                      </a:cubicBezTo>
                      <a:cubicBezTo>
                        <a:pt x="1289707" y="385260"/>
                        <a:pt x="1273760" y="382329"/>
                        <a:pt x="1268096" y="377013"/>
                      </a:cubicBezTo>
                      <a:cubicBezTo>
                        <a:pt x="1262432" y="371697"/>
                        <a:pt x="1277833" y="368170"/>
                        <a:pt x="1286080" y="368170"/>
                      </a:cubicBezTo>
                      <a:cubicBezTo>
                        <a:pt x="1294278" y="368170"/>
                        <a:pt x="1297904" y="376417"/>
                        <a:pt x="1300985" y="380491"/>
                      </a:cubicBezTo>
                      <a:cubicBezTo>
                        <a:pt x="1304065" y="384614"/>
                        <a:pt x="1318472" y="377560"/>
                        <a:pt x="1325626" y="377560"/>
                      </a:cubicBezTo>
                      <a:cubicBezTo>
                        <a:pt x="1332830" y="377560"/>
                        <a:pt x="1324583" y="364047"/>
                        <a:pt x="1312759" y="358731"/>
                      </a:cubicBezTo>
                      <a:cubicBezTo>
                        <a:pt x="1300935" y="353465"/>
                        <a:pt x="1313256" y="343479"/>
                        <a:pt x="1316882" y="351676"/>
                      </a:cubicBezTo>
                      <a:cubicBezTo>
                        <a:pt x="1320459" y="359923"/>
                        <a:pt x="1328706" y="358135"/>
                        <a:pt x="1332780" y="367574"/>
                      </a:cubicBezTo>
                      <a:cubicBezTo>
                        <a:pt x="1338543" y="380739"/>
                        <a:pt x="1342269" y="372939"/>
                        <a:pt x="1351659" y="368667"/>
                      </a:cubicBezTo>
                      <a:cubicBezTo>
                        <a:pt x="1355782" y="358582"/>
                        <a:pt x="1362290" y="350037"/>
                        <a:pt x="1372028" y="344572"/>
                      </a:cubicBezTo>
                      <a:cubicBezTo>
                        <a:pt x="1376400" y="342088"/>
                        <a:pt x="1381318" y="340399"/>
                        <a:pt x="1386087" y="338809"/>
                      </a:cubicBezTo>
                      <a:cubicBezTo>
                        <a:pt x="1386684" y="338610"/>
                        <a:pt x="1387429" y="338262"/>
                        <a:pt x="1388224" y="337964"/>
                      </a:cubicBezTo>
                      <a:cubicBezTo>
                        <a:pt x="1392695" y="327531"/>
                        <a:pt x="1383653" y="317794"/>
                        <a:pt x="1375903" y="311137"/>
                      </a:cubicBezTo>
                      <a:cubicBezTo>
                        <a:pt x="1367706" y="304082"/>
                        <a:pt x="1376400" y="297028"/>
                        <a:pt x="1368202" y="292358"/>
                      </a:cubicBezTo>
                      <a:cubicBezTo>
                        <a:pt x="1360005" y="287638"/>
                        <a:pt x="1358465" y="278844"/>
                        <a:pt x="1368699" y="281179"/>
                      </a:cubicBezTo>
                      <a:cubicBezTo>
                        <a:pt x="1378983" y="283514"/>
                        <a:pt x="1387180" y="279987"/>
                        <a:pt x="1391801" y="271790"/>
                      </a:cubicBezTo>
                      <a:cubicBezTo>
                        <a:pt x="1396421" y="263543"/>
                        <a:pt x="1376400" y="261804"/>
                        <a:pt x="1385640" y="255892"/>
                      </a:cubicBezTo>
                      <a:cubicBezTo>
                        <a:pt x="1394881" y="250030"/>
                        <a:pt x="1387180" y="244167"/>
                        <a:pt x="1377940" y="244167"/>
                      </a:cubicBezTo>
                      <a:cubicBezTo>
                        <a:pt x="1368699" y="244167"/>
                        <a:pt x="1360999" y="238852"/>
                        <a:pt x="1360452" y="230058"/>
                      </a:cubicBezTo>
                      <a:cubicBezTo>
                        <a:pt x="1359955" y="221215"/>
                        <a:pt x="1344008" y="227127"/>
                        <a:pt x="1334271" y="221811"/>
                      </a:cubicBezTo>
                      <a:cubicBezTo>
                        <a:pt x="1324533" y="216545"/>
                        <a:pt x="1302922" y="217688"/>
                        <a:pt x="1297805" y="218284"/>
                      </a:cubicBezTo>
                      <a:cubicBezTo>
                        <a:pt x="1292688" y="218880"/>
                        <a:pt x="1292141" y="242975"/>
                        <a:pt x="1299842" y="243571"/>
                      </a:cubicBezTo>
                      <a:cubicBezTo>
                        <a:pt x="1307542" y="244167"/>
                        <a:pt x="1313703" y="253557"/>
                        <a:pt x="1307046" y="256488"/>
                      </a:cubicBezTo>
                      <a:cubicBezTo>
                        <a:pt x="1300388" y="259419"/>
                        <a:pt x="1308089" y="268809"/>
                        <a:pt x="1302922" y="268213"/>
                      </a:cubicBezTo>
                      <a:cubicBezTo>
                        <a:pt x="1297805" y="267617"/>
                        <a:pt x="1289558" y="264685"/>
                        <a:pt x="1288018" y="279987"/>
                      </a:cubicBezTo>
                      <a:cubicBezTo>
                        <a:pt x="1286478" y="295289"/>
                        <a:pt x="1285435" y="301151"/>
                        <a:pt x="1276691" y="306467"/>
                      </a:cubicBezTo>
                      <a:cubicBezTo>
                        <a:pt x="1267947" y="311783"/>
                        <a:pt x="1274654" y="289426"/>
                        <a:pt x="1266407" y="290023"/>
                      </a:cubicBezTo>
                      <a:cubicBezTo>
                        <a:pt x="1258210" y="290619"/>
                        <a:pt x="1257166" y="308851"/>
                        <a:pt x="1263327" y="310590"/>
                      </a:cubicBezTo>
                      <a:cubicBezTo>
                        <a:pt x="1269487" y="312379"/>
                        <a:pt x="1270530" y="318241"/>
                        <a:pt x="1272070" y="327035"/>
                      </a:cubicBezTo>
                      <a:cubicBezTo>
                        <a:pt x="1273611" y="335878"/>
                        <a:pt x="1260793" y="329370"/>
                        <a:pt x="1255626" y="339952"/>
                      </a:cubicBezTo>
                      <a:cubicBezTo>
                        <a:pt x="1250509" y="350533"/>
                        <a:pt x="1249963" y="335232"/>
                        <a:pt x="1242759" y="328177"/>
                      </a:cubicBezTo>
                      <a:cubicBezTo>
                        <a:pt x="1235555" y="321123"/>
                        <a:pt x="1226812" y="309348"/>
                        <a:pt x="1227358" y="300555"/>
                      </a:cubicBezTo>
                      <a:cubicBezTo>
                        <a:pt x="1227805" y="292805"/>
                        <a:pt x="1231482" y="289973"/>
                        <a:pt x="1237095" y="288781"/>
                      </a:cubicBezTo>
                      <a:cubicBezTo>
                        <a:pt x="1242759" y="287588"/>
                        <a:pt x="1237095" y="281726"/>
                        <a:pt x="1236599" y="271144"/>
                      </a:cubicBezTo>
                      <a:cubicBezTo>
                        <a:pt x="1236102" y="260562"/>
                        <a:pt x="1229395" y="264089"/>
                        <a:pt x="1221198" y="252911"/>
                      </a:cubicBezTo>
                      <a:cubicBezTo>
                        <a:pt x="1213000" y="241733"/>
                        <a:pt x="1204257" y="241733"/>
                        <a:pt x="1199636" y="247049"/>
                      </a:cubicBezTo>
                      <a:cubicBezTo>
                        <a:pt x="1195016" y="252365"/>
                        <a:pt x="1198096" y="262350"/>
                        <a:pt x="1190892" y="265878"/>
                      </a:cubicBezTo>
                      <a:cubicBezTo>
                        <a:pt x="1183689" y="269405"/>
                        <a:pt x="1186769" y="285849"/>
                        <a:pt x="1180609" y="287042"/>
                      </a:cubicBezTo>
                      <a:cubicBezTo>
                        <a:pt x="1174448" y="288234"/>
                        <a:pt x="1178025" y="258227"/>
                        <a:pt x="1172908" y="255296"/>
                      </a:cubicBezTo>
                      <a:cubicBezTo>
                        <a:pt x="1167791" y="252365"/>
                        <a:pt x="1168288" y="245310"/>
                        <a:pt x="1175988" y="244118"/>
                      </a:cubicBezTo>
                      <a:cubicBezTo>
                        <a:pt x="1183689" y="242925"/>
                        <a:pt x="1188309" y="233536"/>
                        <a:pt x="1181652" y="233536"/>
                      </a:cubicBezTo>
                      <a:cubicBezTo>
                        <a:pt x="1174995" y="233536"/>
                        <a:pt x="1163171" y="225289"/>
                        <a:pt x="1158550" y="222954"/>
                      </a:cubicBezTo>
                      <a:cubicBezTo>
                        <a:pt x="1153930" y="220619"/>
                        <a:pt x="1146230" y="232940"/>
                        <a:pt x="1141113" y="228270"/>
                      </a:cubicBezTo>
                      <a:cubicBezTo>
                        <a:pt x="1135946" y="223550"/>
                        <a:pt x="1141609" y="211825"/>
                        <a:pt x="1142156" y="205317"/>
                      </a:cubicBezTo>
                      <a:cubicBezTo>
                        <a:pt x="1142653" y="198859"/>
                        <a:pt x="1150353" y="208248"/>
                        <a:pt x="1155520" y="200001"/>
                      </a:cubicBezTo>
                      <a:cubicBezTo>
                        <a:pt x="1160637" y="191754"/>
                        <a:pt x="1141113" y="191754"/>
                        <a:pt x="1141113" y="182961"/>
                      </a:cubicBezTo>
                      <a:cubicBezTo>
                        <a:pt x="1141113" y="174167"/>
                        <a:pt x="1125712" y="171783"/>
                        <a:pt x="1120545" y="168852"/>
                      </a:cubicBezTo>
                      <a:cubicBezTo>
                        <a:pt x="1115428" y="165920"/>
                        <a:pt x="1124122" y="151215"/>
                        <a:pt x="1121588" y="145353"/>
                      </a:cubicBezTo>
                      <a:cubicBezTo>
                        <a:pt x="1119005" y="139490"/>
                        <a:pt x="1100027" y="120065"/>
                        <a:pt x="1091780" y="121854"/>
                      </a:cubicBezTo>
                      <a:cubicBezTo>
                        <a:pt x="1083533" y="123642"/>
                        <a:pt x="1081496" y="109483"/>
                        <a:pt x="1086116" y="110080"/>
                      </a:cubicBezTo>
                      <a:cubicBezTo>
                        <a:pt x="1090736" y="110676"/>
                        <a:pt x="1094313" y="107148"/>
                        <a:pt x="1103057" y="95970"/>
                      </a:cubicBezTo>
                      <a:cubicBezTo>
                        <a:pt x="1111801" y="84792"/>
                        <a:pt x="1112795" y="81265"/>
                        <a:pt x="1106634" y="78930"/>
                      </a:cubicBezTo>
                      <a:cubicBezTo>
                        <a:pt x="1100474" y="76595"/>
                        <a:pt x="1097394" y="69540"/>
                        <a:pt x="1108174" y="70136"/>
                      </a:cubicBezTo>
                      <a:cubicBezTo>
                        <a:pt x="1118955" y="70733"/>
                        <a:pt x="1137983" y="78930"/>
                        <a:pt x="1144143" y="73664"/>
                      </a:cubicBezTo>
                      <a:cubicBezTo>
                        <a:pt x="1150303" y="68398"/>
                        <a:pt x="1169828" y="33721"/>
                        <a:pt x="1177528" y="21350"/>
                      </a:cubicBezTo>
                      <a:cubicBezTo>
                        <a:pt x="1185229" y="8980"/>
                        <a:pt x="1171865" y="7837"/>
                        <a:pt x="1153384" y="9576"/>
                      </a:cubicBezTo>
                      <a:cubicBezTo>
                        <a:pt x="1134903" y="11364"/>
                        <a:pt x="1130779" y="1329"/>
                        <a:pt x="1115378" y="186"/>
                      </a:cubicBezTo>
                      <a:cubicBezTo>
                        <a:pt x="1099977" y="-1006"/>
                        <a:pt x="1071212" y="3714"/>
                        <a:pt x="1067088" y="9029"/>
                      </a:cubicBezTo>
                      <a:cubicBezTo>
                        <a:pt x="1062965" y="14296"/>
                        <a:pt x="1074789" y="19015"/>
                        <a:pt x="1073249" y="24877"/>
                      </a:cubicBezTo>
                      <a:cubicBezTo>
                        <a:pt x="1071709" y="30740"/>
                        <a:pt x="1062468" y="20754"/>
                        <a:pt x="1058345" y="23089"/>
                      </a:cubicBezTo>
                      <a:cubicBezTo>
                        <a:pt x="1054221" y="25424"/>
                        <a:pt x="1059885" y="33075"/>
                        <a:pt x="1058345" y="53642"/>
                      </a:cubicBezTo>
                      <a:cubicBezTo>
                        <a:pt x="1056805" y="74210"/>
                        <a:pt x="1061922" y="75403"/>
                        <a:pt x="1067088" y="83053"/>
                      </a:cubicBezTo>
                      <a:cubicBezTo>
                        <a:pt x="1072206" y="90704"/>
                        <a:pt x="1071212" y="100690"/>
                        <a:pt x="1071212" y="113607"/>
                      </a:cubicBezTo>
                      <a:cubicBezTo>
                        <a:pt x="1071212" y="126524"/>
                        <a:pt x="1060431" y="125977"/>
                        <a:pt x="1056805" y="128908"/>
                      </a:cubicBezTo>
                      <a:cubicBezTo>
                        <a:pt x="1053228" y="131840"/>
                        <a:pt x="1066045" y="136559"/>
                        <a:pt x="1064008" y="144757"/>
                      </a:cubicBezTo>
                      <a:cubicBezTo>
                        <a:pt x="1061971" y="153004"/>
                        <a:pt x="1051141" y="140037"/>
                        <a:pt x="1044981" y="142422"/>
                      </a:cubicBezTo>
                      <a:cubicBezTo>
                        <a:pt x="1038820" y="144757"/>
                        <a:pt x="1033703" y="164778"/>
                        <a:pt x="1040360" y="171236"/>
                      </a:cubicBezTo>
                      <a:cubicBezTo>
                        <a:pt x="1047018" y="177695"/>
                        <a:pt x="1049601" y="176552"/>
                        <a:pt x="1044484" y="184153"/>
                      </a:cubicBezTo>
                      <a:cubicBezTo>
                        <a:pt x="1039367" y="191804"/>
                        <a:pt x="1033703" y="202933"/>
                        <a:pt x="1046024" y="214111"/>
                      </a:cubicBezTo>
                      <a:cubicBezTo>
                        <a:pt x="1058345" y="225289"/>
                        <a:pt x="1080949" y="224096"/>
                        <a:pt x="1092773" y="232940"/>
                      </a:cubicBezTo>
                      <a:cubicBezTo>
                        <a:pt x="1104597" y="241733"/>
                        <a:pt x="1087656" y="236467"/>
                        <a:pt x="1092277" y="246453"/>
                      </a:cubicBezTo>
                      <a:cubicBezTo>
                        <a:pt x="1096897" y="256438"/>
                        <a:pt x="1084576" y="259966"/>
                        <a:pt x="1085073" y="267617"/>
                      </a:cubicBezTo>
                      <a:cubicBezTo>
                        <a:pt x="1085570" y="275267"/>
                        <a:pt x="1090190" y="271144"/>
                        <a:pt x="1096350" y="258227"/>
                      </a:cubicBezTo>
                      <a:cubicBezTo>
                        <a:pt x="1102511" y="245310"/>
                        <a:pt x="1107131" y="261754"/>
                        <a:pt x="1106634" y="272932"/>
                      </a:cubicBezTo>
                      <a:cubicBezTo>
                        <a:pt x="1106137" y="284111"/>
                        <a:pt x="1097394" y="277652"/>
                        <a:pt x="1090687" y="288830"/>
                      </a:cubicBezTo>
                      <a:cubicBezTo>
                        <a:pt x="1084030" y="300008"/>
                        <a:pt x="1077819" y="301747"/>
                        <a:pt x="1068082" y="299412"/>
                      </a:cubicBezTo>
                      <a:cubicBezTo>
                        <a:pt x="1058345" y="297077"/>
                        <a:pt x="1063959" y="315310"/>
                        <a:pt x="1068082" y="325296"/>
                      </a:cubicBezTo>
                      <a:cubicBezTo>
                        <a:pt x="1072206" y="335282"/>
                        <a:pt x="1067039" y="338809"/>
                        <a:pt x="1055761" y="335282"/>
                      </a:cubicBezTo>
                      <a:cubicBezTo>
                        <a:pt x="1044484" y="331754"/>
                        <a:pt x="1037777" y="323507"/>
                        <a:pt x="1043441" y="313521"/>
                      </a:cubicBezTo>
                      <a:cubicBezTo>
                        <a:pt x="1049104" y="303536"/>
                        <a:pt x="1053228" y="291761"/>
                        <a:pt x="1046521" y="292954"/>
                      </a:cubicBezTo>
                      <a:cubicBezTo>
                        <a:pt x="1039814" y="294146"/>
                        <a:pt x="1024413" y="292358"/>
                        <a:pt x="1019793" y="284160"/>
                      </a:cubicBezTo>
                      <a:cubicBezTo>
                        <a:pt x="1015172" y="275913"/>
                        <a:pt x="1022873" y="279441"/>
                        <a:pt x="1036734" y="281229"/>
                      </a:cubicBezTo>
                      <a:cubicBezTo>
                        <a:pt x="1050595" y="283018"/>
                        <a:pt x="1038771" y="270647"/>
                        <a:pt x="1049055" y="270647"/>
                      </a:cubicBezTo>
                      <a:cubicBezTo>
                        <a:pt x="1059338" y="270647"/>
                        <a:pt x="1067039" y="277106"/>
                        <a:pt x="1075783" y="268312"/>
                      </a:cubicBezTo>
                      <a:cubicBezTo>
                        <a:pt x="1084526" y="259519"/>
                        <a:pt x="1070119" y="242429"/>
                        <a:pt x="1062915" y="245409"/>
                      </a:cubicBezTo>
                      <a:cubicBezTo>
                        <a:pt x="1055712" y="248341"/>
                        <a:pt x="1044434" y="251868"/>
                        <a:pt x="1044434" y="243671"/>
                      </a:cubicBezTo>
                      <a:cubicBezTo>
                        <a:pt x="1044434" y="235424"/>
                        <a:pt x="1056755" y="241336"/>
                        <a:pt x="1063412" y="239547"/>
                      </a:cubicBezTo>
                      <a:cubicBezTo>
                        <a:pt x="1070119" y="237759"/>
                        <a:pt x="1059835" y="227226"/>
                        <a:pt x="1049551" y="230157"/>
                      </a:cubicBezTo>
                      <a:cubicBezTo>
                        <a:pt x="1039267" y="233089"/>
                        <a:pt x="1032064" y="233685"/>
                        <a:pt x="1023866" y="223699"/>
                      </a:cubicBezTo>
                      <a:cubicBezTo>
                        <a:pt x="1015669" y="213713"/>
                        <a:pt x="1000765" y="207801"/>
                        <a:pt x="997138" y="230754"/>
                      </a:cubicBezTo>
                      <a:cubicBezTo>
                        <a:pt x="993561" y="253706"/>
                        <a:pt x="979154" y="241336"/>
                        <a:pt x="973490" y="248986"/>
                      </a:cubicBezTo>
                      <a:cubicBezTo>
                        <a:pt x="967827" y="256637"/>
                        <a:pt x="980147" y="261903"/>
                        <a:pt x="994058" y="262500"/>
                      </a:cubicBezTo>
                      <a:cubicBezTo>
                        <a:pt x="1007919" y="263096"/>
                        <a:pt x="1018203" y="277801"/>
                        <a:pt x="1011546" y="277801"/>
                      </a:cubicBezTo>
                      <a:cubicBezTo>
                        <a:pt x="1004888" y="277801"/>
                        <a:pt x="1007969" y="288979"/>
                        <a:pt x="1000765" y="284856"/>
                      </a:cubicBezTo>
                      <a:cubicBezTo>
                        <a:pt x="993561" y="280732"/>
                        <a:pt x="986358" y="284856"/>
                        <a:pt x="991524" y="291910"/>
                      </a:cubicBezTo>
                      <a:cubicBezTo>
                        <a:pt x="996641" y="298965"/>
                        <a:pt x="989487" y="301896"/>
                        <a:pt x="989984" y="308951"/>
                      </a:cubicBezTo>
                      <a:cubicBezTo>
                        <a:pt x="990481" y="316005"/>
                        <a:pt x="979204" y="309547"/>
                        <a:pt x="968423" y="308355"/>
                      </a:cubicBezTo>
                      <a:cubicBezTo>
                        <a:pt x="957642" y="307162"/>
                        <a:pt x="937621" y="311286"/>
                        <a:pt x="923214" y="314813"/>
                      </a:cubicBezTo>
                      <a:cubicBezTo>
                        <a:pt x="908806" y="318340"/>
                        <a:pt x="892908" y="312478"/>
                        <a:pt x="886748" y="304827"/>
                      </a:cubicBezTo>
                      <a:cubicBezTo>
                        <a:pt x="880588" y="297177"/>
                        <a:pt x="872341" y="298369"/>
                        <a:pt x="862107" y="298369"/>
                      </a:cubicBezTo>
                      <a:cubicBezTo>
                        <a:pt x="851823" y="298369"/>
                        <a:pt x="854903" y="287191"/>
                        <a:pt x="841589" y="286595"/>
                      </a:cubicBezTo>
                      <a:cubicBezTo>
                        <a:pt x="828224" y="285998"/>
                        <a:pt x="831305" y="273081"/>
                        <a:pt x="829765" y="265431"/>
                      </a:cubicBezTo>
                      <a:cubicBezTo>
                        <a:pt x="828224" y="257780"/>
                        <a:pt x="801496" y="260165"/>
                        <a:pt x="791759" y="267219"/>
                      </a:cubicBezTo>
                      <a:cubicBezTo>
                        <a:pt x="782022" y="274274"/>
                        <a:pt x="762994" y="271343"/>
                        <a:pt x="757877" y="284260"/>
                      </a:cubicBezTo>
                      <a:cubicBezTo>
                        <a:pt x="752760" y="297177"/>
                        <a:pt x="762497" y="295438"/>
                        <a:pt x="768161" y="295438"/>
                      </a:cubicBezTo>
                      <a:cubicBezTo>
                        <a:pt x="776010" y="295438"/>
                        <a:pt x="775364" y="284856"/>
                        <a:pt x="789722" y="287191"/>
                      </a:cubicBezTo>
                      <a:cubicBezTo>
                        <a:pt x="804129" y="289526"/>
                        <a:pt x="814364" y="270150"/>
                        <a:pt x="820524" y="277205"/>
                      </a:cubicBezTo>
                      <a:cubicBezTo>
                        <a:pt x="826684" y="284260"/>
                        <a:pt x="795882" y="297773"/>
                        <a:pt x="782518" y="300157"/>
                      </a:cubicBezTo>
                      <a:cubicBezTo>
                        <a:pt x="769154" y="302492"/>
                        <a:pt x="772235" y="314863"/>
                        <a:pt x="785102" y="336623"/>
                      </a:cubicBezTo>
                      <a:cubicBezTo>
                        <a:pt x="797919" y="358383"/>
                        <a:pt x="779438" y="346012"/>
                        <a:pt x="779438" y="356594"/>
                      </a:cubicBezTo>
                      <a:cubicBezTo>
                        <a:pt x="779438" y="367176"/>
                        <a:pt x="755293" y="353067"/>
                        <a:pt x="765081" y="349540"/>
                      </a:cubicBezTo>
                      <a:cubicBezTo>
                        <a:pt x="774818" y="346012"/>
                        <a:pt x="770198" y="334834"/>
                        <a:pt x="762497" y="327780"/>
                      </a:cubicBezTo>
                      <a:cubicBezTo>
                        <a:pt x="754797" y="320725"/>
                        <a:pt x="749680" y="327780"/>
                        <a:pt x="750673" y="320129"/>
                      </a:cubicBezTo>
                      <a:cubicBezTo>
                        <a:pt x="751716" y="312478"/>
                        <a:pt x="742426" y="320725"/>
                        <a:pt x="735272" y="314267"/>
                      </a:cubicBezTo>
                      <a:cubicBezTo>
                        <a:pt x="728068" y="307808"/>
                        <a:pt x="724491" y="302492"/>
                        <a:pt x="714704" y="308404"/>
                      </a:cubicBezTo>
                      <a:cubicBezTo>
                        <a:pt x="704967" y="314267"/>
                        <a:pt x="693640" y="312528"/>
                        <a:pt x="672079" y="316651"/>
                      </a:cubicBezTo>
                      <a:cubicBezTo>
                        <a:pt x="650517" y="320775"/>
                        <a:pt x="610971" y="319582"/>
                        <a:pt x="603768" y="311335"/>
                      </a:cubicBezTo>
                      <a:cubicBezTo>
                        <a:pt x="596564" y="303089"/>
                        <a:pt x="622249" y="288433"/>
                        <a:pt x="629949" y="290768"/>
                      </a:cubicBezTo>
                      <a:cubicBezTo>
                        <a:pt x="637401" y="293053"/>
                        <a:pt x="633030" y="281378"/>
                        <a:pt x="621206" y="270796"/>
                      </a:cubicBezTo>
                      <a:cubicBezTo>
                        <a:pt x="609382" y="260214"/>
                        <a:pt x="583200" y="253756"/>
                        <a:pt x="583697" y="260214"/>
                      </a:cubicBezTo>
                      <a:cubicBezTo>
                        <a:pt x="584194" y="266673"/>
                        <a:pt x="568793" y="260810"/>
                        <a:pt x="549815" y="256687"/>
                      </a:cubicBezTo>
                      <a:cubicBezTo>
                        <a:pt x="530837" y="252563"/>
                        <a:pt x="528253" y="244913"/>
                        <a:pt x="515932" y="244316"/>
                      </a:cubicBezTo>
                      <a:cubicBezTo>
                        <a:pt x="504009" y="243720"/>
                        <a:pt x="485131" y="239597"/>
                        <a:pt x="470723" y="226680"/>
                      </a:cubicBezTo>
                      <a:cubicBezTo>
                        <a:pt x="456316" y="213763"/>
                        <a:pt x="422434" y="217290"/>
                        <a:pt x="418310" y="229015"/>
                      </a:cubicBezTo>
                      <a:cubicBezTo>
                        <a:pt x="414187" y="240789"/>
                        <a:pt x="402909" y="240193"/>
                        <a:pt x="391582" y="240193"/>
                      </a:cubicBezTo>
                      <a:cubicBezTo>
                        <a:pt x="380255" y="240193"/>
                        <a:pt x="396699" y="225637"/>
                        <a:pt x="392625" y="223153"/>
                      </a:cubicBezTo>
                      <a:cubicBezTo>
                        <a:pt x="387210" y="219824"/>
                        <a:pt x="393122" y="203777"/>
                        <a:pt x="384925" y="202585"/>
                      </a:cubicBezTo>
                      <a:cubicBezTo>
                        <a:pt x="376728" y="201392"/>
                        <a:pt x="369027" y="241385"/>
                        <a:pt x="353577" y="240193"/>
                      </a:cubicBezTo>
                      <a:cubicBezTo>
                        <a:pt x="338176" y="239001"/>
                        <a:pt x="331469" y="197865"/>
                        <a:pt x="318651" y="187283"/>
                      </a:cubicBezTo>
                      <a:cubicBezTo>
                        <a:pt x="305833" y="176701"/>
                        <a:pt x="294009" y="176105"/>
                        <a:pt x="304790" y="192003"/>
                      </a:cubicBezTo>
                      <a:cubicBezTo>
                        <a:pt x="315571" y="207901"/>
                        <a:pt x="295550" y="196722"/>
                        <a:pt x="296593" y="207304"/>
                      </a:cubicBezTo>
                      <a:cubicBezTo>
                        <a:pt x="297636" y="217886"/>
                        <a:pt x="279155" y="230257"/>
                        <a:pt x="279652" y="224345"/>
                      </a:cubicBezTo>
                      <a:cubicBezTo>
                        <a:pt x="280149" y="218483"/>
                        <a:pt x="269368" y="211974"/>
                        <a:pt x="257047" y="228468"/>
                      </a:cubicBezTo>
                      <a:cubicBezTo>
                        <a:pt x="244726" y="244913"/>
                        <a:pt x="235983" y="242578"/>
                        <a:pt x="234939" y="236715"/>
                      </a:cubicBezTo>
                      <a:cubicBezTo>
                        <a:pt x="233896" y="230853"/>
                        <a:pt x="197430" y="252017"/>
                        <a:pt x="198971" y="259072"/>
                      </a:cubicBezTo>
                      <a:cubicBezTo>
                        <a:pt x="200511" y="266126"/>
                        <a:pt x="193307" y="271392"/>
                        <a:pt x="183570" y="270846"/>
                      </a:cubicBezTo>
                      <a:cubicBezTo>
                        <a:pt x="173832" y="270250"/>
                        <a:pt x="181533" y="260860"/>
                        <a:pt x="189233" y="256140"/>
                      </a:cubicBezTo>
                      <a:cubicBezTo>
                        <a:pt x="197878" y="250874"/>
                        <a:pt x="221575" y="229114"/>
                        <a:pt x="233896" y="226779"/>
                      </a:cubicBezTo>
                      <a:cubicBezTo>
                        <a:pt x="244677" y="224693"/>
                        <a:pt x="264152" y="215899"/>
                        <a:pt x="269169" y="209391"/>
                      </a:cubicBezTo>
                      <a:cubicBezTo>
                        <a:pt x="268821" y="209391"/>
                        <a:pt x="268474" y="209441"/>
                        <a:pt x="268126" y="209490"/>
                      </a:cubicBezTo>
                      <a:cubicBezTo>
                        <a:pt x="247558" y="210136"/>
                        <a:pt x="228232" y="215750"/>
                        <a:pt x="209006" y="221811"/>
                      </a:cubicBezTo>
                      <a:cubicBezTo>
                        <a:pt x="207118" y="222507"/>
                        <a:pt x="205280" y="223053"/>
                        <a:pt x="203492" y="223550"/>
                      </a:cubicBezTo>
                      <a:cubicBezTo>
                        <a:pt x="198772" y="225040"/>
                        <a:pt x="194003" y="226580"/>
                        <a:pt x="189283" y="228021"/>
                      </a:cubicBezTo>
                      <a:cubicBezTo>
                        <a:pt x="187544" y="229313"/>
                        <a:pt x="186998" y="231052"/>
                        <a:pt x="188240" y="233834"/>
                      </a:cubicBezTo>
                      <a:cubicBezTo>
                        <a:pt x="192363" y="243223"/>
                        <a:pt x="175422" y="232642"/>
                        <a:pt x="171795" y="239100"/>
                      </a:cubicBezTo>
                      <a:cubicBezTo>
                        <a:pt x="168218" y="245558"/>
                        <a:pt x="161511" y="238504"/>
                        <a:pt x="166678" y="234977"/>
                      </a:cubicBezTo>
                      <a:cubicBezTo>
                        <a:pt x="167175" y="234629"/>
                        <a:pt x="167423" y="234231"/>
                        <a:pt x="167523" y="233884"/>
                      </a:cubicBezTo>
                      <a:cubicBezTo>
                        <a:pt x="160965" y="235374"/>
                        <a:pt x="154357" y="236517"/>
                        <a:pt x="147601" y="237212"/>
                      </a:cubicBezTo>
                      <a:cubicBezTo>
                        <a:pt x="145415" y="238007"/>
                        <a:pt x="142633" y="238504"/>
                        <a:pt x="138907" y="238504"/>
                      </a:cubicBezTo>
                      <a:cubicBezTo>
                        <a:pt x="126586" y="238504"/>
                        <a:pt x="114265" y="248490"/>
                        <a:pt x="122463" y="255544"/>
                      </a:cubicBezTo>
                      <a:cubicBezTo>
                        <a:pt x="130660" y="262599"/>
                        <a:pt x="135827" y="266126"/>
                        <a:pt x="131703" y="270846"/>
                      </a:cubicBezTo>
                      <a:cubicBezTo>
                        <a:pt x="127580" y="275566"/>
                        <a:pt x="114762" y="258475"/>
                        <a:pt x="96778" y="260264"/>
                      </a:cubicBezTo>
                      <a:cubicBezTo>
                        <a:pt x="78793" y="262052"/>
                        <a:pt x="42825" y="237361"/>
                        <a:pt x="42825" y="231449"/>
                      </a:cubicBezTo>
                      <a:cubicBezTo>
                        <a:pt x="42825" y="226680"/>
                        <a:pt x="17537" y="229661"/>
                        <a:pt x="0" y="227475"/>
                      </a:cubicBezTo>
                      <a:lnTo>
                        <a:pt x="0" y="633713"/>
                      </a:lnTo>
                      <a:cubicBezTo>
                        <a:pt x="0" y="633713"/>
                        <a:pt x="8893" y="641314"/>
                        <a:pt x="12321" y="636594"/>
                      </a:cubicBezTo>
                      <a:cubicBezTo>
                        <a:pt x="15749" y="631874"/>
                        <a:pt x="21909" y="638184"/>
                        <a:pt x="33534" y="631874"/>
                      </a:cubicBezTo>
                      <a:cubicBezTo>
                        <a:pt x="45160" y="625615"/>
                        <a:pt x="49283" y="638929"/>
                        <a:pt x="49283" y="645189"/>
                      </a:cubicBezTo>
                      <a:cubicBezTo>
                        <a:pt x="49283" y="651449"/>
                        <a:pt x="65727" y="661683"/>
                        <a:pt x="72583" y="671818"/>
                      </a:cubicBezTo>
                      <a:cubicBezTo>
                        <a:pt x="79439" y="682002"/>
                        <a:pt x="82867" y="690647"/>
                        <a:pt x="90369" y="685132"/>
                      </a:cubicBezTo>
                      <a:cubicBezTo>
                        <a:pt x="97920" y="679667"/>
                        <a:pt x="111583" y="676537"/>
                        <a:pt x="111583" y="666303"/>
                      </a:cubicBezTo>
                      <a:cubicBezTo>
                        <a:pt x="111583" y="656119"/>
                        <a:pt x="143080" y="654578"/>
                        <a:pt x="143080" y="667893"/>
                      </a:cubicBezTo>
                      <a:cubicBezTo>
                        <a:pt x="143080" y="681207"/>
                        <a:pt x="175273" y="696906"/>
                        <a:pt x="193059" y="732925"/>
                      </a:cubicBezTo>
                      <a:cubicBezTo>
                        <a:pt x="210844" y="768993"/>
                        <a:pt x="208112" y="776842"/>
                        <a:pt x="234144" y="788567"/>
                      </a:cubicBezTo>
                      <a:cubicBezTo>
                        <a:pt x="260177" y="800341"/>
                        <a:pt x="259482" y="806601"/>
                        <a:pt x="256054" y="816785"/>
                      </a:cubicBezTo>
                      <a:cubicBezTo>
                        <a:pt x="252626" y="826920"/>
                        <a:pt x="271802" y="832435"/>
                        <a:pt x="260873" y="841030"/>
                      </a:cubicBezTo>
                      <a:cubicBezTo>
                        <a:pt x="256650" y="844358"/>
                        <a:pt x="250787" y="849177"/>
                        <a:pt x="245074" y="853798"/>
                      </a:cubicBezTo>
                      <a:cubicBezTo>
                        <a:pt x="245571" y="858964"/>
                        <a:pt x="249645" y="862293"/>
                        <a:pt x="254911" y="867261"/>
                      </a:cubicBezTo>
                      <a:cubicBezTo>
                        <a:pt x="258389" y="870589"/>
                        <a:pt x="254364" y="872030"/>
                        <a:pt x="251086" y="873620"/>
                      </a:cubicBezTo>
                      <a:cubicBezTo>
                        <a:pt x="251284" y="873620"/>
                        <a:pt x="251433" y="873570"/>
                        <a:pt x="251632" y="873570"/>
                      </a:cubicBezTo>
                      <a:cubicBezTo>
                        <a:pt x="263257" y="873570"/>
                        <a:pt x="276373" y="883804"/>
                        <a:pt x="276969" y="896324"/>
                      </a:cubicBezTo>
                      <a:cubicBezTo>
                        <a:pt x="277764" y="896771"/>
                        <a:pt x="278410" y="897616"/>
                        <a:pt x="278956" y="898709"/>
                      </a:cubicBezTo>
                      <a:cubicBezTo>
                        <a:pt x="281987" y="902037"/>
                        <a:pt x="283924" y="906260"/>
                        <a:pt x="284670" y="910930"/>
                      </a:cubicBezTo>
                      <a:cubicBezTo>
                        <a:pt x="286557" y="913911"/>
                        <a:pt x="287799" y="917240"/>
                        <a:pt x="288445" y="920667"/>
                      </a:cubicBezTo>
                      <a:cubicBezTo>
                        <a:pt x="293264" y="916445"/>
                        <a:pt x="302356" y="932044"/>
                        <a:pt x="306777" y="934876"/>
                      </a:cubicBezTo>
                      <a:cubicBezTo>
                        <a:pt x="311398" y="937807"/>
                        <a:pt x="316018" y="946650"/>
                        <a:pt x="308318" y="946650"/>
                      </a:cubicBezTo>
                      <a:cubicBezTo>
                        <a:pt x="300617" y="946650"/>
                        <a:pt x="301660" y="961952"/>
                        <a:pt x="307274" y="962498"/>
                      </a:cubicBezTo>
                      <a:cubicBezTo>
                        <a:pt x="312938" y="963095"/>
                        <a:pt x="312391" y="971342"/>
                        <a:pt x="312391" y="976608"/>
                      </a:cubicBezTo>
                      <a:cubicBezTo>
                        <a:pt x="312391" y="981874"/>
                        <a:pt x="330376" y="989525"/>
                        <a:pt x="337033" y="987190"/>
                      </a:cubicBezTo>
                      <a:cubicBezTo>
                        <a:pt x="343690" y="984855"/>
                        <a:pt x="349850" y="991860"/>
                        <a:pt x="352931" y="998368"/>
                      </a:cubicBezTo>
                      <a:cubicBezTo>
                        <a:pt x="356011" y="1004826"/>
                        <a:pt x="368332" y="1009546"/>
                        <a:pt x="372952" y="1005422"/>
                      </a:cubicBezTo>
                      <a:cubicBezTo>
                        <a:pt x="377572" y="1001299"/>
                        <a:pt x="380652" y="1013073"/>
                        <a:pt x="381696" y="1021271"/>
                      </a:cubicBezTo>
                      <a:cubicBezTo>
                        <a:pt x="382739" y="1029518"/>
                        <a:pt x="392973" y="1024798"/>
                        <a:pt x="399134" y="1024202"/>
                      </a:cubicBezTo>
                      <a:cubicBezTo>
                        <a:pt x="405294" y="1023606"/>
                        <a:pt x="408871" y="1033591"/>
                        <a:pt x="412994" y="1031853"/>
                      </a:cubicBezTo>
                      <a:cubicBezTo>
                        <a:pt x="422036" y="1027928"/>
                        <a:pt x="424769" y="1046061"/>
                        <a:pt x="430780" y="1056643"/>
                      </a:cubicBezTo>
                      <a:lnTo>
                        <a:pt x="1069225" y="1052718"/>
                      </a:lnTo>
                      <a:cubicBezTo>
                        <a:pt x="1069225" y="1052718"/>
                        <a:pt x="1069672" y="1034585"/>
                        <a:pt x="1077174" y="1040845"/>
                      </a:cubicBezTo>
                      <a:cubicBezTo>
                        <a:pt x="1084725" y="1047104"/>
                        <a:pt x="1077869" y="1057289"/>
                        <a:pt x="1086762" y="1061263"/>
                      </a:cubicBezTo>
                      <a:cubicBezTo>
                        <a:pt x="1095655" y="1065188"/>
                        <a:pt x="1101815" y="1071448"/>
                        <a:pt x="1106634" y="1069113"/>
                      </a:cubicBezTo>
                      <a:cubicBezTo>
                        <a:pt x="1111404" y="1066778"/>
                        <a:pt x="1119651" y="1058928"/>
                        <a:pt x="1127848" y="1069908"/>
                      </a:cubicBezTo>
                      <a:cubicBezTo>
                        <a:pt x="1136045" y="1080887"/>
                        <a:pt x="1142255" y="1071448"/>
                        <a:pt x="1147025" y="1078503"/>
                      </a:cubicBezTo>
                      <a:cubicBezTo>
                        <a:pt x="1151844" y="1085557"/>
                        <a:pt x="1160736" y="1091022"/>
                        <a:pt x="1166897" y="1082427"/>
                      </a:cubicBezTo>
                      <a:cubicBezTo>
                        <a:pt x="1171914" y="1075422"/>
                        <a:pt x="1190843" y="1083918"/>
                        <a:pt x="1200034" y="1087743"/>
                      </a:cubicBezTo>
                      <a:cubicBezTo>
                        <a:pt x="1211262" y="1077410"/>
                        <a:pt x="1220204" y="1055401"/>
                        <a:pt x="1230240" y="1055401"/>
                      </a:cubicBezTo>
                      <a:cubicBezTo>
                        <a:pt x="1243604" y="1055401"/>
                        <a:pt x="1277486" y="1058928"/>
                        <a:pt x="1279572" y="1078900"/>
                      </a:cubicBezTo>
                      <a:cubicBezTo>
                        <a:pt x="1281609" y="1098921"/>
                        <a:pt x="1302177" y="1080092"/>
                        <a:pt x="1304214" y="1098921"/>
                      </a:cubicBezTo>
                      <a:cubicBezTo>
                        <a:pt x="1305953" y="1114869"/>
                        <a:pt x="1319515" y="1127488"/>
                        <a:pt x="1317280" y="1135933"/>
                      </a:cubicBezTo>
                      <a:cubicBezTo>
                        <a:pt x="1321205" y="1138715"/>
                        <a:pt x="1326073" y="1142441"/>
                        <a:pt x="1330495" y="1146416"/>
                      </a:cubicBezTo>
                      <a:cubicBezTo>
                        <a:pt x="1337003" y="1143932"/>
                        <a:pt x="1354391" y="1147111"/>
                        <a:pt x="1365867" y="1151781"/>
                      </a:cubicBezTo>
                      <a:cubicBezTo>
                        <a:pt x="1380275" y="1157644"/>
                        <a:pt x="1401836" y="1144727"/>
                        <a:pt x="1408990" y="1164698"/>
                      </a:cubicBezTo>
                      <a:cubicBezTo>
                        <a:pt x="1416194" y="1184670"/>
                        <a:pt x="1432886" y="1199773"/>
                        <a:pt x="1417187" y="1201114"/>
                      </a:cubicBezTo>
                      <a:cubicBezTo>
                        <a:pt x="1403823" y="1202307"/>
                        <a:pt x="1386385" y="1181143"/>
                        <a:pt x="1387379" y="1192867"/>
                      </a:cubicBezTo>
                      <a:cubicBezTo>
                        <a:pt x="1388422" y="1204642"/>
                        <a:pt x="1380175" y="1198730"/>
                        <a:pt x="1380175" y="1216366"/>
                      </a:cubicBezTo>
                      <a:cubicBezTo>
                        <a:pt x="1380175" y="1234003"/>
                        <a:pt x="1369891" y="1258694"/>
                        <a:pt x="1363731" y="1257502"/>
                      </a:cubicBezTo>
                      <a:cubicBezTo>
                        <a:pt x="1363483" y="1257452"/>
                        <a:pt x="1363334" y="1257303"/>
                        <a:pt x="1363135" y="1257204"/>
                      </a:cubicBezTo>
                      <a:cubicBezTo>
                        <a:pt x="1362092" y="1263861"/>
                        <a:pt x="1361992" y="1272555"/>
                        <a:pt x="1366911" y="1277970"/>
                      </a:cubicBezTo>
                      <a:cubicBezTo>
                        <a:pt x="1374710" y="1271462"/>
                        <a:pt x="1385938" y="1260284"/>
                        <a:pt x="1395576" y="1261029"/>
                      </a:cubicBezTo>
                      <a:cubicBezTo>
                        <a:pt x="1410977" y="1262172"/>
                        <a:pt x="1415101" y="1272803"/>
                        <a:pt x="1425385" y="1264556"/>
                      </a:cubicBezTo>
                      <a:cubicBezTo>
                        <a:pt x="1435668" y="1256309"/>
                        <a:pt x="1437705" y="1252782"/>
                        <a:pt x="1439792" y="1258694"/>
                      </a:cubicBezTo>
                      <a:cubicBezTo>
                        <a:pt x="1440040" y="1259439"/>
                        <a:pt x="1439842" y="1260383"/>
                        <a:pt x="1439444" y="1261327"/>
                      </a:cubicBezTo>
                      <a:cubicBezTo>
                        <a:pt x="1443369" y="1258942"/>
                        <a:pt x="1446101" y="1256607"/>
                        <a:pt x="1446300" y="1254769"/>
                      </a:cubicBezTo>
                      <a:cubicBezTo>
                        <a:pt x="1446598" y="1251788"/>
                        <a:pt x="1445903" y="1247864"/>
                        <a:pt x="1445008" y="1244287"/>
                      </a:cubicBezTo>
                      <a:cubicBezTo>
                        <a:pt x="1434725" y="1246025"/>
                        <a:pt x="1431346" y="1246870"/>
                        <a:pt x="1428514" y="1238722"/>
                      </a:cubicBezTo>
                      <a:cubicBezTo>
                        <a:pt x="1424391" y="1226998"/>
                        <a:pt x="1459316" y="1215224"/>
                        <a:pt x="1475761" y="1217558"/>
                      </a:cubicBezTo>
                      <a:cubicBezTo>
                        <a:pt x="1491360" y="1219794"/>
                        <a:pt x="1502290" y="1207275"/>
                        <a:pt x="1507755" y="1214925"/>
                      </a:cubicBezTo>
                      <a:cubicBezTo>
                        <a:pt x="1517641" y="1204791"/>
                        <a:pt x="1534483" y="1188148"/>
                        <a:pt x="1538756" y="1188148"/>
                      </a:cubicBezTo>
                      <a:cubicBezTo>
                        <a:pt x="1544916" y="1188148"/>
                        <a:pt x="1618195" y="1187353"/>
                        <a:pt x="1618195" y="1187353"/>
                      </a:cubicBezTo>
                      <a:cubicBezTo>
                        <a:pt x="1618195" y="1187353"/>
                        <a:pt x="1643532" y="1169319"/>
                        <a:pt x="1646960" y="1152874"/>
                      </a:cubicBezTo>
                      <a:cubicBezTo>
                        <a:pt x="1650388" y="1136430"/>
                        <a:pt x="1666832" y="1097232"/>
                        <a:pt x="1676421" y="1105827"/>
                      </a:cubicBezTo>
                      <a:cubicBezTo>
                        <a:pt x="1686009" y="1114422"/>
                        <a:pt x="1706576" y="1108162"/>
                        <a:pt x="1707222" y="1116011"/>
                      </a:cubicBezTo>
                      <a:cubicBezTo>
                        <a:pt x="1707868" y="1123265"/>
                        <a:pt x="1700416" y="1149893"/>
                        <a:pt x="1726747" y="1189737"/>
                      </a:cubicBezTo>
                      <a:cubicBezTo>
                        <a:pt x="1735987" y="1183030"/>
                        <a:pt x="1745576" y="1177814"/>
                        <a:pt x="1751041" y="1178112"/>
                      </a:cubicBezTo>
                      <a:cubicBezTo>
                        <a:pt x="1760281" y="1178708"/>
                        <a:pt x="1774142" y="1164599"/>
                        <a:pt x="1778266" y="1155756"/>
                      </a:cubicBezTo>
                      <a:cubicBezTo>
                        <a:pt x="1782389" y="1146962"/>
                        <a:pt x="1788003" y="1164003"/>
                        <a:pt x="1779806" y="1166934"/>
                      </a:cubicBezTo>
                      <a:cubicBezTo>
                        <a:pt x="1771608" y="1169865"/>
                        <a:pt x="1786513" y="1176920"/>
                        <a:pt x="1800870" y="1176324"/>
                      </a:cubicBezTo>
                      <a:cubicBezTo>
                        <a:pt x="1815228" y="1175727"/>
                        <a:pt x="1794163" y="1182186"/>
                        <a:pt x="1783432" y="1181639"/>
                      </a:cubicBezTo>
                      <a:cubicBezTo>
                        <a:pt x="1772652" y="1181043"/>
                        <a:pt x="1768031" y="1182832"/>
                        <a:pt x="1753624" y="1199276"/>
                      </a:cubicBezTo>
                      <a:cubicBezTo>
                        <a:pt x="1739217" y="1215720"/>
                        <a:pt x="1742843" y="1220440"/>
                        <a:pt x="1751041" y="1228637"/>
                      </a:cubicBezTo>
                      <a:cubicBezTo>
                        <a:pt x="1759288" y="1236884"/>
                        <a:pt x="1770068" y="1233357"/>
                        <a:pt x="1781346" y="1222179"/>
                      </a:cubicBezTo>
                      <a:cubicBezTo>
                        <a:pt x="1792623" y="1211001"/>
                        <a:pt x="1792126" y="1199823"/>
                        <a:pt x="1803454" y="1200419"/>
                      </a:cubicBezTo>
                      <a:cubicBezTo>
                        <a:pt x="1807825" y="1200667"/>
                        <a:pt x="1814930" y="1198928"/>
                        <a:pt x="1822730" y="1196444"/>
                      </a:cubicBezTo>
                      <a:cubicBezTo>
                        <a:pt x="1823624" y="1195153"/>
                        <a:pt x="1824568" y="1194010"/>
                        <a:pt x="1825611" y="1193165"/>
                      </a:cubicBezTo>
                      <a:cubicBezTo>
                        <a:pt x="1828145" y="1191128"/>
                        <a:pt x="1830629" y="1189042"/>
                        <a:pt x="1833163" y="1187005"/>
                      </a:cubicBezTo>
                      <a:cubicBezTo>
                        <a:pt x="1834206" y="1186061"/>
                        <a:pt x="1835349" y="1185167"/>
                        <a:pt x="1836342" y="1184123"/>
                      </a:cubicBezTo>
                      <a:cubicBezTo>
                        <a:pt x="1841211" y="1179205"/>
                        <a:pt x="1847471" y="1176870"/>
                        <a:pt x="1854227" y="1176572"/>
                      </a:cubicBezTo>
                      <a:cubicBezTo>
                        <a:pt x="1855817" y="1176522"/>
                        <a:pt x="1857357" y="1176622"/>
                        <a:pt x="1858847" y="1176920"/>
                      </a:cubicBezTo>
                      <a:cubicBezTo>
                        <a:pt x="1859791" y="1175479"/>
                        <a:pt x="1860785" y="1174088"/>
                        <a:pt x="1861878" y="1172846"/>
                      </a:cubicBezTo>
                      <a:cubicBezTo>
                        <a:pt x="1861630" y="1172101"/>
                        <a:pt x="1861481" y="1171306"/>
                        <a:pt x="1861481" y="1170412"/>
                      </a:cubicBezTo>
                      <a:cubicBezTo>
                        <a:pt x="1861481" y="1167182"/>
                        <a:pt x="1867194" y="1165543"/>
                        <a:pt x="1873901" y="1163903"/>
                      </a:cubicBezTo>
                      <a:cubicBezTo>
                        <a:pt x="1874248" y="1163754"/>
                        <a:pt x="1874547" y="1163556"/>
                        <a:pt x="1874845" y="1163407"/>
                      </a:cubicBezTo>
                      <a:cubicBezTo>
                        <a:pt x="1877229" y="1156004"/>
                        <a:pt x="1883290" y="1150291"/>
                        <a:pt x="1890444" y="1147509"/>
                      </a:cubicBezTo>
                      <a:cubicBezTo>
                        <a:pt x="1888308" y="1146764"/>
                        <a:pt x="1885774" y="1146515"/>
                        <a:pt x="1883539" y="1146863"/>
                      </a:cubicBezTo>
                      <a:cubicBezTo>
                        <a:pt x="1876335" y="1148055"/>
                        <a:pt x="1881999" y="1135089"/>
                        <a:pt x="1883042" y="1128630"/>
                      </a:cubicBezTo>
                      <a:cubicBezTo>
                        <a:pt x="1884085" y="1122172"/>
                        <a:pt x="1867641" y="1131561"/>
                        <a:pt x="1867144" y="1139212"/>
                      </a:cubicBezTo>
                      <a:cubicBezTo>
                        <a:pt x="1866647" y="1146863"/>
                        <a:pt x="1855320" y="1149794"/>
                        <a:pt x="1855320" y="1154514"/>
                      </a:cubicBezTo>
                      <a:cubicBezTo>
                        <a:pt x="1855320" y="1168226"/>
                        <a:pt x="1853780" y="1160972"/>
                        <a:pt x="1845583" y="1165692"/>
                      </a:cubicBezTo>
                      <a:cubicBezTo>
                        <a:pt x="1837385" y="1170412"/>
                        <a:pt x="1805490" y="1165692"/>
                        <a:pt x="1804497" y="1157445"/>
                      </a:cubicBezTo>
                      <a:cubicBezTo>
                        <a:pt x="1803454" y="1149198"/>
                        <a:pt x="1780352" y="1145124"/>
                        <a:pt x="1779309" y="1133946"/>
                      </a:cubicBezTo>
                      <a:cubicBezTo>
                        <a:pt x="1779259" y="1133300"/>
                        <a:pt x="1779160" y="1132754"/>
                        <a:pt x="1779061" y="1132158"/>
                      </a:cubicBezTo>
                      <a:cubicBezTo>
                        <a:pt x="1773000" y="1127239"/>
                        <a:pt x="1768876" y="1119787"/>
                        <a:pt x="1769621" y="1112186"/>
                      </a:cubicBezTo>
                      <a:cubicBezTo>
                        <a:pt x="1770267" y="1105579"/>
                        <a:pt x="1771708" y="1100461"/>
                        <a:pt x="1773745" y="1094798"/>
                      </a:cubicBezTo>
                      <a:cubicBezTo>
                        <a:pt x="1773447" y="1094450"/>
                        <a:pt x="1773149" y="1094102"/>
                        <a:pt x="1772850" y="1093755"/>
                      </a:cubicBezTo>
                      <a:cubicBezTo>
                        <a:pt x="1770665" y="1094301"/>
                        <a:pt x="1768280" y="1095692"/>
                        <a:pt x="1765945" y="1098126"/>
                      </a:cubicBezTo>
                      <a:cubicBezTo>
                        <a:pt x="1757201" y="1107516"/>
                        <a:pt x="1752084" y="1092860"/>
                        <a:pt x="1763908" y="1087544"/>
                      </a:cubicBezTo>
                      <a:cubicBezTo>
                        <a:pt x="1765299" y="1086948"/>
                        <a:pt x="1766789" y="1086302"/>
                        <a:pt x="1768379" y="1085657"/>
                      </a:cubicBezTo>
                      <a:cubicBezTo>
                        <a:pt x="1768330" y="1085557"/>
                        <a:pt x="1768330" y="1085458"/>
                        <a:pt x="1768280" y="1085359"/>
                      </a:cubicBezTo>
                      <a:cubicBezTo>
                        <a:pt x="1765547" y="1082278"/>
                        <a:pt x="1763511" y="1078552"/>
                        <a:pt x="1762268" y="1074627"/>
                      </a:cubicBezTo>
                      <a:cubicBezTo>
                        <a:pt x="1760679" y="1069610"/>
                        <a:pt x="1761275" y="1063400"/>
                        <a:pt x="1763212" y="1058283"/>
                      </a:cubicBezTo>
                      <a:cubicBezTo>
                        <a:pt x="1756009" y="1056941"/>
                        <a:pt x="1750842" y="1052818"/>
                        <a:pt x="1747662" y="1047402"/>
                      </a:cubicBezTo>
                      <a:cubicBezTo>
                        <a:pt x="1723915" y="1052818"/>
                        <a:pt x="1696541" y="1065586"/>
                        <a:pt x="1686307" y="1072292"/>
                      </a:cubicBezTo>
                      <a:cubicBezTo>
                        <a:pt x="1668323" y="1084067"/>
                        <a:pt x="1645718" y="1121675"/>
                        <a:pt x="1635980" y="1121675"/>
                      </a:cubicBezTo>
                      <a:cubicBezTo>
                        <a:pt x="1626243" y="1121675"/>
                        <a:pt x="1652922" y="1101703"/>
                        <a:pt x="1657045" y="1094053"/>
                      </a:cubicBezTo>
                      <a:cubicBezTo>
                        <a:pt x="1661169" y="1086402"/>
                        <a:pt x="1656002" y="1078751"/>
                        <a:pt x="1661665" y="1081682"/>
                      </a:cubicBezTo>
                      <a:cubicBezTo>
                        <a:pt x="1667329" y="1084613"/>
                        <a:pt x="1683227" y="1056395"/>
                        <a:pt x="1694007" y="1047005"/>
                      </a:cubicBezTo>
                      <a:cubicBezTo>
                        <a:pt x="1704788" y="1037616"/>
                        <a:pt x="1716612" y="1046409"/>
                        <a:pt x="1718152" y="1038758"/>
                      </a:cubicBezTo>
                      <a:cubicBezTo>
                        <a:pt x="1719692" y="1031107"/>
                        <a:pt x="1724809" y="1025841"/>
                        <a:pt x="1735093" y="1015259"/>
                      </a:cubicBezTo>
                      <a:cubicBezTo>
                        <a:pt x="1737428" y="1012825"/>
                        <a:pt x="1745675" y="1011086"/>
                        <a:pt x="1757102" y="1009794"/>
                      </a:cubicBezTo>
                      <a:cubicBezTo>
                        <a:pt x="1760281" y="1008254"/>
                        <a:pt x="1763958" y="1007310"/>
                        <a:pt x="1768280" y="1007310"/>
                      </a:cubicBezTo>
                      <a:cubicBezTo>
                        <a:pt x="1770863" y="1007310"/>
                        <a:pt x="1773198" y="1007658"/>
                        <a:pt x="1775334" y="1008254"/>
                      </a:cubicBezTo>
                      <a:cubicBezTo>
                        <a:pt x="1801417" y="1006615"/>
                        <a:pt x="1834305" y="1006416"/>
                        <a:pt x="1856413" y="1006615"/>
                      </a:cubicBezTo>
                      <a:cubicBezTo>
                        <a:pt x="1859593" y="1006019"/>
                        <a:pt x="1862772" y="1006068"/>
                        <a:pt x="1865902" y="1006714"/>
                      </a:cubicBezTo>
                      <a:cubicBezTo>
                        <a:pt x="1872907" y="1006814"/>
                        <a:pt x="1877974" y="1006963"/>
                        <a:pt x="1879912" y="1007062"/>
                      </a:cubicBezTo>
                      <a:cubicBezTo>
                        <a:pt x="1891736" y="1007658"/>
                        <a:pt x="1914837" y="989425"/>
                        <a:pt x="1921495" y="977651"/>
                      </a:cubicBezTo>
                      <a:cubicBezTo>
                        <a:pt x="1928201" y="965877"/>
                        <a:pt x="1936896" y="965877"/>
                        <a:pt x="1953340" y="967069"/>
                      </a:cubicBezTo>
                      <a:cubicBezTo>
                        <a:pt x="1969784" y="968261"/>
                        <a:pt x="1977485" y="951221"/>
                        <a:pt x="1985682" y="944713"/>
                      </a:cubicBezTo>
                      <a:cubicBezTo>
                        <a:pt x="1994277" y="938503"/>
                        <a:pt x="1991196" y="935572"/>
                        <a:pt x="1983993" y="933833"/>
                      </a:cubicBezTo>
                      <a:close/>
                      <a:moveTo>
                        <a:pt x="546883" y="385310"/>
                      </a:moveTo>
                      <a:cubicBezTo>
                        <a:pt x="533420" y="404487"/>
                        <a:pt x="528899" y="407269"/>
                        <a:pt x="515038" y="404487"/>
                      </a:cubicBezTo>
                      <a:cubicBezTo>
                        <a:pt x="501177" y="401704"/>
                        <a:pt x="492583" y="409653"/>
                        <a:pt x="499538" y="415267"/>
                      </a:cubicBezTo>
                      <a:cubicBezTo>
                        <a:pt x="506493" y="420881"/>
                        <a:pt x="506891" y="425551"/>
                        <a:pt x="492583" y="429277"/>
                      </a:cubicBezTo>
                      <a:cubicBezTo>
                        <a:pt x="478275" y="433003"/>
                        <a:pt x="468885" y="445622"/>
                        <a:pt x="463172" y="444231"/>
                      </a:cubicBezTo>
                      <a:cubicBezTo>
                        <a:pt x="457458" y="442840"/>
                        <a:pt x="487664" y="418049"/>
                        <a:pt x="479914" y="411541"/>
                      </a:cubicBezTo>
                      <a:cubicBezTo>
                        <a:pt x="472164" y="405033"/>
                        <a:pt x="452987" y="422769"/>
                        <a:pt x="452540" y="430718"/>
                      </a:cubicBezTo>
                      <a:cubicBezTo>
                        <a:pt x="452143" y="438667"/>
                        <a:pt x="439474" y="439114"/>
                        <a:pt x="431724" y="438667"/>
                      </a:cubicBezTo>
                      <a:cubicBezTo>
                        <a:pt x="423974" y="438220"/>
                        <a:pt x="413740" y="429774"/>
                        <a:pt x="421490" y="428880"/>
                      </a:cubicBezTo>
                      <a:cubicBezTo>
                        <a:pt x="429240" y="427936"/>
                        <a:pt x="423924" y="418149"/>
                        <a:pt x="434556" y="413479"/>
                      </a:cubicBezTo>
                      <a:cubicBezTo>
                        <a:pt x="445187" y="408809"/>
                        <a:pt x="432519" y="401804"/>
                        <a:pt x="435798" y="396637"/>
                      </a:cubicBezTo>
                      <a:cubicBezTo>
                        <a:pt x="439077" y="391470"/>
                        <a:pt x="460688" y="401804"/>
                        <a:pt x="461135" y="392464"/>
                      </a:cubicBezTo>
                      <a:cubicBezTo>
                        <a:pt x="461532" y="383124"/>
                        <a:pt x="439474" y="375175"/>
                        <a:pt x="432121" y="380789"/>
                      </a:cubicBezTo>
                      <a:cubicBezTo>
                        <a:pt x="424769" y="386403"/>
                        <a:pt x="407629" y="399469"/>
                        <a:pt x="387210" y="389185"/>
                      </a:cubicBezTo>
                      <a:cubicBezTo>
                        <a:pt x="380801" y="385956"/>
                        <a:pt x="438679" y="378901"/>
                        <a:pt x="448466" y="368617"/>
                      </a:cubicBezTo>
                      <a:cubicBezTo>
                        <a:pt x="458253" y="358333"/>
                        <a:pt x="502370" y="346658"/>
                        <a:pt x="505649" y="355998"/>
                      </a:cubicBezTo>
                      <a:cubicBezTo>
                        <a:pt x="508928" y="365338"/>
                        <a:pt x="481951" y="371449"/>
                        <a:pt x="495017" y="379845"/>
                      </a:cubicBezTo>
                      <a:cubicBezTo>
                        <a:pt x="508083" y="388241"/>
                        <a:pt x="529346" y="382627"/>
                        <a:pt x="534215" y="373784"/>
                      </a:cubicBezTo>
                      <a:cubicBezTo>
                        <a:pt x="539133" y="364742"/>
                        <a:pt x="560347" y="366133"/>
                        <a:pt x="546883" y="385310"/>
                      </a:cubicBezTo>
                      <a:close/>
                      <a:moveTo>
                        <a:pt x="676748" y="574146"/>
                      </a:moveTo>
                      <a:cubicBezTo>
                        <a:pt x="660801" y="590043"/>
                        <a:pt x="662043" y="585821"/>
                        <a:pt x="648182" y="588603"/>
                      </a:cubicBezTo>
                      <a:cubicBezTo>
                        <a:pt x="634272" y="591385"/>
                        <a:pt x="645301" y="607332"/>
                        <a:pt x="628558" y="608723"/>
                      </a:cubicBezTo>
                      <a:cubicBezTo>
                        <a:pt x="611816" y="610114"/>
                        <a:pt x="571376" y="612002"/>
                        <a:pt x="565663" y="601271"/>
                      </a:cubicBezTo>
                      <a:cubicBezTo>
                        <a:pt x="563725" y="597694"/>
                        <a:pt x="587721" y="600327"/>
                        <a:pt x="589360" y="592378"/>
                      </a:cubicBezTo>
                      <a:cubicBezTo>
                        <a:pt x="591000" y="584429"/>
                        <a:pt x="597508" y="571811"/>
                        <a:pt x="607742" y="571811"/>
                      </a:cubicBezTo>
                      <a:cubicBezTo>
                        <a:pt x="617976" y="571811"/>
                        <a:pt x="617132" y="556410"/>
                        <a:pt x="600389" y="547070"/>
                      </a:cubicBezTo>
                      <a:cubicBezTo>
                        <a:pt x="583647" y="537730"/>
                        <a:pt x="624485" y="531619"/>
                        <a:pt x="633874" y="546573"/>
                      </a:cubicBezTo>
                      <a:cubicBezTo>
                        <a:pt x="643264" y="561527"/>
                        <a:pt x="660006" y="572307"/>
                        <a:pt x="669396" y="561527"/>
                      </a:cubicBezTo>
                      <a:cubicBezTo>
                        <a:pt x="678785" y="550746"/>
                        <a:pt x="732291" y="520838"/>
                        <a:pt x="732291" y="534898"/>
                      </a:cubicBezTo>
                      <a:cubicBezTo>
                        <a:pt x="732291" y="548858"/>
                        <a:pt x="692696" y="558248"/>
                        <a:pt x="676748" y="574146"/>
                      </a:cubicBezTo>
                      <a:close/>
                      <a:moveTo>
                        <a:pt x="1034250" y="1001398"/>
                      </a:moveTo>
                      <a:cubicBezTo>
                        <a:pt x="1023022" y="1002839"/>
                        <a:pt x="1035293" y="967317"/>
                        <a:pt x="1014725" y="954351"/>
                      </a:cubicBezTo>
                      <a:cubicBezTo>
                        <a:pt x="990580" y="939149"/>
                        <a:pt x="979800" y="910880"/>
                        <a:pt x="979800" y="895579"/>
                      </a:cubicBezTo>
                      <a:cubicBezTo>
                        <a:pt x="979800" y="880277"/>
                        <a:pt x="1000318" y="873222"/>
                        <a:pt x="1008565" y="884997"/>
                      </a:cubicBezTo>
                      <a:cubicBezTo>
                        <a:pt x="1016762" y="896771"/>
                        <a:pt x="1029133" y="944961"/>
                        <a:pt x="1036287" y="960213"/>
                      </a:cubicBezTo>
                      <a:cubicBezTo>
                        <a:pt x="1043490" y="975515"/>
                        <a:pt x="1043490" y="1000206"/>
                        <a:pt x="1034250" y="100139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1" name="Google Shape;831;p8"/>
                <p:cNvSpPr/>
                <p:nvPr/>
              </p:nvSpPr>
              <p:spPr>
                <a:xfrm>
                  <a:off x="1468803" y="1647743"/>
                  <a:ext cx="156686" cy="98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86" h="98992" extrusionOk="0">
                      <a:moveTo>
                        <a:pt x="155202" y="15579"/>
                      </a:moveTo>
                      <a:cubicBezTo>
                        <a:pt x="161362" y="8525"/>
                        <a:pt x="147005" y="14387"/>
                        <a:pt x="136721" y="3805"/>
                      </a:cubicBezTo>
                      <a:cubicBezTo>
                        <a:pt x="126437" y="-6777"/>
                        <a:pt x="122314" y="7332"/>
                        <a:pt x="122314" y="14387"/>
                      </a:cubicBezTo>
                      <a:cubicBezTo>
                        <a:pt x="122314" y="21442"/>
                        <a:pt x="102789" y="15579"/>
                        <a:pt x="91512" y="10860"/>
                      </a:cubicBezTo>
                      <a:cubicBezTo>
                        <a:pt x="80383" y="6239"/>
                        <a:pt x="66274" y="25515"/>
                        <a:pt x="50177" y="35054"/>
                      </a:cubicBezTo>
                      <a:cubicBezTo>
                        <a:pt x="50376" y="36346"/>
                        <a:pt x="50575" y="37687"/>
                        <a:pt x="50575" y="39128"/>
                      </a:cubicBezTo>
                      <a:cubicBezTo>
                        <a:pt x="50575" y="51796"/>
                        <a:pt x="38850" y="66601"/>
                        <a:pt x="25337" y="64862"/>
                      </a:cubicBezTo>
                      <a:cubicBezTo>
                        <a:pt x="19674" y="64117"/>
                        <a:pt x="14060" y="63670"/>
                        <a:pt x="8446" y="63372"/>
                      </a:cubicBezTo>
                      <a:cubicBezTo>
                        <a:pt x="7949" y="73755"/>
                        <a:pt x="5018" y="82996"/>
                        <a:pt x="0" y="91044"/>
                      </a:cubicBezTo>
                      <a:cubicBezTo>
                        <a:pt x="3776" y="89256"/>
                        <a:pt x="6111" y="89107"/>
                        <a:pt x="10433" y="90746"/>
                      </a:cubicBezTo>
                      <a:cubicBezTo>
                        <a:pt x="21561" y="94969"/>
                        <a:pt x="23797" y="83691"/>
                        <a:pt x="28914" y="77829"/>
                      </a:cubicBezTo>
                      <a:cubicBezTo>
                        <a:pt x="34031" y="71967"/>
                        <a:pt x="31994" y="98993"/>
                        <a:pt x="45358" y="98993"/>
                      </a:cubicBezTo>
                      <a:cubicBezTo>
                        <a:pt x="56636" y="98993"/>
                        <a:pt x="54599" y="70774"/>
                        <a:pt x="64883" y="79021"/>
                      </a:cubicBezTo>
                      <a:cubicBezTo>
                        <a:pt x="75167" y="87268"/>
                        <a:pt x="78247" y="75494"/>
                        <a:pt x="80284" y="67247"/>
                      </a:cubicBezTo>
                      <a:cubicBezTo>
                        <a:pt x="82321" y="59000"/>
                        <a:pt x="82321" y="44941"/>
                        <a:pt x="93648" y="42556"/>
                      </a:cubicBezTo>
                      <a:cubicBezTo>
                        <a:pt x="104925" y="40221"/>
                        <a:pt x="95685" y="55473"/>
                        <a:pt x="100852" y="66055"/>
                      </a:cubicBezTo>
                      <a:cubicBezTo>
                        <a:pt x="108304" y="81456"/>
                        <a:pt x="121419" y="67247"/>
                        <a:pt x="122413" y="60193"/>
                      </a:cubicBezTo>
                      <a:cubicBezTo>
                        <a:pt x="123456" y="53138"/>
                        <a:pt x="141937" y="57858"/>
                        <a:pt x="140894" y="49611"/>
                      </a:cubicBezTo>
                      <a:cubicBezTo>
                        <a:pt x="139851" y="41364"/>
                        <a:pt x="146011" y="39029"/>
                        <a:pt x="140894" y="29639"/>
                      </a:cubicBezTo>
                      <a:cubicBezTo>
                        <a:pt x="135678" y="20299"/>
                        <a:pt x="149042" y="22634"/>
                        <a:pt x="155202" y="1557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2" name="Google Shape;832;p8"/>
                <p:cNvSpPr/>
                <p:nvPr/>
              </p:nvSpPr>
              <p:spPr>
                <a:xfrm>
                  <a:off x="1212955" y="2707830"/>
                  <a:ext cx="30944" cy="50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44" h="50053" extrusionOk="0">
                      <a:moveTo>
                        <a:pt x="30945" y="31771"/>
                      </a:moveTo>
                      <a:cubicBezTo>
                        <a:pt x="29603" y="27996"/>
                        <a:pt x="28709" y="24369"/>
                        <a:pt x="28709" y="21190"/>
                      </a:cubicBezTo>
                      <a:cubicBezTo>
                        <a:pt x="28709" y="7329"/>
                        <a:pt x="22946" y="-7228"/>
                        <a:pt x="4465" y="4000"/>
                      </a:cubicBezTo>
                      <a:cubicBezTo>
                        <a:pt x="-7210" y="11104"/>
                        <a:pt x="6154" y="35001"/>
                        <a:pt x="19965" y="50054"/>
                      </a:cubicBezTo>
                      <a:cubicBezTo>
                        <a:pt x="20561" y="42353"/>
                        <a:pt x="24834" y="35845"/>
                        <a:pt x="30945" y="3177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3" name="Google Shape;833;p8"/>
                <p:cNvSpPr/>
                <p:nvPr/>
              </p:nvSpPr>
              <p:spPr>
                <a:xfrm>
                  <a:off x="1854447" y="1540116"/>
                  <a:ext cx="151618" cy="9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618" h="92120" extrusionOk="0">
                      <a:moveTo>
                        <a:pt x="139430" y="53853"/>
                      </a:moveTo>
                      <a:cubicBezTo>
                        <a:pt x="144547" y="42078"/>
                        <a:pt x="122986" y="35024"/>
                        <a:pt x="111709" y="35024"/>
                      </a:cubicBezTo>
                      <a:cubicBezTo>
                        <a:pt x="100431" y="35024"/>
                        <a:pt x="96308" y="11525"/>
                        <a:pt x="87067" y="16195"/>
                      </a:cubicBezTo>
                      <a:cubicBezTo>
                        <a:pt x="77827" y="20915"/>
                        <a:pt x="71666" y="29112"/>
                        <a:pt x="71666" y="13860"/>
                      </a:cubicBezTo>
                      <a:cubicBezTo>
                        <a:pt x="71666" y="1440"/>
                        <a:pt x="36393" y="-1640"/>
                        <a:pt x="16024" y="744"/>
                      </a:cubicBezTo>
                      <a:cubicBezTo>
                        <a:pt x="13093" y="4669"/>
                        <a:pt x="8721" y="7799"/>
                        <a:pt x="2610" y="9339"/>
                      </a:cubicBezTo>
                      <a:cubicBezTo>
                        <a:pt x="1815" y="9538"/>
                        <a:pt x="971" y="9687"/>
                        <a:pt x="176" y="9885"/>
                      </a:cubicBezTo>
                      <a:cubicBezTo>
                        <a:pt x="-1613" y="20766"/>
                        <a:pt x="10609" y="38899"/>
                        <a:pt x="20346" y="31496"/>
                      </a:cubicBezTo>
                      <a:cubicBezTo>
                        <a:pt x="32667" y="22107"/>
                        <a:pt x="55271" y="37359"/>
                        <a:pt x="51148" y="47941"/>
                      </a:cubicBezTo>
                      <a:cubicBezTo>
                        <a:pt x="47024" y="58523"/>
                        <a:pt x="11503" y="45805"/>
                        <a:pt x="14186" y="54995"/>
                      </a:cubicBezTo>
                      <a:cubicBezTo>
                        <a:pt x="15229" y="58523"/>
                        <a:pt x="19303" y="72632"/>
                        <a:pt x="43994" y="64385"/>
                      </a:cubicBezTo>
                      <a:cubicBezTo>
                        <a:pt x="68636" y="56138"/>
                        <a:pt x="89203" y="62050"/>
                        <a:pt x="105648" y="77302"/>
                      </a:cubicBezTo>
                      <a:cubicBezTo>
                        <a:pt x="122092" y="92604"/>
                        <a:pt x="137493" y="98466"/>
                        <a:pt x="148770" y="83164"/>
                      </a:cubicBezTo>
                      <a:cubicBezTo>
                        <a:pt x="159948" y="67962"/>
                        <a:pt x="134264" y="65577"/>
                        <a:pt x="139430" y="5385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4" name="Google Shape;834;p8"/>
                <p:cNvSpPr/>
                <p:nvPr/>
              </p:nvSpPr>
              <p:spPr>
                <a:xfrm>
                  <a:off x="1982633" y="1498162"/>
                  <a:ext cx="33512" cy="23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12" h="23131" extrusionOk="0">
                      <a:moveTo>
                        <a:pt x="32806" y="18205"/>
                      </a:moveTo>
                      <a:cubicBezTo>
                        <a:pt x="40009" y="4096"/>
                        <a:pt x="-10516" y="-6983"/>
                        <a:pt x="2004" y="5289"/>
                      </a:cubicBezTo>
                      <a:cubicBezTo>
                        <a:pt x="9158" y="12343"/>
                        <a:pt x="25602" y="32315"/>
                        <a:pt x="32806" y="1820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5" name="Google Shape;835;p8"/>
                <p:cNvSpPr/>
                <p:nvPr/>
              </p:nvSpPr>
              <p:spPr>
                <a:xfrm>
                  <a:off x="1846862" y="1634002"/>
                  <a:ext cx="36115" cy="39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15" h="39593" extrusionOk="0">
                      <a:moveTo>
                        <a:pt x="35035" y="36375"/>
                      </a:moveTo>
                      <a:cubicBezTo>
                        <a:pt x="43233" y="24601"/>
                        <a:pt x="2147" y="-13007"/>
                        <a:pt x="110" y="4629"/>
                      </a:cubicBezTo>
                      <a:cubicBezTo>
                        <a:pt x="-1977" y="22266"/>
                        <a:pt x="26291" y="48845"/>
                        <a:pt x="35035" y="3637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6" name="Google Shape;836;p8"/>
                <p:cNvSpPr/>
                <p:nvPr/>
              </p:nvSpPr>
              <p:spPr>
                <a:xfrm>
                  <a:off x="1580463" y="1693677"/>
                  <a:ext cx="274409" cy="130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409" h="130479" extrusionOk="0">
                      <a:moveTo>
                        <a:pt x="265466" y="40192"/>
                      </a:moveTo>
                      <a:cubicBezTo>
                        <a:pt x="251058" y="33137"/>
                        <a:pt x="251058" y="48439"/>
                        <a:pt x="239781" y="50774"/>
                      </a:cubicBezTo>
                      <a:cubicBezTo>
                        <a:pt x="228453" y="53109"/>
                        <a:pt x="222293" y="36664"/>
                        <a:pt x="213053" y="26082"/>
                      </a:cubicBezTo>
                      <a:cubicBezTo>
                        <a:pt x="211165" y="23896"/>
                        <a:pt x="209923" y="21313"/>
                        <a:pt x="209028" y="18581"/>
                      </a:cubicBezTo>
                      <a:cubicBezTo>
                        <a:pt x="205302" y="17438"/>
                        <a:pt x="201825" y="15153"/>
                        <a:pt x="198894" y="11427"/>
                      </a:cubicBezTo>
                      <a:cubicBezTo>
                        <a:pt x="196261" y="8098"/>
                        <a:pt x="193926" y="4471"/>
                        <a:pt x="191292" y="1143"/>
                      </a:cubicBezTo>
                      <a:cubicBezTo>
                        <a:pt x="190994" y="745"/>
                        <a:pt x="190746" y="348"/>
                        <a:pt x="190498" y="0"/>
                      </a:cubicBezTo>
                      <a:cubicBezTo>
                        <a:pt x="176388" y="6558"/>
                        <a:pt x="156864" y="25238"/>
                        <a:pt x="171967" y="27275"/>
                      </a:cubicBezTo>
                      <a:cubicBezTo>
                        <a:pt x="189454" y="29610"/>
                        <a:pt x="183244" y="40192"/>
                        <a:pt x="174004" y="44911"/>
                      </a:cubicBezTo>
                      <a:cubicBezTo>
                        <a:pt x="164763" y="49631"/>
                        <a:pt x="195565" y="57828"/>
                        <a:pt x="191491" y="64883"/>
                      </a:cubicBezTo>
                      <a:cubicBezTo>
                        <a:pt x="187368" y="71937"/>
                        <a:pt x="140121" y="66075"/>
                        <a:pt x="138085" y="54301"/>
                      </a:cubicBezTo>
                      <a:cubicBezTo>
                        <a:pt x="136048" y="42527"/>
                        <a:pt x="99036" y="21363"/>
                        <a:pt x="83635" y="26082"/>
                      </a:cubicBezTo>
                      <a:cubicBezTo>
                        <a:pt x="68234" y="30802"/>
                        <a:pt x="74394" y="11973"/>
                        <a:pt x="58993" y="10781"/>
                      </a:cubicBezTo>
                      <a:cubicBezTo>
                        <a:pt x="43592" y="9588"/>
                        <a:pt x="48709" y="26082"/>
                        <a:pt x="34352" y="27225"/>
                      </a:cubicBezTo>
                      <a:cubicBezTo>
                        <a:pt x="19994" y="28417"/>
                        <a:pt x="20988" y="44862"/>
                        <a:pt x="37432" y="44862"/>
                      </a:cubicBezTo>
                      <a:cubicBezTo>
                        <a:pt x="53876" y="44862"/>
                        <a:pt x="58993" y="50724"/>
                        <a:pt x="35395" y="49581"/>
                      </a:cubicBezTo>
                      <a:cubicBezTo>
                        <a:pt x="11747" y="48389"/>
                        <a:pt x="1463" y="71937"/>
                        <a:pt x="17907" y="67218"/>
                      </a:cubicBezTo>
                      <a:cubicBezTo>
                        <a:pt x="34352" y="62498"/>
                        <a:pt x="53876" y="62498"/>
                        <a:pt x="41555" y="67218"/>
                      </a:cubicBezTo>
                      <a:cubicBezTo>
                        <a:pt x="29234" y="71937"/>
                        <a:pt x="-4350" y="75167"/>
                        <a:pt x="469" y="82519"/>
                      </a:cubicBezTo>
                      <a:cubicBezTo>
                        <a:pt x="3550" y="87239"/>
                        <a:pt x="16914" y="86047"/>
                        <a:pt x="30278" y="91909"/>
                      </a:cubicBezTo>
                      <a:cubicBezTo>
                        <a:pt x="43642" y="97771"/>
                        <a:pt x="51839" y="101299"/>
                        <a:pt x="62123" y="88382"/>
                      </a:cubicBezTo>
                      <a:cubicBezTo>
                        <a:pt x="72407" y="75465"/>
                        <a:pt x="85771" y="62498"/>
                        <a:pt x="80604" y="80135"/>
                      </a:cubicBezTo>
                      <a:cubicBezTo>
                        <a:pt x="75487" y="97771"/>
                        <a:pt x="97048" y="84854"/>
                        <a:pt x="124770" y="83662"/>
                      </a:cubicBezTo>
                      <a:cubicBezTo>
                        <a:pt x="152492" y="82470"/>
                        <a:pt x="119653" y="102491"/>
                        <a:pt x="90888" y="104826"/>
                      </a:cubicBezTo>
                      <a:cubicBezTo>
                        <a:pt x="62123" y="107161"/>
                        <a:pt x="67240" y="123655"/>
                        <a:pt x="89845" y="129517"/>
                      </a:cubicBezTo>
                      <a:cubicBezTo>
                        <a:pt x="112449" y="135380"/>
                        <a:pt x="160739" y="113073"/>
                        <a:pt x="172016" y="100106"/>
                      </a:cubicBezTo>
                      <a:cubicBezTo>
                        <a:pt x="183294" y="87189"/>
                        <a:pt x="193578" y="107161"/>
                        <a:pt x="204905" y="97771"/>
                      </a:cubicBezTo>
                      <a:cubicBezTo>
                        <a:pt x="216182" y="88382"/>
                        <a:pt x="237793" y="98964"/>
                        <a:pt x="257318" y="94244"/>
                      </a:cubicBezTo>
                      <a:cubicBezTo>
                        <a:pt x="276743" y="89524"/>
                        <a:pt x="279823" y="47246"/>
                        <a:pt x="265466" y="4019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7" name="Google Shape;837;p8"/>
                <p:cNvSpPr/>
                <p:nvPr/>
              </p:nvSpPr>
              <p:spPr>
                <a:xfrm>
                  <a:off x="1637180" y="1625593"/>
                  <a:ext cx="31453" cy="1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53" h="17503" extrusionOk="0">
                      <a:moveTo>
                        <a:pt x="30992" y="10703"/>
                      </a:moveTo>
                      <a:cubicBezTo>
                        <a:pt x="36109" y="-3406"/>
                        <a:pt x="-3040" y="-1071"/>
                        <a:pt x="190" y="3648"/>
                      </a:cubicBezTo>
                      <a:cubicBezTo>
                        <a:pt x="7393" y="14230"/>
                        <a:pt x="25874" y="24812"/>
                        <a:pt x="30992" y="1070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8" name="Google Shape;838;p8"/>
                <p:cNvSpPr/>
                <p:nvPr/>
              </p:nvSpPr>
              <p:spPr>
                <a:xfrm>
                  <a:off x="1680542" y="1619148"/>
                  <a:ext cx="79966" cy="45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66" h="45466" extrusionOk="0">
                      <a:moveTo>
                        <a:pt x="72931" y="11236"/>
                      </a:moveTo>
                      <a:cubicBezTo>
                        <a:pt x="86295" y="8901"/>
                        <a:pt x="80135" y="-2873"/>
                        <a:pt x="58573" y="654"/>
                      </a:cubicBezTo>
                      <a:cubicBezTo>
                        <a:pt x="37012" y="4182"/>
                        <a:pt x="0" y="4132"/>
                        <a:pt x="0" y="21818"/>
                      </a:cubicBezTo>
                      <a:cubicBezTo>
                        <a:pt x="0" y="35927"/>
                        <a:pt x="7204" y="42982"/>
                        <a:pt x="30802" y="45317"/>
                      </a:cubicBezTo>
                      <a:cubicBezTo>
                        <a:pt x="54450" y="47652"/>
                        <a:pt x="74968" y="21818"/>
                        <a:pt x="63691" y="21818"/>
                      </a:cubicBezTo>
                      <a:cubicBezTo>
                        <a:pt x="52363" y="21818"/>
                        <a:pt x="59567" y="13621"/>
                        <a:pt x="72931" y="1123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9" name="Google Shape;839;p8"/>
                <p:cNvSpPr/>
                <p:nvPr/>
              </p:nvSpPr>
              <p:spPr>
                <a:xfrm>
                  <a:off x="1673001" y="1582641"/>
                  <a:ext cx="96866" cy="28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66" h="28615" extrusionOk="0">
                      <a:moveTo>
                        <a:pt x="78882" y="0"/>
                      </a:moveTo>
                      <a:cubicBezTo>
                        <a:pt x="74063" y="3974"/>
                        <a:pt x="69145" y="7750"/>
                        <a:pt x="63680" y="10632"/>
                      </a:cubicBezTo>
                      <a:cubicBezTo>
                        <a:pt x="52353" y="16643"/>
                        <a:pt x="41522" y="13414"/>
                        <a:pt x="34318" y="6309"/>
                      </a:cubicBezTo>
                      <a:cubicBezTo>
                        <a:pt x="17278" y="10582"/>
                        <a:pt x="-7860" y="14109"/>
                        <a:pt x="2374" y="23052"/>
                      </a:cubicBezTo>
                      <a:cubicBezTo>
                        <a:pt x="10571" y="30255"/>
                        <a:pt x="19812" y="20717"/>
                        <a:pt x="30096" y="25387"/>
                      </a:cubicBezTo>
                      <a:cubicBezTo>
                        <a:pt x="40379" y="30106"/>
                        <a:pt x="50663" y="14805"/>
                        <a:pt x="57817" y="21859"/>
                      </a:cubicBezTo>
                      <a:cubicBezTo>
                        <a:pt x="65021" y="28914"/>
                        <a:pt x="96866" y="34776"/>
                        <a:pt x="96866" y="15997"/>
                      </a:cubicBezTo>
                      <a:cubicBezTo>
                        <a:pt x="96916" y="7551"/>
                        <a:pt x="88768" y="2434"/>
                        <a:pt x="78882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0" name="Google Shape;840;p8"/>
                <p:cNvSpPr/>
                <p:nvPr/>
              </p:nvSpPr>
              <p:spPr>
                <a:xfrm>
                  <a:off x="415671" y="2468686"/>
                  <a:ext cx="40250" cy="24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0" h="24384" extrusionOk="0">
                      <a:moveTo>
                        <a:pt x="29514" y="24152"/>
                      </a:moveTo>
                      <a:cubicBezTo>
                        <a:pt x="31402" y="23109"/>
                        <a:pt x="33439" y="22314"/>
                        <a:pt x="35575" y="21718"/>
                      </a:cubicBezTo>
                      <a:cubicBezTo>
                        <a:pt x="40841" y="17793"/>
                        <a:pt x="42034" y="10192"/>
                        <a:pt x="37215" y="5174"/>
                      </a:cubicBezTo>
                      <a:cubicBezTo>
                        <a:pt x="31551" y="-688"/>
                        <a:pt x="21814" y="13421"/>
                        <a:pt x="20770" y="4032"/>
                      </a:cubicBezTo>
                      <a:cubicBezTo>
                        <a:pt x="19727" y="-5358"/>
                        <a:pt x="-2331" y="3435"/>
                        <a:pt x="203" y="12279"/>
                      </a:cubicBezTo>
                      <a:cubicBezTo>
                        <a:pt x="2488" y="20178"/>
                        <a:pt x="19578" y="25593"/>
                        <a:pt x="29514" y="2415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1" name="Google Shape;841;p8"/>
                <p:cNvSpPr/>
                <p:nvPr/>
              </p:nvSpPr>
              <p:spPr>
                <a:xfrm>
                  <a:off x="470302" y="2679485"/>
                  <a:ext cx="36895" cy="1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95" h="18453" extrusionOk="0">
                      <a:moveTo>
                        <a:pt x="32910" y="699"/>
                      </a:moveTo>
                      <a:cubicBezTo>
                        <a:pt x="21632" y="-4021"/>
                        <a:pt x="-8126" y="16646"/>
                        <a:pt x="2108" y="18335"/>
                      </a:cubicBezTo>
                      <a:cubicBezTo>
                        <a:pt x="9312" y="19528"/>
                        <a:pt x="12392" y="11281"/>
                        <a:pt x="20589" y="11281"/>
                      </a:cubicBezTo>
                      <a:cubicBezTo>
                        <a:pt x="28786" y="11281"/>
                        <a:pt x="44187" y="5419"/>
                        <a:pt x="32910" y="69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2" name="Google Shape;842;p8"/>
                <p:cNvSpPr/>
                <p:nvPr/>
              </p:nvSpPr>
              <p:spPr>
                <a:xfrm>
                  <a:off x="707141" y="2538032"/>
                  <a:ext cx="62816" cy="59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16" h="59334" extrusionOk="0">
                      <a:moveTo>
                        <a:pt x="7114" y="49795"/>
                      </a:moveTo>
                      <a:cubicBezTo>
                        <a:pt x="19833" y="37723"/>
                        <a:pt x="35631" y="31761"/>
                        <a:pt x="52721" y="34245"/>
                      </a:cubicBezTo>
                      <a:cubicBezTo>
                        <a:pt x="50038" y="31165"/>
                        <a:pt x="45021" y="29029"/>
                        <a:pt x="44723" y="25750"/>
                      </a:cubicBezTo>
                      <a:cubicBezTo>
                        <a:pt x="44226" y="20434"/>
                        <a:pt x="55503" y="20434"/>
                        <a:pt x="61167" y="16907"/>
                      </a:cubicBezTo>
                      <a:cubicBezTo>
                        <a:pt x="66830" y="13380"/>
                        <a:pt x="56050" y="10448"/>
                        <a:pt x="56547" y="3990"/>
                      </a:cubicBezTo>
                      <a:cubicBezTo>
                        <a:pt x="57043" y="-2468"/>
                        <a:pt x="48846" y="-1872"/>
                        <a:pt x="38562" y="11641"/>
                      </a:cubicBezTo>
                      <a:cubicBezTo>
                        <a:pt x="28278" y="25154"/>
                        <a:pt x="19584" y="32209"/>
                        <a:pt x="17994" y="38667"/>
                      </a:cubicBezTo>
                      <a:cubicBezTo>
                        <a:pt x="16454" y="45125"/>
                        <a:pt x="4630" y="37475"/>
                        <a:pt x="1053" y="45722"/>
                      </a:cubicBezTo>
                      <a:cubicBezTo>
                        <a:pt x="-487" y="49299"/>
                        <a:pt x="-238" y="54764"/>
                        <a:pt x="1153" y="59334"/>
                      </a:cubicBezTo>
                      <a:cubicBezTo>
                        <a:pt x="2295" y="55807"/>
                        <a:pt x="4233" y="52528"/>
                        <a:pt x="7114" y="4979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3" name="Google Shape;843;p8"/>
                <p:cNvSpPr/>
                <p:nvPr/>
              </p:nvSpPr>
              <p:spPr>
                <a:xfrm>
                  <a:off x="1412366" y="2872524"/>
                  <a:ext cx="1341027" cy="757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027" h="757817" extrusionOk="0">
                      <a:moveTo>
                        <a:pt x="1321503" y="76481"/>
                      </a:moveTo>
                      <a:cubicBezTo>
                        <a:pt x="1320807" y="68632"/>
                        <a:pt x="1300289" y="74891"/>
                        <a:pt x="1290701" y="66297"/>
                      </a:cubicBezTo>
                      <a:cubicBezTo>
                        <a:pt x="1281112" y="57652"/>
                        <a:pt x="1264668" y="96850"/>
                        <a:pt x="1261240" y="113344"/>
                      </a:cubicBezTo>
                      <a:cubicBezTo>
                        <a:pt x="1257812" y="129788"/>
                        <a:pt x="1232475" y="147822"/>
                        <a:pt x="1232475" y="147822"/>
                      </a:cubicBezTo>
                      <a:cubicBezTo>
                        <a:pt x="1232475" y="147822"/>
                        <a:pt x="1159196" y="148617"/>
                        <a:pt x="1153036" y="148617"/>
                      </a:cubicBezTo>
                      <a:cubicBezTo>
                        <a:pt x="1148763" y="148617"/>
                        <a:pt x="1131922" y="165260"/>
                        <a:pt x="1122035" y="175395"/>
                      </a:cubicBezTo>
                      <a:cubicBezTo>
                        <a:pt x="1122333" y="175842"/>
                        <a:pt x="1122631" y="176289"/>
                        <a:pt x="1122930" y="176836"/>
                      </a:cubicBezTo>
                      <a:cubicBezTo>
                        <a:pt x="1130332" y="192137"/>
                        <a:pt x="1103405" y="201527"/>
                        <a:pt x="1077720" y="202719"/>
                      </a:cubicBezTo>
                      <a:cubicBezTo>
                        <a:pt x="1069821" y="203067"/>
                        <a:pt x="1063859" y="204011"/>
                        <a:pt x="1059289" y="204756"/>
                      </a:cubicBezTo>
                      <a:cubicBezTo>
                        <a:pt x="1060183" y="208333"/>
                        <a:pt x="1060878" y="212308"/>
                        <a:pt x="1060580" y="215239"/>
                      </a:cubicBezTo>
                      <a:cubicBezTo>
                        <a:pt x="1060382" y="217127"/>
                        <a:pt x="1057649" y="219412"/>
                        <a:pt x="1053724" y="221797"/>
                      </a:cubicBezTo>
                      <a:cubicBezTo>
                        <a:pt x="1049800" y="230888"/>
                        <a:pt x="1018302" y="248525"/>
                        <a:pt x="1000666" y="259156"/>
                      </a:cubicBezTo>
                      <a:cubicBezTo>
                        <a:pt x="981141" y="270931"/>
                        <a:pt x="954413" y="265019"/>
                        <a:pt x="954413" y="247382"/>
                      </a:cubicBezTo>
                      <a:cubicBezTo>
                        <a:pt x="954413" y="229745"/>
                        <a:pt x="968820" y="233273"/>
                        <a:pt x="971851" y="241520"/>
                      </a:cubicBezTo>
                      <a:cubicBezTo>
                        <a:pt x="972994" y="244600"/>
                        <a:pt x="976471" y="242364"/>
                        <a:pt x="981191" y="238489"/>
                      </a:cubicBezTo>
                      <a:cubicBezTo>
                        <a:pt x="976322" y="233074"/>
                        <a:pt x="976372" y="224380"/>
                        <a:pt x="977415" y="217723"/>
                      </a:cubicBezTo>
                      <a:cubicBezTo>
                        <a:pt x="971503" y="214792"/>
                        <a:pt x="980694" y="188461"/>
                        <a:pt x="968771" y="183940"/>
                      </a:cubicBezTo>
                      <a:cubicBezTo>
                        <a:pt x="956450" y="179220"/>
                        <a:pt x="942043" y="203912"/>
                        <a:pt x="944129" y="188610"/>
                      </a:cubicBezTo>
                      <a:cubicBezTo>
                        <a:pt x="946166" y="173308"/>
                        <a:pt x="964697" y="160391"/>
                        <a:pt x="953370" y="140420"/>
                      </a:cubicBezTo>
                      <a:cubicBezTo>
                        <a:pt x="942092" y="120448"/>
                        <a:pt x="921525" y="120448"/>
                        <a:pt x="917401" y="135700"/>
                      </a:cubicBezTo>
                      <a:cubicBezTo>
                        <a:pt x="913278" y="151002"/>
                        <a:pt x="898920" y="143947"/>
                        <a:pt x="893753" y="155672"/>
                      </a:cubicBezTo>
                      <a:cubicBezTo>
                        <a:pt x="888636" y="167446"/>
                        <a:pt x="883469" y="193280"/>
                        <a:pt x="887593" y="212109"/>
                      </a:cubicBezTo>
                      <a:cubicBezTo>
                        <a:pt x="891716" y="230938"/>
                        <a:pt x="886549" y="240327"/>
                        <a:pt x="871148" y="250909"/>
                      </a:cubicBezTo>
                      <a:cubicBezTo>
                        <a:pt x="855748" y="261491"/>
                        <a:pt x="847650" y="234714"/>
                        <a:pt x="853661" y="200384"/>
                      </a:cubicBezTo>
                      <a:cubicBezTo>
                        <a:pt x="857784" y="176885"/>
                        <a:pt x="869062" y="154529"/>
                        <a:pt x="858778" y="154529"/>
                      </a:cubicBezTo>
                      <a:cubicBezTo>
                        <a:pt x="848494" y="154529"/>
                        <a:pt x="872142" y="126311"/>
                        <a:pt x="893703" y="120448"/>
                      </a:cubicBezTo>
                      <a:cubicBezTo>
                        <a:pt x="915265" y="114586"/>
                        <a:pt x="941993" y="116921"/>
                        <a:pt x="941993" y="109866"/>
                      </a:cubicBezTo>
                      <a:cubicBezTo>
                        <a:pt x="941993" y="108426"/>
                        <a:pt x="942987" y="107482"/>
                        <a:pt x="944626" y="106836"/>
                      </a:cubicBezTo>
                      <a:cubicBezTo>
                        <a:pt x="940204" y="102861"/>
                        <a:pt x="935336" y="99135"/>
                        <a:pt x="931411" y="96353"/>
                      </a:cubicBezTo>
                      <a:cubicBezTo>
                        <a:pt x="931014" y="97844"/>
                        <a:pt x="930169" y="99235"/>
                        <a:pt x="928629" y="100477"/>
                      </a:cubicBezTo>
                      <a:cubicBezTo>
                        <a:pt x="920183" y="107233"/>
                        <a:pt x="922468" y="89895"/>
                        <a:pt x="907067" y="89895"/>
                      </a:cubicBezTo>
                      <a:cubicBezTo>
                        <a:pt x="891666" y="89895"/>
                        <a:pt x="876266" y="106339"/>
                        <a:pt x="863945" y="99284"/>
                      </a:cubicBezTo>
                      <a:cubicBezTo>
                        <a:pt x="851624" y="92230"/>
                        <a:pt x="857784" y="82840"/>
                        <a:pt x="846457" y="82840"/>
                      </a:cubicBezTo>
                      <a:cubicBezTo>
                        <a:pt x="835180" y="82840"/>
                        <a:pt x="854704" y="58149"/>
                        <a:pt x="838260" y="68731"/>
                      </a:cubicBezTo>
                      <a:cubicBezTo>
                        <a:pt x="821816" y="79313"/>
                        <a:pt x="797174" y="105196"/>
                        <a:pt x="785847" y="93422"/>
                      </a:cubicBezTo>
                      <a:cubicBezTo>
                        <a:pt x="774520" y="81648"/>
                        <a:pt x="764286" y="96949"/>
                        <a:pt x="756039" y="87560"/>
                      </a:cubicBezTo>
                      <a:cubicBezTo>
                        <a:pt x="747841" y="78170"/>
                        <a:pt x="784804" y="52287"/>
                        <a:pt x="802291" y="53479"/>
                      </a:cubicBezTo>
                      <a:cubicBezTo>
                        <a:pt x="806613" y="53727"/>
                        <a:pt x="810488" y="51591"/>
                        <a:pt x="814215" y="48213"/>
                      </a:cubicBezTo>
                      <a:cubicBezTo>
                        <a:pt x="805024" y="44338"/>
                        <a:pt x="786095" y="35892"/>
                        <a:pt x="781078" y="42897"/>
                      </a:cubicBezTo>
                      <a:cubicBezTo>
                        <a:pt x="774917" y="51492"/>
                        <a:pt x="766024" y="46027"/>
                        <a:pt x="761205" y="38972"/>
                      </a:cubicBezTo>
                      <a:cubicBezTo>
                        <a:pt x="756436" y="31918"/>
                        <a:pt x="750226" y="41307"/>
                        <a:pt x="742029" y="30377"/>
                      </a:cubicBezTo>
                      <a:cubicBezTo>
                        <a:pt x="733831" y="19398"/>
                        <a:pt x="725584" y="27248"/>
                        <a:pt x="720815" y="29583"/>
                      </a:cubicBezTo>
                      <a:cubicBezTo>
                        <a:pt x="716046" y="31918"/>
                        <a:pt x="709836" y="25658"/>
                        <a:pt x="700943" y="21733"/>
                      </a:cubicBezTo>
                      <a:cubicBezTo>
                        <a:pt x="692050" y="17808"/>
                        <a:pt x="698906" y="7624"/>
                        <a:pt x="691355" y="1314"/>
                      </a:cubicBezTo>
                      <a:cubicBezTo>
                        <a:pt x="683803" y="-4945"/>
                        <a:pt x="683406" y="13188"/>
                        <a:pt x="683406" y="13188"/>
                      </a:cubicBezTo>
                      <a:lnTo>
                        <a:pt x="44961" y="17113"/>
                      </a:lnTo>
                      <a:cubicBezTo>
                        <a:pt x="45656" y="18355"/>
                        <a:pt x="46402" y="19547"/>
                        <a:pt x="47246" y="20541"/>
                      </a:cubicBezTo>
                      <a:cubicBezTo>
                        <a:pt x="54947" y="29930"/>
                        <a:pt x="48786" y="36985"/>
                        <a:pt x="51370" y="48163"/>
                      </a:cubicBezTo>
                      <a:cubicBezTo>
                        <a:pt x="53953" y="59341"/>
                        <a:pt x="51867" y="75189"/>
                        <a:pt x="44166" y="75189"/>
                      </a:cubicBezTo>
                      <a:cubicBezTo>
                        <a:pt x="36466" y="75189"/>
                        <a:pt x="35422" y="65204"/>
                        <a:pt x="41086" y="61676"/>
                      </a:cubicBezTo>
                      <a:cubicBezTo>
                        <a:pt x="46749" y="58149"/>
                        <a:pt x="43669" y="45232"/>
                        <a:pt x="38006" y="45232"/>
                      </a:cubicBezTo>
                      <a:cubicBezTo>
                        <a:pt x="34727" y="45232"/>
                        <a:pt x="33385" y="40810"/>
                        <a:pt x="33534" y="35644"/>
                      </a:cubicBezTo>
                      <a:cubicBezTo>
                        <a:pt x="23847" y="38724"/>
                        <a:pt x="12768" y="37631"/>
                        <a:pt x="0" y="35942"/>
                      </a:cubicBezTo>
                      <a:cubicBezTo>
                        <a:pt x="1739" y="41903"/>
                        <a:pt x="2931" y="48213"/>
                        <a:pt x="3676" y="54522"/>
                      </a:cubicBezTo>
                      <a:cubicBezTo>
                        <a:pt x="9191" y="61378"/>
                        <a:pt x="10781" y="69327"/>
                        <a:pt x="12122" y="78220"/>
                      </a:cubicBezTo>
                      <a:cubicBezTo>
                        <a:pt x="16047" y="87510"/>
                        <a:pt x="13016" y="93621"/>
                        <a:pt x="19524" y="97595"/>
                      </a:cubicBezTo>
                      <a:cubicBezTo>
                        <a:pt x="27225" y="102315"/>
                        <a:pt x="26728" y="107581"/>
                        <a:pt x="19524" y="106389"/>
                      </a:cubicBezTo>
                      <a:cubicBezTo>
                        <a:pt x="12321" y="105246"/>
                        <a:pt x="17488" y="112847"/>
                        <a:pt x="14904" y="130484"/>
                      </a:cubicBezTo>
                      <a:cubicBezTo>
                        <a:pt x="13762" y="138383"/>
                        <a:pt x="13215" y="150058"/>
                        <a:pt x="12867" y="161584"/>
                      </a:cubicBezTo>
                      <a:cubicBezTo>
                        <a:pt x="15451" y="170775"/>
                        <a:pt x="18531" y="179866"/>
                        <a:pt x="19475" y="189355"/>
                      </a:cubicBezTo>
                      <a:cubicBezTo>
                        <a:pt x="20916" y="204160"/>
                        <a:pt x="13960" y="212606"/>
                        <a:pt x="12072" y="225870"/>
                      </a:cubicBezTo>
                      <a:cubicBezTo>
                        <a:pt x="14954" y="247233"/>
                        <a:pt x="17786" y="268298"/>
                        <a:pt x="13563" y="290356"/>
                      </a:cubicBezTo>
                      <a:cubicBezTo>
                        <a:pt x="10731" y="305260"/>
                        <a:pt x="11427" y="304415"/>
                        <a:pt x="18133" y="319270"/>
                      </a:cubicBezTo>
                      <a:cubicBezTo>
                        <a:pt x="22406" y="328709"/>
                        <a:pt x="23747" y="335913"/>
                        <a:pt x="24542" y="344408"/>
                      </a:cubicBezTo>
                      <a:cubicBezTo>
                        <a:pt x="34081" y="355537"/>
                        <a:pt x="42576" y="366814"/>
                        <a:pt x="50525" y="379781"/>
                      </a:cubicBezTo>
                      <a:cubicBezTo>
                        <a:pt x="59468" y="394387"/>
                        <a:pt x="65976" y="407055"/>
                        <a:pt x="81874" y="415153"/>
                      </a:cubicBezTo>
                      <a:cubicBezTo>
                        <a:pt x="95287" y="422009"/>
                        <a:pt x="98020" y="442825"/>
                        <a:pt x="88729" y="454153"/>
                      </a:cubicBezTo>
                      <a:cubicBezTo>
                        <a:pt x="93896" y="459568"/>
                        <a:pt x="95188" y="464585"/>
                        <a:pt x="95536" y="468659"/>
                      </a:cubicBezTo>
                      <a:cubicBezTo>
                        <a:pt x="96678" y="470150"/>
                        <a:pt x="97871" y="471590"/>
                        <a:pt x="99212" y="473031"/>
                      </a:cubicBezTo>
                      <a:cubicBezTo>
                        <a:pt x="101646" y="475614"/>
                        <a:pt x="104627" y="477751"/>
                        <a:pt x="107807" y="479688"/>
                      </a:cubicBezTo>
                      <a:cubicBezTo>
                        <a:pt x="114414" y="481775"/>
                        <a:pt x="120923" y="486147"/>
                        <a:pt x="127629" y="490966"/>
                      </a:cubicBezTo>
                      <a:cubicBezTo>
                        <a:pt x="128176" y="491363"/>
                        <a:pt x="128722" y="491711"/>
                        <a:pt x="129269" y="492108"/>
                      </a:cubicBezTo>
                      <a:cubicBezTo>
                        <a:pt x="138758" y="498865"/>
                        <a:pt x="141888" y="494891"/>
                        <a:pt x="148495" y="496629"/>
                      </a:cubicBezTo>
                      <a:cubicBezTo>
                        <a:pt x="155152" y="498418"/>
                        <a:pt x="167473" y="514862"/>
                        <a:pt x="170057" y="526040"/>
                      </a:cubicBezTo>
                      <a:cubicBezTo>
                        <a:pt x="171249" y="531257"/>
                        <a:pt x="172839" y="536821"/>
                        <a:pt x="175273" y="542783"/>
                      </a:cubicBezTo>
                      <a:lnTo>
                        <a:pt x="228531" y="534784"/>
                      </a:lnTo>
                      <a:cubicBezTo>
                        <a:pt x="228531" y="534784"/>
                        <a:pt x="244975" y="547999"/>
                        <a:pt x="254315" y="550483"/>
                      </a:cubicBezTo>
                      <a:cubicBezTo>
                        <a:pt x="263655" y="552967"/>
                        <a:pt x="314130" y="574330"/>
                        <a:pt x="314130" y="574330"/>
                      </a:cubicBezTo>
                      <a:lnTo>
                        <a:pt x="379957" y="573684"/>
                      </a:lnTo>
                      <a:lnTo>
                        <a:pt x="387657" y="562406"/>
                      </a:lnTo>
                      <a:lnTo>
                        <a:pt x="423874" y="562406"/>
                      </a:lnTo>
                      <a:cubicBezTo>
                        <a:pt x="423874" y="562406"/>
                        <a:pt x="446926" y="588141"/>
                        <a:pt x="450205" y="589433"/>
                      </a:cubicBezTo>
                      <a:cubicBezTo>
                        <a:pt x="453484" y="590675"/>
                        <a:pt x="465010" y="602598"/>
                        <a:pt x="465010" y="610150"/>
                      </a:cubicBezTo>
                      <a:cubicBezTo>
                        <a:pt x="465010" y="617701"/>
                        <a:pt x="467742" y="623961"/>
                        <a:pt x="473257" y="627091"/>
                      </a:cubicBezTo>
                      <a:cubicBezTo>
                        <a:pt x="478772" y="630221"/>
                        <a:pt x="497402" y="644032"/>
                        <a:pt x="500134" y="642790"/>
                      </a:cubicBezTo>
                      <a:cubicBezTo>
                        <a:pt x="502867" y="641548"/>
                        <a:pt x="508381" y="617651"/>
                        <a:pt x="518218" y="618297"/>
                      </a:cubicBezTo>
                      <a:cubicBezTo>
                        <a:pt x="528104" y="618893"/>
                        <a:pt x="554981" y="627687"/>
                        <a:pt x="559403" y="645274"/>
                      </a:cubicBezTo>
                      <a:cubicBezTo>
                        <a:pt x="563775" y="662861"/>
                        <a:pt x="576940" y="677318"/>
                        <a:pt x="581362" y="681044"/>
                      </a:cubicBezTo>
                      <a:cubicBezTo>
                        <a:pt x="585734" y="684819"/>
                        <a:pt x="583548" y="695501"/>
                        <a:pt x="586876" y="701164"/>
                      </a:cubicBezTo>
                      <a:cubicBezTo>
                        <a:pt x="590155" y="706828"/>
                        <a:pt x="589609" y="717509"/>
                        <a:pt x="593434" y="717509"/>
                      </a:cubicBezTo>
                      <a:cubicBezTo>
                        <a:pt x="597260" y="717509"/>
                        <a:pt x="617032" y="731320"/>
                        <a:pt x="625826" y="730675"/>
                      </a:cubicBezTo>
                      <a:cubicBezTo>
                        <a:pt x="628459" y="730476"/>
                        <a:pt x="631887" y="732314"/>
                        <a:pt x="635464" y="734798"/>
                      </a:cubicBezTo>
                      <a:cubicBezTo>
                        <a:pt x="636507" y="713783"/>
                        <a:pt x="617629" y="710256"/>
                        <a:pt x="628757" y="700618"/>
                      </a:cubicBezTo>
                      <a:cubicBezTo>
                        <a:pt x="641575" y="689440"/>
                        <a:pt x="628260" y="680050"/>
                        <a:pt x="634421" y="675330"/>
                      </a:cubicBezTo>
                      <a:cubicBezTo>
                        <a:pt x="639339" y="671604"/>
                        <a:pt x="647089" y="667829"/>
                        <a:pt x="650070" y="662910"/>
                      </a:cubicBezTo>
                      <a:cubicBezTo>
                        <a:pt x="650418" y="661519"/>
                        <a:pt x="650865" y="660227"/>
                        <a:pt x="651362" y="658985"/>
                      </a:cubicBezTo>
                      <a:cubicBezTo>
                        <a:pt x="651362" y="658985"/>
                        <a:pt x="651362" y="658936"/>
                        <a:pt x="651362" y="658936"/>
                      </a:cubicBezTo>
                      <a:cubicBezTo>
                        <a:pt x="651362" y="655607"/>
                        <a:pt x="652653" y="653868"/>
                        <a:pt x="654839" y="653073"/>
                      </a:cubicBezTo>
                      <a:cubicBezTo>
                        <a:pt x="655833" y="651782"/>
                        <a:pt x="657075" y="650639"/>
                        <a:pt x="658317" y="649546"/>
                      </a:cubicBezTo>
                      <a:cubicBezTo>
                        <a:pt x="658864" y="647956"/>
                        <a:pt x="659559" y="646416"/>
                        <a:pt x="660304" y="644976"/>
                      </a:cubicBezTo>
                      <a:cubicBezTo>
                        <a:pt x="663384" y="639014"/>
                        <a:pt x="669296" y="635139"/>
                        <a:pt x="675407" y="633152"/>
                      </a:cubicBezTo>
                      <a:cubicBezTo>
                        <a:pt x="678090" y="632257"/>
                        <a:pt x="681071" y="632059"/>
                        <a:pt x="684101" y="632357"/>
                      </a:cubicBezTo>
                      <a:cubicBezTo>
                        <a:pt x="685194" y="630320"/>
                        <a:pt x="686585" y="628333"/>
                        <a:pt x="688175" y="626594"/>
                      </a:cubicBezTo>
                      <a:cubicBezTo>
                        <a:pt x="688473" y="626047"/>
                        <a:pt x="688871" y="625600"/>
                        <a:pt x="689467" y="625302"/>
                      </a:cubicBezTo>
                      <a:cubicBezTo>
                        <a:pt x="690858" y="624010"/>
                        <a:pt x="692298" y="622868"/>
                        <a:pt x="693789" y="621974"/>
                      </a:cubicBezTo>
                      <a:cubicBezTo>
                        <a:pt x="693988" y="621824"/>
                        <a:pt x="694286" y="621775"/>
                        <a:pt x="694484" y="621626"/>
                      </a:cubicBezTo>
                      <a:cubicBezTo>
                        <a:pt x="694584" y="620881"/>
                        <a:pt x="694633" y="620135"/>
                        <a:pt x="694782" y="619340"/>
                      </a:cubicBezTo>
                      <a:cubicBezTo>
                        <a:pt x="696273" y="612783"/>
                        <a:pt x="700993" y="607516"/>
                        <a:pt x="706408" y="603939"/>
                      </a:cubicBezTo>
                      <a:cubicBezTo>
                        <a:pt x="711773" y="600412"/>
                        <a:pt x="719821" y="599667"/>
                        <a:pt x="725883" y="601356"/>
                      </a:cubicBezTo>
                      <a:cubicBezTo>
                        <a:pt x="727969" y="601952"/>
                        <a:pt x="730155" y="602946"/>
                        <a:pt x="732242" y="604287"/>
                      </a:cubicBezTo>
                      <a:cubicBezTo>
                        <a:pt x="733682" y="604039"/>
                        <a:pt x="735222" y="603890"/>
                        <a:pt x="736812" y="603890"/>
                      </a:cubicBezTo>
                      <a:cubicBezTo>
                        <a:pt x="747444" y="603890"/>
                        <a:pt x="754548" y="609355"/>
                        <a:pt x="758225" y="616757"/>
                      </a:cubicBezTo>
                      <a:cubicBezTo>
                        <a:pt x="761255" y="616956"/>
                        <a:pt x="766372" y="622669"/>
                        <a:pt x="771042" y="628382"/>
                      </a:cubicBezTo>
                      <a:cubicBezTo>
                        <a:pt x="777699" y="636629"/>
                        <a:pt x="780780" y="634245"/>
                        <a:pt x="790567" y="634841"/>
                      </a:cubicBezTo>
                      <a:cubicBezTo>
                        <a:pt x="800304" y="635437"/>
                        <a:pt x="800304" y="632506"/>
                        <a:pt x="800850" y="625451"/>
                      </a:cubicBezTo>
                      <a:cubicBezTo>
                        <a:pt x="801248" y="620284"/>
                        <a:pt x="806812" y="630767"/>
                        <a:pt x="813569" y="637275"/>
                      </a:cubicBezTo>
                      <a:cubicBezTo>
                        <a:pt x="815208" y="635040"/>
                        <a:pt x="817245" y="633102"/>
                        <a:pt x="819630" y="631562"/>
                      </a:cubicBezTo>
                      <a:cubicBezTo>
                        <a:pt x="818537" y="630469"/>
                        <a:pt x="817394" y="629426"/>
                        <a:pt x="816251" y="628382"/>
                      </a:cubicBezTo>
                      <a:cubicBezTo>
                        <a:pt x="809048" y="621924"/>
                        <a:pt x="817792" y="618993"/>
                        <a:pt x="811631" y="613677"/>
                      </a:cubicBezTo>
                      <a:cubicBezTo>
                        <a:pt x="805471" y="608361"/>
                        <a:pt x="819332" y="601306"/>
                        <a:pt x="831652" y="601903"/>
                      </a:cubicBezTo>
                      <a:cubicBezTo>
                        <a:pt x="843973" y="602499"/>
                        <a:pt x="843476" y="606026"/>
                        <a:pt x="848097" y="597779"/>
                      </a:cubicBezTo>
                      <a:cubicBezTo>
                        <a:pt x="852717" y="589532"/>
                        <a:pt x="857337" y="597779"/>
                        <a:pt x="857337" y="604834"/>
                      </a:cubicBezTo>
                      <a:cubicBezTo>
                        <a:pt x="857337" y="611888"/>
                        <a:pt x="877358" y="600710"/>
                        <a:pt x="888139" y="600710"/>
                      </a:cubicBezTo>
                      <a:cubicBezTo>
                        <a:pt x="898920" y="600710"/>
                        <a:pt x="908707" y="611292"/>
                        <a:pt x="909701" y="618347"/>
                      </a:cubicBezTo>
                      <a:cubicBezTo>
                        <a:pt x="910744" y="625401"/>
                        <a:pt x="917948" y="628929"/>
                        <a:pt x="925648" y="621278"/>
                      </a:cubicBezTo>
                      <a:cubicBezTo>
                        <a:pt x="933349" y="613627"/>
                        <a:pt x="940006" y="604834"/>
                        <a:pt x="947209" y="613031"/>
                      </a:cubicBezTo>
                      <a:cubicBezTo>
                        <a:pt x="954413" y="621278"/>
                        <a:pt x="961567" y="632456"/>
                        <a:pt x="970311" y="642442"/>
                      </a:cubicBezTo>
                      <a:cubicBezTo>
                        <a:pt x="979055" y="652428"/>
                        <a:pt x="966187" y="664798"/>
                        <a:pt x="970808" y="672399"/>
                      </a:cubicBezTo>
                      <a:cubicBezTo>
                        <a:pt x="975428" y="680050"/>
                        <a:pt x="970311" y="690632"/>
                        <a:pt x="980545" y="698879"/>
                      </a:cubicBezTo>
                      <a:cubicBezTo>
                        <a:pt x="985563" y="702853"/>
                        <a:pt x="985910" y="708964"/>
                        <a:pt x="985960" y="714429"/>
                      </a:cubicBezTo>
                      <a:cubicBezTo>
                        <a:pt x="986656" y="714976"/>
                        <a:pt x="987302" y="715572"/>
                        <a:pt x="987848" y="716168"/>
                      </a:cubicBezTo>
                      <a:cubicBezTo>
                        <a:pt x="991326" y="719695"/>
                        <a:pt x="993760" y="724564"/>
                        <a:pt x="994754" y="729582"/>
                      </a:cubicBezTo>
                      <a:cubicBezTo>
                        <a:pt x="1000566" y="734798"/>
                        <a:pt x="1004888" y="744833"/>
                        <a:pt x="1005733" y="749454"/>
                      </a:cubicBezTo>
                      <a:cubicBezTo>
                        <a:pt x="1006776" y="755316"/>
                        <a:pt x="1022177" y="762967"/>
                        <a:pt x="1023221" y="752981"/>
                      </a:cubicBezTo>
                      <a:cubicBezTo>
                        <a:pt x="1023618" y="749156"/>
                        <a:pt x="1025059" y="745032"/>
                        <a:pt x="1026798" y="740909"/>
                      </a:cubicBezTo>
                      <a:cubicBezTo>
                        <a:pt x="1026599" y="739617"/>
                        <a:pt x="1026450" y="738276"/>
                        <a:pt x="1026450" y="736934"/>
                      </a:cubicBezTo>
                      <a:cubicBezTo>
                        <a:pt x="1026500" y="725458"/>
                        <a:pt x="1027046" y="714032"/>
                        <a:pt x="1025605" y="702605"/>
                      </a:cubicBezTo>
                      <a:cubicBezTo>
                        <a:pt x="1025009" y="697885"/>
                        <a:pt x="1026251" y="693563"/>
                        <a:pt x="1028536" y="689837"/>
                      </a:cubicBezTo>
                      <a:cubicBezTo>
                        <a:pt x="1028238" y="688694"/>
                        <a:pt x="1027940" y="687601"/>
                        <a:pt x="1027642" y="686508"/>
                      </a:cubicBezTo>
                      <a:cubicBezTo>
                        <a:pt x="1021382" y="681640"/>
                        <a:pt x="1017309" y="673790"/>
                        <a:pt x="1017160" y="665692"/>
                      </a:cubicBezTo>
                      <a:cubicBezTo>
                        <a:pt x="1017060" y="659085"/>
                        <a:pt x="1016017" y="652527"/>
                        <a:pt x="1015669" y="645919"/>
                      </a:cubicBezTo>
                      <a:cubicBezTo>
                        <a:pt x="1015172" y="645025"/>
                        <a:pt x="1014676" y="644081"/>
                        <a:pt x="1013980" y="643088"/>
                      </a:cubicBezTo>
                      <a:cubicBezTo>
                        <a:pt x="1005783" y="630717"/>
                        <a:pt x="1000616" y="609007"/>
                        <a:pt x="1001113" y="591370"/>
                      </a:cubicBezTo>
                      <a:cubicBezTo>
                        <a:pt x="1001262" y="586154"/>
                        <a:pt x="1002951" y="579993"/>
                        <a:pt x="1005485" y="573634"/>
                      </a:cubicBezTo>
                      <a:cubicBezTo>
                        <a:pt x="1002504" y="561959"/>
                        <a:pt x="1006776" y="548148"/>
                        <a:pt x="1018203" y="542783"/>
                      </a:cubicBezTo>
                      <a:cubicBezTo>
                        <a:pt x="1020439" y="538361"/>
                        <a:pt x="1023767" y="534734"/>
                        <a:pt x="1027990" y="531952"/>
                      </a:cubicBezTo>
                      <a:cubicBezTo>
                        <a:pt x="1032660" y="528922"/>
                        <a:pt x="1038274" y="528127"/>
                        <a:pt x="1043689" y="528723"/>
                      </a:cubicBezTo>
                      <a:cubicBezTo>
                        <a:pt x="1046223" y="527730"/>
                        <a:pt x="1048111" y="526189"/>
                        <a:pt x="1048906" y="522612"/>
                      </a:cubicBezTo>
                      <a:cubicBezTo>
                        <a:pt x="1050942" y="513223"/>
                        <a:pt x="1061773" y="501448"/>
                        <a:pt x="1067883" y="501448"/>
                      </a:cubicBezTo>
                      <a:cubicBezTo>
                        <a:pt x="1068778" y="501448"/>
                        <a:pt x="1069672" y="501498"/>
                        <a:pt x="1070566" y="501548"/>
                      </a:cubicBezTo>
                      <a:cubicBezTo>
                        <a:pt x="1066542" y="487588"/>
                        <a:pt x="1073050" y="470001"/>
                        <a:pt x="1090041" y="467765"/>
                      </a:cubicBezTo>
                      <a:cubicBezTo>
                        <a:pt x="1094065" y="462549"/>
                        <a:pt x="1100275" y="459021"/>
                        <a:pt x="1108671" y="458922"/>
                      </a:cubicBezTo>
                      <a:cubicBezTo>
                        <a:pt x="1108622" y="458773"/>
                        <a:pt x="1108522" y="458674"/>
                        <a:pt x="1108472" y="458524"/>
                      </a:cubicBezTo>
                      <a:cubicBezTo>
                        <a:pt x="1104895" y="451470"/>
                        <a:pt x="1111553" y="444415"/>
                        <a:pt x="1114136" y="449135"/>
                      </a:cubicBezTo>
                      <a:cubicBezTo>
                        <a:pt x="1116719" y="453855"/>
                        <a:pt x="1124917" y="454401"/>
                        <a:pt x="1130084" y="450327"/>
                      </a:cubicBezTo>
                      <a:cubicBezTo>
                        <a:pt x="1135201" y="446204"/>
                        <a:pt x="1147025" y="435026"/>
                        <a:pt x="1135747" y="434429"/>
                      </a:cubicBezTo>
                      <a:cubicBezTo>
                        <a:pt x="1124420" y="433833"/>
                        <a:pt x="1121886" y="428567"/>
                        <a:pt x="1128543" y="425586"/>
                      </a:cubicBezTo>
                      <a:cubicBezTo>
                        <a:pt x="1135201" y="422655"/>
                        <a:pt x="1129587" y="408546"/>
                        <a:pt x="1120346" y="407353"/>
                      </a:cubicBezTo>
                      <a:cubicBezTo>
                        <a:pt x="1111106" y="406161"/>
                        <a:pt x="1114186" y="400895"/>
                        <a:pt x="1119849" y="394436"/>
                      </a:cubicBezTo>
                      <a:cubicBezTo>
                        <a:pt x="1125513" y="387978"/>
                        <a:pt x="1111652" y="377396"/>
                        <a:pt x="1104945" y="372080"/>
                      </a:cubicBezTo>
                      <a:cubicBezTo>
                        <a:pt x="1098288" y="366814"/>
                        <a:pt x="1109069" y="363833"/>
                        <a:pt x="1114186" y="362691"/>
                      </a:cubicBezTo>
                      <a:cubicBezTo>
                        <a:pt x="1119303" y="361498"/>
                        <a:pt x="1115229" y="334472"/>
                        <a:pt x="1117763" y="328014"/>
                      </a:cubicBezTo>
                      <a:cubicBezTo>
                        <a:pt x="1120346" y="321555"/>
                        <a:pt x="1129040" y="321555"/>
                        <a:pt x="1125463" y="328014"/>
                      </a:cubicBezTo>
                      <a:cubicBezTo>
                        <a:pt x="1121886" y="334472"/>
                        <a:pt x="1116719" y="345054"/>
                        <a:pt x="1123426" y="353897"/>
                      </a:cubicBezTo>
                      <a:cubicBezTo>
                        <a:pt x="1127053" y="358667"/>
                        <a:pt x="1129289" y="363684"/>
                        <a:pt x="1130183" y="369398"/>
                      </a:cubicBezTo>
                      <a:cubicBezTo>
                        <a:pt x="1130630" y="368851"/>
                        <a:pt x="1131077" y="368255"/>
                        <a:pt x="1131574" y="367758"/>
                      </a:cubicBezTo>
                      <a:cubicBezTo>
                        <a:pt x="1132419" y="366814"/>
                        <a:pt x="1133412" y="366069"/>
                        <a:pt x="1134406" y="365274"/>
                      </a:cubicBezTo>
                      <a:cubicBezTo>
                        <a:pt x="1134455" y="365175"/>
                        <a:pt x="1134455" y="365125"/>
                        <a:pt x="1134505" y="365026"/>
                      </a:cubicBezTo>
                      <a:cubicBezTo>
                        <a:pt x="1134356" y="363982"/>
                        <a:pt x="1134257" y="362889"/>
                        <a:pt x="1134257" y="361896"/>
                      </a:cubicBezTo>
                      <a:cubicBezTo>
                        <a:pt x="1134257" y="356282"/>
                        <a:pt x="1136244" y="350966"/>
                        <a:pt x="1139473" y="346545"/>
                      </a:cubicBezTo>
                      <a:cubicBezTo>
                        <a:pt x="1140020" y="345650"/>
                        <a:pt x="1140616" y="344756"/>
                        <a:pt x="1141113" y="343762"/>
                      </a:cubicBezTo>
                      <a:cubicBezTo>
                        <a:pt x="1141212" y="343564"/>
                        <a:pt x="1141311" y="343415"/>
                        <a:pt x="1141411" y="343216"/>
                      </a:cubicBezTo>
                      <a:cubicBezTo>
                        <a:pt x="1141560" y="342818"/>
                        <a:pt x="1141758" y="342421"/>
                        <a:pt x="1141907" y="342024"/>
                      </a:cubicBezTo>
                      <a:cubicBezTo>
                        <a:pt x="1138529" y="337701"/>
                        <a:pt x="1139523" y="324884"/>
                        <a:pt x="1144491" y="332137"/>
                      </a:cubicBezTo>
                      <a:cubicBezTo>
                        <a:pt x="1145335" y="333379"/>
                        <a:pt x="1146081" y="334323"/>
                        <a:pt x="1146776" y="335217"/>
                      </a:cubicBezTo>
                      <a:cubicBezTo>
                        <a:pt x="1147571" y="334472"/>
                        <a:pt x="1148316" y="333727"/>
                        <a:pt x="1149260" y="333081"/>
                      </a:cubicBezTo>
                      <a:cubicBezTo>
                        <a:pt x="1150353" y="332038"/>
                        <a:pt x="1151545" y="331243"/>
                        <a:pt x="1152837" y="330498"/>
                      </a:cubicBezTo>
                      <a:cubicBezTo>
                        <a:pt x="1153036" y="330299"/>
                        <a:pt x="1153235" y="330150"/>
                        <a:pt x="1153433" y="329951"/>
                      </a:cubicBezTo>
                      <a:cubicBezTo>
                        <a:pt x="1156166" y="327169"/>
                        <a:pt x="1159445" y="325232"/>
                        <a:pt x="1162922" y="323990"/>
                      </a:cubicBezTo>
                      <a:cubicBezTo>
                        <a:pt x="1163171" y="316686"/>
                        <a:pt x="1166052" y="309483"/>
                        <a:pt x="1171567" y="304763"/>
                      </a:cubicBezTo>
                      <a:cubicBezTo>
                        <a:pt x="1172163" y="302726"/>
                        <a:pt x="1172908" y="300789"/>
                        <a:pt x="1173902" y="299100"/>
                      </a:cubicBezTo>
                      <a:cubicBezTo>
                        <a:pt x="1173902" y="299050"/>
                        <a:pt x="1173951" y="299050"/>
                        <a:pt x="1173951" y="299000"/>
                      </a:cubicBezTo>
                      <a:cubicBezTo>
                        <a:pt x="1173703" y="298652"/>
                        <a:pt x="1173554" y="298255"/>
                        <a:pt x="1173206" y="298007"/>
                      </a:cubicBezTo>
                      <a:cubicBezTo>
                        <a:pt x="1168288" y="294430"/>
                        <a:pt x="1173902" y="290803"/>
                        <a:pt x="1182298" y="290356"/>
                      </a:cubicBezTo>
                      <a:cubicBezTo>
                        <a:pt x="1182795" y="290058"/>
                        <a:pt x="1183242" y="289710"/>
                        <a:pt x="1183738" y="289412"/>
                      </a:cubicBezTo>
                      <a:cubicBezTo>
                        <a:pt x="1188011" y="286431"/>
                        <a:pt x="1192929" y="284841"/>
                        <a:pt x="1198245" y="284642"/>
                      </a:cubicBezTo>
                      <a:cubicBezTo>
                        <a:pt x="1199537" y="284593"/>
                        <a:pt x="1200779" y="284692"/>
                        <a:pt x="1202021" y="284891"/>
                      </a:cubicBezTo>
                      <a:cubicBezTo>
                        <a:pt x="1202120" y="284841"/>
                        <a:pt x="1202220" y="284792"/>
                        <a:pt x="1202319" y="284742"/>
                      </a:cubicBezTo>
                      <a:cubicBezTo>
                        <a:pt x="1203909" y="284046"/>
                        <a:pt x="1205449" y="283351"/>
                        <a:pt x="1206989" y="282705"/>
                      </a:cubicBezTo>
                      <a:cubicBezTo>
                        <a:pt x="1210665" y="280171"/>
                        <a:pt x="1215435" y="279376"/>
                        <a:pt x="1220005" y="279625"/>
                      </a:cubicBezTo>
                      <a:cubicBezTo>
                        <a:pt x="1224427" y="268596"/>
                        <a:pt x="1184533" y="285040"/>
                        <a:pt x="1184533" y="278631"/>
                      </a:cubicBezTo>
                      <a:cubicBezTo>
                        <a:pt x="1184533" y="272173"/>
                        <a:pt x="1210218" y="265714"/>
                        <a:pt x="1222042" y="265118"/>
                      </a:cubicBezTo>
                      <a:cubicBezTo>
                        <a:pt x="1233866" y="264522"/>
                        <a:pt x="1228203" y="246289"/>
                        <a:pt x="1233320" y="253940"/>
                      </a:cubicBezTo>
                      <a:cubicBezTo>
                        <a:pt x="1237841" y="260647"/>
                        <a:pt x="1244299" y="260547"/>
                        <a:pt x="1250360" y="257269"/>
                      </a:cubicBezTo>
                      <a:cubicBezTo>
                        <a:pt x="1250112" y="256225"/>
                        <a:pt x="1250062" y="255232"/>
                        <a:pt x="1249913" y="254188"/>
                      </a:cubicBezTo>
                      <a:cubicBezTo>
                        <a:pt x="1247528" y="250115"/>
                        <a:pt x="1245938" y="245296"/>
                        <a:pt x="1246187" y="240874"/>
                      </a:cubicBezTo>
                      <a:cubicBezTo>
                        <a:pt x="1246286" y="238986"/>
                        <a:pt x="1246535" y="237098"/>
                        <a:pt x="1246833" y="235210"/>
                      </a:cubicBezTo>
                      <a:cubicBezTo>
                        <a:pt x="1246783" y="235210"/>
                        <a:pt x="1246733" y="235161"/>
                        <a:pt x="1246634" y="235161"/>
                      </a:cubicBezTo>
                      <a:cubicBezTo>
                        <a:pt x="1241268" y="233521"/>
                        <a:pt x="1246137" y="230143"/>
                        <a:pt x="1248671" y="226467"/>
                      </a:cubicBezTo>
                      <a:cubicBezTo>
                        <a:pt x="1249068" y="225324"/>
                        <a:pt x="1249466" y="224231"/>
                        <a:pt x="1250012" y="223188"/>
                      </a:cubicBezTo>
                      <a:cubicBezTo>
                        <a:pt x="1250012" y="222691"/>
                        <a:pt x="1249963" y="222144"/>
                        <a:pt x="1249714" y="221648"/>
                      </a:cubicBezTo>
                      <a:cubicBezTo>
                        <a:pt x="1249665" y="221499"/>
                        <a:pt x="1249615" y="221300"/>
                        <a:pt x="1249565" y="221151"/>
                      </a:cubicBezTo>
                      <a:cubicBezTo>
                        <a:pt x="1247379" y="217176"/>
                        <a:pt x="1246187" y="212457"/>
                        <a:pt x="1246187" y="208283"/>
                      </a:cubicBezTo>
                      <a:cubicBezTo>
                        <a:pt x="1246187" y="201775"/>
                        <a:pt x="1248969" y="194671"/>
                        <a:pt x="1253589" y="190100"/>
                      </a:cubicBezTo>
                      <a:cubicBezTo>
                        <a:pt x="1258359" y="185381"/>
                        <a:pt x="1263973" y="182797"/>
                        <a:pt x="1270381" y="182052"/>
                      </a:cubicBezTo>
                      <a:cubicBezTo>
                        <a:pt x="1273958" y="176885"/>
                        <a:pt x="1279572" y="173159"/>
                        <a:pt x="1287223" y="172414"/>
                      </a:cubicBezTo>
                      <a:cubicBezTo>
                        <a:pt x="1288068" y="172215"/>
                        <a:pt x="1288863" y="171967"/>
                        <a:pt x="1289757" y="171818"/>
                      </a:cubicBezTo>
                      <a:cubicBezTo>
                        <a:pt x="1291247" y="169235"/>
                        <a:pt x="1292837" y="166552"/>
                        <a:pt x="1294973" y="164068"/>
                      </a:cubicBezTo>
                      <a:cubicBezTo>
                        <a:pt x="1302177" y="155821"/>
                        <a:pt x="1312461" y="176985"/>
                        <a:pt x="1323738" y="165260"/>
                      </a:cubicBezTo>
                      <a:cubicBezTo>
                        <a:pt x="1328359" y="160441"/>
                        <a:pt x="1334618" y="155076"/>
                        <a:pt x="1341027" y="150406"/>
                      </a:cubicBezTo>
                      <a:cubicBezTo>
                        <a:pt x="1314696" y="110363"/>
                        <a:pt x="1322149" y="83734"/>
                        <a:pt x="1321503" y="7648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4" name="Google Shape;844;p8"/>
                <p:cNvSpPr/>
                <p:nvPr/>
              </p:nvSpPr>
              <p:spPr>
                <a:xfrm>
                  <a:off x="401316" y="2000107"/>
                  <a:ext cx="889463" cy="686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463" h="686932" extrusionOk="0">
                      <a:moveTo>
                        <a:pt x="881285" y="649524"/>
                      </a:moveTo>
                      <a:cubicBezTo>
                        <a:pt x="884713" y="639339"/>
                        <a:pt x="885409" y="633079"/>
                        <a:pt x="859376" y="621305"/>
                      </a:cubicBezTo>
                      <a:cubicBezTo>
                        <a:pt x="833343" y="609531"/>
                        <a:pt x="836076" y="601731"/>
                        <a:pt x="818290" y="565663"/>
                      </a:cubicBezTo>
                      <a:cubicBezTo>
                        <a:pt x="800505" y="529644"/>
                        <a:pt x="768311" y="513945"/>
                        <a:pt x="768311" y="500631"/>
                      </a:cubicBezTo>
                      <a:cubicBezTo>
                        <a:pt x="768311" y="487317"/>
                        <a:pt x="736814" y="488857"/>
                        <a:pt x="736814" y="499041"/>
                      </a:cubicBezTo>
                      <a:cubicBezTo>
                        <a:pt x="736814" y="509226"/>
                        <a:pt x="723102" y="512405"/>
                        <a:pt x="715600" y="517870"/>
                      </a:cubicBezTo>
                      <a:cubicBezTo>
                        <a:pt x="708049" y="523335"/>
                        <a:pt x="704621" y="514740"/>
                        <a:pt x="697815" y="504556"/>
                      </a:cubicBezTo>
                      <a:cubicBezTo>
                        <a:pt x="690959" y="494371"/>
                        <a:pt x="674515" y="484187"/>
                        <a:pt x="674515" y="477927"/>
                      </a:cubicBezTo>
                      <a:cubicBezTo>
                        <a:pt x="674515" y="471667"/>
                        <a:pt x="670391" y="458353"/>
                        <a:pt x="658766" y="464612"/>
                      </a:cubicBezTo>
                      <a:cubicBezTo>
                        <a:pt x="647141" y="470872"/>
                        <a:pt x="640980" y="464612"/>
                        <a:pt x="637552" y="469332"/>
                      </a:cubicBezTo>
                      <a:cubicBezTo>
                        <a:pt x="634124" y="474052"/>
                        <a:pt x="625232" y="466451"/>
                        <a:pt x="625232" y="466451"/>
                      </a:cubicBezTo>
                      <a:lnTo>
                        <a:pt x="625232" y="60213"/>
                      </a:lnTo>
                      <a:cubicBezTo>
                        <a:pt x="621108" y="59716"/>
                        <a:pt x="617432" y="58921"/>
                        <a:pt x="614600" y="57679"/>
                      </a:cubicBezTo>
                      <a:cubicBezTo>
                        <a:pt x="600789" y="51668"/>
                        <a:pt x="580817" y="41185"/>
                        <a:pt x="568596" y="41980"/>
                      </a:cubicBezTo>
                      <a:cubicBezTo>
                        <a:pt x="566211" y="48637"/>
                        <a:pt x="561243" y="54450"/>
                        <a:pt x="553145" y="57530"/>
                      </a:cubicBezTo>
                      <a:cubicBezTo>
                        <a:pt x="536303" y="63889"/>
                        <a:pt x="519611" y="59120"/>
                        <a:pt x="506694" y="48786"/>
                      </a:cubicBezTo>
                      <a:cubicBezTo>
                        <a:pt x="501328" y="59915"/>
                        <a:pt x="492535" y="68808"/>
                        <a:pt x="479022" y="72981"/>
                      </a:cubicBezTo>
                      <a:cubicBezTo>
                        <a:pt x="465856" y="77055"/>
                        <a:pt x="453834" y="69106"/>
                        <a:pt x="449213" y="57679"/>
                      </a:cubicBezTo>
                      <a:cubicBezTo>
                        <a:pt x="443748" y="55245"/>
                        <a:pt x="438631" y="51817"/>
                        <a:pt x="434110" y="47296"/>
                      </a:cubicBezTo>
                      <a:cubicBezTo>
                        <a:pt x="432968" y="46153"/>
                        <a:pt x="431577" y="44712"/>
                        <a:pt x="430136" y="43172"/>
                      </a:cubicBezTo>
                      <a:cubicBezTo>
                        <a:pt x="418958" y="43023"/>
                        <a:pt x="407929" y="42378"/>
                        <a:pt x="396602" y="40440"/>
                      </a:cubicBezTo>
                      <a:cubicBezTo>
                        <a:pt x="387361" y="38850"/>
                        <a:pt x="382045" y="32938"/>
                        <a:pt x="379959" y="25635"/>
                      </a:cubicBezTo>
                      <a:cubicBezTo>
                        <a:pt x="378915" y="25983"/>
                        <a:pt x="378021" y="26281"/>
                        <a:pt x="377326" y="26579"/>
                      </a:cubicBezTo>
                      <a:cubicBezTo>
                        <a:pt x="370122" y="29510"/>
                        <a:pt x="371662" y="17736"/>
                        <a:pt x="362421" y="18928"/>
                      </a:cubicBezTo>
                      <a:cubicBezTo>
                        <a:pt x="353181" y="20121"/>
                        <a:pt x="360385" y="14209"/>
                        <a:pt x="355218" y="5415"/>
                      </a:cubicBezTo>
                      <a:cubicBezTo>
                        <a:pt x="350101" y="-3428"/>
                        <a:pt x="324416" y="4819"/>
                        <a:pt x="315175" y="6011"/>
                      </a:cubicBezTo>
                      <a:cubicBezTo>
                        <a:pt x="308568" y="6856"/>
                        <a:pt x="305388" y="3776"/>
                        <a:pt x="304295" y="0"/>
                      </a:cubicBezTo>
                      <a:cubicBezTo>
                        <a:pt x="298731" y="845"/>
                        <a:pt x="293167" y="1987"/>
                        <a:pt x="287702" y="3428"/>
                      </a:cubicBezTo>
                      <a:cubicBezTo>
                        <a:pt x="285864" y="4521"/>
                        <a:pt x="283827" y="5067"/>
                        <a:pt x="281790" y="5216"/>
                      </a:cubicBezTo>
                      <a:cubicBezTo>
                        <a:pt x="266687" y="9837"/>
                        <a:pt x="251932" y="16295"/>
                        <a:pt x="237326" y="23250"/>
                      </a:cubicBezTo>
                      <a:cubicBezTo>
                        <a:pt x="228880" y="30305"/>
                        <a:pt x="220285" y="37260"/>
                        <a:pt x="211442" y="43818"/>
                      </a:cubicBezTo>
                      <a:cubicBezTo>
                        <a:pt x="204586" y="48836"/>
                        <a:pt x="196488" y="48786"/>
                        <a:pt x="189533" y="45557"/>
                      </a:cubicBezTo>
                      <a:cubicBezTo>
                        <a:pt x="188788" y="45855"/>
                        <a:pt x="188092" y="46153"/>
                        <a:pt x="187347" y="46451"/>
                      </a:cubicBezTo>
                      <a:cubicBezTo>
                        <a:pt x="158234" y="58226"/>
                        <a:pt x="129618" y="70944"/>
                        <a:pt x="101599" y="84854"/>
                      </a:cubicBezTo>
                      <a:cubicBezTo>
                        <a:pt x="101052" y="85550"/>
                        <a:pt x="100555" y="86295"/>
                        <a:pt x="99909" y="87040"/>
                      </a:cubicBezTo>
                      <a:cubicBezTo>
                        <a:pt x="97227" y="90319"/>
                        <a:pt x="93699" y="92803"/>
                        <a:pt x="89725" y="94741"/>
                      </a:cubicBezTo>
                      <a:cubicBezTo>
                        <a:pt x="85055" y="98566"/>
                        <a:pt x="80385" y="102392"/>
                        <a:pt x="75665" y="106167"/>
                      </a:cubicBezTo>
                      <a:cubicBezTo>
                        <a:pt x="73877" y="107658"/>
                        <a:pt x="72039" y="109148"/>
                        <a:pt x="70002" y="110688"/>
                      </a:cubicBezTo>
                      <a:cubicBezTo>
                        <a:pt x="62550" y="116401"/>
                        <a:pt x="55197" y="116799"/>
                        <a:pt x="49086" y="114017"/>
                      </a:cubicBezTo>
                      <a:cubicBezTo>
                        <a:pt x="45907" y="115358"/>
                        <a:pt x="42777" y="116749"/>
                        <a:pt x="39697" y="118438"/>
                      </a:cubicBezTo>
                      <a:cubicBezTo>
                        <a:pt x="37858" y="119432"/>
                        <a:pt x="36070" y="120177"/>
                        <a:pt x="34281" y="120674"/>
                      </a:cubicBezTo>
                      <a:cubicBezTo>
                        <a:pt x="34878" y="125344"/>
                        <a:pt x="42528" y="129766"/>
                        <a:pt x="56886" y="134535"/>
                      </a:cubicBezTo>
                      <a:cubicBezTo>
                        <a:pt x="62053" y="132399"/>
                        <a:pt x="67865" y="131753"/>
                        <a:pt x="73231" y="133194"/>
                      </a:cubicBezTo>
                      <a:cubicBezTo>
                        <a:pt x="83664" y="135876"/>
                        <a:pt x="92954" y="141739"/>
                        <a:pt x="100406" y="149638"/>
                      </a:cubicBezTo>
                      <a:cubicBezTo>
                        <a:pt x="105126" y="154606"/>
                        <a:pt x="109001" y="160269"/>
                        <a:pt x="114019" y="164890"/>
                      </a:cubicBezTo>
                      <a:cubicBezTo>
                        <a:pt x="126737" y="165039"/>
                        <a:pt x="134388" y="173087"/>
                        <a:pt x="137021" y="182824"/>
                      </a:cubicBezTo>
                      <a:cubicBezTo>
                        <a:pt x="137319" y="182874"/>
                        <a:pt x="137667" y="182874"/>
                        <a:pt x="137965" y="182874"/>
                      </a:cubicBezTo>
                      <a:cubicBezTo>
                        <a:pt x="148249" y="184613"/>
                        <a:pt x="136921" y="201107"/>
                        <a:pt x="145665" y="205777"/>
                      </a:cubicBezTo>
                      <a:cubicBezTo>
                        <a:pt x="154409" y="210496"/>
                        <a:pt x="167773" y="203392"/>
                        <a:pt x="170307" y="211639"/>
                      </a:cubicBezTo>
                      <a:cubicBezTo>
                        <a:pt x="172890" y="219886"/>
                        <a:pt x="152819" y="211639"/>
                        <a:pt x="142585" y="220482"/>
                      </a:cubicBezTo>
                      <a:cubicBezTo>
                        <a:pt x="132301" y="229276"/>
                        <a:pt x="127184" y="233399"/>
                        <a:pt x="123061" y="226941"/>
                      </a:cubicBezTo>
                      <a:cubicBezTo>
                        <a:pt x="118937" y="220482"/>
                        <a:pt x="101996" y="224606"/>
                        <a:pt x="93252" y="225748"/>
                      </a:cubicBezTo>
                      <a:cubicBezTo>
                        <a:pt x="85105" y="226841"/>
                        <a:pt x="91712" y="215166"/>
                        <a:pt x="93053" y="208807"/>
                      </a:cubicBezTo>
                      <a:cubicBezTo>
                        <a:pt x="88036" y="207863"/>
                        <a:pt x="83217" y="205578"/>
                        <a:pt x="79292" y="202200"/>
                      </a:cubicBezTo>
                      <a:cubicBezTo>
                        <a:pt x="75019" y="203044"/>
                        <a:pt x="70002" y="205081"/>
                        <a:pt x="64487" y="208708"/>
                      </a:cubicBezTo>
                      <a:cubicBezTo>
                        <a:pt x="47546" y="219886"/>
                        <a:pt x="53706" y="215763"/>
                        <a:pt x="51620" y="224556"/>
                      </a:cubicBezTo>
                      <a:cubicBezTo>
                        <a:pt x="49583" y="233399"/>
                        <a:pt x="42379" y="219240"/>
                        <a:pt x="31599" y="226891"/>
                      </a:cubicBezTo>
                      <a:cubicBezTo>
                        <a:pt x="20818" y="234542"/>
                        <a:pt x="3330" y="239808"/>
                        <a:pt x="250" y="247459"/>
                      </a:cubicBezTo>
                      <a:cubicBezTo>
                        <a:pt x="-2830" y="255110"/>
                        <a:pt x="23352" y="260376"/>
                        <a:pt x="33636" y="262760"/>
                      </a:cubicBezTo>
                      <a:cubicBezTo>
                        <a:pt x="43919" y="265095"/>
                        <a:pt x="21315" y="272746"/>
                        <a:pt x="29512" y="275677"/>
                      </a:cubicBezTo>
                      <a:cubicBezTo>
                        <a:pt x="37709" y="278608"/>
                        <a:pt x="34132" y="287452"/>
                        <a:pt x="47000" y="295102"/>
                      </a:cubicBezTo>
                      <a:cubicBezTo>
                        <a:pt x="49583" y="296643"/>
                        <a:pt x="52862" y="297537"/>
                        <a:pt x="56439" y="298034"/>
                      </a:cubicBezTo>
                      <a:cubicBezTo>
                        <a:pt x="57780" y="297785"/>
                        <a:pt x="59171" y="297487"/>
                        <a:pt x="60513" y="297239"/>
                      </a:cubicBezTo>
                      <a:cubicBezTo>
                        <a:pt x="64388" y="294953"/>
                        <a:pt x="68809" y="293562"/>
                        <a:pt x="73181" y="293562"/>
                      </a:cubicBezTo>
                      <a:lnTo>
                        <a:pt x="81577" y="293562"/>
                      </a:lnTo>
                      <a:cubicBezTo>
                        <a:pt x="84956" y="293562"/>
                        <a:pt x="88185" y="294308"/>
                        <a:pt x="91166" y="295599"/>
                      </a:cubicBezTo>
                      <a:cubicBezTo>
                        <a:pt x="93252" y="295301"/>
                        <a:pt x="95041" y="295102"/>
                        <a:pt x="96233" y="295102"/>
                      </a:cubicBezTo>
                      <a:cubicBezTo>
                        <a:pt x="99512" y="295102"/>
                        <a:pt x="102642" y="296990"/>
                        <a:pt x="105722" y="298580"/>
                      </a:cubicBezTo>
                      <a:cubicBezTo>
                        <a:pt x="107461" y="299077"/>
                        <a:pt x="109100" y="299772"/>
                        <a:pt x="110640" y="300617"/>
                      </a:cubicBezTo>
                      <a:cubicBezTo>
                        <a:pt x="112975" y="301114"/>
                        <a:pt x="115211" y="300667"/>
                        <a:pt x="117298" y="298034"/>
                      </a:cubicBezTo>
                      <a:cubicBezTo>
                        <a:pt x="123458" y="290383"/>
                        <a:pt x="146559" y="269269"/>
                        <a:pt x="158383" y="281589"/>
                      </a:cubicBezTo>
                      <a:cubicBezTo>
                        <a:pt x="170207" y="293960"/>
                        <a:pt x="145566" y="292171"/>
                        <a:pt x="151677" y="299822"/>
                      </a:cubicBezTo>
                      <a:cubicBezTo>
                        <a:pt x="157837" y="307473"/>
                        <a:pt x="165537" y="325706"/>
                        <a:pt x="154260" y="335095"/>
                      </a:cubicBezTo>
                      <a:cubicBezTo>
                        <a:pt x="142982" y="344485"/>
                        <a:pt x="132152" y="338026"/>
                        <a:pt x="125992" y="337430"/>
                      </a:cubicBezTo>
                      <a:cubicBezTo>
                        <a:pt x="124948" y="337331"/>
                        <a:pt x="124253" y="337679"/>
                        <a:pt x="123657" y="338275"/>
                      </a:cubicBezTo>
                      <a:cubicBezTo>
                        <a:pt x="123110" y="340560"/>
                        <a:pt x="122266" y="342796"/>
                        <a:pt x="121173" y="344882"/>
                      </a:cubicBezTo>
                      <a:cubicBezTo>
                        <a:pt x="120080" y="349304"/>
                        <a:pt x="118540" y="354818"/>
                        <a:pt x="113671" y="359240"/>
                      </a:cubicBezTo>
                      <a:cubicBezTo>
                        <a:pt x="108454" y="363960"/>
                        <a:pt x="103934" y="360929"/>
                        <a:pt x="99015" y="357104"/>
                      </a:cubicBezTo>
                      <a:cubicBezTo>
                        <a:pt x="92358" y="356855"/>
                        <a:pt x="87141" y="354371"/>
                        <a:pt x="83316" y="350695"/>
                      </a:cubicBezTo>
                      <a:cubicBezTo>
                        <a:pt x="82173" y="350794"/>
                        <a:pt x="81031" y="350943"/>
                        <a:pt x="79888" y="350993"/>
                      </a:cubicBezTo>
                      <a:cubicBezTo>
                        <a:pt x="79242" y="351341"/>
                        <a:pt x="78696" y="351788"/>
                        <a:pt x="78199" y="352285"/>
                      </a:cubicBezTo>
                      <a:cubicBezTo>
                        <a:pt x="81279" y="356657"/>
                        <a:pt x="83167" y="362122"/>
                        <a:pt x="83167" y="367437"/>
                      </a:cubicBezTo>
                      <a:lnTo>
                        <a:pt x="83167" y="370865"/>
                      </a:lnTo>
                      <a:cubicBezTo>
                        <a:pt x="83167" y="377821"/>
                        <a:pt x="80286" y="384031"/>
                        <a:pt x="75765" y="389048"/>
                      </a:cubicBezTo>
                      <a:cubicBezTo>
                        <a:pt x="72287" y="392923"/>
                        <a:pt x="67518" y="395060"/>
                        <a:pt x="62550" y="396004"/>
                      </a:cubicBezTo>
                      <a:cubicBezTo>
                        <a:pt x="63096" y="399730"/>
                        <a:pt x="62947" y="403555"/>
                        <a:pt x="62053" y="406834"/>
                      </a:cubicBezTo>
                      <a:cubicBezTo>
                        <a:pt x="60463" y="412746"/>
                        <a:pt x="55892" y="419353"/>
                        <a:pt x="50428" y="422235"/>
                      </a:cubicBezTo>
                      <a:cubicBezTo>
                        <a:pt x="48440" y="423278"/>
                        <a:pt x="46503" y="424471"/>
                        <a:pt x="44615" y="425613"/>
                      </a:cubicBezTo>
                      <a:cubicBezTo>
                        <a:pt x="53210" y="437487"/>
                        <a:pt x="52663" y="428296"/>
                        <a:pt x="61755" y="435599"/>
                      </a:cubicBezTo>
                      <a:cubicBezTo>
                        <a:pt x="72039" y="443846"/>
                        <a:pt x="50477" y="458551"/>
                        <a:pt x="60711" y="460886"/>
                      </a:cubicBezTo>
                      <a:cubicBezTo>
                        <a:pt x="67071" y="462327"/>
                        <a:pt x="73827" y="471021"/>
                        <a:pt x="79789" y="479268"/>
                      </a:cubicBezTo>
                      <a:cubicBezTo>
                        <a:pt x="82720" y="478026"/>
                        <a:pt x="86098" y="477281"/>
                        <a:pt x="89924" y="477281"/>
                      </a:cubicBezTo>
                      <a:cubicBezTo>
                        <a:pt x="99860" y="477281"/>
                        <a:pt x="106765" y="482100"/>
                        <a:pt x="110640" y="488757"/>
                      </a:cubicBezTo>
                      <a:cubicBezTo>
                        <a:pt x="112628" y="488012"/>
                        <a:pt x="114664" y="487466"/>
                        <a:pt x="116751" y="487366"/>
                      </a:cubicBezTo>
                      <a:cubicBezTo>
                        <a:pt x="127532" y="486770"/>
                        <a:pt x="122415" y="469730"/>
                        <a:pt x="128575" y="476188"/>
                      </a:cubicBezTo>
                      <a:cubicBezTo>
                        <a:pt x="134735" y="482647"/>
                        <a:pt x="143479" y="501426"/>
                        <a:pt x="137816" y="506145"/>
                      </a:cubicBezTo>
                      <a:cubicBezTo>
                        <a:pt x="132500" y="510567"/>
                        <a:pt x="136176" y="523683"/>
                        <a:pt x="135828" y="531135"/>
                      </a:cubicBezTo>
                      <a:cubicBezTo>
                        <a:pt x="137319" y="530787"/>
                        <a:pt x="138859" y="530539"/>
                        <a:pt x="140449" y="530489"/>
                      </a:cubicBezTo>
                      <a:cubicBezTo>
                        <a:pt x="141492" y="530439"/>
                        <a:pt x="142486" y="530489"/>
                        <a:pt x="143479" y="530638"/>
                      </a:cubicBezTo>
                      <a:cubicBezTo>
                        <a:pt x="144423" y="530091"/>
                        <a:pt x="145317" y="529495"/>
                        <a:pt x="146212" y="528849"/>
                      </a:cubicBezTo>
                      <a:cubicBezTo>
                        <a:pt x="148795" y="527011"/>
                        <a:pt x="151577" y="525918"/>
                        <a:pt x="154409" y="525421"/>
                      </a:cubicBezTo>
                      <a:cubicBezTo>
                        <a:pt x="156794" y="524229"/>
                        <a:pt x="158980" y="523136"/>
                        <a:pt x="159625" y="522540"/>
                      </a:cubicBezTo>
                      <a:cubicBezTo>
                        <a:pt x="168866" y="514293"/>
                        <a:pt x="181038" y="512803"/>
                        <a:pt x="191272" y="519559"/>
                      </a:cubicBezTo>
                      <a:cubicBezTo>
                        <a:pt x="191669" y="519460"/>
                        <a:pt x="192116" y="519311"/>
                        <a:pt x="192514" y="519211"/>
                      </a:cubicBezTo>
                      <a:cubicBezTo>
                        <a:pt x="196985" y="512753"/>
                        <a:pt x="204189" y="508530"/>
                        <a:pt x="212883" y="508133"/>
                      </a:cubicBezTo>
                      <a:cubicBezTo>
                        <a:pt x="219192" y="507835"/>
                        <a:pt x="226346" y="511213"/>
                        <a:pt x="230768" y="515684"/>
                      </a:cubicBezTo>
                      <a:cubicBezTo>
                        <a:pt x="233997" y="519013"/>
                        <a:pt x="236630" y="523832"/>
                        <a:pt x="237674" y="528750"/>
                      </a:cubicBezTo>
                      <a:cubicBezTo>
                        <a:pt x="239065" y="528154"/>
                        <a:pt x="240555" y="527508"/>
                        <a:pt x="242095" y="526713"/>
                      </a:cubicBezTo>
                      <a:cubicBezTo>
                        <a:pt x="258043" y="518466"/>
                        <a:pt x="250839" y="527309"/>
                        <a:pt x="242592" y="539084"/>
                      </a:cubicBezTo>
                      <a:cubicBezTo>
                        <a:pt x="231265" y="555329"/>
                        <a:pt x="242592" y="579076"/>
                        <a:pt x="234395" y="581411"/>
                      </a:cubicBezTo>
                      <a:cubicBezTo>
                        <a:pt x="226197" y="583746"/>
                        <a:pt x="219490" y="607891"/>
                        <a:pt x="206126" y="609630"/>
                      </a:cubicBezTo>
                      <a:cubicBezTo>
                        <a:pt x="192762" y="611419"/>
                        <a:pt x="170158" y="640184"/>
                        <a:pt x="167077" y="644903"/>
                      </a:cubicBezTo>
                      <a:cubicBezTo>
                        <a:pt x="163997" y="649623"/>
                        <a:pt x="135232" y="635514"/>
                        <a:pt x="131109" y="649027"/>
                      </a:cubicBezTo>
                      <a:cubicBezTo>
                        <a:pt x="126985" y="662540"/>
                        <a:pt x="109597" y="672625"/>
                        <a:pt x="114168" y="677841"/>
                      </a:cubicBezTo>
                      <a:cubicBezTo>
                        <a:pt x="117248" y="681369"/>
                        <a:pt x="140896" y="667856"/>
                        <a:pt x="141889" y="660801"/>
                      </a:cubicBezTo>
                      <a:cubicBezTo>
                        <a:pt x="142933" y="653746"/>
                        <a:pt x="146013" y="654939"/>
                        <a:pt x="150087" y="660205"/>
                      </a:cubicBezTo>
                      <a:cubicBezTo>
                        <a:pt x="154210" y="665471"/>
                        <a:pt x="164494" y="657870"/>
                        <a:pt x="169114" y="653150"/>
                      </a:cubicBezTo>
                      <a:cubicBezTo>
                        <a:pt x="173735" y="648431"/>
                        <a:pt x="181435" y="650219"/>
                        <a:pt x="186055" y="650815"/>
                      </a:cubicBezTo>
                      <a:cubicBezTo>
                        <a:pt x="190676" y="651411"/>
                        <a:pt x="192713" y="644357"/>
                        <a:pt x="206623" y="641426"/>
                      </a:cubicBezTo>
                      <a:cubicBezTo>
                        <a:pt x="220484" y="638494"/>
                        <a:pt x="217404" y="633775"/>
                        <a:pt x="220484" y="625577"/>
                      </a:cubicBezTo>
                      <a:cubicBezTo>
                        <a:pt x="223564" y="617331"/>
                        <a:pt x="256453" y="599694"/>
                        <a:pt x="262613" y="597955"/>
                      </a:cubicBezTo>
                      <a:cubicBezTo>
                        <a:pt x="268774" y="596216"/>
                        <a:pt x="265197" y="584442"/>
                        <a:pt x="271854" y="583846"/>
                      </a:cubicBezTo>
                      <a:cubicBezTo>
                        <a:pt x="278511" y="583250"/>
                        <a:pt x="288795" y="573860"/>
                        <a:pt x="297539" y="565613"/>
                      </a:cubicBezTo>
                      <a:cubicBezTo>
                        <a:pt x="306282" y="557366"/>
                        <a:pt x="308319" y="560893"/>
                        <a:pt x="315026" y="557962"/>
                      </a:cubicBezTo>
                      <a:cubicBezTo>
                        <a:pt x="321683" y="555031"/>
                        <a:pt x="316566" y="539730"/>
                        <a:pt x="323223" y="538537"/>
                      </a:cubicBezTo>
                      <a:cubicBezTo>
                        <a:pt x="329881" y="537395"/>
                        <a:pt x="335047" y="531483"/>
                        <a:pt x="335047" y="525024"/>
                      </a:cubicBezTo>
                      <a:cubicBezTo>
                        <a:pt x="335047" y="518566"/>
                        <a:pt x="318106" y="518566"/>
                        <a:pt x="316566" y="514442"/>
                      </a:cubicBezTo>
                      <a:cubicBezTo>
                        <a:pt x="315026" y="510319"/>
                        <a:pt x="329930" y="495017"/>
                        <a:pt x="335594" y="495613"/>
                      </a:cubicBezTo>
                      <a:cubicBezTo>
                        <a:pt x="341258" y="496209"/>
                        <a:pt x="350498" y="489155"/>
                        <a:pt x="350995" y="479765"/>
                      </a:cubicBezTo>
                      <a:cubicBezTo>
                        <a:pt x="351492" y="470375"/>
                        <a:pt x="359739" y="468587"/>
                        <a:pt x="366396" y="460390"/>
                      </a:cubicBezTo>
                      <a:cubicBezTo>
                        <a:pt x="373053" y="452143"/>
                        <a:pt x="371513" y="445088"/>
                        <a:pt x="378220" y="444492"/>
                      </a:cubicBezTo>
                      <a:cubicBezTo>
                        <a:pt x="384927" y="443896"/>
                        <a:pt x="391037" y="433314"/>
                        <a:pt x="398241" y="428594"/>
                      </a:cubicBezTo>
                      <a:cubicBezTo>
                        <a:pt x="405445" y="423874"/>
                        <a:pt x="398241" y="434456"/>
                        <a:pt x="412102" y="435053"/>
                      </a:cubicBezTo>
                      <a:cubicBezTo>
                        <a:pt x="425963" y="435649"/>
                        <a:pt x="422883" y="450305"/>
                        <a:pt x="412599" y="445038"/>
                      </a:cubicBezTo>
                      <a:cubicBezTo>
                        <a:pt x="402315" y="439723"/>
                        <a:pt x="397695" y="440319"/>
                        <a:pt x="388454" y="450305"/>
                      </a:cubicBezTo>
                      <a:cubicBezTo>
                        <a:pt x="379213" y="460290"/>
                        <a:pt x="386417" y="463221"/>
                        <a:pt x="379213" y="474400"/>
                      </a:cubicBezTo>
                      <a:cubicBezTo>
                        <a:pt x="372010" y="485528"/>
                        <a:pt x="371513" y="492583"/>
                        <a:pt x="380754" y="493775"/>
                      </a:cubicBezTo>
                      <a:cubicBezTo>
                        <a:pt x="389994" y="494967"/>
                        <a:pt x="381250" y="502568"/>
                        <a:pt x="372556" y="505549"/>
                      </a:cubicBezTo>
                      <a:cubicBezTo>
                        <a:pt x="363812" y="508480"/>
                        <a:pt x="369973" y="514392"/>
                        <a:pt x="381797" y="514392"/>
                      </a:cubicBezTo>
                      <a:cubicBezTo>
                        <a:pt x="393621" y="514392"/>
                        <a:pt x="411059" y="494967"/>
                        <a:pt x="427503" y="485578"/>
                      </a:cubicBezTo>
                      <a:cubicBezTo>
                        <a:pt x="443947" y="476188"/>
                        <a:pt x="456268" y="485578"/>
                        <a:pt x="460888" y="483839"/>
                      </a:cubicBezTo>
                      <a:cubicBezTo>
                        <a:pt x="465509" y="482100"/>
                        <a:pt x="455771" y="473257"/>
                        <a:pt x="461385" y="470326"/>
                      </a:cubicBezTo>
                      <a:cubicBezTo>
                        <a:pt x="467049" y="467395"/>
                        <a:pt x="454678" y="465606"/>
                        <a:pt x="451101" y="454428"/>
                      </a:cubicBezTo>
                      <a:cubicBezTo>
                        <a:pt x="447524" y="443250"/>
                        <a:pt x="456765" y="450305"/>
                        <a:pt x="458802" y="441511"/>
                      </a:cubicBezTo>
                      <a:cubicBezTo>
                        <a:pt x="460839" y="432668"/>
                        <a:pt x="466502" y="436195"/>
                        <a:pt x="471669" y="440319"/>
                      </a:cubicBezTo>
                      <a:cubicBezTo>
                        <a:pt x="476786" y="444442"/>
                        <a:pt x="483990" y="436195"/>
                        <a:pt x="488610" y="447373"/>
                      </a:cubicBezTo>
                      <a:cubicBezTo>
                        <a:pt x="493230" y="458551"/>
                        <a:pt x="498347" y="444442"/>
                        <a:pt x="506594" y="452093"/>
                      </a:cubicBezTo>
                      <a:cubicBezTo>
                        <a:pt x="514792" y="459744"/>
                        <a:pt x="505054" y="458551"/>
                        <a:pt x="496310" y="460936"/>
                      </a:cubicBezTo>
                      <a:cubicBezTo>
                        <a:pt x="487567" y="463271"/>
                        <a:pt x="492187" y="476834"/>
                        <a:pt x="498894" y="470326"/>
                      </a:cubicBezTo>
                      <a:cubicBezTo>
                        <a:pt x="505551" y="463867"/>
                        <a:pt x="511215" y="459744"/>
                        <a:pt x="517375" y="466202"/>
                      </a:cubicBezTo>
                      <a:cubicBezTo>
                        <a:pt x="523535" y="472661"/>
                        <a:pt x="526119" y="469730"/>
                        <a:pt x="531236" y="463818"/>
                      </a:cubicBezTo>
                      <a:cubicBezTo>
                        <a:pt x="536254" y="458055"/>
                        <a:pt x="536353" y="464116"/>
                        <a:pt x="536353" y="468786"/>
                      </a:cubicBezTo>
                      <a:cubicBezTo>
                        <a:pt x="537694" y="465656"/>
                        <a:pt x="539632" y="462824"/>
                        <a:pt x="541868" y="460340"/>
                      </a:cubicBezTo>
                      <a:cubicBezTo>
                        <a:pt x="546140" y="455620"/>
                        <a:pt x="553542" y="452789"/>
                        <a:pt x="559753" y="452789"/>
                      </a:cubicBezTo>
                      <a:cubicBezTo>
                        <a:pt x="565466" y="452789"/>
                        <a:pt x="573862" y="455521"/>
                        <a:pt x="577638" y="460340"/>
                      </a:cubicBezTo>
                      <a:cubicBezTo>
                        <a:pt x="581066" y="464761"/>
                        <a:pt x="584295" y="469282"/>
                        <a:pt x="587623" y="473803"/>
                      </a:cubicBezTo>
                      <a:cubicBezTo>
                        <a:pt x="587872" y="474101"/>
                        <a:pt x="588120" y="474400"/>
                        <a:pt x="588369" y="474648"/>
                      </a:cubicBezTo>
                      <a:cubicBezTo>
                        <a:pt x="592393" y="472164"/>
                        <a:pt x="597261" y="470425"/>
                        <a:pt x="601484" y="470823"/>
                      </a:cubicBezTo>
                      <a:cubicBezTo>
                        <a:pt x="604465" y="471071"/>
                        <a:pt x="607446" y="471319"/>
                        <a:pt x="610228" y="472263"/>
                      </a:cubicBezTo>
                      <a:cubicBezTo>
                        <a:pt x="615146" y="473952"/>
                        <a:pt x="616488" y="474847"/>
                        <a:pt x="620114" y="477728"/>
                      </a:cubicBezTo>
                      <a:cubicBezTo>
                        <a:pt x="623443" y="480361"/>
                        <a:pt x="626275" y="483342"/>
                        <a:pt x="628560" y="487018"/>
                      </a:cubicBezTo>
                      <a:cubicBezTo>
                        <a:pt x="630597" y="488459"/>
                        <a:pt x="632236" y="490248"/>
                        <a:pt x="633578" y="492334"/>
                      </a:cubicBezTo>
                      <a:cubicBezTo>
                        <a:pt x="633677" y="492434"/>
                        <a:pt x="633777" y="492583"/>
                        <a:pt x="633876" y="492682"/>
                      </a:cubicBezTo>
                      <a:cubicBezTo>
                        <a:pt x="649525" y="495812"/>
                        <a:pt x="653649" y="474499"/>
                        <a:pt x="661796" y="482050"/>
                      </a:cubicBezTo>
                      <a:cubicBezTo>
                        <a:pt x="670043" y="489701"/>
                        <a:pt x="661796" y="492632"/>
                        <a:pt x="657176" y="498495"/>
                      </a:cubicBezTo>
                      <a:cubicBezTo>
                        <a:pt x="653053" y="503761"/>
                        <a:pt x="660405" y="504804"/>
                        <a:pt x="666417" y="507040"/>
                      </a:cubicBezTo>
                      <a:cubicBezTo>
                        <a:pt x="670192" y="507387"/>
                        <a:pt x="673918" y="508580"/>
                        <a:pt x="677396" y="510368"/>
                      </a:cubicBezTo>
                      <a:cubicBezTo>
                        <a:pt x="680923" y="512206"/>
                        <a:pt x="684302" y="514343"/>
                        <a:pt x="687481" y="516777"/>
                      </a:cubicBezTo>
                      <a:cubicBezTo>
                        <a:pt x="689170" y="517771"/>
                        <a:pt x="690760" y="518814"/>
                        <a:pt x="692201" y="519957"/>
                      </a:cubicBezTo>
                      <a:cubicBezTo>
                        <a:pt x="698461" y="520304"/>
                        <a:pt x="704621" y="522739"/>
                        <a:pt x="709043" y="527260"/>
                      </a:cubicBezTo>
                      <a:cubicBezTo>
                        <a:pt x="712918" y="531284"/>
                        <a:pt x="716445" y="535755"/>
                        <a:pt x="719625" y="540375"/>
                      </a:cubicBezTo>
                      <a:cubicBezTo>
                        <a:pt x="721512" y="543108"/>
                        <a:pt x="722953" y="546089"/>
                        <a:pt x="724294" y="549119"/>
                      </a:cubicBezTo>
                      <a:cubicBezTo>
                        <a:pt x="738304" y="555727"/>
                        <a:pt x="723847" y="525272"/>
                        <a:pt x="736268" y="535556"/>
                      </a:cubicBezTo>
                      <a:cubicBezTo>
                        <a:pt x="749085" y="546138"/>
                        <a:pt x="744465" y="536153"/>
                        <a:pt x="754749" y="546734"/>
                      </a:cubicBezTo>
                      <a:cubicBezTo>
                        <a:pt x="765033" y="557316"/>
                        <a:pt x="761406" y="542015"/>
                        <a:pt x="756786" y="524428"/>
                      </a:cubicBezTo>
                      <a:cubicBezTo>
                        <a:pt x="752165" y="506791"/>
                        <a:pt x="761406" y="518566"/>
                        <a:pt x="766026" y="526763"/>
                      </a:cubicBezTo>
                      <a:cubicBezTo>
                        <a:pt x="770646" y="535010"/>
                        <a:pt x="770646" y="550858"/>
                        <a:pt x="767566" y="561440"/>
                      </a:cubicBezTo>
                      <a:cubicBezTo>
                        <a:pt x="764486" y="572022"/>
                        <a:pt x="749085" y="563228"/>
                        <a:pt x="750625" y="557316"/>
                      </a:cubicBezTo>
                      <a:cubicBezTo>
                        <a:pt x="752165" y="551454"/>
                        <a:pt x="735224" y="553789"/>
                        <a:pt x="734727" y="562036"/>
                      </a:cubicBezTo>
                      <a:cubicBezTo>
                        <a:pt x="734231" y="570283"/>
                        <a:pt x="745508" y="586131"/>
                        <a:pt x="753755" y="587920"/>
                      </a:cubicBezTo>
                      <a:cubicBezTo>
                        <a:pt x="761952" y="589708"/>
                        <a:pt x="755792" y="604364"/>
                        <a:pt x="760959" y="606152"/>
                      </a:cubicBezTo>
                      <a:cubicBezTo>
                        <a:pt x="768013" y="608587"/>
                        <a:pt x="767616" y="623789"/>
                        <a:pt x="771739" y="621454"/>
                      </a:cubicBezTo>
                      <a:cubicBezTo>
                        <a:pt x="775813" y="619119"/>
                        <a:pt x="774323" y="600886"/>
                        <a:pt x="769703" y="592689"/>
                      </a:cubicBezTo>
                      <a:cubicBezTo>
                        <a:pt x="765082" y="584442"/>
                        <a:pt x="767119" y="572668"/>
                        <a:pt x="773280" y="575052"/>
                      </a:cubicBezTo>
                      <a:cubicBezTo>
                        <a:pt x="779440" y="577387"/>
                        <a:pt x="773280" y="589758"/>
                        <a:pt x="776360" y="593881"/>
                      </a:cubicBezTo>
                      <a:cubicBezTo>
                        <a:pt x="779440" y="598005"/>
                        <a:pt x="783017" y="589758"/>
                        <a:pt x="790221" y="585088"/>
                      </a:cubicBezTo>
                      <a:cubicBezTo>
                        <a:pt x="797424" y="580368"/>
                        <a:pt x="787140" y="566855"/>
                        <a:pt x="789724" y="559800"/>
                      </a:cubicBezTo>
                      <a:cubicBezTo>
                        <a:pt x="792307" y="552746"/>
                        <a:pt x="800505" y="565663"/>
                        <a:pt x="803585" y="578033"/>
                      </a:cubicBezTo>
                      <a:cubicBezTo>
                        <a:pt x="806665" y="590404"/>
                        <a:pt x="795884" y="589807"/>
                        <a:pt x="795884" y="596266"/>
                      </a:cubicBezTo>
                      <a:cubicBezTo>
                        <a:pt x="795884" y="602724"/>
                        <a:pt x="786147" y="599793"/>
                        <a:pt x="783017" y="603321"/>
                      </a:cubicBezTo>
                      <a:cubicBezTo>
                        <a:pt x="779937" y="606848"/>
                        <a:pt x="781477" y="630347"/>
                        <a:pt x="785600" y="630943"/>
                      </a:cubicBezTo>
                      <a:cubicBezTo>
                        <a:pt x="789724" y="631539"/>
                        <a:pt x="792258" y="611518"/>
                        <a:pt x="794841" y="621553"/>
                      </a:cubicBezTo>
                      <a:cubicBezTo>
                        <a:pt x="797424" y="631539"/>
                        <a:pt x="807162" y="608636"/>
                        <a:pt x="809745" y="618026"/>
                      </a:cubicBezTo>
                      <a:cubicBezTo>
                        <a:pt x="812328" y="627416"/>
                        <a:pt x="824649" y="637998"/>
                        <a:pt x="829270" y="635663"/>
                      </a:cubicBezTo>
                      <a:cubicBezTo>
                        <a:pt x="833890" y="633328"/>
                        <a:pt x="827233" y="623292"/>
                        <a:pt x="820029" y="622746"/>
                      </a:cubicBezTo>
                      <a:cubicBezTo>
                        <a:pt x="812825" y="622150"/>
                        <a:pt x="813869" y="608636"/>
                        <a:pt x="820526" y="608040"/>
                      </a:cubicBezTo>
                      <a:cubicBezTo>
                        <a:pt x="827183" y="607444"/>
                        <a:pt x="839007" y="627416"/>
                        <a:pt x="838510" y="634520"/>
                      </a:cubicBezTo>
                      <a:cubicBezTo>
                        <a:pt x="838013" y="641575"/>
                        <a:pt x="832350" y="640978"/>
                        <a:pt x="826686" y="648033"/>
                      </a:cubicBezTo>
                      <a:cubicBezTo>
                        <a:pt x="821023" y="655088"/>
                        <a:pt x="813322" y="636259"/>
                        <a:pt x="806665" y="636855"/>
                      </a:cubicBezTo>
                      <a:cubicBezTo>
                        <a:pt x="800008" y="637451"/>
                        <a:pt x="806665" y="649176"/>
                        <a:pt x="809745" y="657423"/>
                      </a:cubicBezTo>
                      <a:cubicBezTo>
                        <a:pt x="812825" y="665670"/>
                        <a:pt x="801498" y="676848"/>
                        <a:pt x="810242" y="683306"/>
                      </a:cubicBezTo>
                      <a:cubicBezTo>
                        <a:pt x="818986" y="689765"/>
                        <a:pt x="816402" y="679183"/>
                        <a:pt x="817942" y="674463"/>
                      </a:cubicBezTo>
                      <a:cubicBezTo>
                        <a:pt x="819482" y="669743"/>
                        <a:pt x="826189" y="675655"/>
                        <a:pt x="830760" y="679779"/>
                      </a:cubicBezTo>
                      <a:cubicBezTo>
                        <a:pt x="835082" y="683604"/>
                        <a:pt x="835877" y="670389"/>
                        <a:pt x="835877" y="665073"/>
                      </a:cubicBezTo>
                      <a:cubicBezTo>
                        <a:pt x="835877" y="659807"/>
                        <a:pt x="843578" y="662738"/>
                        <a:pt x="847701" y="669793"/>
                      </a:cubicBezTo>
                      <a:cubicBezTo>
                        <a:pt x="851825" y="676848"/>
                        <a:pt x="852321" y="662142"/>
                        <a:pt x="858482" y="663335"/>
                      </a:cubicBezTo>
                      <a:cubicBezTo>
                        <a:pt x="864642" y="664527"/>
                        <a:pt x="860519" y="675705"/>
                        <a:pt x="860519" y="682164"/>
                      </a:cubicBezTo>
                      <a:cubicBezTo>
                        <a:pt x="860519" y="688622"/>
                        <a:pt x="871299" y="676848"/>
                        <a:pt x="870256" y="683952"/>
                      </a:cubicBezTo>
                      <a:cubicBezTo>
                        <a:pt x="870107" y="685045"/>
                        <a:pt x="870107" y="685989"/>
                        <a:pt x="870206" y="686933"/>
                      </a:cubicBezTo>
                      <a:cubicBezTo>
                        <a:pt x="875920" y="682263"/>
                        <a:pt x="881832" y="677444"/>
                        <a:pt x="886005" y="674165"/>
                      </a:cubicBezTo>
                      <a:cubicBezTo>
                        <a:pt x="897034" y="665173"/>
                        <a:pt x="877857" y="659708"/>
                        <a:pt x="881285" y="64952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5" name="Google Shape;845;p8"/>
                <p:cNvSpPr/>
                <p:nvPr/>
              </p:nvSpPr>
              <p:spPr>
                <a:xfrm>
                  <a:off x="4117671" y="3061432"/>
                  <a:ext cx="277224" cy="24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224" h="241138" extrusionOk="0">
                      <a:moveTo>
                        <a:pt x="276770" y="43321"/>
                      </a:moveTo>
                      <a:cubicBezTo>
                        <a:pt x="268523" y="43123"/>
                        <a:pt x="259283" y="44116"/>
                        <a:pt x="252973" y="42527"/>
                      </a:cubicBezTo>
                      <a:cubicBezTo>
                        <a:pt x="245472" y="40639"/>
                        <a:pt x="229624" y="39695"/>
                        <a:pt x="225500" y="34925"/>
                      </a:cubicBezTo>
                      <a:cubicBezTo>
                        <a:pt x="221327" y="30156"/>
                        <a:pt x="214670" y="26331"/>
                        <a:pt x="214670" y="32044"/>
                      </a:cubicBezTo>
                      <a:cubicBezTo>
                        <a:pt x="214670" y="37807"/>
                        <a:pt x="202995" y="38751"/>
                        <a:pt x="196338" y="33981"/>
                      </a:cubicBezTo>
                      <a:cubicBezTo>
                        <a:pt x="189680" y="29212"/>
                        <a:pt x="178850" y="25387"/>
                        <a:pt x="173832" y="21561"/>
                      </a:cubicBezTo>
                      <a:cubicBezTo>
                        <a:pt x="171199" y="19574"/>
                        <a:pt x="165784" y="16991"/>
                        <a:pt x="160667" y="14060"/>
                      </a:cubicBezTo>
                      <a:cubicBezTo>
                        <a:pt x="153712" y="15600"/>
                        <a:pt x="133740" y="7204"/>
                        <a:pt x="120625" y="9042"/>
                      </a:cubicBezTo>
                      <a:cubicBezTo>
                        <a:pt x="106565" y="10979"/>
                        <a:pt x="61703" y="6707"/>
                        <a:pt x="44266" y="8247"/>
                      </a:cubicBezTo>
                      <a:cubicBezTo>
                        <a:pt x="26778" y="9787"/>
                        <a:pt x="25784" y="0"/>
                        <a:pt x="16196" y="0"/>
                      </a:cubicBezTo>
                      <a:cubicBezTo>
                        <a:pt x="7402" y="0"/>
                        <a:pt x="10085" y="11178"/>
                        <a:pt x="0" y="13314"/>
                      </a:cubicBezTo>
                      <a:cubicBezTo>
                        <a:pt x="1391" y="17438"/>
                        <a:pt x="1640" y="22008"/>
                        <a:pt x="1043" y="26380"/>
                      </a:cubicBezTo>
                      <a:cubicBezTo>
                        <a:pt x="4521" y="29361"/>
                        <a:pt x="7055" y="32342"/>
                        <a:pt x="10184" y="36863"/>
                      </a:cubicBezTo>
                      <a:cubicBezTo>
                        <a:pt x="14060" y="42477"/>
                        <a:pt x="14159" y="50277"/>
                        <a:pt x="12718" y="56686"/>
                      </a:cubicBezTo>
                      <a:cubicBezTo>
                        <a:pt x="12569" y="57282"/>
                        <a:pt x="12370" y="57779"/>
                        <a:pt x="12222" y="58375"/>
                      </a:cubicBezTo>
                      <a:cubicBezTo>
                        <a:pt x="12420" y="58921"/>
                        <a:pt x="12520" y="59468"/>
                        <a:pt x="12668" y="60014"/>
                      </a:cubicBezTo>
                      <a:cubicBezTo>
                        <a:pt x="15649" y="61505"/>
                        <a:pt x="21214" y="60610"/>
                        <a:pt x="24741" y="60610"/>
                      </a:cubicBezTo>
                      <a:cubicBezTo>
                        <a:pt x="29709" y="60610"/>
                        <a:pt x="28070" y="65380"/>
                        <a:pt x="33932" y="60610"/>
                      </a:cubicBezTo>
                      <a:cubicBezTo>
                        <a:pt x="39744" y="55841"/>
                        <a:pt x="48091" y="57729"/>
                        <a:pt x="48091" y="63492"/>
                      </a:cubicBezTo>
                      <a:cubicBezTo>
                        <a:pt x="48091" y="69205"/>
                        <a:pt x="60610" y="66324"/>
                        <a:pt x="53953" y="73974"/>
                      </a:cubicBezTo>
                      <a:cubicBezTo>
                        <a:pt x="47296" y="81576"/>
                        <a:pt x="38950" y="83513"/>
                        <a:pt x="38950" y="89226"/>
                      </a:cubicBezTo>
                      <a:cubicBezTo>
                        <a:pt x="38950" y="94940"/>
                        <a:pt x="46451" y="107310"/>
                        <a:pt x="40639" y="114017"/>
                      </a:cubicBezTo>
                      <a:cubicBezTo>
                        <a:pt x="34826" y="120674"/>
                        <a:pt x="42328" y="132150"/>
                        <a:pt x="36466" y="132150"/>
                      </a:cubicBezTo>
                      <a:cubicBezTo>
                        <a:pt x="30603" y="132150"/>
                        <a:pt x="23946" y="135032"/>
                        <a:pt x="30603" y="142633"/>
                      </a:cubicBezTo>
                      <a:cubicBezTo>
                        <a:pt x="37260" y="150284"/>
                        <a:pt x="42278" y="156941"/>
                        <a:pt x="37260" y="156941"/>
                      </a:cubicBezTo>
                      <a:cubicBezTo>
                        <a:pt x="32243" y="156941"/>
                        <a:pt x="28914" y="168367"/>
                        <a:pt x="31398" y="171249"/>
                      </a:cubicBezTo>
                      <a:cubicBezTo>
                        <a:pt x="33882" y="174130"/>
                        <a:pt x="45557" y="182675"/>
                        <a:pt x="36416" y="184613"/>
                      </a:cubicBezTo>
                      <a:cubicBezTo>
                        <a:pt x="27225" y="186501"/>
                        <a:pt x="27225" y="195095"/>
                        <a:pt x="27225" y="200809"/>
                      </a:cubicBezTo>
                      <a:cubicBezTo>
                        <a:pt x="27225" y="202945"/>
                        <a:pt x="28716" y="206174"/>
                        <a:pt x="30603" y="209453"/>
                      </a:cubicBezTo>
                      <a:cubicBezTo>
                        <a:pt x="34876" y="208559"/>
                        <a:pt x="39049" y="208410"/>
                        <a:pt x="42924" y="210496"/>
                      </a:cubicBezTo>
                      <a:cubicBezTo>
                        <a:pt x="52512" y="215564"/>
                        <a:pt x="58077" y="242888"/>
                        <a:pt x="70994" y="241050"/>
                      </a:cubicBezTo>
                      <a:cubicBezTo>
                        <a:pt x="76458" y="240255"/>
                        <a:pt x="73726" y="235585"/>
                        <a:pt x="76458" y="232406"/>
                      </a:cubicBezTo>
                      <a:cubicBezTo>
                        <a:pt x="79191" y="229276"/>
                        <a:pt x="84308" y="231611"/>
                        <a:pt x="89823" y="231611"/>
                      </a:cubicBezTo>
                      <a:cubicBezTo>
                        <a:pt x="95287" y="231611"/>
                        <a:pt x="98020" y="222619"/>
                        <a:pt x="111036" y="222221"/>
                      </a:cubicBezTo>
                      <a:cubicBezTo>
                        <a:pt x="124052" y="221824"/>
                        <a:pt x="132299" y="220631"/>
                        <a:pt x="140497" y="221029"/>
                      </a:cubicBezTo>
                      <a:cubicBezTo>
                        <a:pt x="148744" y="221426"/>
                        <a:pt x="155202" y="218296"/>
                        <a:pt x="157289" y="211639"/>
                      </a:cubicBezTo>
                      <a:cubicBezTo>
                        <a:pt x="159326" y="204982"/>
                        <a:pt x="166182" y="199120"/>
                        <a:pt x="175422" y="197530"/>
                      </a:cubicBezTo>
                      <a:cubicBezTo>
                        <a:pt x="184663" y="195990"/>
                        <a:pt x="183321" y="184961"/>
                        <a:pt x="183967" y="178701"/>
                      </a:cubicBezTo>
                      <a:cubicBezTo>
                        <a:pt x="184663" y="172441"/>
                        <a:pt x="200064" y="163002"/>
                        <a:pt x="201107" y="158332"/>
                      </a:cubicBezTo>
                      <a:cubicBezTo>
                        <a:pt x="202150" y="153612"/>
                        <a:pt x="192214" y="135578"/>
                        <a:pt x="201455" y="119531"/>
                      </a:cubicBezTo>
                      <a:cubicBezTo>
                        <a:pt x="210695" y="103485"/>
                        <a:pt x="220631" y="102690"/>
                        <a:pt x="220631" y="93648"/>
                      </a:cubicBezTo>
                      <a:cubicBezTo>
                        <a:pt x="220631" y="85401"/>
                        <a:pt x="230220" y="82321"/>
                        <a:pt x="241845" y="80731"/>
                      </a:cubicBezTo>
                      <a:cubicBezTo>
                        <a:pt x="253470" y="79191"/>
                        <a:pt x="257246" y="70149"/>
                        <a:pt x="267182" y="65479"/>
                      </a:cubicBezTo>
                      <a:cubicBezTo>
                        <a:pt x="275479" y="61505"/>
                        <a:pt x="278459" y="54450"/>
                        <a:pt x="276770" y="4332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6" name="Google Shape;846;p8"/>
                <p:cNvSpPr/>
                <p:nvPr/>
              </p:nvSpPr>
              <p:spPr>
                <a:xfrm>
                  <a:off x="4375507" y="3185445"/>
                  <a:ext cx="21094" cy="17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94" h="17262" extrusionOk="0">
                      <a:moveTo>
                        <a:pt x="20921" y="4958"/>
                      </a:moveTo>
                      <a:cubicBezTo>
                        <a:pt x="19182" y="-8356"/>
                        <a:pt x="-4317" y="8933"/>
                        <a:pt x="701" y="12808"/>
                      </a:cubicBezTo>
                      <a:cubicBezTo>
                        <a:pt x="10985" y="20608"/>
                        <a:pt x="22660" y="18273"/>
                        <a:pt x="20921" y="495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7" name="Google Shape;847;p8"/>
                <p:cNvSpPr/>
                <p:nvPr/>
              </p:nvSpPr>
              <p:spPr>
                <a:xfrm>
                  <a:off x="4617791" y="2956965"/>
                  <a:ext cx="77912" cy="4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12" h="48924" extrusionOk="0">
                      <a:moveTo>
                        <a:pt x="163" y="43162"/>
                      </a:moveTo>
                      <a:cubicBezTo>
                        <a:pt x="5677" y="40628"/>
                        <a:pt x="11887" y="39585"/>
                        <a:pt x="14967" y="41025"/>
                      </a:cubicBezTo>
                      <a:cubicBezTo>
                        <a:pt x="17650" y="42267"/>
                        <a:pt x="18545" y="45447"/>
                        <a:pt x="18992" y="48925"/>
                      </a:cubicBezTo>
                      <a:cubicBezTo>
                        <a:pt x="23711" y="48130"/>
                        <a:pt x="32356" y="46590"/>
                        <a:pt x="35337" y="45298"/>
                      </a:cubicBezTo>
                      <a:cubicBezTo>
                        <a:pt x="39460" y="43509"/>
                        <a:pt x="48701" y="49421"/>
                        <a:pt x="49694" y="45894"/>
                      </a:cubicBezTo>
                      <a:cubicBezTo>
                        <a:pt x="50737" y="42367"/>
                        <a:pt x="53818" y="34120"/>
                        <a:pt x="57892" y="34120"/>
                      </a:cubicBezTo>
                      <a:cubicBezTo>
                        <a:pt x="62015" y="34120"/>
                        <a:pt x="59432" y="21749"/>
                        <a:pt x="63555" y="21203"/>
                      </a:cubicBezTo>
                      <a:cubicBezTo>
                        <a:pt x="67679" y="20607"/>
                        <a:pt x="77913" y="10025"/>
                        <a:pt x="77913" y="10025"/>
                      </a:cubicBezTo>
                      <a:cubicBezTo>
                        <a:pt x="77913" y="10025"/>
                        <a:pt x="73789" y="635"/>
                        <a:pt x="72249" y="39"/>
                      </a:cubicBezTo>
                      <a:cubicBezTo>
                        <a:pt x="70709" y="-557"/>
                        <a:pt x="65592" y="5901"/>
                        <a:pt x="56302" y="5901"/>
                      </a:cubicBezTo>
                      <a:cubicBezTo>
                        <a:pt x="47061" y="5901"/>
                        <a:pt x="40404" y="14148"/>
                        <a:pt x="36281" y="14148"/>
                      </a:cubicBezTo>
                      <a:cubicBezTo>
                        <a:pt x="32157" y="14148"/>
                        <a:pt x="19339" y="9428"/>
                        <a:pt x="10596" y="8882"/>
                      </a:cubicBezTo>
                      <a:cubicBezTo>
                        <a:pt x="7515" y="8683"/>
                        <a:pt x="4286" y="8385"/>
                        <a:pt x="1305" y="8037"/>
                      </a:cubicBezTo>
                      <a:cubicBezTo>
                        <a:pt x="560" y="16930"/>
                        <a:pt x="-384" y="30592"/>
                        <a:pt x="163" y="4316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8" name="Google Shape;848;p8"/>
                <p:cNvSpPr/>
                <p:nvPr/>
              </p:nvSpPr>
              <p:spPr>
                <a:xfrm>
                  <a:off x="4777876" y="3124725"/>
                  <a:ext cx="146819" cy="209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819" h="209866" extrusionOk="0">
                      <a:moveTo>
                        <a:pt x="145067" y="0"/>
                      </a:moveTo>
                      <a:cubicBezTo>
                        <a:pt x="139900" y="596"/>
                        <a:pt x="132796" y="2782"/>
                        <a:pt x="133939" y="6111"/>
                      </a:cubicBezTo>
                      <a:cubicBezTo>
                        <a:pt x="135280" y="10036"/>
                        <a:pt x="130511" y="12371"/>
                        <a:pt x="125046" y="12371"/>
                      </a:cubicBezTo>
                      <a:cubicBezTo>
                        <a:pt x="125046" y="12371"/>
                        <a:pt x="105869" y="10830"/>
                        <a:pt x="100355" y="7701"/>
                      </a:cubicBezTo>
                      <a:cubicBezTo>
                        <a:pt x="96181" y="5316"/>
                        <a:pt x="77899" y="6508"/>
                        <a:pt x="69255" y="7253"/>
                      </a:cubicBezTo>
                      <a:cubicBezTo>
                        <a:pt x="69205" y="7651"/>
                        <a:pt x="69106" y="8048"/>
                        <a:pt x="68807" y="8446"/>
                      </a:cubicBezTo>
                      <a:cubicBezTo>
                        <a:pt x="66771" y="11973"/>
                        <a:pt x="50326" y="21561"/>
                        <a:pt x="47246" y="19823"/>
                      </a:cubicBezTo>
                      <a:cubicBezTo>
                        <a:pt x="44166" y="18084"/>
                        <a:pt x="42626" y="25685"/>
                        <a:pt x="36466" y="27473"/>
                      </a:cubicBezTo>
                      <a:cubicBezTo>
                        <a:pt x="30305" y="29212"/>
                        <a:pt x="21065" y="26877"/>
                        <a:pt x="20568" y="29808"/>
                      </a:cubicBezTo>
                      <a:cubicBezTo>
                        <a:pt x="20021" y="32740"/>
                        <a:pt x="15948" y="40986"/>
                        <a:pt x="12321" y="45060"/>
                      </a:cubicBezTo>
                      <a:cubicBezTo>
                        <a:pt x="8744" y="49184"/>
                        <a:pt x="11824" y="53903"/>
                        <a:pt x="6657" y="55046"/>
                      </a:cubicBezTo>
                      <a:cubicBezTo>
                        <a:pt x="3279" y="55841"/>
                        <a:pt x="1888" y="63045"/>
                        <a:pt x="0" y="69354"/>
                      </a:cubicBezTo>
                      <a:cubicBezTo>
                        <a:pt x="348" y="69553"/>
                        <a:pt x="646" y="69801"/>
                        <a:pt x="994" y="69950"/>
                      </a:cubicBezTo>
                      <a:cubicBezTo>
                        <a:pt x="8495" y="72683"/>
                        <a:pt x="14358" y="82867"/>
                        <a:pt x="13314" y="92654"/>
                      </a:cubicBezTo>
                      <a:cubicBezTo>
                        <a:pt x="12271" y="102441"/>
                        <a:pt x="24294" y="105969"/>
                        <a:pt x="29759" y="98914"/>
                      </a:cubicBezTo>
                      <a:cubicBezTo>
                        <a:pt x="35224" y="91859"/>
                        <a:pt x="50674" y="102839"/>
                        <a:pt x="50674" y="107559"/>
                      </a:cubicBezTo>
                      <a:cubicBezTo>
                        <a:pt x="50674" y="112278"/>
                        <a:pt x="34925" y="102491"/>
                        <a:pt x="25983" y="109894"/>
                      </a:cubicBezTo>
                      <a:cubicBezTo>
                        <a:pt x="17090" y="117346"/>
                        <a:pt x="32839" y="124400"/>
                        <a:pt x="30802" y="132250"/>
                      </a:cubicBezTo>
                      <a:cubicBezTo>
                        <a:pt x="28715" y="140099"/>
                        <a:pt x="34925" y="151029"/>
                        <a:pt x="42775" y="150681"/>
                      </a:cubicBezTo>
                      <a:cubicBezTo>
                        <a:pt x="50674" y="150284"/>
                        <a:pt x="59567" y="165188"/>
                        <a:pt x="64336" y="162406"/>
                      </a:cubicBezTo>
                      <a:cubicBezTo>
                        <a:pt x="69155" y="159673"/>
                        <a:pt x="58524" y="138907"/>
                        <a:pt x="60213" y="135777"/>
                      </a:cubicBezTo>
                      <a:cubicBezTo>
                        <a:pt x="61951" y="132647"/>
                        <a:pt x="71490" y="141242"/>
                        <a:pt x="76309" y="134982"/>
                      </a:cubicBezTo>
                      <a:cubicBezTo>
                        <a:pt x="81128" y="128722"/>
                        <a:pt x="72881" y="124003"/>
                        <a:pt x="65678" y="124400"/>
                      </a:cubicBezTo>
                      <a:cubicBezTo>
                        <a:pt x="58474" y="124798"/>
                        <a:pt x="65330" y="113421"/>
                        <a:pt x="73925" y="119283"/>
                      </a:cubicBezTo>
                      <a:cubicBezTo>
                        <a:pt x="82470" y="125145"/>
                        <a:pt x="86593" y="117743"/>
                        <a:pt x="90667" y="116948"/>
                      </a:cubicBezTo>
                      <a:cubicBezTo>
                        <a:pt x="94791" y="116153"/>
                        <a:pt x="95834" y="99312"/>
                        <a:pt x="83165" y="95387"/>
                      </a:cubicBezTo>
                      <a:cubicBezTo>
                        <a:pt x="70497" y="91462"/>
                        <a:pt x="72186" y="105969"/>
                        <a:pt x="63989" y="96132"/>
                      </a:cubicBezTo>
                      <a:cubicBezTo>
                        <a:pt x="55791" y="86345"/>
                        <a:pt x="71540" y="90270"/>
                        <a:pt x="71540" y="82023"/>
                      </a:cubicBezTo>
                      <a:cubicBezTo>
                        <a:pt x="71540" y="73776"/>
                        <a:pt x="58871" y="62051"/>
                        <a:pt x="52711" y="52264"/>
                      </a:cubicBezTo>
                      <a:cubicBezTo>
                        <a:pt x="46551" y="42477"/>
                        <a:pt x="61306" y="37757"/>
                        <a:pt x="64684" y="44862"/>
                      </a:cubicBezTo>
                      <a:cubicBezTo>
                        <a:pt x="68112" y="51916"/>
                        <a:pt x="77353" y="50724"/>
                        <a:pt x="83165" y="47991"/>
                      </a:cubicBezTo>
                      <a:cubicBezTo>
                        <a:pt x="89027" y="45259"/>
                        <a:pt x="77005" y="32690"/>
                        <a:pt x="87587" y="28020"/>
                      </a:cubicBezTo>
                      <a:cubicBezTo>
                        <a:pt x="98219" y="23300"/>
                        <a:pt x="98219" y="31547"/>
                        <a:pt x="101647" y="33137"/>
                      </a:cubicBezTo>
                      <a:cubicBezTo>
                        <a:pt x="105074" y="34677"/>
                        <a:pt x="108155" y="23350"/>
                        <a:pt x="119084" y="23350"/>
                      </a:cubicBezTo>
                      <a:cubicBezTo>
                        <a:pt x="124798" y="23350"/>
                        <a:pt x="129865" y="27672"/>
                        <a:pt x="134734" y="31845"/>
                      </a:cubicBezTo>
                      <a:cubicBezTo>
                        <a:pt x="137714" y="28119"/>
                        <a:pt x="140149" y="25933"/>
                        <a:pt x="140149" y="22754"/>
                      </a:cubicBezTo>
                      <a:cubicBezTo>
                        <a:pt x="140149" y="18630"/>
                        <a:pt x="146806" y="16892"/>
                        <a:pt x="146806" y="10383"/>
                      </a:cubicBezTo>
                      <a:cubicBezTo>
                        <a:pt x="146955" y="7303"/>
                        <a:pt x="145862" y="3378"/>
                        <a:pt x="145067" y="0"/>
                      </a:cubicBezTo>
                      <a:close/>
                      <a:moveTo>
                        <a:pt x="125741" y="197729"/>
                      </a:moveTo>
                      <a:cubicBezTo>
                        <a:pt x="120227" y="194201"/>
                        <a:pt x="95585" y="200064"/>
                        <a:pt x="89127" y="193009"/>
                      </a:cubicBezTo>
                      <a:cubicBezTo>
                        <a:pt x="82619" y="185954"/>
                        <a:pt x="69354" y="198573"/>
                        <a:pt x="75067" y="199666"/>
                      </a:cubicBezTo>
                      <a:cubicBezTo>
                        <a:pt x="83265" y="201256"/>
                        <a:pt x="95635" y="209453"/>
                        <a:pt x="108949" y="209851"/>
                      </a:cubicBezTo>
                      <a:cubicBezTo>
                        <a:pt x="122313" y="210248"/>
                        <a:pt x="140447" y="202796"/>
                        <a:pt x="140149" y="198871"/>
                      </a:cubicBezTo>
                      <a:cubicBezTo>
                        <a:pt x="139751" y="194947"/>
                        <a:pt x="131206" y="201256"/>
                        <a:pt x="125741" y="19772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9" name="Google Shape;849;p8"/>
                <p:cNvSpPr/>
                <p:nvPr/>
              </p:nvSpPr>
              <p:spPr>
                <a:xfrm>
                  <a:off x="5055124" y="3309639"/>
                  <a:ext cx="53576" cy="3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76" h="34814" extrusionOk="0">
                      <a:moveTo>
                        <a:pt x="36484" y="23795"/>
                      </a:moveTo>
                      <a:cubicBezTo>
                        <a:pt x="35789" y="19473"/>
                        <a:pt x="40955" y="10480"/>
                        <a:pt x="48805" y="6953"/>
                      </a:cubicBezTo>
                      <a:cubicBezTo>
                        <a:pt x="56655" y="3426"/>
                        <a:pt x="53575" y="-3231"/>
                        <a:pt x="48457" y="1836"/>
                      </a:cubicBezTo>
                      <a:cubicBezTo>
                        <a:pt x="43291" y="6953"/>
                        <a:pt x="30970" y="12418"/>
                        <a:pt x="15569" y="13213"/>
                      </a:cubicBezTo>
                      <a:cubicBezTo>
                        <a:pt x="168" y="14008"/>
                        <a:pt x="-4651" y="25633"/>
                        <a:pt x="4937" y="32042"/>
                      </a:cubicBezTo>
                      <a:cubicBezTo>
                        <a:pt x="17307" y="40239"/>
                        <a:pt x="37180" y="28067"/>
                        <a:pt x="36484" y="2379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0" name="Google Shape;850;p8"/>
                <p:cNvSpPr/>
                <p:nvPr/>
              </p:nvSpPr>
              <p:spPr>
                <a:xfrm>
                  <a:off x="3756515" y="2205238"/>
                  <a:ext cx="245337" cy="121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337" h="121568" extrusionOk="0">
                      <a:moveTo>
                        <a:pt x="232434" y="38055"/>
                      </a:moveTo>
                      <a:cubicBezTo>
                        <a:pt x="230099" y="38055"/>
                        <a:pt x="228012" y="37409"/>
                        <a:pt x="226124" y="36466"/>
                      </a:cubicBezTo>
                      <a:cubicBezTo>
                        <a:pt x="222548" y="37062"/>
                        <a:pt x="218970" y="36962"/>
                        <a:pt x="215592" y="36018"/>
                      </a:cubicBezTo>
                      <a:cubicBezTo>
                        <a:pt x="203520" y="32640"/>
                        <a:pt x="197161" y="21462"/>
                        <a:pt x="197459" y="9588"/>
                      </a:cubicBezTo>
                      <a:cubicBezTo>
                        <a:pt x="194577" y="8495"/>
                        <a:pt x="190950" y="5117"/>
                        <a:pt x="187473" y="2186"/>
                      </a:cubicBezTo>
                      <a:cubicBezTo>
                        <a:pt x="183151" y="1341"/>
                        <a:pt x="179325" y="745"/>
                        <a:pt x="175550" y="298"/>
                      </a:cubicBezTo>
                      <a:cubicBezTo>
                        <a:pt x="173910" y="4173"/>
                        <a:pt x="175997" y="10085"/>
                        <a:pt x="174904" y="13762"/>
                      </a:cubicBezTo>
                      <a:cubicBezTo>
                        <a:pt x="173562" y="18481"/>
                        <a:pt x="161242" y="9439"/>
                        <a:pt x="161242" y="14954"/>
                      </a:cubicBezTo>
                      <a:cubicBezTo>
                        <a:pt x="161242" y="20419"/>
                        <a:pt x="156125" y="21214"/>
                        <a:pt x="152001" y="15351"/>
                      </a:cubicBezTo>
                      <a:cubicBezTo>
                        <a:pt x="147878" y="9489"/>
                        <a:pt x="138289" y="13016"/>
                        <a:pt x="138637" y="17686"/>
                      </a:cubicBezTo>
                      <a:cubicBezTo>
                        <a:pt x="138985" y="22406"/>
                        <a:pt x="134513" y="18481"/>
                        <a:pt x="126664" y="12967"/>
                      </a:cubicBezTo>
                      <a:cubicBezTo>
                        <a:pt x="118765" y="7502"/>
                        <a:pt x="110567" y="19226"/>
                        <a:pt x="111263" y="25138"/>
                      </a:cubicBezTo>
                      <a:cubicBezTo>
                        <a:pt x="111959" y="31001"/>
                        <a:pt x="108531" y="32590"/>
                        <a:pt x="102022" y="19624"/>
                      </a:cubicBezTo>
                      <a:cubicBezTo>
                        <a:pt x="95514" y="6707"/>
                        <a:pt x="87963" y="20816"/>
                        <a:pt x="91391" y="27871"/>
                      </a:cubicBezTo>
                      <a:cubicBezTo>
                        <a:pt x="94819" y="34925"/>
                        <a:pt x="93428" y="43520"/>
                        <a:pt x="88311" y="39993"/>
                      </a:cubicBezTo>
                      <a:cubicBezTo>
                        <a:pt x="83193" y="36466"/>
                        <a:pt x="76337" y="42328"/>
                        <a:pt x="73257" y="47842"/>
                      </a:cubicBezTo>
                      <a:cubicBezTo>
                        <a:pt x="70177" y="53307"/>
                        <a:pt x="59198" y="31746"/>
                        <a:pt x="67097" y="26678"/>
                      </a:cubicBezTo>
                      <a:cubicBezTo>
                        <a:pt x="74996" y="21611"/>
                        <a:pt x="42108" y="0"/>
                        <a:pt x="31824" y="0"/>
                      </a:cubicBezTo>
                      <a:cubicBezTo>
                        <a:pt x="21540" y="0"/>
                        <a:pt x="28396" y="8644"/>
                        <a:pt x="35252" y="14904"/>
                      </a:cubicBezTo>
                      <a:cubicBezTo>
                        <a:pt x="42108" y="21164"/>
                        <a:pt x="30433" y="19624"/>
                        <a:pt x="26707" y="14109"/>
                      </a:cubicBezTo>
                      <a:cubicBezTo>
                        <a:pt x="22931" y="8644"/>
                        <a:pt x="15727" y="12917"/>
                        <a:pt x="11654" y="20766"/>
                      </a:cubicBezTo>
                      <a:cubicBezTo>
                        <a:pt x="7530" y="28616"/>
                        <a:pt x="674" y="32938"/>
                        <a:pt x="28" y="38403"/>
                      </a:cubicBezTo>
                      <a:cubicBezTo>
                        <a:pt x="-667" y="43868"/>
                        <a:pt x="11654" y="49780"/>
                        <a:pt x="22285" y="44663"/>
                      </a:cubicBezTo>
                      <a:cubicBezTo>
                        <a:pt x="32917" y="39595"/>
                        <a:pt x="44890" y="38800"/>
                        <a:pt x="50355" y="44663"/>
                      </a:cubicBezTo>
                      <a:cubicBezTo>
                        <a:pt x="55820" y="50525"/>
                        <a:pt x="40418" y="52910"/>
                        <a:pt x="45884" y="57580"/>
                      </a:cubicBezTo>
                      <a:cubicBezTo>
                        <a:pt x="51348" y="62299"/>
                        <a:pt x="46927" y="66224"/>
                        <a:pt x="33910" y="65032"/>
                      </a:cubicBezTo>
                      <a:cubicBezTo>
                        <a:pt x="20894" y="63840"/>
                        <a:pt x="5145" y="68162"/>
                        <a:pt x="7530" y="73279"/>
                      </a:cubicBezTo>
                      <a:cubicBezTo>
                        <a:pt x="9915" y="78346"/>
                        <a:pt x="40717" y="68957"/>
                        <a:pt x="41064" y="74074"/>
                      </a:cubicBezTo>
                      <a:cubicBezTo>
                        <a:pt x="41412" y="79191"/>
                        <a:pt x="41064" y="87786"/>
                        <a:pt x="49311" y="83861"/>
                      </a:cubicBezTo>
                      <a:cubicBezTo>
                        <a:pt x="57509" y="79986"/>
                        <a:pt x="52044" y="90915"/>
                        <a:pt x="56118" y="92853"/>
                      </a:cubicBezTo>
                      <a:cubicBezTo>
                        <a:pt x="60241" y="94840"/>
                        <a:pt x="59198" y="104230"/>
                        <a:pt x="48268" y="105025"/>
                      </a:cubicBezTo>
                      <a:cubicBezTo>
                        <a:pt x="37289" y="105820"/>
                        <a:pt x="31973" y="108304"/>
                        <a:pt x="36593" y="113619"/>
                      </a:cubicBezTo>
                      <a:cubicBezTo>
                        <a:pt x="42406" y="120277"/>
                        <a:pt x="54428" y="115557"/>
                        <a:pt x="66054" y="112427"/>
                      </a:cubicBezTo>
                      <a:cubicBezTo>
                        <a:pt x="73059" y="110539"/>
                        <a:pt x="82001" y="115656"/>
                        <a:pt x="90944" y="121370"/>
                      </a:cubicBezTo>
                      <a:cubicBezTo>
                        <a:pt x="94371" y="121320"/>
                        <a:pt x="97750" y="121370"/>
                        <a:pt x="101128" y="121568"/>
                      </a:cubicBezTo>
                      <a:cubicBezTo>
                        <a:pt x="116777" y="119730"/>
                        <a:pt x="132278" y="116650"/>
                        <a:pt x="148325" y="113321"/>
                      </a:cubicBezTo>
                      <a:cubicBezTo>
                        <a:pt x="149418" y="113073"/>
                        <a:pt x="150511" y="112924"/>
                        <a:pt x="151554" y="112825"/>
                      </a:cubicBezTo>
                      <a:cubicBezTo>
                        <a:pt x="151554" y="111533"/>
                        <a:pt x="151554" y="110241"/>
                        <a:pt x="151653" y="108949"/>
                      </a:cubicBezTo>
                      <a:cubicBezTo>
                        <a:pt x="152647" y="95138"/>
                        <a:pt x="162881" y="86196"/>
                        <a:pt x="173910" y="84159"/>
                      </a:cubicBezTo>
                      <a:cubicBezTo>
                        <a:pt x="179822" y="80632"/>
                        <a:pt x="186976" y="79191"/>
                        <a:pt x="193733" y="80681"/>
                      </a:cubicBezTo>
                      <a:cubicBezTo>
                        <a:pt x="196515" y="81277"/>
                        <a:pt x="199198" y="81874"/>
                        <a:pt x="201930" y="82470"/>
                      </a:cubicBezTo>
                      <a:cubicBezTo>
                        <a:pt x="204712" y="81029"/>
                        <a:pt x="207842" y="80135"/>
                        <a:pt x="211270" y="79986"/>
                      </a:cubicBezTo>
                      <a:cubicBezTo>
                        <a:pt x="219616" y="76458"/>
                        <a:pt x="228261" y="73825"/>
                        <a:pt x="236955" y="72235"/>
                      </a:cubicBezTo>
                      <a:cubicBezTo>
                        <a:pt x="240035" y="68360"/>
                        <a:pt x="242867" y="63641"/>
                        <a:pt x="244506" y="59964"/>
                      </a:cubicBezTo>
                      <a:cubicBezTo>
                        <a:pt x="247835" y="52165"/>
                        <a:pt x="240631" y="38055"/>
                        <a:pt x="232434" y="3805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1" name="Google Shape;851;p8"/>
                <p:cNvSpPr/>
                <p:nvPr/>
              </p:nvSpPr>
              <p:spPr>
                <a:xfrm>
                  <a:off x="4077282" y="2665324"/>
                  <a:ext cx="97550" cy="117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50" h="117151" extrusionOk="0">
                      <a:moveTo>
                        <a:pt x="91759" y="44668"/>
                      </a:moveTo>
                      <a:cubicBezTo>
                        <a:pt x="91014" y="42979"/>
                        <a:pt x="91063" y="41687"/>
                        <a:pt x="91361" y="40594"/>
                      </a:cubicBezTo>
                      <a:cubicBezTo>
                        <a:pt x="88480" y="38110"/>
                        <a:pt x="85797" y="35477"/>
                        <a:pt x="83711" y="32645"/>
                      </a:cubicBezTo>
                      <a:cubicBezTo>
                        <a:pt x="74917" y="20821"/>
                        <a:pt x="71291" y="30261"/>
                        <a:pt x="70247" y="37365"/>
                      </a:cubicBezTo>
                      <a:cubicBezTo>
                        <a:pt x="69204" y="44469"/>
                        <a:pt x="60907" y="34980"/>
                        <a:pt x="55741" y="33838"/>
                      </a:cubicBezTo>
                      <a:cubicBezTo>
                        <a:pt x="50574" y="32645"/>
                        <a:pt x="57281" y="21418"/>
                        <a:pt x="60907" y="18437"/>
                      </a:cubicBezTo>
                      <a:cubicBezTo>
                        <a:pt x="63342" y="16450"/>
                        <a:pt x="65726" y="10985"/>
                        <a:pt x="67217" y="3334"/>
                      </a:cubicBezTo>
                      <a:cubicBezTo>
                        <a:pt x="66223" y="3334"/>
                        <a:pt x="65279" y="3185"/>
                        <a:pt x="64335" y="2738"/>
                      </a:cubicBezTo>
                      <a:cubicBezTo>
                        <a:pt x="54747" y="-1535"/>
                        <a:pt x="41383" y="-1585"/>
                        <a:pt x="41035" y="8252"/>
                      </a:cubicBezTo>
                      <a:cubicBezTo>
                        <a:pt x="40687" y="18039"/>
                        <a:pt x="51667" y="14512"/>
                        <a:pt x="52015" y="20772"/>
                      </a:cubicBezTo>
                      <a:cubicBezTo>
                        <a:pt x="52362" y="27031"/>
                        <a:pt x="41035" y="25491"/>
                        <a:pt x="33185" y="31751"/>
                      </a:cubicBezTo>
                      <a:cubicBezTo>
                        <a:pt x="25336" y="38011"/>
                        <a:pt x="16741" y="27429"/>
                        <a:pt x="8544" y="32148"/>
                      </a:cubicBezTo>
                      <a:cubicBezTo>
                        <a:pt x="297" y="36868"/>
                        <a:pt x="17437" y="42383"/>
                        <a:pt x="11276" y="52120"/>
                      </a:cubicBezTo>
                      <a:cubicBezTo>
                        <a:pt x="5116" y="61907"/>
                        <a:pt x="11624" y="61510"/>
                        <a:pt x="21908" y="70949"/>
                      </a:cubicBezTo>
                      <a:cubicBezTo>
                        <a:pt x="32192" y="80339"/>
                        <a:pt x="15748" y="82723"/>
                        <a:pt x="15748" y="93305"/>
                      </a:cubicBezTo>
                      <a:cubicBezTo>
                        <a:pt x="15748" y="103887"/>
                        <a:pt x="3079" y="103490"/>
                        <a:pt x="347" y="110544"/>
                      </a:cubicBezTo>
                      <a:cubicBezTo>
                        <a:pt x="-249" y="112085"/>
                        <a:pt x="-51" y="113972"/>
                        <a:pt x="744" y="115910"/>
                      </a:cubicBezTo>
                      <a:cubicBezTo>
                        <a:pt x="20119" y="116109"/>
                        <a:pt x="39445" y="117053"/>
                        <a:pt x="58821" y="117152"/>
                      </a:cubicBezTo>
                      <a:cubicBezTo>
                        <a:pt x="60411" y="115811"/>
                        <a:pt x="61951" y="114420"/>
                        <a:pt x="63391" y="112879"/>
                      </a:cubicBezTo>
                      <a:cubicBezTo>
                        <a:pt x="75017" y="100360"/>
                        <a:pt x="81177" y="112482"/>
                        <a:pt x="91809" y="106222"/>
                      </a:cubicBezTo>
                      <a:cubicBezTo>
                        <a:pt x="102391" y="99913"/>
                        <a:pt x="95882" y="54058"/>
                        <a:pt x="91759" y="4466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grpSp>
              <p:nvGrpSpPr>
                <p:cNvPr id="852" name="Google Shape;852;p8"/>
                <p:cNvGrpSpPr/>
                <p:nvPr/>
              </p:nvGrpSpPr>
              <p:grpSpPr>
                <a:xfrm>
                  <a:off x="4131187" y="2521298"/>
                  <a:ext cx="229471" cy="329958"/>
                  <a:chOff x="4131187" y="2521298"/>
                  <a:chExt cx="229471" cy="329958"/>
                </a:xfrm>
              </p:grpSpPr>
              <p:grpSp>
                <p:nvGrpSpPr>
                  <p:cNvPr id="853" name="Google Shape;853;p8"/>
                  <p:cNvGrpSpPr/>
                  <p:nvPr/>
                </p:nvGrpSpPr>
                <p:grpSpPr>
                  <a:xfrm>
                    <a:off x="4131187" y="2521298"/>
                    <a:ext cx="229471" cy="329958"/>
                    <a:chOff x="4131187" y="2521298"/>
                    <a:chExt cx="229471" cy="329958"/>
                  </a:xfrm>
                </p:grpSpPr>
                <p:sp>
                  <p:nvSpPr>
                    <p:cNvPr id="854" name="Google Shape;854;p8"/>
                    <p:cNvSpPr/>
                    <p:nvPr/>
                  </p:nvSpPr>
                  <p:spPr>
                    <a:xfrm>
                      <a:off x="4153459" y="2544357"/>
                      <a:ext cx="16277" cy="194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277" h="19427" extrusionOk="0">
                          <a:moveTo>
                            <a:pt x="9322" y="0"/>
                          </a:moveTo>
                          <a:cubicBezTo>
                            <a:pt x="3261" y="7055"/>
                            <a:pt x="-2999" y="19624"/>
                            <a:pt x="1572" y="19425"/>
                          </a:cubicBezTo>
                          <a:cubicBezTo>
                            <a:pt x="7235" y="19177"/>
                            <a:pt x="13346" y="12370"/>
                            <a:pt x="16277" y="5962"/>
                          </a:cubicBezTo>
                          <a:cubicBezTo>
                            <a:pt x="13495" y="4471"/>
                            <a:pt x="11160" y="2434"/>
                            <a:pt x="9322" y="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855" name="Google Shape;855;p8"/>
                    <p:cNvSpPr/>
                    <p:nvPr/>
                  </p:nvSpPr>
                  <p:spPr>
                    <a:xfrm>
                      <a:off x="4131187" y="2660138"/>
                      <a:ext cx="57618" cy="457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618" h="45730" extrusionOk="0">
                          <a:moveTo>
                            <a:pt x="13361" y="8470"/>
                          </a:moveTo>
                          <a:cubicBezTo>
                            <a:pt x="11871" y="16121"/>
                            <a:pt x="9486" y="21586"/>
                            <a:pt x="7052" y="23573"/>
                          </a:cubicBezTo>
                          <a:cubicBezTo>
                            <a:pt x="3425" y="26554"/>
                            <a:pt x="-3282" y="37782"/>
                            <a:pt x="1885" y="38974"/>
                          </a:cubicBezTo>
                          <a:cubicBezTo>
                            <a:pt x="7052" y="40166"/>
                            <a:pt x="15348" y="49605"/>
                            <a:pt x="16392" y="42501"/>
                          </a:cubicBezTo>
                          <a:cubicBezTo>
                            <a:pt x="17435" y="35397"/>
                            <a:pt x="21062" y="25908"/>
                            <a:pt x="29855" y="37782"/>
                          </a:cubicBezTo>
                          <a:cubicBezTo>
                            <a:pt x="31942" y="40613"/>
                            <a:pt x="34624" y="43296"/>
                            <a:pt x="37506" y="45730"/>
                          </a:cubicBezTo>
                          <a:cubicBezTo>
                            <a:pt x="38947" y="40365"/>
                            <a:pt x="49777" y="39421"/>
                            <a:pt x="55391" y="32963"/>
                          </a:cubicBezTo>
                          <a:cubicBezTo>
                            <a:pt x="62247" y="25113"/>
                            <a:pt x="51963" y="13736"/>
                            <a:pt x="42374" y="3204"/>
                          </a:cubicBezTo>
                          <a:cubicBezTo>
                            <a:pt x="33680" y="-6384"/>
                            <a:pt x="22502" y="8619"/>
                            <a:pt x="13361" y="847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856" name="Google Shape;856;p8"/>
                    <p:cNvSpPr/>
                    <p:nvPr/>
                  </p:nvSpPr>
                  <p:spPr>
                    <a:xfrm>
                      <a:off x="4162758" y="2521298"/>
                      <a:ext cx="197900" cy="3299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900" h="329958" extrusionOk="0">
                          <a:moveTo>
                            <a:pt x="193231" y="236735"/>
                          </a:moveTo>
                          <a:cubicBezTo>
                            <a:pt x="192287" y="236388"/>
                            <a:pt x="191343" y="236040"/>
                            <a:pt x="190349" y="235742"/>
                          </a:cubicBezTo>
                          <a:cubicBezTo>
                            <a:pt x="183891" y="233953"/>
                            <a:pt x="178823" y="229532"/>
                            <a:pt x="175296" y="223968"/>
                          </a:cubicBezTo>
                          <a:cubicBezTo>
                            <a:pt x="174601" y="224315"/>
                            <a:pt x="174005" y="224812"/>
                            <a:pt x="173756" y="225508"/>
                          </a:cubicBezTo>
                          <a:cubicBezTo>
                            <a:pt x="171371" y="231767"/>
                            <a:pt x="166205" y="231022"/>
                            <a:pt x="162429" y="223968"/>
                          </a:cubicBezTo>
                          <a:cubicBezTo>
                            <a:pt x="158653" y="216913"/>
                            <a:pt x="165857" y="210206"/>
                            <a:pt x="162081" y="209461"/>
                          </a:cubicBezTo>
                          <a:cubicBezTo>
                            <a:pt x="158305" y="208666"/>
                            <a:pt x="153536" y="198879"/>
                            <a:pt x="154530" y="194954"/>
                          </a:cubicBezTo>
                          <a:cubicBezTo>
                            <a:pt x="154629" y="194606"/>
                            <a:pt x="154629" y="193960"/>
                            <a:pt x="154579" y="193265"/>
                          </a:cubicBezTo>
                          <a:cubicBezTo>
                            <a:pt x="150108" y="189291"/>
                            <a:pt x="146382" y="184521"/>
                            <a:pt x="143004" y="179503"/>
                          </a:cubicBezTo>
                          <a:cubicBezTo>
                            <a:pt x="141563" y="177367"/>
                            <a:pt x="140619" y="174933"/>
                            <a:pt x="140122" y="172349"/>
                          </a:cubicBezTo>
                          <a:lnTo>
                            <a:pt x="138185" y="171356"/>
                          </a:lnTo>
                          <a:cubicBezTo>
                            <a:pt x="132323" y="168375"/>
                            <a:pt x="128547" y="162115"/>
                            <a:pt x="126559" y="155955"/>
                          </a:cubicBezTo>
                          <a:cubicBezTo>
                            <a:pt x="125814" y="153669"/>
                            <a:pt x="125566" y="151285"/>
                            <a:pt x="125615" y="148900"/>
                          </a:cubicBezTo>
                          <a:cubicBezTo>
                            <a:pt x="124970" y="146963"/>
                            <a:pt x="124423" y="144926"/>
                            <a:pt x="123976" y="142889"/>
                          </a:cubicBezTo>
                          <a:cubicBezTo>
                            <a:pt x="116772" y="138616"/>
                            <a:pt x="112003" y="130817"/>
                            <a:pt x="111258" y="121824"/>
                          </a:cubicBezTo>
                          <a:cubicBezTo>
                            <a:pt x="109569" y="120980"/>
                            <a:pt x="107830" y="119688"/>
                            <a:pt x="106240" y="117303"/>
                          </a:cubicBezTo>
                          <a:cubicBezTo>
                            <a:pt x="100428" y="108659"/>
                            <a:pt x="90492" y="112981"/>
                            <a:pt x="85325" y="113379"/>
                          </a:cubicBezTo>
                          <a:cubicBezTo>
                            <a:pt x="80854" y="113726"/>
                            <a:pt x="84182" y="105132"/>
                            <a:pt x="90541" y="98773"/>
                          </a:cubicBezTo>
                          <a:cubicBezTo>
                            <a:pt x="89697" y="96090"/>
                            <a:pt x="89150" y="93258"/>
                            <a:pt x="89051" y="90476"/>
                          </a:cubicBezTo>
                          <a:cubicBezTo>
                            <a:pt x="88604" y="80589"/>
                            <a:pt x="95360" y="70951"/>
                            <a:pt x="104203" y="66828"/>
                          </a:cubicBezTo>
                          <a:cubicBezTo>
                            <a:pt x="105644" y="64592"/>
                            <a:pt x="107234" y="62456"/>
                            <a:pt x="109072" y="60667"/>
                          </a:cubicBezTo>
                          <a:cubicBezTo>
                            <a:pt x="109171" y="60568"/>
                            <a:pt x="109271" y="60518"/>
                            <a:pt x="109420" y="60419"/>
                          </a:cubicBezTo>
                          <a:cubicBezTo>
                            <a:pt x="110662" y="55650"/>
                            <a:pt x="111407" y="51725"/>
                            <a:pt x="111407" y="49887"/>
                          </a:cubicBezTo>
                          <a:cubicBezTo>
                            <a:pt x="111407" y="43230"/>
                            <a:pt x="75438" y="43627"/>
                            <a:pt x="68582" y="47552"/>
                          </a:cubicBezTo>
                          <a:cubicBezTo>
                            <a:pt x="61726" y="51477"/>
                            <a:pt x="54870" y="41690"/>
                            <a:pt x="60683" y="38908"/>
                          </a:cubicBezTo>
                          <a:cubicBezTo>
                            <a:pt x="66496" y="36175"/>
                            <a:pt x="78866" y="22463"/>
                            <a:pt x="78171" y="16949"/>
                          </a:cubicBezTo>
                          <a:cubicBezTo>
                            <a:pt x="77475" y="11484"/>
                            <a:pt x="86766" y="6367"/>
                            <a:pt x="81599" y="1250"/>
                          </a:cubicBezTo>
                          <a:cubicBezTo>
                            <a:pt x="76432" y="-3818"/>
                            <a:pt x="75786" y="7907"/>
                            <a:pt x="71315" y="11832"/>
                          </a:cubicBezTo>
                          <a:cubicBezTo>
                            <a:pt x="66893" y="15756"/>
                            <a:pt x="56907" y="14564"/>
                            <a:pt x="46325" y="12229"/>
                          </a:cubicBezTo>
                          <a:cubicBezTo>
                            <a:pt x="45034" y="11931"/>
                            <a:pt x="43841" y="11931"/>
                            <a:pt x="42699" y="12179"/>
                          </a:cubicBezTo>
                          <a:cubicBezTo>
                            <a:pt x="41407" y="18538"/>
                            <a:pt x="37979" y="24401"/>
                            <a:pt x="32464" y="28027"/>
                          </a:cubicBezTo>
                          <a:cubicBezTo>
                            <a:pt x="32017" y="30512"/>
                            <a:pt x="31868" y="32797"/>
                            <a:pt x="31918" y="34585"/>
                          </a:cubicBezTo>
                          <a:cubicBezTo>
                            <a:pt x="32266" y="42037"/>
                            <a:pt x="19597" y="46360"/>
                            <a:pt x="21634" y="52619"/>
                          </a:cubicBezTo>
                          <a:cubicBezTo>
                            <a:pt x="23671" y="58879"/>
                            <a:pt x="19250" y="63599"/>
                            <a:pt x="15822" y="60071"/>
                          </a:cubicBezTo>
                          <a:cubicBezTo>
                            <a:pt x="12394" y="56544"/>
                            <a:pt x="8618" y="47949"/>
                            <a:pt x="1762" y="54209"/>
                          </a:cubicBezTo>
                          <a:cubicBezTo>
                            <a:pt x="-5094" y="60518"/>
                            <a:pt x="9661" y="68716"/>
                            <a:pt x="18554" y="69908"/>
                          </a:cubicBezTo>
                          <a:cubicBezTo>
                            <a:pt x="27447" y="71100"/>
                            <a:pt x="11698" y="78503"/>
                            <a:pt x="10009" y="89482"/>
                          </a:cubicBezTo>
                          <a:cubicBezTo>
                            <a:pt x="8270" y="100462"/>
                            <a:pt x="21634" y="95792"/>
                            <a:pt x="22330" y="103592"/>
                          </a:cubicBezTo>
                          <a:cubicBezTo>
                            <a:pt x="23025" y="111441"/>
                            <a:pt x="3153" y="112633"/>
                            <a:pt x="3153" y="120036"/>
                          </a:cubicBezTo>
                          <a:cubicBezTo>
                            <a:pt x="3153" y="127488"/>
                            <a:pt x="14431" y="116509"/>
                            <a:pt x="19597" y="113379"/>
                          </a:cubicBezTo>
                          <a:cubicBezTo>
                            <a:pt x="24714" y="110249"/>
                            <a:pt x="16865" y="131760"/>
                            <a:pt x="29186" y="129426"/>
                          </a:cubicBezTo>
                          <a:cubicBezTo>
                            <a:pt x="41506" y="127091"/>
                            <a:pt x="38078" y="107864"/>
                            <a:pt x="42550" y="108659"/>
                          </a:cubicBezTo>
                          <a:cubicBezTo>
                            <a:pt x="47021" y="109454"/>
                            <a:pt x="40513" y="118844"/>
                            <a:pt x="44288" y="127091"/>
                          </a:cubicBezTo>
                          <a:cubicBezTo>
                            <a:pt x="48064" y="135337"/>
                            <a:pt x="35396" y="147857"/>
                            <a:pt x="36042" y="153769"/>
                          </a:cubicBezTo>
                          <a:cubicBezTo>
                            <a:pt x="36737" y="159631"/>
                            <a:pt x="61379" y="159631"/>
                            <a:pt x="69228" y="150242"/>
                          </a:cubicBezTo>
                          <a:cubicBezTo>
                            <a:pt x="77127" y="140852"/>
                            <a:pt x="80854" y="151036"/>
                            <a:pt x="75388" y="158091"/>
                          </a:cubicBezTo>
                          <a:cubicBezTo>
                            <a:pt x="69924" y="165146"/>
                            <a:pt x="72308" y="171803"/>
                            <a:pt x="79164" y="174535"/>
                          </a:cubicBezTo>
                          <a:cubicBezTo>
                            <a:pt x="86020" y="177268"/>
                            <a:pt x="88405" y="178063"/>
                            <a:pt x="85325" y="184322"/>
                          </a:cubicBezTo>
                          <a:cubicBezTo>
                            <a:pt x="82244" y="190632"/>
                            <a:pt x="84977" y="202357"/>
                            <a:pt x="83288" y="208219"/>
                          </a:cubicBezTo>
                          <a:cubicBezTo>
                            <a:pt x="81599" y="214081"/>
                            <a:pt x="60335" y="213336"/>
                            <a:pt x="59640" y="209411"/>
                          </a:cubicBezTo>
                          <a:cubicBezTo>
                            <a:pt x="58944" y="205486"/>
                            <a:pt x="50052" y="208219"/>
                            <a:pt x="52436" y="213733"/>
                          </a:cubicBezTo>
                          <a:cubicBezTo>
                            <a:pt x="54821" y="219248"/>
                            <a:pt x="44885" y="225110"/>
                            <a:pt x="45580" y="230178"/>
                          </a:cubicBezTo>
                          <a:cubicBezTo>
                            <a:pt x="46276" y="235295"/>
                            <a:pt x="58944" y="234102"/>
                            <a:pt x="59242" y="240362"/>
                          </a:cubicBezTo>
                          <a:cubicBezTo>
                            <a:pt x="59590" y="246622"/>
                            <a:pt x="50002" y="254074"/>
                            <a:pt x="36986" y="258396"/>
                          </a:cubicBezTo>
                          <a:cubicBezTo>
                            <a:pt x="23969" y="262718"/>
                            <a:pt x="39718" y="274443"/>
                            <a:pt x="45878" y="269376"/>
                          </a:cubicBezTo>
                          <a:cubicBezTo>
                            <a:pt x="52039" y="264308"/>
                            <a:pt x="50697" y="272903"/>
                            <a:pt x="59590" y="272903"/>
                          </a:cubicBezTo>
                          <a:cubicBezTo>
                            <a:pt x="68483" y="272903"/>
                            <a:pt x="73998" y="281150"/>
                            <a:pt x="83884" y="276828"/>
                          </a:cubicBezTo>
                          <a:cubicBezTo>
                            <a:pt x="93820" y="272505"/>
                            <a:pt x="93472" y="276828"/>
                            <a:pt x="85921" y="283485"/>
                          </a:cubicBezTo>
                          <a:cubicBezTo>
                            <a:pt x="78370" y="290142"/>
                            <a:pt x="67092" y="283087"/>
                            <a:pt x="60236" y="287410"/>
                          </a:cubicBezTo>
                          <a:cubicBezTo>
                            <a:pt x="53380" y="291732"/>
                            <a:pt x="25509" y="321590"/>
                            <a:pt x="30775" y="328942"/>
                          </a:cubicBezTo>
                          <a:cubicBezTo>
                            <a:pt x="33856" y="333265"/>
                            <a:pt x="37929" y="322683"/>
                            <a:pt x="47866" y="317963"/>
                          </a:cubicBezTo>
                          <a:cubicBezTo>
                            <a:pt x="53181" y="315479"/>
                            <a:pt x="56112" y="316522"/>
                            <a:pt x="58547" y="318162"/>
                          </a:cubicBezTo>
                          <a:cubicBezTo>
                            <a:pt x="60782" y="314187"/>
                            <a:pt x="64161" y="310859"/>
                            <a:pt x="67936" y="308375"/>
                          </a:cubicBezTo>
                          <a:cubicBezTo>
                            <a:pt x="73302" y="304848"/>
                            <a:pt x="81350" y="304102"/>
                            <a:pt x="87411" y="305791"/>
                          </a:cubicBezTo>
                          <a:cubicBezTo>
                            <a:pt x="88653" y="306139"/>
                            <a:pt x="89995" y="306686"/>
                            <a:pt x="91336" y="307332"/>
                          </a:cubicBezTo>
                          <a:cubicBezTo>
                            <a:pt x="91584" y="307381"/>
                            <a:pt x="91833" y="307332"/>
                            <a:pt x="92081" y="307381"/>
                          </a:cubicBezTo>
                          <a:cubicBezTo>
                            <a:pt x="100328" y="308921"/>
                            <a:pt x="106141" y="305394"/>
                            <a:pt x="110264" y="301519"/>
                          </a:cubicBezTo>
                          <a:cubicBezTo>
                            <a:pt x="114388" y="297594"/>
                            <a:pt x="125317" y="309319"/>
                            <a:pt x="128745" y="306586"/>
                          </a:cubicBezTo>
                          <a:cubicBezTo>
                            <a:pt x="132173" y="303854"/>
                            <a:pt x="147227" y="300724"/>
                            <a:pt x="154778" y="301072"/>
                          </a:cubicBezTo>
                          <a:cubicBezTo>
                            <a:pt x="162280" y="301469"/>
                            <a:pt x="181804" y="291285"/>
                            <a:pt x="186971" y="285770"/>
                          </a:cubicBezTo>
                          <a:cubicBezTo>
                            <a:pt x="192138" y="280305"/>
                            <a:pt x="183891" y="279113"/>
                            <a:pt x="177035" y="280305"/>
                          </a:cubicBezTo>
                          <a:cubicBezTo>
                            <a:pt x="170179" y="281498"/>
                            <a:pt x="171521" y="272456"/>
                            <a:pt x="178724" y="264606"/>
                          </a:cubicBezTo>
                          <a:cubicBezTo>
                            <a:pt x="185928" y="256757"/>
                            <a:pt x="197205" y="250894"/>
                            <a:pt x="197901" y="239120"/>
                          </a:cubicBezTo>
                          <a:cubicBezTo>
                            <a:pt x="197901" y="239120"/>
                            <a:pt x="197901" y="239070"/>
                            <a:pt x="197901" y="239070"/>
                          </a:cubicBezTo>
                          <a:cubicBezTo>
                            <a:pt x="196460" y="238375"/>
                            <a:pt x="194870" y="237530"/>
                            <a:pt x="193231" y="23673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857" name="Google Shape;857;p8"/>
                  <p:cNvGrpSpPr/>
                  <p:nvPr/>
                </p:nvGrpSpPr>
                <p:grpSpPr>
                  <a:xfrm>
                    <a:off x="4131187" y="2521298"/>
                    <a:ext cx="229471" cy="329958"/>
                    <a:chOff x="4131187" y="2521298"/>
                    <a:chExt cx="229471" cy="329958"/>
                  </a:xfrm>
                </p:grpSpPr>
                <p:sp>
                  <p:nvSpPr>
                    <p:cNvPr id="858" name="Google Shape;858;p8"/>
                    <p:cNvSpPr/>
                    <p:nvPr/>
                  </p:nvSpPr>
                  <p:spPr>
                    <a:xfrm>
                      <a:off x="4153459" y="2544357"/>
                      <a:ext cx="16277" cy="194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277" h="19427" extrusionOk="0">
                          <a:moveTo>
                            <a:pt x="9322" y="0"/>
                          </a:moveTo>
                          <a:cubicBezTo>
                            <a:pt x="3261" y="7055"/>
                            <a:pt x="-2999" y="19624"/>
                            <a:pt x="1572" y="19425"/>
                          </a:cubicBezTo>
                          <a:cubicBezTo>
                            <a:pt x="7235" y="19177"/>
                            <a:pt x="13346" y="12370"/>
                            <a:pt x="16277" y="5962"/>
                          </a:cubicBezTo>
                          <a:cubicBezTo>
                            <a:pt x="13495" y="4471"/>
                            <a:pt x="11160" y="2434"/>
                            <a:pt x="9322" y="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859" name="Google Shape;859;p8"/>
                    <p:cNvSpPr/>
                    <p:nvPr/>
                  </p:nvSpPr>
                  <p:spPr>
                    <a:xfrm>
                      <a:off x="4162758" y="2521298"/>
                      <a:ext cx="197900" cy="3299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900" h="329958" extrusionOk="0">
                          <a:moveTo>
                            <a:pt x="193231" y="236735"/>
                          </a:moveTo>
                          <a:cubicBezTo>
                            <a:pt x="192287" y="236388"/>
                            <a:pt x="191343" y="236040"/>
                            <a:pt x="190349" y="235742"/>
                          </a:cubicBezTo>
                          <a:cubicBezTo>
                            <a:pt x="183891" y="233953"/>
                            <a:pt x="178823" y="229532"/>
                            <a:pt x="175296" y="223968"/>
                          </a:cubicBezTo>
                          <a:cubicBezTo>
                            <a:pt x="174601" y="224315"/>
                            <a:pt x="174005" y="224812"/>
                            <a:pt x="173756" y="225508"/>
                          </a:cubicBezTo>
                          <a:cubicBezTo>
                            <a:pt x="171371" y="231767"/>
                            <a:pt x="166205" y="231022"/>
                            <a:pt x="162429" y="223968"/>
                          </a:cubicBezTo>
                          <a:cubicBezTo>
                            <a:pt x="158653" y="216913"/>
                            <a:pt x="165857" y="210206"/>
                            <a:pt x="162081" y="209461"/>
                          </a:cubicBezTo>
                          <a:cubicBezTo>
                            <a:pt x="158305" y="208666"/>
                            <a:pt x="153536" y="198879"/>
                            <a:pt x="154530" y="194954"/>
                          </a:cubicBezTo>
                          <a:cubicBezTo>
                            <a:pt x="154629" y="194606"/>
                            <a:pt x="154629" y="193960"/>
                            <a:pt x="154579" y="193265"/>
                          </a:cubicBezTo>
                          <a:cubicBezTo>
                            <a:pt x="150108" y="189291"/>
                            <a:pt x="146382" y="184521"/>
                            <a:pt x="143004" y="179503"/>
                          </a:cubicBezTo>
                          <a:cubicBezTo>
                            <a:pt x="141563" y="177367"/>
                            <a:pt x="140619" y="174933"/>
                            <a:pt x="140122" y="172349"/>
                          </a:cubicBezTo>
                          <a:lnTo>
                            <a:pt x="138185" y="171356"/>
                          </a:lnTo>
                          <a:cubicBezTo>
                            <a:pt x="132323" y="168375"/>
                            <a:pt x="128547" y="162115"/>
                            <a:pt x="126559" y="155955"/>
                          </a:cubicBezTo>
                          <a:cubicBezTo>
                            <a:pt x="125814" y="153669"/>
                            <a:pt x="125566" y="151285"/>
                            <a:pt x="125615" y="148900"/>
                          </a:cubicBezTo>
                          <a:cubicBezTo>
                            <a:pt x="124970" y="146963"/>
                            <a:pt x="124423" y="144926"/>
                            <a:pt x="123976" y="142889"/>
                          </a:cubicBezTo>
                          <a:cubicBezTo>
                            <a:pt x="116772" y="138616"/>
                            <a:pt x="112003" y="130817"/>
                            <a:pt x="111258" y="121824"/>
                          </a:cubicBezTo>
                          <a:cubicBezTo>
                            <a:pt x="109569" y="120980"/>
                            <a:pt x="107830" y="119688"/>
                            <a:pt x="106240" y="117303"/>
                          </a:cubicBezTo>
                          <a:cubicBezTo>
                            <a:pt x="100428" y="108659"/>
                            <a:pt x="90492" y="112981"/>
                            <a:pt x="85325" y="113379"/>
                          </a:cubicBezTo>
                          <a:cubicBezTo>
                            <a:pt x="80854" y="113726"/>
                            <a:pt x="84182" y="105132"/>
                            <a:pt x="90541" y="98773"/>
                          </a:cubicBezTo>
                          <a:cubicBezTo>
                            <a:pt x="89697" y="96090"/>
                            <a:pt x="89150" y="93258"/>
                            <a:pt x="89051" y="90476"/>
                          </a:cubicBezTo>
                          <a:cubicBezTo>
                            <a:pt x="88604" y="80589"/>
                            <a:pt x="95360" y="70951"/>
                            <a:pt x="104203" y="66828"/>
                          </a:cubicBezTo>
                          <a:cubicBezTo>
                            <a:pt x="105644" y="64592"/>
                            <a:pt x="107234" y="62456"/>
                            <a:pt x="109072" y="60667"/>
                          </a:cubicBezTo>
                          <a:cubicBezTo>
                            <a:pt x="109171" y="60568"/>
                            <a:pt x="109271" y="60518"/>
                            <a:pt x="109420" y="60419"/>
                          </a:cubicBezTo>
                          <a:cubicBezTo>
                            <a:pt x="110662" y="55650"/>
                            <a:pt x="111407" y="51725"/>
                            <a:pt x="111407" y="49887"/>
                          </a:cubicBezTo>
                          <a:cubicBezTo>
                            <a:pt x="111407" y="43230"/>
                            <a:pt x="75438" y="43627"/>
                            <a:pt x="68582" y="47552"/>
                          </a:cubicBezTo>
                          <a:cubicBezTo>
                            <a:pt x="61726" y="51477"/>
                            <a:pt x="54870" y="41690"/>
                            <a:pt x="60683" y="38908"/>
                          </a:cubicBezTo>
                          <a:cubicBezTo>
                            <a:pt x="66496" y="36175"/>
                            <a:pt x="78866" y="22463"/>
                            <a:pt x="78171" y="16949"/>
                          </a:cubicBezTo>
                          <a:cubicBezTo>
                            <a:pt x="77475" y="11484"/>
                            <a:pt x="86766" y="6367"/>
                            <a:pt x="81599" y="1250"/>
                          </a:cubicBezTo>
                          <a:cubicBezTo>
                            <a:pt x="76432" y="-3818"/>
                            <a:pt x="75786" y="7907"/>
                            <a:pt x="71315" y="11832"/>
                          </a:cubicBezTo>
                          <a:cubicBezTo>
                            <a:pt x="66893" y="15756"/>
                            <a:pt x="56907" y="14564"/>
                            <a:pt x="46325" y="12229"/>
                          </a:cubicBezTo>
                          <a:cubicBezTo>
                            <a:pt x="45034" y="11931"/>
                            <a:pt x="43841" y="11931"/>
                            <a:pt x="42699" y="12179"/>
                          </a:cubicBezTo>
                          <a:cubicBezTo>
                            <a:pt x="41407" y="18538"/>
                            <a:pt x="37979" y="24401"/>
                            <a:pt x="32464" y="28027"/>
                          </a:cubicBezTo>
                          <a:cubicBezTo>
                            <a:pt x="32017" y="30512"/>
                            <a:pt x="31868" y="32797"/>
                            <a:pt x="31918" y="34585"/>
                          </a:cubicBezTo>
                          <a:cubicBezTo>
                            <a:pt x="32266" y="42037"/>
                            <a:pt x="19597" y="46360"/>
                            <a:pt x="21634" y="52619"/>
                          </a:cubicBezTo>
                          <a:cubicBezTo>
                            <a:pt x="23671" y="58879"/>
                            <a:pt x="19250" y="63599"/>
                            <a:pt x="15822" y="60071"/>
                          </a:cubicBezTo>
                          <a:cubicBezTo>
                            <a:pt x="12394" y="56544"/>
                            <a:pt x="8618" y="47949"/>
                            <a:pt x="1762" y="54209"/>
                          </a:cubicBezTo>
                          <a:cubicBezTo>
                            <a:pt x="-5094" y="60518"/>
                            <a:pt x="9661" y="68716"/>
                            <a:pt x="18554" y="69908"/>
                          </a:cubicBezTo>
                          <a:cubicBezTo>
                            <a:pt x="27447" y="71100"/>
                            <a:pt x="11698" y="78503"/>
                            <a:pt x="10009" y="89482"/>
                          </a:cubicBezTo>
                          <a:cubicBezTo>
                            <a:pt x="8270" y="100462"/>
                            <a:pt x="21634" y="95792"/>
                            <a:pt x="22330" y="103592"/>
                          </a:cubicBezTo>
                          <a:cubicBezTo>
                            <a:pt x="23025" y="111441"/>
                            <a:pt x="3153" y="112633"/>
                            <a:pt x="3153" y="120036"/>
                          </a:cubicBezTo>
                          <a:cubicBezTo>
                            <a:pt x="3153" y="127488"/>
                            <a:pt x="14431" y="116509"/>
                            <a:pt x="19597" y="113379"/>
                          </a:cubicBezTo>
                          <a:cubicBezTo>
                            <a:pt x="24714" y="110249"/>
                            <a:pt x="16865" y="131760"/>
                            <a:pt x="29186" y="129426"/>
                          </a:cubicBezTo>
                          <a:cubicBezTo>
                            <a:pt x="41506" y="127091"/>
                            <a:pt x="38078" y="107864"/>
                            <a:pt x="42550" y="108659"/>
                          </a:cubicBezTo>
                          <a:cubicBezTo>
                            <a:pt x="47021" y="109454"/>
                            <a:pt x="40513" y="118844"/>
                            <a:pt x="44288" y="127091"/>
                          </a:cubicBezTo>
                          <a:cubicBezTo>
                            <a:pt x="48064" y="135337"/>
                            <a:pt x="35396" y="147857"/>
                            <a:pt x="36042" y="153769"/>
                          </a:cubicBezTo>
                          <a:cubicBezTo>
                            <a:pt x="36737" y="159631"/>
                            <a:pt x="61379" y="159631"/>
                            <a:pt x="69228" y="150242"/>
                          </a:cubicBezTo>
                          <a:cubicBezTo>
                            <a:pt x="77127" y="140852"/>
                            <a:pt x="80854" y="151036"/>
                            <a:pt x="75388" y="158091"/>
                          </a:cubicBezTo>
                          <a:cubicBezTo>
                            <a:pt x="69924" y="165146"/>
                            <a:pt x="72308" y="171803"/>
                            <a:pt x="79164" y="174535"/>
                          </a:cubicBezTo>
                          <a:cubicBezTo>
                            <a:pt x="86020" y="177268"/>
                            <a:pt x="88405" y="178063"/>
                            <a:pt x="85325" y="184322"/>
                          </a:cubicBezTo>
                          <a:cubicBezTo>
                            <a:pt x="82244" y="190632"/>
                            <a:pt x="84977" y="202357"/>
                            <a:pt x="83288" y="208219"/>
                          </a:cubicBezTo>
                          <a:cubicBezTo>
                            <a:pt x="81599" y="214081"/>
                            <a:pt x="60335" y="213336"/>
                            <a:pt x="59640" y="209411"/>
                          </a:cubicBezTo>
                          <a:cubicBezTo>
                            <a:pt x="58944" y="205486"/>
                            <a:pt x="50052" y="208219"/>
                            <a:pt x="52436" y="213733"/>
                          </a:cubicBezTo>
                          <a:cubicBezTo>
                            <a:pt x="54821" y="219248"/>
                            <a:pt x="44885" y="225110"/>
                            <a:pt x="45580" y="230178"/>
                          </a:cubicBezTo>
                          <a:cubicBezTo>
                            <a:pt x="46276" y="235295"/>
                            <a:pt x="58944" y="234102"/>
                            <a:pt x="59242" y="240362"/>
                          </a:cubicBezTo>
                          <a:cubicBezTo>
                            <a:pt x="59590" y="246622"/>
                            <a:pt x="50002" y="254074"/>
                            <a:pt x="36986" y="258396"/>
                          </a:cubicBezTo>
                          <a:cubicBezTo>
                            <a:pt x="23969" y="262718"/>
                            <a:pt x="39718" y="274443"/>
                            <a:pt x="45878" y="269376"/>
                          </a:cubicBezTo>
                          <a:cubicBezTo>
                            <a:pt x="52039" y="264308"/>
                            <a:pt x="50697" y="272903"/>
                            <a:pt x="59590" y="272903"/>
                          </a:cubicBezTo>
                          <a:cubicBezTo>
                            <a:pt x="68483" y="272903"/>
                            <a:pt x="73998" y="281150"/>
                            <a:pt x="83884" y="276828"/>
                          </a:cubicBezTo>
                          <a:cubicBezTo>
                            <a:pt x="93820" y="272505"/>
                            <a:pt x="93472" y="276828"/>
                            <a:pt x="85921" y="283485"/>
                          </a:cubicBezTo>
                          <a:cubicBezTo>
                            <a:pt x="78370" y="290142"/>
                            <a:pt x="67092" y="283087"/>
                            <a:pt x="60236" y="287410"/>
                          </a:cubicBezTo>
                          <a:cubicBezTo>
                            <a:pt x="53380" y="291732"/>
                            <a:pt x="25509" y="321590"/>
                            <a:pt x="30775" y="328942"/>
                          </a:cubicBezTo>
                          <a:cubicBezTo>
                            <a:pt x="33856" y="333265"/>
                            <a:pt x="37929" y="322683"/>
                            <a:pt x="47866" y="317963"/>
                          </a:cubicBezTo>
                          <a:cubicBezTo>
                            <a:pt x="53181" y="315479"/>
                            <a:pt x="56112" y="316522"/>
                            <a:pt x="58547" y="318162"/>
                          </a:cubicBezTo>
                          <a:cubicBezTo>
                            <a:pt x="60782" y="314187"/>
                            <a:pt x="64161" y="310859"/>
                            <a:pt x="67936" y="308375"/>
                          </a:cubicBezTo>
                          <a:cubicBezTo>
                            <a:pt x="73302" y="304848"/>
                            <a:pt x="81350" y="304102"/>
                            <a:pt x="87411" y="305791"/>
                          </a:cubicBezTo>
                          <a:cubicBezTo>
                            <a:pt x="88653" y="306139"/>
                            <a:pt x="89995" y="306686"/>
                            <a:pt x="91336" y="307332"/>
                          </a:cubicBezTo>
                          <a:cubicBezTo>
                            <a:pt x="91584" y="307381"/>
                            <a:pt x="91833" y="307332"/>
                            <a:pt x="92081" y="307381"/>
                          </a:cubicBezTo>
                          <a:cubicBezTo>
                            <a:pt x="100328" y="308921"/>
                            <a:pt x="106141" y="305394"/>
                            <a:pt x="110264" y="301519"/>
                          </a:cubicBezTo>
                          <a:cubicBezTo>
                            <a:pt x="114388" y="297594"/>
                            <a:pt x="125317" y="309319"/>
                            <a:pt x="128745" y="306586"/>
                          </a:cubicBezTo>
                          <a:cubicBezTo>
                            <a:pt x="132173" y="303854"/>
                            <a:pt x="147227" y="300724"/>
                            <a:pt x="154778" y="301072"/>
                          </a:cubicBezTo>
                          <a:cubicBezTo>
                            <a:pt x="162280" y="301469"/>
                            <a:pt x="181804" y="291285"/>
                            <a:pt x="186971" y="285770"/>
                          </a:cubicBezTo>
                          <a:cubicBezTo>
                            <a:pt x="192138" y="280305"/>
                            <a:pt x="183891" y="279113"/>
                            <a:pt x="177035" y="280305"/>
                          </a:cubicBezTo>
                          <a:cubicBezTo>
                            <a:pt x="170179" y="281498"/>
                            <a:pt x="171521" y="272456"/>
                            <a:pt x="178724" y="264606"/>
                          </a:cubicBezTo>
                          <a:cubicBezTo>
                            <a:pt x="185928" y="256757"/>
                            <a:pt x="197205" y="250894"/>
                            <a:pt x="197901" y="239120"/>
                          </a:cubicBezTo>
                          <a:cubicBezTo>
                            <a:pt x="197901" y="239120"/>
                            <a:pt x="197901" y="239070"/>
                            <a:pt x="197901" y="239070"/>
                          </a:cubicBezTo>
                          <a:cubicBezTo>
                            <a:pt x="196460" y="238375"/>
                            <a:pt x="194870" y="237530"/>
                            <a:pt x="193231" y="23673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860" name="Google Shape;860;p8"/>
                    <p:cNvSpPr/>
                    <p:nvPr/>
                  </p:nvSpPr>
                  <p:spPr>
                    <a:xfrm>
                      <a:off x="4131187" y="2660138"/>
                      <a:ext cx="57618" cy="457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618" h="45730" extrusionOk="0">
                          <a:moveTo>
                            <a:pt x="13361" y="8470"/>
                          </a:moveTo>
                          <a:cubicBezTo>
                            <a:pt x="11871" y="16121"/>
                            <a:pt x="9486" y="21586"/>
                            <a:pt x="7052" y="23573"/>
                          </a:cubicBezTo>
                          <a:cubicBezTo>
                            <a:pt x="3425" y="26554"/>
                            <a:pt x="-3282" y="37782"/>
                            <a:pt x="1885" y="38974"/>
                          </a:cubicBezTo>
                          <a:cubicBezTo>
                            <a:pt x="7052" y="40166"/>
                            <a:pt x="15348" y="49605"/>
                            <a:pt x="16392" y="42501"/>
                          </a:cubicBezTo>
                          <a:cubicBezTo>
                            <a:pt x="17435" y="35397"/>
                            <a:pt x="21062" y="25908"/>
                            <a:pt x="29855" y="37782"/>
                          </a:cubicBezTo>
                          <a:cubicBezTo>
                            <a:pt x="31942" y="40613"/>
                            <a:pt x="34624" y="43296"/>
                            <a:pt x="37506" y="45730"/>
                          </a:cubicBezTo>
                          <a:cubicBezTo>
                            <a:pt x="38947" y="40365"/>
                            <a:pt x="49777" y="39421"/>
                            <a:pt x="55391" y="32963"/>
                          </a:cubicBezTo>
                          <a:cubicBezTo>
                            <a:pt x="62247" y="25113"/>
                            <a:pt x="51963" y="13736"/>
                            <a:pt x="42374" y="3204"/>
                          </a:cubicBezTo>
                          <a:cubicBezTo>
                            <a:pt x="33680" y="-6384"/>
                            <a:pt x="22502" y="8619"/>
                            <a:pt x="13361" y="847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  <p:sp>
              <p:nvSpPr>
                <p:cNvPr id="861" name="Google Shape;861;p8"/>
                <p:cNvSpPr/>
                <p:nvPr/>
              </p:nvSpPr>
              <p:spPr>
                <a:xfrm>
                  <a:off x="4579842" y="2630978"/>
                  <a:ext cx="33703" cy="53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3" h="53270" extrusionOk="0">
                      <a:moveTo>
                        <a:pt x="33044" y="2606"/>
                      </a:moveTo>
                      <a:cubicBezTo>
                        <a:pt x="30312" y="619"/>
                        <a:pt x="28226" y="8071"/>
                        <a:pt x="25145" y="8866"/>
                      </a:cubicBezTo>
                      <a:cubicBezTo>
                        <a:pt x="22065" y="9661"/>
                        <a:pt x="18637" y="-6039"/>
                        <a:pt x="17246" y="2606"/>
                      </a:cubicBezTo>
                      <a:cubicBezTo>
                        <a:pt x="15855" y="11201"/>
                        <a:pt x="8999" y="-921"/>
                        <a:pt x="2193" y="10058"/>
                      </a:cubicBezTo>
                      <a:cubicBezTo>
                        <a:pt x="-4663" y="21037"/>
                        <a:pt x="6316" y="30824"/>
                        <a:pt x="11086" y="34352"/>
                      </a:cubicBezTo>
                      <a:cubicBezTo>
                        <a:pt x="15855" y="37879"/>
                        <a:pt x="10738" y="42946"/>
                        <a:pt x="4578" y="41406"/>
                      </a:cubicBezTo>
                      <a:cubicBezTo>
                        <a:pt x="-1583" y="39817"/>
                        <a:pt x="2193" y="51591"/>
                        <a:pt x="10738" y="53181"/>
                      </a:cubicBezTo>
                      <a:cubicBezTo>
                        <a:pt x="19283" y="54721"/>
                        <a:pt x="28524" y="35941"/>
                        <a:pt x="27530" y="31222"/>
                      </a:cubicBezTo>
                      <a:cubicBezTo>
                        <a:pt x="26536" y="26502"/>
                        <a:pt x="36274" y="4891"/>
                        <a:pt x="33044" y="260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2" name="Google Shape;862;p8"/>
                <p:cNvSpPr/>
                <p:nvPr/>
              </p:nvSpPr>
              <p:spPr>
                <a:xfrm>
                  <a:off x="4511339" y="2567011"/>
                  <a:ext cx="60975" cy="111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75" h="111276" extrusionOk="0">
                      <a:moveTo>
                        <a:pt x="49830" y="42626"/>
                      </a:moveTo>
                      <a:cubicBezTo>
                        <a:pt x="46402" y="40689"/>
                        <a:pt x="45011" y="28120"/>
                        <a:pt x="49134" y="24245"/>
                      </a:cubicBezTo>
                      <a:cubicBezTo>
                        <a:pt x="53258" y="20320"/>
                        <a:pt x="54947" y="5416"/>
                        <a:pt x="51519" y="1491"/>
                      </a:cubicBezTo>
                      <a:cubicBezTo>
                        <a:pt x="48091" y="-2434"/>
                        <a:pt x="35770" y="1491"/>
                        <a:pt x="34727" y="12073"/>
                      </a:cubicBezTo>
                      <a:cubicBezTo>
                        <a:pt x="33684" y="22655"/>
                        <a:pt x="23797" y="17935"/>
                        <a:pt x="21015" y="20320"/>
                      </a:cubicBezTo>
                      <a:cubicBezTo>
                        <a:pt x="18282" y="22655"/>
                        <a:pt x="26480" y="27375"/>
                        <a:pt x="22058" y="32094"/>
                      </a:cubicBezTo>
                      <a:cubicBezTo>
                        <a:pt x="17637" y="36814"/>
                        <a:pt x="15898" y="25040"/>
                        <a:pt x="8694" y="24294"/>
                      </a:cubicBezTo>
                      <a:cubicBezTo>
                        <a:pt x="3776" y="23748"/>
                        <a:pt x="1888" y="29759"/>
                        <a:pt x="0" y="35771"/>
                      </a:cubicBezTo>
                      <a:cubicBezTo>
                        <a:pt x="1341" y="39546"/>
                        <a:pt x="2435" y="43421"/>
                        <a:pt x="3130" y="47396"/>
                      </a:cubicBezTo>
                      <a:cubicBezTo>
                        <a:pt x="5217" y="59369"/>
                        <a:pt x="2633" y="72137"/>
                        <a:pt x="5415" y="83762"/>
                      </a:cubicBezTo>
                      <a:cubicBezTo>
                        <a:pt x="6161" y="86942"/>
                        <a:pt x="6359" y="89922"/>
                        <a:pt x="6111" y="92705"/>
                      </a:cubicBezTo>
                      <a:cubicBezTo>
                        <a:pt x="6359" y="94046"/>
                        <a:pt x="6359" y="95387"/>
                        <a:pt x="5912" y="96828"/>
                      </a:cubicBezTo>
                      <a:cubicBezTo>
                        <a:pt x="4819" y="100455"/>
                        <a:pt x="7055" y="104578"/>
                        <a:pt x="9439" y="108553"/>
                      </a:cubicBezTo>
                      <a:cubicBezTo>
                        <a:pt x="18531" y="108751"/>
                        <a:pt x="26927" y="109546"/>
                        <a:pt x="30603" y="110937"/>
                      </a:cubicBezTo>
                      <a:cubicBezTo>
                        <a:pt x="32094" y="111484"/>
                        <a:pt x="35174" y="111335"/>
                        <a:pt x="39198" y="110738"/>
                      </a:cubicBezTo>
                      <a:cubicBezTo>
                        <a:pt x="36168" y="105125"/>
                        <a:pt x="29411" y="100554"/>
                        <a:pt x="29958" y="96480"/>
                      </a:cubicBezTo>
                      <a:cubicBezTo>
                        <a:pt x="30653" y="91015"/>
                        <a:pt x="37161" y="94493"/>
                        <a:pt x="41930" y="99213"/>
                      </a:cubicBezTo>
                      <a:cubicBezTo>
                        <a:pt x="46700" y="103932"/>
                        <a:pt x="57332" y="104727"/>
                        <a:pt x="58375" y="98815"/>
                      </a:cubicBezTo>
                      <a:cubicBezTo>
                        <a:pt x="59021" y="95189"/>
                        <a:pt x="56636" y="78446"/>
                        <a:pt x="50178" y="82371"/>
                      </a:cubicBezTo>
                      <a:cubicBezTo>
                        <a:pt x="43669" y="86296"/>
                        <a:pt x="41980" y="84706"/>
                        <a:pt x="39546" y="80781"/>
                      </a:cubicBezTo>
                      <a:cubicBezTo>
                        <a:pt x="37161" y="76856"/>
                        <a:pt x="44365" y="70597"/>
                        <a:pt x="46054" y="64337"/>
                      </a:cubicBezTo>
                      <a:cubicBezTo>
                        <a:pt x="47743" y="58077"/>
                        <a:pt x="59070" y="60412"/>
                        <a:pt x="60760" y="55295"/>
                      </a:cubicBezTo>
                      <a:cubicBezTo>
                        <a:pt x="62498" y="50079"/>
                        <a:pt x="53258" y="44614"/>
                        <a:pt x="49830" y="4262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3" name="Google Shape;863;p8"/>
                <p:cNvSpPr/>
                <p:nvPr/>
              </p:nvSpPr>
              <p:spPr>
                <a:xfrm>
                  <a:off x="4733854" y="2561444"/>
                  <a:ext cx="20275" cy="34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5" h="34760" extrusionOk="0">
                      <a:moveTo>
                        <a:pt x="16648" y="3"/>
                      </a:moveTo>
                      <a:cubicBezTo>
                        <a:pt x="3631" y="400"/>
                        <a:pt x="-2430" y="29712"/>
                        <a:pt x="899" y="34481"/>
                      </a:cubicBezTo>
                      <a:cubicBezTo>
                        <a:pt x="3681" y="38406"/>
                        <a:pt x="29664" y="-394"/>
                        <a:pt x="16648" y="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4" name="Google Shape;864;p8"/>
                <p:cNvSpPr/>
                <p:nvPr/>
              </p:nvSpPr>
              <p:spPr>
                <a:xfrm>
                  <a:off x="4580667" y="2084447"/>
                  <a:ext cx="288918" cy="57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18" h="571771" extrusionOk="0">
                      <a:moveTo>
                        <a:pt x="285640" y="132267"/>
                      </a:moveTo>
                      <a:cubicBezTo>
                        <a:pt x="282311" y="128491"/>
                        <a:pt x="275753" y="118456"/>
                        <a:pt x="281218" y="118456"/>
                      </a:cubicBezTo>
                      <a:cubicBezTo>
                        <a:pt x="286733" y="118456"/>
                        <a:pt x="288919" y="99577"/>
                        <a:pt x="282311" y="95802"/>
                      </a:cubicBezTo>
                      <a:cubicBezTo>
                        <a:pt x="275704" y="92026"/>
                        <a:pt x="282311" y="75631"/>
                        <a:pt x="276797" y="71905"/>
                      </a:cubicBezTo>
                      <a:cubicBezTo>
                        <a:pt x="271282" y="68130"/>
                        <a:pt x="274611" y="55511"/>
                        <a:pt x="275704" y="46717"/>
                      </a:cubicBezTo>
                      <a:cubicBezTo>
                        <a:pt x="276797" y="37874"/>
                        <a:pt x="254788" y="30323"/>
                        <a:pt x="242666" y="24063"/>
                      </a:cubicBezTo>
                      <a:cubicBezTo>
                        <a:pt x="230594" y="17753"/>
                        <a:pt x="225079" y="7718"/>
                        <a:pt x="215193" y="1409"/>
                      </a:cubicBezTo>
                      <a:cubicBezTo>
                        <a:pt x="205306" y="-4901"/>
                        <a:pt x="201978" y="11444"/>
                        <a:pt x="201978" y="21579"/>
                      </a:cubicBezTo>
                      <a:cubicBezTo>
                        <a:pt x="201978" y="31664"/>
                        <a:pt x="193184" y="32906"/>
                        <a:pt x="186577" y="26597"/>
                      </a:cubicBezTo>
                      <a:cubicBezTo>
                        <a:pt x="179969" y="20287"/>
                        <a:pt x="172269" y="26597"/>
                        <a:pt x="162382" y="21579"/>
                      </a:cubicBezTo>
                      <a:cubicBezTo>
                        <a:pt x="152496" y="16511"/>
                        <a:pt x="156918" y="32906"/>
                        <a:pt x="156918" y="40458"/>
                      </a:cubicBezTo>
                      <a:cubicBezTo>
                        <a:pt x="156918" y="48009"/>
                        <a:pt x="145888" y="48009"/>
                        <a:pt x="139330" y="48009"/>
                      </a:cubicBezTo>
                      <a:cubicBezTo>
                        <a:pt x="132723" y="48009"/>
                        <a:pt x="121744" y="54318"/>
                        <a:pt x="121744" y="63112"/>
                      </a:cubicBezTo>
                      <a:cubicBezTo>
                        <a:pt x="121744" y="71905"/>
                        <a:pt x="111857" y="76973"/>
                        <a:pt x="115136" y="81990"/>
                      </a:cubicBezTo>
                      <a:cubicBezTo>
                        <a:pt x="118415" y="87008"/>
                        <a:pt x="114043" y="92076"/>
                        <a:pt x="109622" y="95851"/>
                      </a:cubicBezTo>
                      <a:cubicBezTo>
                        <a:pt x="105200" y="99627"/>
                        <a:pt x="100828" y="112196"/>
                        <a:pt x="97500" y="115972"/>
                      </a:cubicBezTo>
                      <a:cubicBezTo>
                        <a:pt x="94221" y="119748"/>
                        <a:pt x="99686" y="126057"/>
                        <a:pt x="93078" y="131075"/>
                      </a:cubicBezTo>
                      <a:cubicBezTo>
                        <a:pt x="86520" y="136093"/>
                        <a:pt x="78770" y="132317"/>
                        <a:pt x="75491" y="136093"/>
                      </a:cubicBezTo>
                      <a:cubicBezTo>
                        <a:pt x="72212" y="139868"/>
                        <a:pt x="75491" y="148711"/>
                        <a:pt x="74398" y="160039"/>
                      </a:cubicBezTo>
                      <a:cubicBezTo>
                        <a:pt x="73305" y="171366"/>
                        <a:pt x="65555" y="183935"/>
                        <a:pt x="58997" y="194020"/>
                      </a:cubicBezTo>
                      <a:cubicBezTo>
                        <a:pt x="52390" y="204105"/>
                        <a:pt x="61183" y="206639"/>
                        <a:pt x="64512" y="207881"/>
                      </a:cubicBezTo>
                      <a:cubicBezTo>
                        <a:pt x="67791" y="209173"/>
                        <a:pt x="67791" y="215432"/>
                        <a:pt x="64512" y="222984"/>
                      </a:cubicBezTo>
                      <a:cubicBezTo>
                        <a:pt x="61183" y="230585"/>
                        <a:pt x="53483" y="225518"/>
                        <a:pt x="49111" y="224276"/>
                      </a:cubicBezTo>
                      <a:cubicBezTo>
                        <a:pt x="44689" y="222984"/>
                        <a:pt x="32617" y="229293"/>
                        <a:pt x="26009" y="241862"/>
                      </a:cubicBezTo>
                      <a:cubicBezTo>
                        <a:pt x="19402" y="254432"/>
                        <a:pt x="21588" y="261983"/>
                        <a:pt x="23823" y="268293"/>
                      </a:cubicBezTo>
                      <a:cubicBezTo>
                        <a:pt x="26009" y="274552"/>
                        <a:pt x="18358" y="282153"/>
                        <a:pt x="23823" y="294723"/>
                      </a:cubicBezTo>
                      <a:cubicBezTo>
                        <a:pt x="29338" y="307292"/>
                        <a:pt x="21637" y="309825"/>
                        <a:pt x="22730" y="319911"/>
                      </a:cubicBezTo>
                      <a:cubicBezTo>
                        <a:pt x="23823" y="329996"/>
                        <a:pt x="37038" y="328704"/>
                        <a:pt x="38131" y="338789"/>
                      </a:cubicBezTo>
                      <a:cubicBezTo>
                        <a:pt x="39224" y="348874"/>
                        <a:pt x="33710" y="352650"/>
                        <a:pt x="29338" y="352650"/>
                      </a:cubicBezTo>
                      <a:cubicBezTo>
                        <a:pt x="24966" y="352650"/>
                        <a:pt x="26059" y="362735"/>
                        <a:pt x="30431" y="365219"/>
                      </a:cubicBezTo>
                      <a:cubicBezTo>
                        <a:pt x="34803" y="367753"/>
                        <a:pt x="33710" y="385340"/>
                        <a:pt x="31524" y="390407"/>
                      </a:cubicBezTo>
                      <a:cubicBezTo>
                        <a:pt x="29338" y="395425"/>
                        <a:pt x="15030" y="390407"/>
                        <a:pt x="16123" y="396667"/>
                      </a:cubicBezTo>
                      <a:cubicBezTo>
                        <a:pt x="17216" y="402976"/>
                        <a:pt x="12794" y="413062"/>
                        <a:pt x="12794" y="418079"/>
                      </a:cubicBezTo>
                      <a:cubicBezTo>
                        <a:pt x="12794" y="423097"/>
                        <a:pt x="11701" y="439492"/>
                        <a:pt x="7280" y="435666"/>
                      </a:cubicBezTo>
                      <a:cubicBezTo>
                        <a:pt x="5541" y="434176"/>
                        <a:pt x="2759" y="434076"/>
                        <a:pt x="26" y="434474"/>
                      </a:cubicBezTo>
                      <a:cubicBezTo>
                        <a:pt x="26" y="435269"/>
                        <a:pt x="76" y="436064"/>
                        <a:pt x="26" y="436958"/>
                      </a:cubicBezTo>
                      <a:cubicBezTo>
                        <a:pt x="-321" y="446745"/>
                        <a:pt x="2759" y="456532"/>
                        <a:pt x="10310" y="463587"/>
                      </a:cubicBezTo>
                      <a:cubicBezTo>
                        <a:pt x="17862" y="470641"/>
                        <a:pt x="11999" y="481223"/>
                        <a:pt x="18507" y="491010"/>
                      </a:cubicBezTo>
                      <a:cubicBezTo>
                        <a:pt x="25016" y="500797"/>
                        <a:pt x="22929" y="507852"/>
                        <a:pt x="30133" y="514907"/>
                      </a:cubicBezTo>
                      <a:cubicBezTo>
                        <a:pt x="37336" y="521961"/>
                        <a:pt x="38032" y="525886"/>
                        <a:pt x="34952" y="534878"/>
                      </a:cubicBezTo>
                      <a:cubicBezTo>
                        <a:pt x="31871" y="543920"/>
                        <a:pt x="41112" y="541536"/>
                        <a:pt x="41460" y="547000"/>
                      </a:cubicBezTo>
                      <a:cubicBezTo>
                        <a:pt x="41808" y="552515"/>
                        <a:pt x="39423" y="563842"/>
                        <a:pt x="41808" y="569357"/>
                      </a:cubicBezTo>
                      <a:cubicBezTo>
                        <a:pt x="44192" y="574822"/>
                        <a:pt x="49011" y="569357"/>
                        <a:pt x="59941" y="568959"/>
                      </a:cubicBezTo>
                      <a:cubicBezTo>
                        <a:pt x="70871" y="568562"/>
                        <a:pt x="68138" y="560712"/>
                        <a:pt x="68486" y="553260"/>
                      </a:cubicBezTo>
                      <a:cubicBezTo>
                        <a:pt x="68834" y="545808"/>
                        <a:pt x="74349" y="549335"/>
                        <a:pt x="75690" y="544665"/>
                      </a:cubicBezTo>
                      <a:cubicBezTo>
                        <a:pt x="77081" y="539946"/>
                        <a:pt x="87017" y="538803"/>
                        <a:pt x="94867" y="542678"/>
                      </a:cubicBezTo>
                      <a:cubicBezTo>
                        <a:pt x="102716" y="546603"/>
                        <a:pt x="106840" y="539946"/>
                        <a:pt x="108231" y="530556"/>
                      </a:cubicBezTo>
                      <a:cubicBezTo>
                        <a:pt x="109572" y="521166"/>
                        <a:pt x="114043" y="532543"/>
                        <a:pt x="116428" y="534481"/>
                      </a:cubicBezTo>
                      <a:cubicBezTo>
                        <a:pt x="118812" y="536468"/>
                        <a:pt x="126016" y="519974"/>
                        <a:pt x="129444" y="509442"/>
                      </a:cubicBezTo>
                      <a:cubicBezTo>
                        <a:pt x="132872" y="498860"/>
                        <a:pt x="129096" y="500847"/>
                        <a:pt x="121247" y="510982"/>
                      </a:cubicBezTo>
                      <a:cubicBezTo>
                        <a:pt x="113348" y="521166"/>
                        <a:pt x="117819" y="500797"/>
                        <a:pt x="120899" y="492550"/>
                      </a:cubicBezTo>
                      <a:cubicBezTo>
                        <a:pt x="123979" y="484304"/>
                        <a:pt x="123632" y="460407"/>
                        <a:pt x="124675" y="454942"/>
                      </a:cubicBezTo>
                      <a:cubicBezTo>
                        <a:pt x="125718" y="449477"/>
                        <a:pt x="127755" y="441230"/>
                        <a:pt x="137691" y="438896"/>
                      </a:cubicBezTo>
                      <a:cubicBezTo>
                        <a:pt x="147627" y="436561"/>
                        <a:pt x="160644" y="422451"/>
                        <a:pt x="158607" y="416589"/>
                      </a:cubicBezTo>
                      <a:cubicBezTo>
                        <a:pt x="156570" y="410727"/>
                        <a:pt x="172318" y="400940"/>
                        <a:pt x="172318" y="395028"/>
                      </a:cubicBezTo>
                      <a:cubicBezTo>
                        <a:pt x="172318" y="389165"/>
                        <a:pt x="155874" y="371131"/>
                        <a:pt x="150409" y="367207"/>
                      </a:cubicBezTo>
                      <a:cubicBezTo>
                        <a:pt x="144944" y="363282"/>
                        <a:pt x="132972" y="366412"/>
                        <a:pt x="133965" y="362089"/>
                      </a:cubicBezTo>
                      <a:cubicBezTo>
                        <a:pt x="135008" y="357767"/>
                        <a:pt x="132574" y="340925"/>
                        <a:pt x="131233" y="332281"/>
                      </a:cubicBezTo>
                      <a:cubicBezTo>
                        <a:pt x="130040" y="324928"/>
                        <a:pt x="137045" y="317327"/>
                        <a:pt x="139132" y="310124"/>
                      </a:cubicBezTo>
                      <a:cubicBezTo>
                        <a:pt x="135754" y="302473"/>
                        <a:pt x="135654" y="293133"/>
                        <a:pt x="140076" y="286177"/>
                      </a:cubicBezTo>
                      <a:cubicBezTo>
                        <a:pt x="145739" y="277235"/>
                        <a:pt x="153142" y="269982"/>
                        <a:pt x="160047" y="262082"/>
                      </a:cubicBezTo>
                      <a:cubicBezTo>
                        <a:pt x="162680" y="259052"/>
                        <a:pt x="165910" y="257065"/>
                        <a:pt x="169387" y="255872"/>
                      </a:cubicBezTo>
                      <a:cubicBezTo>
                        <a:pt x="170381" y="254779"/>
                        <a:pt x="171524" y="253786"/>
                        <a:pt x="173014" y="253090"/>
                      </a:cubicBezTo>
                      <a:cubicBezTo>
                        <a:pt x="175846" y="251799"/>
                        <a:pt x="177833" y="250557"/>
                        <a:pt x="179622" y="249265"/>
                      </a:cubicBezTo>
                      <a:cubicBezTo>
                        <a:pt x="179671" y="242707"/>
                        <a:pt x="182453" y="235801"/>
                        <a:pt x="187024" y="231181"/>
                      </a:cubicBezTo>
                      <a:lnTo>
                        <a:pt x="190402" y="227753"/>
                      </a:lnTo>
                      <a:cubicBezTo>
                        <a:pt x="194377" y="223729"/>
                        <a:pt x="199394" y="221493"/>
                        <a:pt x="204760" y="220649"/>
                      </a:cubicBezTo>
                      <a:cubicBezTo>
                        <a:pt x="205952" y="218463"/>
                        <a:pt x="207393" y="216476"/>
                        <a:pt x="208933" y="214886"/>
                      </a:cubicBezTo>
                      <a:cubicBezTo>
                        <a:pt x="211516" y="212253"/>
                        <a:pt x="214845" y="210266"/>
                        <a:pt x="218372" y="208974"/>
                      </a:cubicBezTo>
                      <a:cubicBezTo>
                        <a:pt x="218372" y="202267"/>
                        <a:pt x="220608" y="195610"/>
                        <a:pt x="225029" y="190741"/>
                      </a:cubicBezTo>
                      <a:cubicBezTo>
                        <a:pt x="224433" y="188009"/>
                        <a:pt x="224980" y="185276"/>
                        <a:pt x="228159" y="182544"/>
                      </a:cubicBezTo>
                      <a:cubicBezTo>
                        <a:pt x="238095" y="173949"/>
                        <a:pt x="229849" y="164112"/>
                        <a:pt x="237052" y="160982"/>
                      </a:cubicBezTo>
                      <a:cubicBezTo>
                        <a:pt x="244256" y="157853"/>
                        <a:pt x="246988" y="153530"/>
                        <a:pt x="252105" y="147271"/>
                      </a:cubicBezTo>
                      <a:cubicBezTo>
                        <a:pt x="257223" y="141011"/>
                        <a:pt x="264079" y="146873"/>
                        <a:pt x="276399" y="144538"/>
                      </a:cubicBezTo>
                      <a:cubicBezTo>
                        <a:pt x="280920" y="143694"/>
                        <a:pt x="285044" y="144091"/>
                        <a:pt x="288919" y="145184"/>
                      </a:cubicBezTo>
                      <a:cubicBezTo>
                        <a:pt x="288372" y="139123"/>
                        <a:pt x="287130" y="134006"/>
                        <a:pt x="285640" y="13226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5" name="Google Shape;865;p8"/>
                <p:cNvSpPr/>
                <p:nvPr/>
              </p:nvSpPr>
              <p:spPr>
                <a:xfrm>
                  <a:off x="4820606" y="2491289"/>
                  <a:ext cx="139719" cy="79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19" h="79299" extrusionOk="0">
                      <a:moveTo>
                        <a:pt x="132989" y="20179"/>
                      </a:moveTo>
                      <a:cubicBezTo>
                        <a:pt x="135821" y="13174"/>
                        <a:pt x="143273" y="11982"/>
                        <a:pt x="137709" y="2791"/>
                      </a:cubicBezTo>
                      <a:cubicBezTo>
                        <a:pt x="136666" y="3785"/>
                        <a:pt x="135175" y="4729"/>
                        <a:pt x="132642" y="5524"/>
                      </a:cubicBezTo>
                      <a:cubicBezTo>
                        <a:pt x="122705" y="8654"/>
                        <a:pt x="101144" y="-2326"/>
                        <a:pt x="88774" y="456"/>
                      </a:cubicBezTo>
                      <a:cubicBezTo>
                        <a:pt x="76453" y="3189"/>
                        <a:pt x="51464" y="3189"/>
                        <a:pt x="45651" y="10243"/>
                      </a:cubicBezTo>
                      <a:cubicBezTo>
                        <a:pt x="39838" y="17298"/>
                        <a:pt x="25083" y="19235"/>
                        <a:pt x="31591" y="25545"/>
                      </a:cubicBezTo>
                      <a:cubicBezTo>
                        <a:pt x="38100" y="31805"/>
                        <a:pt x="31591" y="34935"/>
                        <a:pt x="36361" y="42387"/>
                      </a:cubicBezTo>
                      <a:cubicBezTo>
                        <a:pt x="41180" y="49839"/>
                        <a:pt x="43564" y="52969"/>
                        <a:pt x="50072" y="51379"/>
                      </a:cubicBezTo>
                      <a:cubicBezTo>
                        <a:pt x="56581" y="49839"/>
                        <a:pt x="61698" y="53714"/>
                        <a:pt x="54842" y="61961"/>
                      </a:cubicBezTo>
                      <a:cubicBezTo>
                        <a:pt x="54742" y="62110"/>
                        <a:pt x="54693" y="62259"/>
                        <a:pt x="54544" y="62408"/>
                      </a:cubicBezTo>
                      <a:cubicBezTo>
                        <a:pt x="65523" y="61216"/>
                        <a:pt x="77695" y="60421"/>
                        <a:pt x="79483" y="61961"/>
                      </a:cubicBezTo>
                      <a:cubicBezTo>
                        <a:pt x="82216" y="64296"/>
                        <a:pt x="98660" y="79200"/>
                        <a:pt x="102783" y="77660"/>
                      </a:cubicBezTo>
                      <a:cubicBezTo>
                        <a:pt x="105317" y="76716"/>
                        <a:pt x="116545" y="78107"/>
                        <a:pt x="124891" y="79299"/>
                      </a:cubicBezTo>
                      <a:cubicBezTo>
                        <a:pt x="123947" y="76368"/>
                        <a:pt x="123997" y="73636"/>
                        <a:pt x="125736" y="71947"/>
                      </a:cubicBezTo>
                      <a:cubicBezTo>
                        <a:pt x="128816" y="69015"/>
                        <a:pt x="135523" y="69015"/>
                        <a:pt x="131897" y="63103"/>
                      </a:cubicBezTo>
                      <a:cubicBezTo>
                        <a:pt x="128319" y="57241"/>
                        <a:pt x="127276" y="56049"/>
                        <a:pt x="126779" y="48994"/>
                      </a:cubicBezTo>
                      <a:cubicBezTo>
                        <a:pt x="126283" y="41940"/>
                        <a:pt x="124742" y="38412"/>
                        <a:pt x="125239" y="33693"/>
                      </a:cubicBezTo>
                      <a:cubicBezTo>
                        <a:pt x="125786" y="29023"/>
                        <a:pt x="129909" y="27830"/>
                        <a:pt x="132989" y="20179"/>
                      </a:cubicBezTo>
                      <a:close/>
                      <a:moveTo>
                        <a:pt x="11769" y="39207"/>
                      </a:moveTo>
                      <a:cubicBezTo>
                        <a:pt x="-552" y="43132"/>
                        <a:pt x="-2390" y="62656"/>
                        <a:pt x="2528" y="62358"/>
                      </a:cubicBezTo>
                      <a:cubicBezTo>
                        <a:pt x="8689" y="61961"/>
                        <a:pt x="22748" y="48646"/>
                        <a:pt x="26524" y="44324"/>
                      </a:cubicBezTo>
                      <a:cubicBezTo>
                        <a:pt x="30250" y="40002"/>
                        <a:pt x="24090" y="35282"/>
                        <a:pt x="11769" y="39207"/>
                      </a:cubicBezTo>
                      <a:close/>
                      <a:moveTo>
                        <a:pt x="22003" y="27830"/>
                      </a:moveTo>
                      <a:cubicBezTo>
                        <a:pt x="24736" y="21968"/>
                        <a:pt x="2230" y="24551"/>
                        <a:pt x="7298" y="29817"/>
                      </a:cubicBezTo>
                      <a:cubicBezTo>
                        <a:pt x="11073" y="33742"/>
                        <a:pt x="19320" y="33693"/>
                        <a:pt x="22003" y="2783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6" name="Google Shape;866;p8"/>
                <p:cNvSpPr/>
                <p:nvPr/>
              </p:nvSpPr>
              <p:spPr>
                <a:xfrm>
                  <a:off x="5086541" y="4178715"/>
                  <a:ext cx="186302" cy="254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02" h="254447" extrusionOk="0">
                      <a:moveTo>
                        <a:pt x="119879" y="254447"/>
                      </a:moveTo>
                      <a:cubicBezTo>
                        <a:pt x="124003" y="247492"/>
                        <a:pt x="128772" y="240835"/>
                        <a:pt x="134038" y="234277"/>
                      </a:cubicBezTo>
                      <a:cubicBezTo>
                        <a:pt x="140149" y="218131"/>
                        <a:pt x="145912" y="204469"/>
                        <a:pt x="147849" y="200991"/>
                      </a:cubicBezTo>
                      <a:cubicBezTo>
                        <a:pt x="152966" y="191999"/>
                        <a:pt x="158133" y="193539"/>
                        <a:pt x="162555" y="187279"/>
                      </a:cubicBezTo>
                      <a:cubicBezTo>
                        <a:pt x="167026" y="181019"/>
                        <a:pt x="168367" y="190409"/>
                        <a:pt x="175223" y="177889"/>
                      </a:cubicBezTo>
                      <a:cubicBezTo>
                        <a:pt x="175770" y="176945"/>
                        <a:pt x="176416" y="175803"/>
                        <a:pt x="177210" y="174660"/>
                      </a:cubicBezTo>
                      <a:lnTo>
                        <a:pt x="165734" y="153844"/>
                      </a:lnTo>
                      <a:lnTo>
                        <a:pt x="164542" y="58855"/>
                      </a:lnTo>
                      <a:lnTo>
                        <a:pt x="175223" y="39877"/>
                      </a:lnTo>
                      <a:lnTo>
                        <a:pt x="186302" y="21346"/>
                      </a:lnTo>
                      <a:cubicBezTo>
                        <a:pt x="181086" y="22687"/>
                        <a:pt x="176416" y="24078"/>
                        <a:pt x="174776" y="25072"/>
                      </a:cubicBezTo>
                      <a:cubicBezTo>
                        <a:pt x="170653" y="27407"/>
                        <a:pt x="164989" y="23880"/>
                        <a:pt x="163499" y="19756"/>
                      </a:cubicBezTo>
                      <a:cubicBezTo>
                        <a:pt x="161958" y="15633"/>
                        <a:pt x="151675" y="19160"/>
                        <a:pt x="143477" y="24426"/>
                      </a:cubicBezTo>
                      <a:cubicBezTo>
                        <a:pt x="135230" y="29742"/>
                        <a:pt x="131156" y="40920"/>
                        <a:pt x="128076" y="38535"/>
                      </a:cubicBezTo>
                      <a:cubicBezTo>
                        <a:pt x="124996" y="36201"/>
                        <a:pt x="106515" y="33269"/>
                        <a:pt x="101348" y="33269"/>
                      </a:cubicBezTo>
                      <a:cubicBezTo>
                        <a:pt x="96231" y="33269"/>
                        <a:pt x="79787" y="20899"/>
                        <a:pt x="74670" y="15633"/>
                      </a:cubicBezTo>
                      <a:cubicBezTo>
                        <a:pt x="69553" y="10317"/>
                        <a:pt x="54649" y="12701"/>
                        <a:pt x="51022" y="10317"/>
                      </a:cubicBezTo>
                      <a:cubicBezTo>
                        <a:pt x="47445" y="7982"/>
                        <a:pt x="40241" y="6193"/>
                        <a:pt x="37658" y="2666"/>
                      </a:cubicBezTo>
                      <a:cubicBezTo>
                        <a:pt x="35074" y="-861"/>
                        <a:pt x="28914" y="-265"/>
                        <a:pt x="23797" y="927"/>
                      </a:cubicBezTo>
                      <a:cubicBezTo>
                        <a:pt x="18680" y="2119"/>
                        <a:pt x="6359" y="10317"/>
                        <a:pt x="5316" y="15037"/>
                      </a:cubicBezTo>
                      <a:cubicBezTo>
                        <a:pt x="5018" y="16527"/>
                        <a:pt x="3776" y="17968"/>
                        <a:pt x="2335" y="19359"/>
                      </a:cubicBezTo>
                      <a:lnTo>
                        <a:pt x="12867" y="30338"/>
                      </a:lnTo>
                      <a:lnTo>
                        <a:pt x="15252" y="49316"/>
                      </a:lnTo>
                      <a:lnTo>
                        <a:pt x="24741" y="58805"/>
                      </a:lnTo>
                      <a:cubicBezTo>
                        <a:pt x="24741" y="58805"/>
                        <a:pt x="24741" y="69635"/>
                        <a:pt x="23549" y="80516"/>
                      </a:cubicBezTo>
                      <a:cubicBezTo>
                        <a:pt x="22356" y="91346"/>
                        <a:pt x="14060" y="104909"/>
                        <a:pt x="8098" y="111715"/>
                      </a:cubicBezTo>
                      <a:cubicBezTo>
                        <a:pt x="6359" y="113752"/>
                        <a:pt x="3875" y="120160"/>
                        <a:pt x="1242" y="128159"/>
                      </a:cubicBezTo>
                      <a:cubicBezTo>
                        <a:pt x="10334" y="130742"/>
                        <a:pt x="17090" y="134717"/>
                        <a:pt x="16544" y="137847"/>
                      </a:cubicBezTo>
                      <a:cubicBezTo>
                        <a:pt x="15500" y="144305"/>
                        <a:pt x="99" y="141374"/>
                        <a:pt x="99" y="154887"/>
                      </a:cubicBezTo>
                      <a:cubicBezTo>
                        <a:pt x="99" y="155782"/>
                        <a:pt x="50" y="156676"/>
                        <a:pt x="0" y="157570"/>
                      </a:cubicBezTo>
                      <a:lnTo>
                        <a:pt x="87537" y="210728"/>
                      </a:lnTo>
                      <a:lnTo>
                        <a:pt x="86345" y="227023"/>
                      </a:lnTo>
                      <a:cubicBezTo>
                        <a:pt x="86345" y="227023"/>
                        <a:pt x="102541" y="240586"/>
                        <a:pt x="119879" y="25444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7" name="Google Shape;867;p8"/>
                <p:cNvSpPr/>
                <p:nvPr/>
              </p:nvSpPr>
              <p:spPr>
                <a:xfrm>
                  <a:off x="4984746" y="4198074"/>
                  <a:ext cx="126585" cy="149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85" h="149221" extrusionOk="0">
                      <a:moveTo>
                        <a:pt x="116998" y="29957"/>
                      </a:moveTo>
                      <a:lnTo>
                        <a:pt x="114613" y="10980"/>
                      </a:lnTo>
                      <a:lnTo>
                        <a:pt x="104081" y="0"/>
                      </a:lnTo>
                      <a:cubicBezTo>
                        <a:pt x="101000" y="2981"/>
                        <a:pt x="96579" y="5813"/>
                        <a:pt x="96231" y="8595"/>
                      </a:cubicBezTo>
                      <a:cubicBezTo>
                        <a:pt x="95734" y="12718"/>
                        <a:pt x="85947" y="12122"/>
                        <a:pt x="81873" y="9787"/>
                      </a:cubicBezTo>
                      <a:cubicBezTo>
                        <a:pt x="77750" y="7452"/>
                        <a:pt x="66969" y="12718"/>
                        <a:pt x="64933" y="16246"/>
                      </a:cubicBezTo>
                      <a:cubicBezTo>
                        <a:pt x="62895" y="19773"/>
                        <a:pt x="55692" y="9787"/>
                        <a:pt x="50575" y="10383"/>
                      </a:cubicBezTo>
                      <a:cubicBezTo>
                        <a:pt x="45458" y="10980"/>
                        <a:pt x="33137" y="16246"/>
                        <a:pt x="33137" y="16246"/>
                      </a:cubicBezTo>
                      <a:cubicBezTo>
                        <a:pt x="33137" y="16246"/>
                        <a:pt x="31100" y="32690"/>
                        <a:pt x="31100" y="39198"/>
                      </a:cubicBezTo>
                      <a:cubicBezTo>
                        <a:pt x="31100" y="45656"/>
                        <a:pt x="38800" y="46849"/>
                        <a:pt x="38800" y="52115"/>
                      </a:cubicBezTo>
                      <a:cubicBezTo>
                        <a:pt x="38800" y="57381"/>
                        <a:pt x="32640" y="62101"/>
                        <a:pt x="32093" y="65628"/>
                      </a:cubicBezTo>
                      <a:cubicBezTo>
                        <a:pt x="31597" y="69155"/>
                        <a:pt x="27473" y="71490"/>
                        <a:pt x="22356" y="73279"/>
                      </a:cubicBezTo>
                      <a:cubicBezTo>
                        <a:pt x="17239" y="75018"/>
                        <a:pt x="17736" y="84457"/>
                        <a:pt x="13612" y="87984"/>
                      </a:cubicBezTo>
                      <a:cubicBezTo>
                        <a:pt x="9489" y="91511"/>
                        <a:pt x="10532" y="100355"/>
                        <a:pt x="7949" y="106813"/>
                      </a:cubicBezTo>
                      <a:cubicBezTo>
                        <a:pt x="5365" y="113272"/>
                        <a:pt x="3825" y="122115"/>
                        <a:pt x="3825" y="129716"/>
                      </a:cubicBezTo>
                      <a:cubicBezTo>
                        <a:pt x="3825" y="135876"/>
                        <a:pt x="3130" y="144521"/>
                        <a:pt x="0" y="148992"/>
                      </a:cubicBezTo>
                      <a:cubicBezTo>
                        <a:pt x="6558" y="149737"/>
                        <a:pt x="8247" y="148594"/>
                        <a:pt x="11575" y="146657"/>
                      </a:cubicBezTo>
                      <a:cubicBezTo>
                        <a:pt x="16295" y="143974"/>
                        <a:pt x="35273" y="138509"/>
                        <a:pt x="35273" y="138509"/>
                      </a:cubicBezTo>
                      <a:lnTo>
                        <a:pt x="54599" y="136721"/>
                      </a:lnTo>
                      <a:cubicBezTo>
                        <a:pt x="58871" y="122860"/>
                        <a:pt x="65231" y="110341"/>
                        <a:pt x="72186" y="107956"/>
                      </a:cubicBezTo>
                      <a:cubicBezTo>
                        <a:pt x="81178" y="104925"/>
                        <a:pt x="93449" y="106118"/>
                        <a:pt x="103087" y="108850"/>
                      </a:cubicBezTo>
                      <a:cubicBezTo>
                        <a:pt x="105720" y="100851"/>
                        <a:pt x="108204" y="94393"/>
                        <a:pt x="109943" y="92406"/>
                      </a:cubicBezTo>
                      <a:cubicBezTo>
                        <a:pt x="115905" y="85599"/>
                        <a:pt x="124201" y="72037"/>
                        <a:pt x="125394" y="61206"/>
                      </a:cubicBezTo>
                      <a:cubicBezTo>
                        <a:pt x="126586" y="50326"/>
                        <a:pt x="126586" y="39496"/>
                        <a:pt x="126586" y="39496"/>
                      </a:cubicBezTo>
                      <a:lnTo>
                        <a:pt x="116998" y="29957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8" name="Google Shape;868;p8"/>
                <p:cNvSpPr/>
                <p:nvPr/>
              </p:nvSpPr>
              <p:spPr>
                <a:xfrm>
                  <a:off x="5608535" y="3002809"/>
                  <a:ext cx="402666" cy="273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66" h="273988" extrusionOk="0">
                      <a:moveTo>
                        <a:pt x="398984" y="153910"/>
                      </a:moveTo>
                      <a:cubicBezTo>
                        <a:pt x="388005" y="143477"/>
                        <a:pt x="368828" y="130908"/>
                        <a:pt x="366990" y="137168"/>
                      </a:cubicBezTo>
                      <a:cubicBezTo>
                        <a:pt x="365152" y="143428"/>
                        <a:pt x="353278" y="144471"/>
                        <a:pt x="348707" y="138211"/>
                      </a:cubicBezTo>
                      <a:cubicBezTo>
                        <a:pt x="344137" y="131952"/>
                        <a:pt x="340461" y="124599"/>
                        <a:pt x="326749" y="130908"/>
                      </a:cubicBezTo>
                      <a:cubicBezTo>
                        <a:pt x="313037" y="137168"/>
                        <a:pt x="303896" y="145564"/>
                        <a:pt x="302952" y="151824"/>
                      </a:cubicBezTo>
                      <a:cubicBezTo>
                        <a:pt x="302057" y="158133"/>
                        <a:pt x="292867" y="164393"/>
                        <a:pt x="291973" y="155997"/>
                      </a:cubicBezTo>
                      <a:cubicBezTo>
                        <a:pt x="291028" y="147601"/>
                        <a:pt x="280099" y="144471"/>
                        <a:pt x="272796" y="142384"/>
                      </a:cubicBezTo>
                      <a:cubicBezTo>
                        <a:pt x="265493" y="140298"/>
                        <a:pt x="253570" y="144471"/>
                        <a:pt x="252675" y="136125"/>
                      </a:cubicBezTo>
                      <a:cubicBezTo>
                        <a:pt x="251781" y="127729"/>
                        <a:pt x="240801" y="118289"/>
                        <a:pt x="239858" y="108900"/>
                      </a:cubicBezTo>
                      <a:cubicBezTo>
                        <a:pt x="238963" y="99510"/>
                        <a:pt x="241696" y="85898"/>
                        <a:pt x="234343" y="83811"/>
                      </a:cubicBezTo>
                      <a:cubicBezTo>
                        <a:pt x="227040" y="81724"/>
                        <a:pt x="222470" y="68112"/>
                        <a:pt x="216061" y="68112"/>
                      </a:cubicBezTo>
                      <a:cubicBezTo>
                        <a:pt x="209652" y="68112"/>
                        <a:pt x="173981" y="68112"/>
                        <a:pt x="169411" y="66025"/>
                      </a:cubicBezTo>
                      <a:cubicBezTo>
                        <a:pt x="164840" y="63939"/>
                        <a:pt x="141043" y="74372"/>
                        <a:pt x="139205" y="68112"/>
                      </a:cubicBezTo>
                      <a:cubicBezTo>
                        <a:pt x="137714" y="62995"/>
                        <a:pt x="121221" y="42825"/>
                        <a:pt x="112129" y="34230"/>
                      </a:cubicBezTo>
                      <a:cubicBezTo>
                        <a:pt x="111135" y="38552"/>
                        <a:pt x="109049" y="42576"/>
                        <a:pt x="105273" y="45706"/>
                      </a:cubicBezTo>
                      <a:cubicBezTo>
                        <a:pt x="88133" y="59815"/>
                        <a:pt x="71738" y="57480"/>
                        <a:pt x="77204" y="40192"/>
                      </a:cubicBezTo>
                      <a:cubicBezTo>
                        <a:pt x="82669" y="22952"/>
                        <a:pt x="83364" y="2583"/>
                        <a:pt x="74471" y="2583"/>
                      </a:cubicBezTo>
                      <a:cubicBezTo>
                        <a:pt x="65578" y="2583"/>
                        <a:pt x="71738" y="38651"/>
                        <a:pt x="64882" y="40986"/>
                      </a:cubicBezTo>
                      <a:cubicBezTo>
                        <a:pt x="58822" y="43073"/>
                        <a:pt x="56487" y="14805"/>
                        <a:pt x="61554" y="0"/>
                      </a:cubicBezTo>
                      <a:lnTo>
                        <a:pt x="2981" y="17885"/>
                      </a:lnTo>
                      <a:lnTo>
                        <a:pt x="248" y="135081"/>
                      </a:lnTo>
                      <a:cubicBezTo>
                        <a:pt x="248" y="135081"/>
                        <a:pt x="99" y="135181"/>
                        <a:pt x="0" y="135330"/>
                      </a:cubicBezTo>
                      <a:cubicBezTo>
                        <a:pt x="5465" y="138360"/>
                        <a:pt x="11824" y="139354"/>
                        <a:pt x="16295" y="139751"/>
                      </a:cubicBezTo>
                      <a:cubicBezTo>
                        <a:pt x="25188" y="140546"/>
                        <a:pt x="24492" y="132697"/>
                        <a:pt x="24492" y="127182"/>
                      </a:cubicBezTo>
                      <a:cubicBezTo>
                        <a:pt x="24492" y="121717"/>
                        <a:pt x="34081" y="112278"/>
                        <a:pt x="40937" y="113073"/>
                      </a:cubicBezTo>
                      <a:cubicBezTo>
                        <a:pt x="47793" y="113868"/>
                        <a:pt x="47097" y="102888"/>
                        <a:pt x="49184" y="102888"/>
                      </a:cubicBezTo>
                      <a:cubicBezTo>
                        <a:pt x="51220" y="102888"/>
                        <a:pt x="56686" y="101299"/>
                        <a:pt x="58772" y="97423"/>
                      </a:cubicBezTo>
                      <a:cubicBezTo>
                        <a:pt x="60809" y="93499"/>
                        <a:pt x="71788" y="98169"/>
                        <a:pt x="75216" y="102143"/>
                      </a:cubicBezTo>
                      <a:cubicBezTo>
                        <a:pt x="78644" y="106068"/>
                        <a:pt x="86842" y="107608"/>
                        <a:pt x="93002" y="109198"/>
                      </a:cubicBezTo>
                      <a:cubicBezTo>
                        <a:pt x="99162" y="110738"/>
                        <a:pt x="101199" y="132697"/>
                        <a:pt x="101199" y="137416"/>
                      </a:cubicBezTo>
                      <a:cubicBezTo>
                        <a:pt x="101199" y="142086"/>
                        <a:pt x="130659" y="141341"/>
                        <a:pt x="135479" y="142086"/>
                      </a:cubicBezTo>
                      <a:cubicBezTo>
                        <a:pt x="140248" y="142881"/>
                        <a:pt x="140248" y="152271"/>
                        <a:pt x="145067" y="159325"/>
                      </a:cubicBezTo>
                      <a:cubicBezTo>
                        <a:pt x="149886" y="166380"/>
                        <a:pt x="153314" y="175770"/>
                        <a:pt x="155351" y="181284"/>
                      </a:cubicBezTo>
                      <a:cubicBezTo>
                        <a:pt x="157388" y="186799"/>
                        <a:pt x="174528" y="193853"/>
                        <a:pt x="178651" y="200858"/>
                      </a:cubicBezTo>
                      <a:cubicBezTo>
                        <a:pt x="182775" y="207913"/>
                        <a:pt x="195741" y="214968"/>
                        <a:pt x="205329" y="218892"/>
                      </a:cubicBezTo>
                      <a:cubicBezTo>
                        <a:pt x="214918" y="222817"/>
                        <a:pt x="223811" y="237721"/>
                        <a:pt x="229326" y="236927"/>
                      </a:cubicBezTo>
                      <a:cubicBezTo>
                        <a:pt x="234790" y="236132"/>
                        <a:pt x="249893" y="244776"/>
                        <a:pt x="249893" y="244776"/>
                      </a:cubicBezTo>
                      <a:lnTo>
                        <a:pt x="251632" y="262214"/>
                      </a:lnTo>
                      <a:cubicBezTo>
                        <a:pt x="252278" y="262065"/>
                        <a:pt x="252924" y="261965"/>
                        <a:pt x="253619" y="261667"/>
                      </a:cubicBezTo>
                      <a:cubicBezTo>
                        <a:pt x="261816" y="258537"/>
                        <a:pt x="266387" y="269020"/>
                        <a:pt x="272846" y="269020"/>
                      </a:cubicBezTo>
                      <a:cubicBezTo>
                        <a:pt x="275528" y="269020"/>
                        <a:pt x="278857" y="271603"/>
                        <a:pt x="282086" y="273988"/>
                      </a:cubicBezTo>
                      <a:cubicBezTo>
                        <a:pt x="281639" y="258637"/>
                        <a:pt x="286359" y="251036"/>
                        <a:pt x="291625" y="246316"/>
                      </a:cubicBezTo>
                      <a:cubicBezTo>
                        <a:pt x="297785" y="240851"/>
                        <a:pt x="287501" y="231412"/>
                        <a:pt x="288893" y="222817"/>
                      </a:cubicBezTo>
                      <a:cubicBezTo>
                        <a:pt x="290234" y="214223"/>
                        <a:pt x="273144" y="209503"/>
                        <a:pt x="274485" y="202448"/>
                      </a:cubicBezTo>
                      <a:cubicBezTo>
                        <a:pt x="275827" y="195394"/>
                        <a:pt x="290234" y="196188"/>
                        <a:pt x="296394" y="193059"/>
                      </a:cubicBezTo>
                      <a:cubicBezTo>
                        <a:pt x="302555" y="189929"/>
                        <a:pt x="297785" y="178154"/>
                        <a:pt x="303945" y="178154"/>
                      </a:cubicBezTo>
                      <a:cubicBezTo>
                        <a:pt x="310106" y="178154"/>
                        <a:pt x="312838" y="171100"/>
                        <a:pt x="314875" y="164045"/>
                      </a:cubicBezTo>
                      <a:cubicBezTo>
                        <a:pt x="316912" y="156991"/>
                        <a:pt x="327196" y="164045"/>
                        <a:pt x="332661" y="159325"/>
                      </a:cubicBezTo>
                      <a:cubicBezTo>
                        <a:pt x="338126" y="154606"/>
                        <a:pt x="346373" y="151476"/>
                        <a:pt x="348410" y="155401"/>
                      </a:cubicBezTo>
                      <a:cubicBezTo>
                        <a:pt x="350049" y="158481"/>
                        <a:pt x="343243" y="171646"/>
                        <a:pt x="340262" y="177161"/>
                      </a:cubicBezTo>
                      <a:cubicBezTo>
                        <a:pt x="349801" y="176863"/>
                        <a:pt x="364158" y="174875"/>
                        <a:pt x="366940" y="171696"/>
                      </a:cubicBezTo>
                      <a:cubicBezTo>
                        <a:pt x="370617" y="167523"/>
                        <a:pt x="384279" y="177956"/>
                        <a:pt x="388899" y="167523"/>
                      </a:cubicBezTo>
                      <a:cubicBezTo>
                        <a:pt x="393470" y="157090"/>
                        <a:pt x="409914" y="164393"/>
                        <a:pt x="398984" y="15391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9" name="Google Shape;869;p8"/>
                <p:cNvSpPr/>
                <p:nvPr/>
              </p:nvSpPr>
              <p:spPr>
                <a:xfrm>
                  <a:off x="4570403" y="1496780"/>
                  <a:ext cx="314698" cy="204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98" h="204840" extrusionOk="0">
                      <a:moveTo>
                        <a:pt x="298438" y="128338"/>
                      </a:moveTo>
                      <a:cubicBezTo>
                        <a:pt x="291234" y="131865"/>
                        <a:pt x="273250" y="129530"/>
                        <a:pt x="279410" y="123072"/>
                      </a:cubicBezTo>
                      <a:cubicBezTo>
                        <a:pt x="285571" y="116613"/>
                        <a:pt x="284577" y="111298"/>
                        <a:pt x="275337" y="112490"/>
                      </a:cubicBezTo>
                      <a:cubicBezTo>
                        <a:pt x="266096" y="113682"/>
                        <a:pt x="249652" y="108366"/>
                        <a:pt x="257352" y="104839"/>
                      </a:cubicBezTo>
                      <a:cubicBezTo>
                        <a:pt x="265053" y="101312"/>
                        <a:pt x="251689" y="89538"/>
                        <a:pt x="244485" y="90134"/>
                      </a:cubicBezTo>
                      <a:cubicBezTo>
                        <a:pt x="237281" y="90730"/>
                        <a:pt x="239368" y="81291"/>
                        <a:pt x="239865" y="74832"/>
                      </a:cubicBezTo>
                      <a:cubicBezTo>
                        <a:pt x="240362" y="68374"/>
                        <a:pt x="219297" y="65442"/>
                        <a:pt x="223421" y="63058"/>
                      </a:cubicBezTo>
                      <a:cubicBezTo>
                        <a:pt x="227544" y="60723"/>
                        <a:pt x="214677" y="55407"/>
                        <a:pt x="211597" y="60127"/>
                      </a:cubicBezTo>
                      <a:cubicBezTo>
                        <a:pt x="208516" y="64846"/>
                        <a:pt x="202356" y="63654"/>
                        <a:pt x="202356" y="56599"/>
                      </a:cubicBezTo>
                      <a:cubicBezTo>
                        <a:pt x="202356" y="49545"/>
                        <a:pt x="186955" y="51333"/>
                        <a:pt x="180795" y="51880"/>
                      </a:cubicBezTo>
                      <a:cubicBezTo>
                        <a:pt x="174634" y="52476"/>
                        <a:pt x="177714" y="36578"/>
                        <a:pt x="171554" y="31312"/>
                      </a:cubicBezTo>
                      <a:cubicBezTo>
                        <a:pt x="165393" y="25996"/>
                        <a:pt x="157147" y="41894"/>
                        <a:pt x="152576" y="40702"/>
                      </a:cubicBezTo>
                      <a:cubicBezTo>
                        <a:pt x="147956" y="39509"/>
                        <a:pt x="156153" y="28927"/>
                        <a:pt x="158736" y="21922"/>
                      </a:cubicBezTo>
                      <a:cubicBezTo>
                        <a:pt x="161320" y="14868"/>
                        <a:pt x="137175" y="5478"/>
                        <a:pt x="134592" y="12533"/>
                      </a:cubicBezTo>
                      <a:cubicBezTo>
                        <a:pt x="132058" y="19587"/>
                        <a:pt x="127388" y="1951"/>
                        <a:pt x="122271" y="162"/>
                      </a:cubicBezTo>
                      <a:cubicBezTo>
                        <a:pt x="117154" y="-1626"/>
                        <a:pt x="121228" y="11937"/>
                        <a:pt x="116607" y="13079"/>
                      </a:cubicBezTo>
                      <a:cubicBezTo>
                        <a:pt x="111987" y="14272"/>
                        <a:pt x="105826" y="19538"/>
                        <a:pt x="113527" y="25450"/>
                      </a:cubicBezTo>
                      <a:cubicBezTo>
                        <a:pt x="121228" y="31312"/>
                        <a:pt x="128928" y="60723"/>
                        <a:pt x="127885" y="65393"/>
                      </a:cubicBezTo>
                      <a:cubicBezTo>
                        <a:pt x="126842" y="70112"/>
                        <a:pt x="103243" y="44229"/>
                        <a:pt x="102200" y="31908"/>
                      </a:cubicBezTo>
                      <a:cubicBezTo>
                        <a:pt x="101157" y="19587"/>
                        <a:pt x="89382" y="9552"/>
                        <a:pt x="86252" y="18395"/>
                      </a:cubicBezTo>
                      <a:cubicBezTo>
                        <a:pt x="83172" y="27238"/>
                        <a:pt x="74428" y="30716"/>
                        <a:pt x="77012" y="39559"/>
                      </a:cubicBezTo>
                      <a:cubicBezTo>
                        <a:pt x="79595" y="48402"/>
                        <a:pt x="70851" y="51333"/>
                        <a:pt x="70851" y="44279"/>
                      </a:cubicBezTo>
                      <a:cubicBezTo>
                        <a:pt x="70851" y="37224"/>
                        <a:pt x="58034" y="28977"/>
                        <a:pt x="53364" y="28381"/>
                      </a:cubicBezTo>
                      <a:cubicBezTo>
                        <a:pt x="48744" y="27785"/>
                        <a:pt x="65188" y="24257"/>
                        <a:pt x="72888" y="20134"/>
                      </a:cubicBezTo>
                      <a:cubicBezTo>
                        <a:pt x="80589" y="16010"/>
                        <a:pt x="66182" y="10148"/>
                        <a:pt x="59524" y="14868"/>
                      </a:cubicBezTo>
                      <a:cubicBezTo>
                        <a:pt x="52817" y="19587"/>
                        <a:pt x="44123" y="11937"/>
                        <a:pt x="40000" y="18395"/>
                      </a:cubicBezTo>
                      <a:cubicBezTo>
                        <a:pt x="35877" y="24853"/>
                        <a:pt x="30759" y="18395"/>
                        <a:pt x="23556" y="16607"/>
                      </a:cubicBezTo>
                      <a:cubicBezTo>
                        <a:pt x="16352" y="14868"/>
                        <a:pt x="10191" y="28381"/>
                        <a:pt x="5074" y="25996"/>
                      </a:cubicBezTo>
                      <a:cubicBezTo>
                        <a:pt x="-92" y="23661"/>
                        <a:pt x="-3123" y="37770"/>
                        <a:pt x="5074" y="52476"/>
                      </a:cubicBezTo>
                      <a:cubicBezTo>
                        <a:pt x="13272" y="67181"/>
                        <a:pt x="19482" y="47756"/>
                        <a:pt x="29219" y="50141"/>
                      </a:cubicBezTo>
                      <a:cubicBezTo>
                        <a:pt x="38957" y="52476"/>
                        <a:pt x="18935" y="64846"/>
                        <a:pt x="15855" y="76024"/>
                      </a:cubicBezTo>
                      <a:cubicBezTo>
                        <a:pt x="15507" y="77366"/>
                        <a:pt x="15458" y="78658"/>
                        <a:pt x="15656" y="79949"/>
                      </a:cubicBezTo>
                      <a:cubicBezTo>
                        <a:pt x="21717" y="85662"/>
                        <a:pt x="27083" y="92022"/>
                        <a:pt x="31703" y="98927"/>
                      </a:cubicBezTo>
                      <a:cubicBezTo>
                        <a:pt x="32697" y="99772"/>
                        <a:pt x="33691" y="100567"/>
                        <a:pt x="34585" y="101362"/>
                      </a:cubicBezTo>
                      <a:cubicBezTo>
                        <a:pt x="40596" y="103051"/>
                        <a:pt x="44869" y="106230"/>
                        <a:pt x="47551" y="110205"/>
                      </a:cubicBezTo>
                      <a:cubicBezTo>
                        <a:pt x="56146" y="112639"/>
                        <a:pt x="67076" y="111149"/>
                        <a:pt x="71845" y="107770"/>
                      </a:cubicBezTo>
                      <a:cubicBezTo>
                        <a:pt x="78552" y="103051"/>
                        <a:pt x="76465" y="86606"/>
                        <a:pt x="85209" y="87203"/>
                      </a:cubicBezTo>
                      <a:cubicBezTo>
                        <a:pt x="93953" y="87799"/>
                        <a:pt x="89333" y="78409"/>
                        <a:pt x="96487" y="75428"/>
                      </a:cubicBezTo>
                      <a:cubicBezTo>
                        <a:pt x="103641" y="72497"/>
                        <a:pt x="104684" y="83079"/>
                        <a:pt x="98524" y="91276"/>
                      </a:cubicBezTo>
                      <a:cubicBezTo>
                        <a:pt x="92363" y="99523"/>
                        <a:pt x="109304" y="98927"/>
                        <a:pt x="118545" y="88941"/>
                      </a:cubicBezTo>
                      <a:cubicBezTo>
                        <a:pt x="127786" y="78956"/>
                        <a:pt x="129872" y="88345"/>
                        <a:pt x="127786" y="97735"/>
                      </a:cubicBezTo>
                      <a:cubicBezTo>
                        <a:pt x="125748" y="107124"/>
                        <a:pt x="106721" y="101858"/>
                        <a:pt x="100064" y="112440"/>
                      </a:cubicBezTo>
                      <a:cubicBezTo>
                        <a:pt x="93406" y="123022"/>
                        <a:pt x="72839" y="114775"/>
                        <a:pt x="63598" y="126550"/>
                      </a:cubicBezTo>
                      <a:cubicBezTo>
                        <a:pt x="54358" y="138324"/>
                        <a:pt x="71795" y="138920"/>
                        <a:pt x="84663" y="135939"/>
                      </a:cubicBezTo>
                      <a:cubicBezTo>
                        <a:pt x="97530" y="133008"/>
                        <a:pt x="121625" y="131220"/>
                        <a:pt x="130866" y="133604"/>
                      </a:cubicBezTo>
                      <a:cubicBezTo>
                        <a:pt x="140106" y="135939"/>
                        <a:pt x="125202" y="139467"/>
                        <a:pt x="109801" y="139467"/>
                      </a:cubicBezTo>
                      <a:cubicBezTo>
                        <a:pt x="94400" y="139467"/>
                        <a:pt x="89283" y="144733"/>
                        <a:pt x="89780" y="149452"/>
                      </a:cubicBezTo>
                      <a:cubicBezTo>
                        <a:pt x="90276" y="153775"/>
                        <a:pt x="71795" y="145776"/>
                        <a:pt x="67920" y="152532"/>
                      </a:cubicBezTo>
                      <a:cubicBezTo>
                        <a:pt x="76763" y="158295"/>
                        <a:pt x="86501" y="163462"/>
                        <a:pt x="93059" y="171014"/>
                      </a:cubicBezTo>
                      <a:cubicBezTo>
                        <a:pt x="95294" y="173597"/>
                        <a:pt x="96984" y="176280"/>
                        <a:pt x="98126" y="179012"/>
                      </a:cubicBezTo>
                      <a:cubicBezTo>
                        <a:pt x="103293" y="178863"/>
                        <a:pt x="109602" y="177472"/>
                        <a:pt x="112881" y="178863"/>
                      </a:cubicBezTo>
                      <a:cubicBezTo>
                        <a:pt x="118545" y="181198"/>
                        <a:pt x="103641" y="185918"/>
                        <a:pt x="101554" y="188849"/>
                      </a:cubicBezTo>
                      <a:cubicBezTo>
                        <a:pt x="99517" y="191780"/>
                        <a:pt x="117502" y="195904"/>
                        <a:pt x="120582" y="201766"/>
                      </a:cubicBezTo>
                      <a:cubicBezTo>
                        <a:pt x="123662" y="207628"/>
                        <a:pt x="136480" y="204697"/>
                        <a:pt x="135983" y="196450"/>
                      </a:cubicBezTo>
                      <a:cubicBezTo>
                        <a:pt x="135337" y="186216"/>
                        <a:pt x="147310" y="155315"/>
                        <a:pt x="162711" y="148856"/>
                      </a:cubicBezTo>
                      <a:cubicBezTo>
                        <a:pt x="178112" y="142398"/>
                        <a:pt x="169418" y="136486"/>
                        <a:pt x="171455" y="126500"/>
                      </a:cubicBezTo>
                      <a:cubicBezTo>
                        <a:pt x="173491" y="116514"/>
                        <a:pt x="185812" y="124761"/>
                        <a:pt x="182235" y="116514"/>
                      </a:cubicBezTo>
                      <a:cubicBezTo>
                        <a:pt x="178658" y="108267"/>
                        <a:pt x="180695" y="104740"/>
                        <a:pt x="190433" y="94208"/>
                      </a:cubicBezTo>
                      <a:cubicBezTo>
                        <a:pt x="200220" y="83626"/>
                        <a:pt x="206380" y="91276"/>
                        <a:pt x="218154" y="84818"/>
                      </a:cubicBezTo>
                      <a:cubicBezTo>
                        <a:pt x="229978" y="78359"/>
                        <a:pt x="235642" y="89538"/>
                        <a:pt x="222775" y="90680"/>
                      </a:cubicBezTo>
                      <a:cubicBezTo>
                        <a:pt x="211497" y="91724"/>
                        <a:pt x="217111" y="106528"/>
                        <a:pt x="226352" y="110652"/>
                      </a:cubicBezTo>
                      <a:cubicBezTo>
                        <a:pt x="235592" y="114775"/>
                        <a:pt x="227345" y="118303"/>
                        <a:pt x="234549" y="120041"/>
                      </a:cubicBezTo>
                      <a:cubicBezTo>
                        <a:pt x="241753" y="121780"/>
                        <a:pt x="239716" y="134151"/>
                        <a:pt x="230425" y="145329"/>
                      </a:cubicBezTo>
                      <a:cubicBezTo>
                        <a:pt x="221185" y="156507"/>
                        <a:pt x="233009" y="158842"/>
                        <a:pt x="252533" y="150595"/>
                      </a:cubicBezTo>
                      <a:cubicBezTo>
                        <a:pt x="260085" y="147415"/>
                        <a:pt x="262867" y="147763"/>
                        <a:pt x="263761" y="149750"/>
                      </a:cubicBezTo>
                      <a:cubicBezTo>
                        <a:pt x="270518" y="149701"/>
                        <a:pt x="277224" y="152135"/>
                        <a:pt x="281596" y="157252"/>
                      </a:cubicBezTo>
                      <a:cubicBezTo>
                        <a:pt x="282292" y="158047"/>
                        <a:pt x="283037" y="158743"/>
                        <a:pt x="283733" y="159537"/>
                      </a:cubicBezTo>
                      <a:cubicBezTo>
                        <a:pt x="287806" y="156308"/>
                        <a:pt x="291682" y="152284"/>
                        <a:pt x="294662" y="148260"/>
                      </a:cubicBezTo>
                      <a:cubicBezTo>
                        <a:pt x="302909" y="137082"/>
                        <a:pt x="315180" y="138970"/>
                        <a:pt x="314684" y="132958"/>
                      </a:cubicBezTo>
                      <a:cubicBezTo>
                        <a:pt x="314386" y="126550"/>
                        <a:pt x="305642" y="124811"/>
                        <a:pt x="298438" y="12833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0" name="Google Shape;870;p8"/>
                <p:cNvSpPr/>
                <p:nvPr/>
              </p:nvSpPr>
              <p:spPr>
                <a:xfrm>
                  <a:off x="4728911" y="1476225"/>
                  <a:ext cx="203371" cy="73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371" h="73694" extrusionOk="0">
                      <a:moveTo>
                        <a:pt x="187176" y="22555"/>
                      </a:moveTo>
                      <a:cubicBezTo>
                        <a:pt x="182059" y="24940"/>
                        <a:pt x="176395" y="25635"/>
                        <a:pt x="171080" y="23499"/>
                      </a:cubicBezTo>
                      <a:cubicBezTo>
                        <a:pt x="158709" y="18481"/>
                        <a:pt x="146438" y="14060"/>
                        <a:pt x="133322" y="12768"/>
                      </a:cubicBezTo>
                      <a:cubicBezTo>
                        <a:pt x="129894" y="16842"/>
                        <a:pt x="125820" y="17537"/>
                        <a:pt x="123486" y="14854"/>
                      </a:cubicBezTo>
                      <a:cubicBezTo>
                        <a:pt x="122939" y="14258"/>
                        <a:pt x="122641" y="13165"/>
                        <a:pt x="122442" y="11874"/>
                      </a:cubicBezTo>
                      <a:cubicBezTo>
                        <a:pt x="114841" y="10383"/>
                        <a:pt x="109426" y="5862"/>
                        <a:pt x="106296" y="0"/>
                      </a:cubicBezTo>
                      <a:cubicBezTo>
                        <a:pt x="98149" y="6906"/>
                        <a:pt x="108780" y="21611"/>
                        <a:pt x="106048" y="23698"/>
                      </a:cubicBezTo>
                      <a:cubicBezTo>
                        <a:pt x="102967" y="26033"/>
                        <a:pt x="88610" y="20170"/>
                        <a:pt x="87567" y="11923"/>
                      </a:cubicBezTo>
                      <a:cubicBezTo>
                        <a:pt x="86523" y="3676"/>
                        <a:pt x="70625" y="20766"/>
                        <a:pt x="68589" y="10731"/>
                      </a:cubicBezTo>
                      <a:cubicBezTo>
                        <a:pt x="67893" y="7452"/>
                        <a:pt x="65409" y="4521"/>
                        <a:pt x="62229" y="2037"/>
                      </a:cubicBezTo>
                      <a:cubicBezTo>
                        <a:pt x="57112" y="4273"/>
                        <a:pt x="51349" y="5564"/>
                        <a:pt x="44990" y="5862"/>
                      </a:cubicBezTo>
                      <a:cubicBezTo>
                        <a:pt x="44941" y="5912"/>
                        <a:pt x="44941" y="5962"/>
                        <a:pt x="44941" y="6011"/>
                      </a:cubicBezTo>
                      <a:cubicBezTo>
                        <a:pt x="43748" y="8197"/>
                        <a:pt x="40917" y="7353"/>
                        <a:pt x="37787" y="5713"/>
                      </a:cubicBezTo>
                      <a:cubicBezTo>
                        <a:pt x="36843" y="5664"/>
                        <a:pt x="35899" y="5614"/>
                        <a:pt x="34905" y="5515"/>
                      </a:cubicBezTo>
                      <a:cubicBezTo>
                        <a:pt x="32173" y="5216"/>
                        <a:pt x="29540" y="4869"/>
                        <a:pt x="27056" y="4521"/>
                      </a:cubicBezTo>
                      <a:cubicBezTo>
                        <a:pt x="27900" y="7899"/>
                        <a:pt x="29689" y="12619"/>
                        <a:pt x="28496" y="15401"/>
                      </a:cubicBezTo>
                      <a:cubicBezTo>
                        <a:pt x="26907" y="19028"/>
                        <a:pt x="21690" y="8744"/>
                        <a:pt x="16076" y="3776"/>
                      </a:cubicBezTo>
                      <a:cubicBezTo>
                        <a:pt x="12648" y="3925"/>
                        <a:pt x="9121" y="4571"/>
                        <a:pt x="5345" y="6061"/>
                      </a:cubicBezTo>
                      <a:cubicBezTo>
                        <a:pt x="4451" y="8495"/>
                        <a:pt x="3805" y="10979"/>
                        <a:pt x="1222" y="11277"/>
                      </a:cubicBezTo>
                      <a:cubicBezTo>
                        <a:pt x="-3895" y="11874"/>
                        <a:pt x="8426" y="18928"/>
                        <a:pt x="13046" y="23052"/>
                      </a:cubicBezTo>
                      <a:cubicBezTo>
                        <a:pt x="17666" y="27175"/>
                        <a:pt x="5445" y="27275"/>
                        <a:pt x="10462" y="33038"/>
                      </a:cubicBezTo>
                      <a:cubicBezTo>
                        <a:pt x="25863" y="50674"/>
                        <a:pt x="86474" y="30703"/>
                        <a:pt x="94721" y="35969"/>
                      </a:cubicBezTo>
                      <a:cubicBezTo>
                        <a:pt x="102967" y="41235"/>
                        <a:pt x="43897" y="47743"/>
                        <a:pt x="46431" y="54748"/>
                      </a:cubicBezTo>
                      <a:cubicBezTo>
                        <a:pt x="49014" y="61803"/>
                        <a:pt x="97304" y="67665"/>
                        <a:pt x="100881" y="62995"/>
                      </a:cubicBezTo>
                      <a:cubicBezTo>
                        <a:pt x="104458" y="58275"/>
                        <a:pt x="112705" y="72385"/>
                        <a:pt x="128603" y="73577"/>
                      </a:cubicBezTo>
                      <a:cubicBezTo>
                        <a:pt x="144500" y="74769"/>
                        <a:pt x="142960" y="66522"/>
                        <a:pt x="154784" y="65926"/>
                      </a:cubicBezTo>
                      <a:cubicBezTo>
                        <a:pt x="166608" y="65330"/>
                        <a:pt x="184096" y="58871"/>
                        <a:pt x="184593" y="51221"/>
                      </a:cubicBezTo>
                      <a:cubicBezTo>
                        <a:pt x="184891" y="47147"/>
                        <a:pt x="194678" y="42626"/>
                        <a:pt x="203372" y="37310"/>
                      </a:cubicBezTo>
                      <a:cubicBezTo>
                        <a:pt x="195175" y="35373"/>
                        <a:pt x="189760" y="29610"/>
                        <a:pt x="187176" y="2255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1" name="Google Shape;871;p8"/>
                <p:cNvSpPr/>
                <p:nvPr/>
              </p:nvSpPr>
              <p:spPr>
                <a:xfrm>
                  <a:off x="4436525" y="1983189"/>
                  <a:ext cx="594890" cy="56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890" h="569185" extrusionOk="0">
                      <a:moveTo>
                        <a:pt x="577333" y="66101"/>
                      </a:moveTo>
                      <a:cubicBezTo>
                        <a:pt x="575942" y="71964"/>
                        <a:pt x="566701" y="70821"/>
                        <a:pt x="567049" y="64909"/>
                      </a:cubicBezTo>
                      <a:cubicBezTo>
                        <a:pt x="567397" y="59047"/>
                        <a:pt x="552691" y="54327"/>
                        <a:pt x="551996" y="51595"/>
                      </a:cubicBezTo>
                      <a:cubicBezTo>
                        <a:pt x="551300" y="48862"/>
                        <a:pt x="558156" y="49260"/>
                        <a:pt x="563671" y="52787"/>
                      </a:cubicBezTo>
                      <a:cubicBezTo>
                        <a:pt x="569136" y="56314"/>
                        <a:pt x="572911" y="53979"/>
                        <a:pt x="579072" y="47322"/>
                      </a:cubicBezTo>
                      <a:cubicBezTo>
                        <a:pt x="585232" y="40665"/>
                        <a:pt x="593777" y="46130"/>
                        <a:pt x="594821" y="40268"/>
                      </a:cubicBezTo>
                      <a:cubicBezTo>
                        <a:pt x="595864" y="34405"/>
                        <a:pt x="584885" y="30480"/>
                        <a:pt x="582847" y="26953"/>
                      </a:cubicBezTo>
                      <a:cubicBezTo>
                        <a:pt x="580811" y="23426"/>
                        <a:pt x="572911" y="18706"/>
                        <a:pt x="565410" y="20296"/>
                      </a:cubicBezTo>
                      <a:cubicBezTo>
                        <a:pt x="557858" y="21836"/>
                        <a:pt x="557560" y="18309"/>
                        <a:pt x="553089" y="13639"/>
                      </a:cubicBezTo>
                      <a:cubicBezTo>
                        <a:pt x="551996" y="12446"/>
                        <a:pt x="550307" y="12099"/>
                        <a:pt x="548419" y="12297"/>
                      </a:cubicBezTo>
                      <a:cubicBezTo>
                        <a:pt x="546084" y="13937"/>
                        <a:pt x="543501" y="15179"/>
                        <a:pt x="540867" y="15974"/>
                      </a:cubicBezTo>
                      <a:cubicBezTo>
                        <a:pt x="537589" y="18806"/>
                        <a:pt x="535005" y="22979"/>
                        <a:pt x="535005" y="27748"/>
                      </a:cubicBezTo>
                      <a:cubicBezTo>
                        <a:pt x="535005" y="38727"/>
                        <a:pt x="526410" y="35995"/>
                        <a:pt x="529491" y="30083"/>
                      </a:cubicBezTo>
                      <a:cubicBezTo>
                        <a:pt x="532124" y="25065"/>
                        <a:pt x="527255" y="19153"/>
                        <a:pt x="530136" y="16321"/>
                      </a:cubicBezTo>
                      <a:cubicBezTo>
                        <a:pt x="529441" y="16123"/>
                        <a:pt x="528696" y="15924"/>
                        <a:pt x="528000" y="15626"/>
                      </a:cubicBezTo>
                      <a:cubicBezTo>
                        <a:pt x="525268" y="14483"/>
                        <a:pt x="522535" y="13589"/>
                        <a:pt x="519654" y="12844"/>
                      </a:cubicBezTo>
                      <a:cubicBezTo>
                        <a:pt x="518809" y="12695"/>
                        <a:pt x="518412" y="12595"/>
                        <a:pt x="518462" y="12546"/>
                      </a:cubicBezTo>
                      <a:cubicBezTo>
                        <a:pt x="517716" y="12496"/>
                        <a:pt x="516971" y="12397"/>
                        <a:pt x="516226" y="12397"/>
                      </a:cubicBezTo>
                      <a:cubicBezTo>
                        <a:pt x="513245" y="12248"/>
                        <a:pt x="510364" y="12397"/>
                        <a:pt x="507383" y="12496"/>
                      </a:cubicBezTo>
                      <a:cubicBezTo>
                        <a:pt x="507432" y="13539"/>
                        <a:pt x="507731" y="14483"/>
                        <a:pt x="508277" y="15179"/>
                      </a:cubicBezTo>
                      <a:cubicBezTo>
                        <a:pt x="511357" y="19104"/>
                        <a:pt x="499682" y="35945"/>
                        <a:pt x="494565" y="35945"/>
                      </a:cubicBezTo>
                      <a:cubicBezTo>
                        <a:pt x="489448" y="35945"/>
                        <a:pt x="495261" y="21439"/>
                        <a:pt x="494913" y="13639"/>
                      </a:cubicBezTo>
                      <a:cubicBezTo>
                        <a:pt x="494913" y="13539"/>
                        <a:pt x="494913" y="13539"/>
                        <a:pt x="494863" y="13440"/>
                      </a:cubicBezTo>
                      <a:cubicBezTo>
                        <a:pt x="492777" y="13241"/>
                        <a:pt x="490790" y="12943"/>
                        <a:pt x="488852" y="12297"/>
                      </a:cubicBezTo>
                      <a:cubicBezTo>
                        <a:pt x="486616" y="14483"/>
                        <a:pt x="483685" y="18011"/>
                        <a:pt x="480158" y="22631"/>
                      </a:cubicBezTo>
                      <a:cubicBezTo>
                        <a:pt x="470570" y="35150"/>
                        <a:pt x="463416" y="46527"/>
                        <a:pt x="457901" y="47720"/>
                      </a:cubicBezTo>
                      <a:cubicBezTo>
                        <a:pt x="452386" y="48912"/>
                        <a:pt x="453082" y="36343"/>
                        <a:pt x="462024" y="30878"/>
                      </a:cubicBezTo>
                      <a:cubicBezTo>
                        <a:pt x="470917" y="25363"/>
                        <a:pt x="471265" y="10509"/>
                        <a:pt x="477078" y="10509"/>
                      </a:cubicBezTo>
                      <a:cubicBezTo>
                        <a:pt x="479214" y="10509"/>
                        <a:pt x="480555" y="9466"/>
                        <a:pt x="481002" y="8025"/>
                      </a:cubicBezTo>
                      <a:cubicBezTo>
                        <a:pt x="478568" y="6038"/>
                        <a:pt x="476482" y="3554"/>
                        <a:pt x="474792" y="523"/>
                      </a:cubicBezTo>
                      <a:cubicBezTo>
                        <a:pt x="474643" y="473"/>
                        <a:pt x="474494" y="374"/>
                        <a:pt x="474345" y="324"/>
                      </a:cubicBezTo>
                      <a:cubicBezTo>
                        <a:pt x="465800" y="-2011"/>
                        <a:pt x="464409" y="8919"/>
                        <a:pt x="461677" y="12099"/>
                      </a:cubicBezTo>
                      <a:cubicBezTo>
                        <a:pt x="460186" y="13788"/>
                        <a:pt x="455318" y="11999"/>
                        <a:pt x="451293" y="10559"/>
                      </a:cubicBezTo>
                      <a:cubicBezTo>
                        <a:pt x="448412" y="12297"/>
                        <a:pt x="445282" y="13490"/>
                        <a:pt x="442003" y="13887"/>
                      </a:cubicBezTo>
                      <a:cubicBezTo>
                        <a:pt x="440513" y="15278"/>
                        <a:pt x="439469" y="17067"/>
                        <a:pt x="441159" y="19948"/>
                      </a:cubicBezTo>
                      <a:cubicBezTo>
                        <a:pt x="444586" y="25810"/>
                        <a:pt x="439469" y="30928"/>
                        <a:pt x="436042" y="23873"/>
                      </a:cubicBezTo>
                      <a:cubicBezTo>
                        <a:pt x="432614" y="16818"/>
                        <a:pt x="424069" y="22283"/>
                        <a:pt x="419945" y="30133"/>
                      </a:cubicBezTo>
                      <a:cubicBezTo>
                        <a:pt x="415821" y="37982"/>
                        <a:pt x="410357" y="37585"/>
                        <a:pt x="414431" y="40317"/>
                      </a:cubicBezTo>
                      <a:cubicBezTo>
                        <a:pt x="418554" y="43050"/>
                        <a:pt x="418206" y="53632"/>
                        <a:pt x="412046" y="55569"/>
                      </a:cubicBezTo>
                      <a:cubicBezTo>
                        <a:pt x="405885" y="57556"/>
                        <a:pt x="408270" y="36343"/>
                        <a:pt x="403501" y="38330"/>
                      </a:cubicBezTo>
                      <a:cubicBezTo>
                        <a:pt x="398682" y="40317"/>
                        <a:pt x="401762" y="28145"/>
                        <a:pt x="408270" y="28145"/>
                      </a:cubicBezTo>
                      <a:cubicBezTo>
                        <a:pt x="413089" y="28145"/>
                        <a:pt x="417958" y="22084"/>
                        <a:pt x="419796" y="17862"/>
                      </a:cubicBezTo>
                      <a:cubicBezTo>
                        <a:pt x="414480" y="19799"/>
                        <a:pt x="409214" y="21886"/>
                        <a:pt x="403749" y="23376"/>
                      </a:cubicBezTo>
                      <a:cubicBezTo>
                        <a:pt x="398731" y="24767"/>
                        <a:pt x="393565" y="24419"/>
                        <a:pt x="388895" y="22780"/>
                      </a:cubicBezTo>
                      <a:cubicBezTo>
                        <a:pt x="385765" y="26208"/>
                        <a:pt x="387702" y="34008"/>
                        <a:pt x="394956" y="38727"/>
                      </a:cubicBezTo>
                      <a:cubicBezTo>
                        <a:pt x="404544" y="45037"/>
                        <a:pt x="393267" y="48912"/>
                        <a:pt x="388447" y="44242"/>
                      </a:cubicBezTo>
                      <a:cubicBezTo>
                        <a:pt x="383678" y="39522"/>
                        <a:pt x="376127" y="41907"/>
                        <a:pt x="371010" y="44639"/>
                      </a:cubicBezTo>
                      <a:cubicBezTo>
                        <a:pt x="365893" y="47372"/>
                        <a:pt x="383331" y="54426"/>
                        <a:pt x="384026" y="57954"/>
                      </a:cubicBezTo>
                      <a:cubicBezTo>
                        <a:pt x="384721" y="61481"/>
                        <a:pt x="375133" y="53632"/>
                        <a:pt x="373047" y="56364"/>
                      </a:cubicBezTo>
                      <a:cubicBezTo>
                        <a:pt x="371010" y="59096"/>
                        <a:pt x="361421" y="54426"/>
                        <a:pt x="360726" y="47720"/>
                      </a:cubicBezTo>
                      <a:cubicBezTo>
                        <a:pt x="360030" y="41062"/>
                        <a:pt x="344629" y="50452"/>
                        <a:pt x="353174" y="52787"/>
                      </a:cubicBezTo>
                      <a:cubicBezTo>
                        <a:pt x="361719" y="55122"/>
                        <a:pt x="358639" y="61431"/>
                        <a:pt x="358639" y="70026"/>
                      </a:cubicBezTo>
                      <a:cubicBezTo>
                        <a:pt x="358639" y="78621"/>
                        <a:pt x="348703" y="72013"/>
                        <a:pt x="350740" y="64561"/>
                      </a:cubicBezTo>
                      <a:cubicBezTo>
                        <a:pt x="352777" y="57109"/>
                        <a:pt x="344580" y="58699"/>
                        <a:pt x="337724" y="63369"/>
                      </a:cubicBezTo>
                      <a:cubicBezTo>
                        <a:pt x="330868" y="68089"/>
                        <a:pt x="338767" y="54774"/>
                        <a:pt x="336035" y="48067"/>
                      </a:cubicBezTo>
                      <a:cubicBezTo>
                        <a:pt x="333302" y="41410"/>
                        <a:pt x="327092" y="48067"/>
                        <a:pt x="319938" y="49657"/>
                      </a:cubicBezTo>
                      <a:cubicBezTo>
                        <a:pt x="312734" y="51197"/>
                        <a:pt x="309008" y="51595"/>
                        <a:pt x="313430" y="57109"/>
                      </a:cubicBezTo>
                      <a:cubicBezTo>
                        <a:pt x="317852" y="62574"/>
                        <a:pt x="317206" y="70424"/>
                        <a:pt x="311343" y="69231"/>
                      </a:cubicBezTo>
                      <a:cubicBezTo>
                        <a:pt x="305531" y="68039"/>
                        <a:pt x="303146" y="69231"/>
                        <a:pt x="303792" y="75491"/>
                      </a:cubicBezTo>
                      <a:cubicBezTo>
                        <a:pt x="304488" y="81751"/>
                        <a:pt x="296240" y="82148"/>
                        <a:pt x="295595" y="76683"/>
                      </a:cubicBezTo>
                      <a:cubicBezTo>
                        <a:pt x="294899" y="71219"/>
                        <a:pt x="283274" y="72759"/>
                        <a:pt x="279846" y="79018"/>
                      </a:cubicBezTo>
                      <a:cubicBezTo>
                        <a:pt x="276418" y="85278"/>
                        <a:pt x="266830" y="89998"/>
                        <a:pt x="267873" y="97052"/>
                      </a:cubicBezTo>
                      <a:cubicBezTo>
                        <a:pt x="268866" y="104107"/>
                        <a:pt x="276418" y="93525"/>
                        <a:pt x="282578" y="95860"/>
                      </a:cubicBezTo>
                      <a:cubicBezTo>
                        <a:pt x="288739" y="98195"/>
                        <a:pt x="282230" y="101722"/>
                        <a:pt x="285658" y="105250"/>
                      </a:cubicBezTo>
                      <a:cubicBezTo>
                        <a:pt x="289086" y="108777"/>
                        <a:pt x="288391" y="117421"/>
                        <a:pt x="283572" y="112304"/>
                      </a:cubicBezTo>
                      <a:cubicBezTo>
                        <a:pt x="278802" y="107237"/>
                        <a:pt x="272592" y="105597"/>
                        <a:pt x="271599" y="113844"/>
                      </a:cubicBezTo>
                      <a:cubicBezTo>
                        <a:pt x="270556" y="122091"/>
                        <a:pt x="265438" y="112652"/>
                        <a:pt x="261315" y="106790"/>
                      </a:cubicBezTo>
                      <a:cubicBezTo>
                        <a:pt x="257192" y="100927"/>
                        <a:pt x="253118" y="117769"/>
                        <a:pt x="248647" y="113844"/>
                      </a:cubicBezTo>
                      <a:cubicBezTo>
                        <a:pt x="244225" y="109920"/>
                        <a:pt x="257539" y="97798"/>
                        <a:pt x="254111" y="91886"/>
                      </a:cubicBezTo>
                      <a:cubicBezTo>
                        <a:pt x="250683" y="86023"/>
                        <a:pt x="248299" y="95413"/>
                        <a:pt x="240399" y="104405"/>
                      </a:cubicBezTo>
                      <a:cubicBezTo>
                        <a:pt x="232550" y="113397"/>
                        <a:pt x="221918" y="113050"/>
                        <a:pt x="225694" y="117322"/>
                      </a:cubicBezTo>
                      <a:cubicBezTo>
                        <a:pt x="229470" y="121644"/>
                        <a:pt x="217795" y="123979"/>
                        <a:pt x="215758" y="131431"/>
                      </a:cubicBezTo>
                      <a:cubicBezTo>
                        <a:pt x="213721" y="138883"/>
                        <a:pt x="197575" y="141666"/>
                        <a:pt x="187291" y="149465"/>
                      </a:cubicBezTo>
                      <a:cubicBezTo>
                        <a:pt x="177007" y="157265"/>
                        <a:pt x="189328" y="157712"/>
                        <a:pt x="195190" y="150260"/>
                      </a:cubicBezTo>
                      <a:cubicBezTo>
                        <a:pt x="201003" y="142808"/>
                        <a:pt x="203089" y="147130"/>
                        <a:pt x="212330" y="140473"/>
                      </a:cubicBezTo>
                      <a:cubicBezTo>
                        <a:pt x="221571" y="133816"/>
                        <a:pt x="231507" y="128351"/>
                        <a:pt x="234935" y="131084"/>
                      </a:cubicBezTo>
                      <a:cubicBezTo>
                        <a:pt x="238363" y="133816"/>
                        <a:pt x="244175" y="135803"/>
                        <a:pt x="248647" y="128749"/>
                      </a:cubicBezTo>
                      <a:cubicBezTo>
                        <a:pt x="253068" y="121694"/>
                        <a:pt x="258583" y="123234"/>
                        <a:pt x="263004" y="127556"/>
                      </a:cubicBezTo>
                      <a:cubicBezTo>
                        <a:pt x="267475" y="131879"/>
                        <a:pt x="255453" y="135406"/>
                        <a:pt x="260967" y="141666"/>
                      </a:cubicBezTo>
                      <a:cubicBezTo>
                        <a:pt x="266432" y="147925"/>
                        <a:pt x="254459" y="151453"/>
                        <a:pt x="254459" y="145988"/>
                      </a:cubicBezTo>
                      <a:cubicBezTo>
                        <a:pt x="254459" y="140523"/>
                        <a:pt x="247603" y="135803"/>
                        <a:pt x="245219" y="140871"/>
                      </a:cubicBezTo>
                      <a:cubicBezTo>
                        <a:pt x="242834" y="145988"/>
                        <a:pt x="238711" y="151453"/>
                        <a:pt x="234289" y="151850"/>
                      </a:cubicBezTo>
                      <a:cubicBezTo>
                        <a:pt x="229867" y="152247"/>
                        <a:pt x="225048" y="161637"/>
                        <a:pt x="225048" y="171076"/>
                      </a:cubicBezTo>
                      <a:cubicBezTo>
                        <a:pt x="225048" y="180466"/>
                        <a:pt x="217149" y="171076"/>
                        <a:pt x="216503" y="179323"/>
                      </a:cubicBezTo>
                      <a:cubicBezTo>
                        <a:pt x="215808" y="187570"/>
                        <a:pt x="204828" y="202027"/>
                        <a:pt x="195240" y="212609"/>
                      </a:cubicBezTo>
                      <a:cubicBezTo>
                        <a:pt x="185651" y="223191"/>
                        <a:pt x="194544" y="225526"/>
                        <a:pt x="191464" y="232233"/>
                      </a:cubicBezTo>
                      <a:cubicBezTo>
                        <a:pt x="188384" y="238890"/>
                        <a:pt x="177057" y="233028"/>
                        <a:pt x="173331" y="235760"/>
                      </a:cubicBezTo>
                      <a:cubicBezTo>
                        <a:pt x="169555" y="238543"/>
                        <a:pt x="175368" y="254987"/>
                        <a:pt x="170251" y="260054"/>
                      </a:cubicBezTo>
                      <a:cubicBezTo>
                        <a:pt x="165133" y="265122"/>
                        <a:pt x="170251" y="272176"/>
                        <a:pt x="170251" y="278088"/>
                      </a:cubicBezTo>
                      <a:cubicBezTo>
                        <a:pt x="170251" y="283951"/>
                        <a:pt x="156886" y="274561"/>
                        <a:pt x="155893" y="280423"/>
                      </a:cubicBezTo>
                      <a:cubicBezTo>
                        <a:pt x="154850" y="286286"/>
                        <a:pt x="143224" y="284746"/>
                        <a:pt x="139796" y="286286"/>
                      </a:cubicBezTo>
                      <a:cubicBezTo>
                        <a:pt x="136368" y="287875"/>
                        <a:pt x="146652" y="297265"/>
                        <a:pt x="152813" y="302730"/>
                      </a:cubicBezTo>
                      <a:cubicBezTo>
                        <a:pt x="158973" y="308244"/>
                        <a:pt x="147000" y="312517"/>
                        <a:pt x="145609" y="306257"/>
                      </a:cubicBezTo>
                      <a:cubicBezTo>
                        <a:pt x="144814" y="302631"/>
                        <a:pt x="141585" y="304518"/>
                        <a:pt x="137014" y="307797"/>
                      </a:cubicBezTo>
                      <a:cubicBezTo>
                        <a:pt x="137163" y="310480"/>
                        <a:pt x="136865" y="313163"/>
                        <a:pt x="135971" y="315498"/>
                      </a:cubicBezTo>
                      <a:cubicBezTo>
                        <a:pt x="126035" y="341332"/>
                        <a:pt x="108448" y="355689"/>
                        <a:pt x="83955" y="366917"/>
                      </a:cubicBezTo>
                      <a:cubicBezTo>
                        <a:pt x="77795" y="369749"/>
                        <a:pt x="71784" y="369997"/>
                        <a:pt x="66468" y="368557"/>
                      </a:cubicBezTo>
                      <a:cubicBezTo>
                        <a:pt x="64183" y="369451"/>
                        <a:pt x="61500" y="369848"/>
                        <a:pt x="58966" y="370246"/>
                      </a:cubicBezTo>
                      <a:cubicBezTo>
                        <a:pt x="57426" y="373127"/>
                        <a:pt x="55339" y="375810"/>
                        <a:pt x="52657" y="378046"/>
                      </a:cubicBezTo>
                      <a:cubicBezTo>
                        <a:pt x="52806" y="378691"/>
                        <a:pt x="52905" y="379387"/>
                        <a:pt x="53005" y="380033"/>
                      </a:cubicBezTo>
                      <a:cubicBezTo>
                        <a:pt x="56333" y="381374"/>
                        <a:pt x="60407" y="382567"/>
                        <a:pt x="61450" y="384951"/>
                      </a:cubicBezTo>
                      <a:cubicBezTo>
                        <a:pt x="62643" y="387634"/>
                        <a:pt x="58420" y="388031"/>
                        <a:pt x="53203" y="387485"/>
                      </a:cubicBezTo>
                      <a:cubicBezTo>
                        <a:pt x="52607" y="392701"/>
                        <a:pt x="50371" y="397669"/>
                        <a:pt x="46198" y="401495"/>
                      </a:cubicBezTo>
                      <a:cubicBezTo>
                        <a:pt x="37057" y="409941"/>
                        <a:pt x="27270" y="415554"/>
                        <a:pt x="16539" y="418187"/>
                      </a:cubicBezTo>
                      <a:cubicBezTo>
                        <a:pt x="20414" y="423553"/>
                        <a:pt x="22103" y="430657"/>
                        <a:pt x="19867" y="439053"/>
                      </a:cubicBezTo>
                      <a:cubicBezTo>
                        <a:pt x="17334" y="448542"/>
                        <a:pt x="15396" y="457584"/>
                        <a:pt x="9733" y="465781"/>
                      </a:cubicBezTo>
                      <a:cubicBezTo>
                        <a:pt x="7497" y="469011"/>
                        <a:pt x="4864" y="471544"/>
                        <a:pt x="2032" y="473482"/>
                      </a:cubicBezTo>
                      <a:cubicBezTo>
                        <a:pt x="343" y="475668"/>
                        <a:pt x="-1297" y="478251"/>
                        <a:pt x="1535" y="482872"/>
                      </a:cubicBezTo>
                      <a:cubicBezTo>
                        <a:pt x="7000" y="491864"/>
                        <a:pt x="11124" y="480487"/>
                        <a:pt x="13508" y="487194"/>
                      </a:cubicBezTo>
                      <a:cubicBezTo>
                        <a:pt x="15893" y="493901"/>
                        <a:pt x="22401" y="487989"/>
                        <a:pt x="29953" y="480139"/>
                      </a:cubicBezTo>
                      <a:cubicBezTo>
                        <a:pt x="37504" y="472339"/>
                        <a:pt x="40237" y="488784"/>
                        <a:pt x="34076" y="488386"/>
                      </a:cubicBezTo>
                      <a:cubicBezTo>
                        <a:pt x="27916" y="487989"/>
                        <a:pt x="20712" y="492311"/>
                        <a:pt x="22103" y="499366"/>
                      </a:cubicBezTo>
                      <a:cubicBezTo>
                        <a:pt x="23494" y="506420"/>
                        <a:pt x="12515" y="505228"/>
                        <a:pt x="12863" y="496633"/>
                      </a:cubicBezTo>
                      <a:cubicBezTo>
                        <a:pt x="13210" y="488038"/>
                        <a:pt x="194" y="498173"/>
                        <a:pt x="4963" y="504483"/>
                      </a:cubicBezTo>
                      <a:cubicBezTo>
                        <a:pt x="9782" y="510742"/>
                        <a:pt x="3274" y="514270"/>
                        <a:pt x="3274" y="520132"/>
                      </a:cubicBezTo>
                      <a:cubicBezTo>
                        <a:pt x="3274" y="525994"/>
                        <a:pt x="12515" y="524852"/>
                        <a:pt x="16291" y="518145"/>
                      </a:cubicBezTo>
                      <a:cubicBezTo>
                        <a:pt x="20066" y="511488"/>
                        <a:pt x="26227" y="513077"/>
                        <a:pt x="28611" y="519735"/>
                      </a:cubicBezTo>
                      <a:cubicBezTo>
                        <a:pt x="30996" y="526392"/>
                        <a:pt x="22799" y="521275"/>
                        <a:pt x="22799" y="530317"/>
                      </a:cubicBezTo>
                      <a:cubicBezTo>
                        <a:pt x="22799" y="538216"/>
                        <a:pt x="18874" y="533198"/>
                        <a:pt x="14850" y="536576"/>
                      </a:cubicBezTo>
                      <a:cubicBezTo>
                        <a:pt x="16986" y="538315"/>
                        <a:pt x="18874" y="540402"/>
                        <a:pt x="20663" y="542786"/>
                      </a:cubicBezTo>
                      <a:cubicBezTo>
                        <a:pt x="20712" y="542786"/>
                        <a:pt x="20762" y="542836"/>
                        <a:pt x="20811" y="542836"/>
                      </a:cubicBezTo>
                      <a:cubicBezTo>
                        <a:pt x="18427" y="539458"/>
                        <a:pt x="20265" y="541842"/>
                        <a:pt x="21457" y="543184"/>
                      </a:cubicBezTo>
                      <a:cubicBezTo>
                        <a:pt x="23395" y="544277"/>
                        <a:pt x="25283" y="545469"/>
                        <a:pt x="27171" y="546612"/>
                      </a:cubicBezTo>
                      <a:cubicBezTo>
                        <a:pt x="33083" y="549990"/>
                        <a:pt x="38895" y="553915"/>
                        <a:pt x="43665" y="558883"/>
                      </a:cubicBezTo>
                      <a:cubicBezTo>
                        <a:pt x="45801" y="561118"/>
                        <a:pt x="47391" y="563652"/>
                        <a:pt x="48583" y="566335"/>
                      </a:cubicBezTo>
                      <a:cubicBezTo>
                        <a:pt x="52756" y="568421"/>
                        <a:pt x="57774" y="569962"/>
                        <a:pt x="64530" y="568769"/>
                      </a:cubicBezTo>
                      <a:cubicBezTo>
                        <a:pt x="78242" y="566434"/>
                        <a:pt x="104275" y="537421"/>
                        <a:pt x="107653" y="532304"/>
                      </a:cubicBezTo>
                      <a:cubicBezTo>
                        <a:pt x="111081" y="527187"/>
                        <a:pt x="118632" y="533099"/>
                        <a:pt x="123750" y="528379"/>
                      </a:cubicBezTo>
                      <a:cubicBezTo>
                        <a:pt x="128867" y="523659"/>
                        <a:pt x="125786" y="511537"/>
                        <a:pt x="129562" y="509202"/>
                      </a:cubicBezTo>
                      <a:cubicBezTo>
                        <a:pt x="133338" y="506818"/>
                        <a:pt x="135375" y="522119"/>
                        <a:pt x="138803" y="523709"/>
                      </a:cubicBezTo>
                      <a:cubicBezTo>
                        <a:pt x="141883" y="525100"/>
                        <a:pt x="144168" y="527882"/>
                        <a:pt x="144268" y="535732"/>
                      </a:cubicBezTo>
                      <a:cubicBezTo>
                        <a:pt x="147000" y="535285"/>
                        <a:pt x="149782" y="535434"/>
                        <a:pt x="151521" y="536924"/>
                      </a:cubicBezTo>
                      <a:cubicBezTo>
                        <a:pt x="155943" y="540700"/>
                        <a:pt x="157036" y="524355"/>
                        <a:pt x="157036" y="519337"/>
                      </a:cubicBezTo>
                      <a:cubicBezTo>
                        <a:pt x="157036" y="514270"/>
                        <a:pt x="161457" y="504234"/>
                        <a:pt x="160364" y="497925"/>
                      </a:cubicBezTo>
                      <a:cubicBezTo>
                        <a:pt x="159271" y="491665"/>
                        <a:pt x="173579" y="496683"/>
                        <a:pt x="175765" y="491665"/>
                      </a:cubicBezTo>
                      <a:cubicBezTo>
                        <a:pt x="177951" y="486598"/>
                        <a:pt x="179044" y="469011"/>
                        <a:pt x="174672" y="466477"/>
                      </a:cubicBezTo>
                      <a:cubicBezTo>
                        <a:pt x="170251" y="463943"/>
                        <a:pt x="169158" y="453908"/>
                        <a:pt x="173579" y="453908"/>
                      </a:cubicBezTo>
                      <a:cubicBezTo>
                        <a:pt x="178001" y="453908"/>
                        <a:pt x="183465" y="450132"/>
                        <a:pt x="182373" y="440047"/>
                      </a:cubicBezTo>
                      <a:cubicBezTo>
                        <a:pt x="181280" y="429962"/>
                        <a:pt x="168065" y="431253"/>
                        <a:pt x="166972" y="421168"/>
                      </a:cubicBezTo>
                      <a:cubicBezTo>
                        <a:pt x="165879" y="411083"/>
                        <a:pt x="173579" y="408599"/>
                        <a:pt x="168065" y="395980"/>
                      </a:cubicBezTo>
                      <a:cubicBezTo>
                        <a:pt x="162600" y="383411"/>
                        <a:pt x="170251" y="375810"/>
                        <a:pt x="168065" y="369550"/>
                      </a:cubicBezTo>
                      <a:cubicBezTo>
                        <a:pt x="165879" y="363241"/>
                        <a:pt x="163643" y="355689"/>
                        <a:pt x="170251" y="343120"/>
                      </a:cubicBezTo>
                      <a:cubicBezTo>
                        <a:pt x="176858" y="330551"/>
                        <a:pt x="188980" y="324242"/>
                        <a:pt x="193352" y="325533"/>
                      </a:cubicBezTo>
                      <a:cubicBezTo>
                        <a:pt x="197773" y="326775"/>
                        <a:pt x="205474" y="331843"/>
                        <a:pt x="208753" y="324242"/>
                      </a:cubicBezTo>
                      <a:cubicBezTo>
                        <a:pt x="212032" y="316690"/>
                        <a:pt x="212032" y="310381"/>
                        <a:pt x="208753" y="309139"/>
                      </a:cubicBezTo>
                      <a:cubicBezTo>
                        <a:pt x="205424" y="307897"/>
                        <a:pt x="196631" y="305363"/>
                        <a:pt x="203239" y="295278"/>
                      </a:cubicBezTo>
                      <a:cubicBezTo>
                        <a:pt x="209846" y="285193"/>
                        <a:pt x="217547" y="272623"/>
                        <a:pt x="218639" y="261296"/>
                      </a:cubicBezTo>
                      <a:cubicBezTo>
                        <a:pt x="219733" y="249969"/>
                        <a:pt x="216453" y="241126"/>
                        <a:pt x="219733" y="237350"/>
                      </a:cubicBezTo>
                      <a:cubicBezTo>
                        <a:pt x="223011" y="233575"/>
                        <a:pt x="230761" y="237350"/>
                        <a:pt x="237319" y="232333"/>
                      </a:cubicBezTo>
                      <a:cubicBezTo>
                        <a:pt x="243927" y="227265"/>
                        <a:pt x="238412" y="221005"/>
                        <a:pt x="241741" y="217230"/>
                      </a:cubicBezTo>
                      <a:cubicBezTo>
                        <a:pt x="245069" y="213454"/>
                        <a:pt x="249441" y="200835"/>
                        <a:pt x="253863" y="197109"/>
                      </a:cubicBezTo>
                      <a:cubicBezTo>
                        <a:pt x="258284" y="193333"/>
                        <a:pt x="262656" y="188266"/>
                        <a:pt x="259377" y="183248"/>
                      </a:cubicBezTo>
                      <a:cubicBezTo>
                        <a:pt x="256099" y="178181"/>
                        <a:pt x="265985" y="173163"/>
                        <a:pt x="265985" y="164370"/>
                      </a:cubicBezTo>
                      <a:cubicBezTo>
                        <a:pt x="265985" y="155576"/>
                        <a:pt x="276964" y="149267"/>
                        <a:pt x="283572" y="149267"/>
                      </a:cubicBezTo>
                      <a:cubicBezTo>
                        <a:pt x="290179" y="149267"/>
                        <a:pt x="301159" y="149267"/>
                        <a:pt x="301159" y="141715"/>
                      </a:cubicBezTo>
                      <a:cubicBezTo>
                        <a:pt x="301159" y="134164"/>
                        <a:pt x="296737" y="117769"/>
                        <a:pt x="306624" y="122837"/>
                      </a:cubicBezTo>
                      <a:cubicBezTo>
                        <a:pt x="316510" y="127854"/>
                        <a:pt x="324211" y="121545"/>
                        <a:pt x="330818" y="127854"/>
                      </a:cubicBezTo>
                      <a:cubicBezTo>
                        <a:pt x="337426" y="134164"/>
                        <a:pt x="346219" y="132922"/>
                        <a:pt x="346219" y="122837"/>
                      </a:cubicBezTo>
                      <a:cubicBezTo>
                        <a:pt x="346219" y="112751"/>
                        <a:pt x="349548" y="96407"/>
                        <a:pt x="359434" y="102666"/>
                      </a:cubicBezTo>
                      <a:cubicBezTo>
                        <a:pt x="360229" y="103163"/>
                        <a:pt x="360925" y="103710"/>
                        <a:pt x="361670" y="104256"/>
                      </a:cubicBezTo>
                      <a:cubicBezTo>
                        <a:pt x="364949" y="95860"/>
                        <a:pt x="371208" y="90495"/>
                        <a:pt x="377021" y="91339"/>
                      </a:cubicBezTo>
                      <a:cubicBezTo>
                        <a:pt x="385864" y="92631"/>
                        <a:pt x="391329" y="110218"/>
                        <a:pt x="402358" y="112751"/>
                      </a:cubicBezTo>
                      <a:cubicBezTo>
                        <a:pt x="413337" y="115285"/>
                        <a:pt x="424367" y="120303"/>
                        <a:pt x="427645" y="113993"/>
                      </a:cubicBezTo>
                      <a:cubicBezTo>
                        <a:pt x="430974" y="107684"/>
                        <a:pt x="438675" y="117769"/>
                        <a:pt x="445232" y="115235"/>
                      </a:cubicBezTo>
                      <a:cubicBezTo>
                        <a:pt x="451840" y="112702"/>
                        <a:pt x="451840" y="129096"/>
                        <a:pt x="458447" y="119011"/>
                      </a:cubicBezTo>
                      <a:cubicBezTo>
                        <a:pt x="465055" y="108926"/>
                        <a:pt x="457354" y="102666"/>
                        <a:pt x="468334" y="103908"/>
                      </a:cubicBezTo>
                      <a:cubicBezTo>
                        <a:pt x="479313" y="105150"/>
                        <a:pt x="472756" y="90047"/>
                        <a:pt x="472756" y="81254"/>
                      </a:cubicBezTo>
                      <a:cubicBezTo>
                        <a:pt x="472756" y="72461"/>
                        <a:pt x="487064" y="71169"/>
                        <a:pt x="487064" y="63617"/>
                      </a:cubicBezTo>
                      <a:cubicBezTo>
                        <a:pt x="487064" y="56066"/>
                        <a:pt x="506886" y="62326"/>
                        <a:pt x="510165" y="57308"/>
                      </a:cubicBezTo>
                      <a:cubicBezTo>
                        <a:pt x="513494" y="52290"/>
                        <a:pt x="524473" y="48515"/>
                        <a:pt x="528894" y="57308"/>
                      </a:cubicBezTo>
                      <a:cubicBezTo>
                        <a:pt x="533266" y="66151"/>
                        <a:pt x="551996" y="68635"/>
                        <a:pt x="553089" y="76187"/>
                      </a:cubicBezTo>
                      <a:cubicBezTo>
                        <a:pt x="553635" y="79863"/>
                        <a:pt x="553089" y="85576"/>
                        <a:pt x="553089" y="90942"/>
                      </a:cubicBezTo>
                      <a:cubicBezTo>
                        <a:pt x="556119" y="87514"/>
                        <a:pt x="559995" y="84930"/>
                        <a:pt x="563721" y="84930"/>
                      </a:cubicBezTo>
                      <a:cubicBezTo>
                        <a:pt x="570577" y="84930"/>
                        <a:pt x="576737" y="73156"/>
                        <a:pt x="582897" y="74746"/>
                      </a:cubicBezTo>
                      <a:cubicBezTo>
                        <a:pt x="588014" y="76038"/>
                        <a:pt x="593082" y="75044"/>
                        <a:pt x="594671" y="65257"/>
                      </a:cubicBezTo>
                      <a:cubicBezTo>
                        <a:pt x="589058" y="61282"/>
                        <a:pt x="578625" y="60786"/>
                        <a:pt x="577333" y="6610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2" name="Google Shape;872;p8"/>
                <p:cNvSpPr/>
                <p:nvPr/>
              </p:nvSpPr>
              <p:spPr>
                <a:xfrm>
                  <a:off x="8673002" y="2338616"/>
                  <a:ext cx="72113" cy="25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13" h="25540" extrusionOk="0">
                      <a:moveTo>
                        <a:pt x="65556" y="10994"/>
                      </a:moveTo>
                      <a:cubicBezTo>
                        <a:pt x="61432" y="9901"/>
                        <a:pt x="57259" y="9056"/>
                        <a:pt x="52987" y="8659"/>
                      </a:cubicBezTo>
                      <a:cubicBezTo>
                        <a:pt x="45783" y="8013"/>
                        <a:pt x="39175" y="4982"/>
                        <a:pt x="34506" y="114"/>
                      </a:cubicBezTo>
                      <a:cubicBezTo>
                        <a:pt x="32220" y="-135"/>
                        <a:pt x="30432" y="14"/>
                        <a:pt x="29636" y="660"/>
                      </a:cubicBezTo>
                      <a:cubicBezTo>
                        <a:pt x="24867" y="4585"/>
                        <a:pt x="-5487" y="2697"/>
                        <a:pt x="872" y="10894"/>
                      </a:cubicBezTo>
                      <a:cubicBezTo>
                        <a:pt x="6337" y="17949"/>
                        <a:pt x="32369" y="14024"/>
                        <a:pt x="44044" y="21874"/>
                      </a:cubicBezTo>
                      <a:cubicBezTo>
                        <a:pt x="55670" y="29723"/>
                        <a:pt x="72114" y="23463"/>
                        <a:pt x="72114" y="17154"/>
                      </a:cubicBezTo>
                      <a:cubicBezTo>
                        <a:pt x="72114" y="15465"/>
                        <a:pt x="69480" y="13279"/>
                        <a:pt x="65556" y="1099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3" name="Google Shape;873;p8"/>
                <p:cNvSpPr/>
                <p:nvPr/>
              </p:nvSpPr>
              <p:spPr>
                <a:xfrm>
                  <a:off x="7362385" y="3359824"/>
                  <a:ext cx="54074" cy="49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74" h="49723" extrusionOk="0">
                      <a:moveTo>
                        <a:pt x="30774" y="6100"/>
                      </a:moveTo>
                      <a:cubicBezTo>
                        <a:pt x="28041" y="14745"/>
                        <a:pt x="19794" y="10820"/>
                        <a:pt x="8864" y="13155"/>
                      </a:cubicBezTo>
                      <a:cubicBezTo>
                        <a:pt x="-2115" y="15490"/>
                        <a:pt x="-2462" y="45398"/>
                        <a:pt x="5437" y="48428"/>
                      </a:cubicBezTo>
                      <a:cubicBezTo>
                        <a:pt x="11597" y="50763"/>
                        <a:pt x="16416" y="50763"/>
                        <a:pt x="18453" y="41373"/>
                      </a:cubicBezTo>
                      <a:cubicBezTo>
                        <a:pt x="20490" y="31984"/>
                        <a:pt x="31469" y="28854"/>
                        <a:pt x="38325" y="32729"/>
                      </a:cubicBezTo>
                      <a:cubicBezTo>
                        <a:pt x="45181" y="36654"/>
                        <a:pt x="54074" y="20955"/>
                        <a:pt x="54074" y="9230"/>
                      </a:cubicBezTo>
                      <a:cubicBezTo>
                        <a:pt x="54074" y="-2495"/>
                        <a:pt x="33506" y="-2495"/>
                        <a:pt x="30774" y="610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4" name="Google Shape;874;p8"/>
                <p:cNvSpPr/>
                <p:nvPr/>
              </p:nvSpPr>
              <p:spPr>
                <a:xfrm>
                  <a:off x="7297659" y="3379571"/>
                  <a:ext cx="56637" cy="7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37" h="78977" extrusionOk="0">
                      <a:moveTo>
                        <a:pt x="48254" y="16957"/>
                      </a:moveTo>
                      <a:cubicBezTo>
                        <a:pt x="48254" y="9107"/>
                        <a:pt x="33200" y="10697"/>
                        <a:pt x="32505" y="3642"/>
                      </a:cubicBezTo>
                      <a:cubicBezTo>
                        <a:pt x="31810" y="-3412"/>
                        <a:pt x="21526" y="513"/>
                        <a:pt x="11292" y="9157"/>
                      </a:cubicBezTo>
                      <a:cubicBezTo>
                        <a:pt x="1007" y="17752"/>
                        <a:pt x="-2420" y="19341"/>
                        <a:pt x="1703" y="27936"/>
                      </a:cubicBezTo>
                      <a:cubicBezTo>
                        <a:pt x="5827" y="36581"/>
                        <a:pt x="11987" y="28731"/>
                        <a:pt x="14719" y="20087"/>
                      </a:cubicBezTo>
                      <a:cubicBezTo>
                        <a:pt x="17452" y="11442"/>
                        <a:pt x="24308" y="32606"/>
                        <a:pt x="18148" y="46715"/>
                      </a:cubicBezTo>
                      <a:cubicBezTo>
                        <a:pt x="11987" y="60825"/>
                        <a:pt x="18942" y="80697"/>
                        <a:pt x="27040" y="78859"/>
                      </a:cubicBezTo>
                      <a:cubicBezTo>
                        <a:pt x="33896" y="77319"/>
                        <a:pt x="42789" y="49100"/>
                        <a:pt x="53073" y="34196"/>
                      </a:cubicBezTo>
                      <a:cubicBezTo>
                        <a:pt x="63307" y="19292"/>
                        <a:pt x="48254" y="24757"/>
                        <a:pt x="48254" y="1695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5" name="Google Shape;875;p8"/>
                <p:cNvSpPr/>
                <p:nvPr/>
              </p:nvSpPr>
              <p:spPr>
                <a:xfrm>
                  <a:off x="7537062" y="3012208"/>
                  <a:ext cx="154043" cy="129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43" h="129665" extrusionOk="0">
                      <a:moveTo>
                        <a:pt x="132818" y="42567"/>
                      </a:moveTo>
                      <a:cubicBezTo>
                        <a:pt x="128049" y="35513"/>
                        <a:pt x="119802" y="46492"/>
                        <a:pt x="109518" y="48827"/>
                      </a:cubicBezTo>
                      <a:cubicBezTo>
                        <a:pt x="99234" y="51162"/>
                        <a:pt x="67041" y="20609"/>
                        <a:pt x="58844" y="6499"/>
                      </a:cubicBezTo>
                      <a:cubicBezTo>
                        <a:pt x="50597" y="-7610"/>
                        <a:pt x="36935" y="4164"/>
                        <a:pt x="43791" y="14349"/>
                      </a:cubicBezTo>
                      <a:cubicBezTo>
                        <a:pt x="50647" y="24533"/>
                        <a:pt x="42399" y="27663"/>
                        <a:pt x="42399" y="41773"/>
                      </a:cubicBezTo>
                      <a:cubicBezTo>
                        <a:pt x="42399" y="55882"/>
                        <a:pt x="34202" y="55882"/>
                        <a:pt x="35593" y="65272"/>
                      </a:cubicBezTo>
                      <a:cubicBezTo>
                        <a:pt x="36935" y="74661"/>
                        <a:pt x="24614" y="73121"/>
                        <a:pt x="16417" y="74661"/>
                      </a:cubicBezTo>
                      <a:cubicBezTo>
                        <a:pt x="8219" y="76251"/>
                        <a:pt x="17112" y="85641"/>
                        <a:pt x="7524" y="90360"/>
                      </a:cubicBezTo>
                      <a:cubicBezTo>
                        <a:pt x="-2064" y="95080"/>
                        <a:pt x="-1369" y="102880"/>
                        <a:pt x="3400" y="106009"/>
                      </a:cubicBezTo>
                      <a:cubicBezTo>
                        <a:pt x="8219" y="109139"/>
                        <a:pt x="4792" y="119324"/>
                        <a:pt x="3400" y="126379"/>
                      </a:cubicBezTo>
                      <a:cubicBezTo>
                        <a:pt x="2009" y="133433"/>
                        <a:pt x="9561" y="127968"/>
                        <a:pt x="15075" y="120914"/>
                      </a:cubicBezTo>
                      <a:cubicBezTo>
                        <a:pt x="20540" y="113859"/>
                        <a:pt x="26253" y="124292"/>
                        <a:pt x="27396" y="117784"/>
                      </a:cubicBezTo>
                      <a:cubicBezTo>
                        <a:pt x="28787" y="109984"/>
                        <a:pt x="13038" y="106059"/>
                        <a:pt x="13684" y="98210"/>
                      </a:cubicBezTo>
                      <a:cubicBezTo>
                        <a:pt x="14380" y="90410"/>
                        <a:pt x="24664" y="100545"/>
                        <a:pt x="32861" y="95875"/>
                      </a:cubicBezTo>
                      <a:cubicBezTo>
                        <a:pt x="41108" y="91155"/>
                        <a:pt x="57503" y="95080"/>
                        <a:pt x="67786" y="105264"/>
                      </a:cubicBezTo>
                      <a:cubicBezTo>
                        <a:pt x="78070" y="115449"/>
                        <a:pt x="80802" y="111574"/>
                        <a:pt x="82840" y="99004"/>
                      </a:cubicBezTo>
                      <a:cubicBezTo>
                        <a:pt x="84877" y="86485"/>
                        <a:pt x="100625" y="80971"/>
                        <a:pt x="116374" y="80971"/>
                      </a:cubicBezTo>
                      <a:cubicBezTo>
                        <a:pt x="132123" y="80971"/>
                        <a:pt x="133513" y="72326"/>
                        <a:pt x="128695" y="68401"/>
                      </a:cubicBezTo>
                      <a:cubicBezTo>
                        <a:pt x="123925" y="64477"/>
                        <a:pt x="154727" y="41773"/>
                        <a:pt x="154032" y="35513"/>
                      </a:cubicBezTo>
                      <a:cubicBezTo>
                        <a:pt x="153336" y="29253"/>
                        <a:pt x="137588" y="49672"/>
                        <a:pt x="132818" y="4256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6" name="Google Shape;876;p8"/>
                <p:cNvSpPr/>
                <p:nvPr/>
              </p:nvSpPr>
              <p:spPr>
                <a:xfrm>
                  <a:off x="7327052" y="3147754"/>
                  <a:ext cx="259527" cy="235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527" h="235144" extrusionOk="0">
                      <a:moveTo>
                        <a:pt x="169045" y="204509"/>
                      </a:moveTo>
                      <a:cubicBezTo>
                        <a:pt x="169989" y="203466"/>
                        <a:pt x="170883" y="202273"/>
                        <a:pt x="171629" y="200932"/>
                      </a:cubicBezTo>
                      <a:cubicBezTo>
                        <a:pt x="175554" y="193778"/>
                        <a:pt x="177888" y="195566"/>
                        <a:pt x="180721" y="198299"/>
                      </a:cubicBezTo>
                      <a:cubicBezTo>
                        <a:pt x="189116" y="186525"/>
                        <a:pt x="198655" y="176887"/>
                        <a:pt x="210231" y="170428"/>
                      </a:cubicBezTo>
                      <a:cubicBezTo>
                        <a:pt x="214702" y="163274"/>
                        <a:pt x="220564" y="157213"/>
                        <a:pt x="228513" y="152642"/>
                      </a:cubicBezTo>
                      <a:cubicBezTo>
                        <a:pt x="228761" y="149910"/>
                        <a:pt x="229308" y="147426"/>
                        <a:pt x="230500" y="145339"/>
                      </a:cubicBezTo>
                      <a:cubicBezTo>
                        <a:pt x="235965" y="135950"/>
                        <a:pt x="241480" y="116326"/>
                        <a:pt x="235965" y="104601"/>
                      </a:cubicBezTo>
                      <a:cubicBezTo>
                        <a:pt x="230500" y="92827"/>
                        <a:pt x="248286" y="85027"/>
                        <a:pt x="257178" y="75588"/>
                      </a:cubicBezTo>
                      <a:cubicBezTo>
                        <a:pt x="266071" y="66198"/>
                        <a:pt x="246895" y="19151"/>
                        <a:pt x="246199" y="5042"/>
                      </a:cubicBezTo>
                      <a:cubicBezTo>
                        <a:pt x="245504" y="-9068"/>
                        <a:pt x="223595" y="10506"/>
                        <a:pt x="216739" y="14431"/>
                      </a:cubicBezTo>
                      <a:cubicBezTo>
                        <a:pt x="209883" y="18356"/>
                        <a:pt x="205064" y="42650"/>
                        <a:pt x="212615" y="49704"/>
                      </a:cubicBezTo>
                      <a:cubicBezTo>
                        <a:pt x="220167" y="56759"/>
                        <a:pt x="200294" y="70073"/>
                        <a:pt x="200940" y="84977"/>
                      </a:cubicBezTo>
                      <a:cubicBezTo>
                        <a:pt x="201636" y="99882"/>
                        <a:pt x="188620" y="99882"/>
                        <a:pt x="186533" y="110811"/>
                      </a:cubicBezTo>
                      <a:cubicBezTo>
                        <a:pt x="184496" y="121791"/>
                        <a:pt x="176945" y="119456"/>
                        <a:pt x="165319" y="129640"/>
                      </a:cubicBezTo>
                      <a:cubicBezTo>
                        <a:pt x="153694" y="139825"/>
                        <a:pt x="147534" y="128050"/>
                        <a:pt x="150266" y="121045"/>
                      </a:cubicBezTo>
                      <a:cubicBezTo>
                        <a:pt x="152998" y="113991"/>
                        <a:pt x="132480" y="124970"/>
                        <a:pt x="133126" y="142209"/>
                      </a:cubicBezTo>
                      <a:cubicBezTo>
                        <a:pt x="133822" y="159449"/>
                        <a:pt x="113950" y="160989"/>
                        <a:pt x="118769" y="168838"/>
                      </a:cubicBezTo>
                      <a:cubicBezTo>
                        <a:pt x="123588" y="176688"/>
                        <a:pt x="103716" y="181358"/>
                        <a:pt x="104362" y="174303"/>
                      </a:cubicBezTo>
                      <a:cubicBezTo>
                        <a:pt x="105057" y="167248"/>
                        <a:pt x="92040" y="171223"/>
                        <a:pt x="76292" y="178228"/>
                      </a:cubicBezTo>
                      <a:cubicBezTo>
                        <a:pt x="60543" y="185283"/>
                        <a:pt x="50955" y="170378"/>
                        <a:pt x="42062" y="180563"/>
                      </a:cubicBezTo>
                      <a:cubicBezTo>
                        <a:pt x="33169" y="190797"/>
                        <a:pt x="18066" y="208781"/>
                        <a:pt x="6441" y="211116"/>
                      </a:cubicBezTo>
                      <a:cubicBezTo>
                        <a:pt x="-5184" y="213451"/>
                        <a:pt x="1523" y="229598"/>
                        <a:pt x="6441" y="226766"/>
                      </a:cubicBezTo>
                      <a:cubicBezTo>
                        <a:pt x="14688" y="222046"/>
                        <a:pt x="27704" y="226766"/>
                        <a:pt x="31778" y="219711"/>
                      </a:cubicBezTo>
                      <a:cubicBezTo>
                        <a:pt x="35902" y="212656"/>
                        <a:pt x="69436" y="204062"/>
                        <a:pt x="90004" y="203267"/>
                      </a:cubicBezTo>
                      <a:cubicBezTo>
                        <a:pt x="110572" y="202472"/>
                        <a:pt x="98250" y="214246"/>
                        <a:pt x="99592" y="226766"/>
                      </a:cubicBezTo>
                      <a:cubicBezTo>
                        <a:pt x="100983" y="239285"/>
                        <a:pt x="118073" y="236950"/>
                        <a:pt x="126966" y="225226"/>
                      </a:cubicBezTo>
                      <a:cubicBezTo>
                        <a:pt x="135859" y="213451"/>
                        <a:pt x="142715" y="214246"/>
                        <a:pt x="135163" y="207192"/>
                      </a:cubicBezTo>
                      <a:cubicBezTo>
                        <a:pt x="127612" y="200137"/>
                        <a:pt x="136555" y="193877"/>
                        <a:pt x="142019" y="203267"/>
                      </a:cubicBezTo>
                      <a:cubicBezTo>
                        <a:pt x="144751" y="207986"/>
                        <a:pt x="150365" y="210520"/>
                        <a:pt x="156228" y="210321"/>
                      </a:cubicBezTo>
                      <a:cubicBezTo>
                        <a:pt x="159904" y="207092"/>
                        <a:pt x="164226" y="205006"/>
                        <a:pt x="169045" y="20450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7" name="Google Shape;877;p8"/>
                <p:cNvSpPr/>
                <p:nvPr/>
              </p:nvSpPr>
              <p:spPr>
                <a:xfrm>
                  <a:off x="6807577" y="3774152"/>
                  <a:ext cx="53574" cy="45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74" h="45902" extrusionOk="0">
                      <a:moveTo>
                        <a:pt x="10033" y="45903"/>
                      </a:moveTo>
                      <a:cubicBezTo>
                        <a:pt x="10927" y="45158"/>
                        <a:pt x="11822" y="44462"/>
                        <a:pt x="12865" y="43766"/>
                      </a:cubicBezTo>
                      <a:cubicBezTo>
                        <a:pt x="22453" y="37507"/>
                        <a:pt x="32638" y="32588"/>
                        <a:pt x="42972" y="28018"/>
                      </a:cubicBezTo>
                      <a:cubicBezTo>
                        <a:pt x="46747" y="19274"/>
                        <a:pt x="54845" y="8841"/>
                        <a:pt x="53404" y="3227"/>
                      </a:cubicBezTo>
                      <a:cubicBezTo>
                        <a:pt x="52013" y="-2238"/>
                        <a:pt x="33582" y="892"/>
                        <a:pt x="24639" y="892"/>
                      </a:cubicBezTo>
                      <a:cubicBezTo>
                        <a:pt x="15747" y="892"/>
                        <a:pt x="-6858" y="15796"/>
                        <a:pt x="2035" y="36911"/>
                      </a:cubicBezTo>
                      <a:cubicBezTo>
                        <a:pt x="3972" y="41382"/>
                        <a:pt x="6804" y="44214"/>
                        <a:pt x="10033" y="4590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8" name="Google Shape;878;p8"/>
                <p:cNvSpPr/>
                <p:nvPr/>
              </p:nvSpPr>
              <p:spPr>
                <a:xfrm>
                  <a:off x="6028385" y="2731770"/>
                  <a:ext cx="1387353" cy="10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353" h="1034615" extrusionOk="0">
                      <a:moveTo>
                        <a:pt x="1383951" y="194481"/>
                      </a:moveTo>
                      <a:cubicBezTo>
                        <a:pt x="1384646" y="180372"/>
                        <a:pt x="1370239" y="185092"/>
                        <a:pt x="1365470" y="189017"/>
                      </a:cubicBezTo>
                      <a:cubicBezTo>
                        <a:pt x="1360701" y="192941"/>
                        <a:pt x="1346989" y="189017"/>
                        <a:pt x="1342865" y="198406"/>
                      </a:cubicBezTo>
                      <a:cubicBezTo>
                        <a:pt x="1338742" y="207796"/>
                        <a:pt x="1331886" y="202331"/>
                        <a:pt x="1322298" y="203921"/>
                      </a:cubicBezTo>
                      <a:cubicBezTo>
                        <a:pt x="1312709" y="205511"/>
                        <a:pt x="1298997" y="200791"/>
                        <a:pt x="1299693" y="193736"/>
                      </a:cubicBezTo>
                      <a:cubicBezTo>
                        <a:pt x="1300388" y="186682"/>
                        <a:pt x="1294228" y="179627"/>
                        <a:pt x="1294924" y="171032"/>
                      </a:cubicBezTo>
                      <a:cubicBezTo>
                        <a:pt x="1295619" y="162388"/>
                        <a:pt x="1285335" y="166313"/>
                        <a:pt x="1278479" y="158463"/>
                      </a:cubicBezTo>
                      <a:cubicBezTo>
                        <a:pt x="1271623" y="150613"/>
                        <a:pt x="1257961" y="145149"/>
                        <a:pt x="1255179" y="146689"/>
                      </a:cubicBezTo>
                      <a:cubicBezTo>
                        <a:pt x="1252447" y="148229"/>
                        <a:pt x="1244199" y="138094"/>
                        <a:pt x="1232574" y="137299"/>
                      </a:cubicBezTo>
                      <a:cubicBezTo>
                        <a:pt x="1220949" y="136504"/>
                        <a:pt x="1222291" y="127910"/>
                        <a:pt x="1223681" y="122395"/>
                      </a:cubicBezTo>
                      <a:cubicBezTo>
                        <a:pt x="1225023" y="116930"/>
                        <a:pt x="1214093" y="99691"/>
                        <a:pt x="1212007" y="90252"/>
                      </a:cubicBezTo>
                      <a:cubicBezTo>
                        <a:pt x="1209969" y="80862"/>
                        <a:pt x="1201723" y="79272"/>
                        <a:pt x="1198295" y="58903"/>
                      </a:cubicBezTo>
                      <a:cubicBezTo>
                        <a:pt x="1194867" y="38534"/>
                        <a:pt x="1185278" y="43999"/>
                        <a:pt x="1187315" y="34610"/>
                      </a:cubicBezTo>
                      <a:cubicBezTo>
                        <a:pt x="1189352" y="25220"/>
                        <a:pt x="1175690" y="20500"/>
                        <a:pt x="1172262" y="14986"/>
                      </a:cubicBezTo>
                      <a:cubicBezTo>
                        <a:pt x="1168834" y="9521"/>
                        <a:pt x="1154477" y="11856"/>
                        <a:pt x="1144192" y="5596"/>
                      </a:cubicBezTo>
                      <a:cubicBezTo>
                        <a:pt x="1133909" y="-664"/>
                        <a:pt x="1127748" y="4056"/>
                        <a:pt x="1118160" y="876"/>
                      </a:cubicBezTo>
                      <a:cubicBezTo>
                        <a:pt x="1108572" y="-2254"/>
                        <a:pt x="1086663" y="4006"/>
                        <a:pt x="1083930" y="4006"/>
                      </a:cubicBezTo>
                      <a:cubicBezTo>
                        <a:pt x="1081198" y="4006"/>
                        <a:pt x="1064058" y="81"/>
                        <a:pt x="1054470" y="14986"/>
                      </a:cubicBezTo>
                      <a:cubicBezTo>
                        <a:pt x="1044881" y="29890"/>
                        <a:pt x="1052433" y="29095"/>
                        <a:pt x="1056507" y="29095"/>
                      </a:cubicBezTo>
                      <a:cubicBezTo>
                        <a:pt x="1060630" y="29095"/>
                        <a:pt x="1062667" y="43204"/>
                        <a:pt x="1063362" y="47924"/>
                      </a:cubicBezTo>
                      <a:cubicBezTo>
                        <a:pt x="1064058" y="52594"/>
                        <a:pt x="1056507" y="59698"/>
                        <a:pt x="1053078" y="61238"/>
                      </a:cubicBezTo>
                      <a:cubicBezTo>
                        <a:pt x="1049651" y="62828"/>
                        <a:pt x="1040062" y="80067"/>
                        <a:pt x="1038721" y="86327"/>
                      </a:cubicBezTo>
                      <a:cubicBezTo>
                        <a:pt x="1037330" y="92587"/>
                        <a:pt x="1026400" y="108236"/>
                        <a:pt x="1027741" y="113751"/>
                      </a:cubicBezTo>
                      <a:cubicBezTo>
                        <a:pt x="1029083" y="119215"/>
                        <a:pt x="1022277" y="124680"/>
                        <a:pt x="1017457" y="125525"/>
                      </a:cubicBezTo>
                      <a:cubicBezTo>
                        <a:pt x="1012688" y="126320"/>
                        <a:pt x="999672" y="137299"/>
                        <a:pt x="995549" y="138839"/>
                      </a:cubicBezTo>
                      <a:cubicBezTo>
                        <a:pt x="991425" y="140429"/>
                        <a:pt x="974981" y="137249"/>
                        <a:pt x="972944" y="131785"/>
                      </a:cubicBezTo>
                      <a:cubicBezTo>
                        <a:pt x="972298" y="129996"/>
                        <a:pt x="970261" y="128555"/>
                        <a:pt x="967777" y="127363"/>
                      </a:cubicBezTo>
                      <a:lnTo>
                        <a:pt x="949246" y="169741"/>
                      </a:lnTo>
                      <a:lnTo>
                        <a:pt x="947756" y="183403"/>
                      </a:lnTo>
                      <a:cubicBezTo>
                        <a:pt x="947756" y="183403"/>
                        <a:pt x="935832" y="186831"/>
                        <a:pt x="944775" y="197065"/>
                      </a:cubicBezTo>
                      <a:cubicBezTo>
                        <a:pt x="953717" y="207299"/>
                        <a:pt x="955208" y="198754"/>
                        <a:pt x="968671" y="198754"/>
                      </a:cubicBezTo>
                      <a:cubicBezTo>
                        <a:pt x="982085" y="198754"/>
                        <a:pt x="988047" y="210727"/>
                        <a:pt x="991027" y="202182"/>
                      </a:cubicBezTo>
                      <a:cubicBezTo>
                        <a:pt x="994008" y="193637"/>
                        <a:pt x="1005932" y="188520"/>
                        <a:pt x="1013384" y="198754"/>
                      </a:cubicBezTo>
                      <a:cubicBezTo>
                        <a:pt x="1020836" y="208988"/>
                        <a:pt x="1044732" y="226078"/>
                        <a:pt x="1043242" y="234623"/>
                      </a:cubicBezTo>
                      <a:cubicBezTo>
                        <a:pt x="1041751" y="243168"/>
                        <a:pt x="1028338" y="241479"/>
                        <a:pt x="1019345" y="238051"/>
                      </a:cubicBezTo>
                      <a:cubicBezTo>
                        <a:pt x="1010403" y="234623"/>
                        <a:pt x="998430" y="244857"/>
                        <a:pt x="989487" y="244857"/>
                      </a:cubicBezTo>
                      <a:cubicBezTo>
                        <a:pt x="980545" y="244857"/>
                        <a:pt x="970112" y="248285"/>
                        <a:pt x="961120" y="258520"/>
                      </a:cubicBezTo>
                      <a:cubicBezTo>
                        <a:pt x="952178" y="268754"/>
                        <a:pt x="953668" y="278988"/>
                        <a:pt x="940204" y="280727"/>
                      </a:cubicBezTo>
                      <a:cubicBezTo>
                        <a:pt x="926790" y="282416"/>
                        <a:pt x="920829" y="280727"/>
                        <a:pt x="905875" y="292650"/>
                      </a:cubicBezTo>
                      <a:cubicBezTo>
                        <a:pt x="890971" y="304623"/>
                        <a:pt x="874527" y="299506"/>
                        <a:pt x="868565" y="296078"/>
                      </a:cubicBezTo>
                      <a:cubicBezTo>
                        <a:pt x="862603" y="292650"/>
                        <a:pt x="852121" y="290961"/>
                        <a:pt x="846159" y="302884"/>
                      </a:cubicBezTo>
                      <a:cubicBezTo>
                        <a:pt x="840197" y="314808"/>
                        <a:pt x="853611" y="319975"/>
                        <a:pt x="852121" y="333637"/>
                      </a:cubicBezTo>
                      <a:cubicBezTo>
                        <a:pt x="850630" y="347299"/>
                        <a:pt x="835726" y="343921"/>
                        <a:pt x="823753" y="359222"/>
                      </a:cubicBezTo>
                      <a:cubicBezTo>
                        <a:pt x="811830" y="374623"/>
                        <a:pt x="792405" y="381429"/>
                        <a:pt x="781972" y="379740"/>
                      </a:cubicBezTo>
                      <a:cubicBezTo>
                        <a:pt x="771539" y="378051"/>
                        <a:pt x="749133" y="371195"/>
                        <a:pt x="729758" y="381429"/>
                      </a:cubicBezTo>
                      <a:cubicBezTo>
                        <a:pt x="710382" y="391664"/>
                        <a:pt x="696919" y="407065"/>
                        <a:pt x="689467" y="405326"/>
                      </a:cubicBezTo>
                      <a:cubicBezTo>
                        <a:pt x="682015" y="403637"/>
                        <a:pt x="682015" y="393353"/>
                        <a:pt x="671581" y="395042"/>
                      </a:cubicBezTo>
                      <a:cubicBezTo>
                        <a:pt x="661149" y="396731"/>
                        <a:pt x="655187" y="393353"/>
                        <a:pt x="647735" y="388236"/>
                      </a:cubicBezTo>
                      <a:cubicBezTo>
                        <a:pt x="640283" y="383119"/>
                        <a:pt x="634321" y="391664"/>
                        <a:pt x="622348" y="381429"/>
                      </a:cubicBezTo>
                      <a:cubicBezTo>
                        <a:pt x="610425" y="371195"/>
                        <a:pt x="589510" y="372884"/>
                        <a:pt x="580567" y="371195"/>
                      </a:cubicBezTo>
                      <a:cubicBezTo>
                        <a:pt x="571624" y="369506"/>
                        <a:pt x="537295" y="371195"/>
                        <a:pt x="525372" y="369506"/>
                      </a:cubicBezTo>
                      <a:cubicBezTo>
                        <a:pt x="513448" y="367817"/>
                        <a:pt x="497004" y="372934"/>
                        <a:pt x="495514" y="366078"/>
                      </a:cubicBezTo>
                      <a:cubicBezTo>
                        <a:pt x="494023" y="359222"/>
                        <a:pt x="485081" y="354105"/>
                        <a:pt x="482100" y="338754"/>
                      </a:cubicBezTo>
                      <a:cubicBezTo>
                        <a:pt x="479119" y="323353"/>
                        <a:pt x="471667" y="318236"/>
                        <a:pt x="464215" y="316547"/>
                      </a:cubicBezTo>
                      <a:cubicBezTo>
                        <a:pt x="456763" y="314857"/>
                        <a:pt x="455869" y="305816"/>
                        <a:pt x="449311" y="304623"/>
                      </a:cubicBezTo>
                      <a:cubicBezTo>
                        <a:pt x="446131" y="304027"/>
                        <a:pt x="442355" y="292601"/>
                        <a:pt x="431922" y="292601"/>
                      </a:cubicBezTo>
                      <a:cubicBezTo>
                        <a:pt x="421490" y="292601"/>
                        <a:pt x="384975" y="287732"/>
                        <a:pt x="379758" y="277994"/>
                      </a:cubicBezTo>
                      <a:cubicBezTo>
                        <a:pt x="374542" y="268207"/>
                        <a:pt x="384975" y="266071"/>
                        <a:pt x="384975" y="256284"/>
                      </a:cubicBezTo>
                      <a:cubicBezTo>
                        <a:pt x="384975" y="246547"/>
                        <a:pt x="390638" y="233481"/>
                        <a:pt x="386415" y="229705"/>
                      </a:cubicBezTo>
                      <a:cubicBezTo>
                        <a:pt x="382142" y="225880"/>
                        <a:pt x="375038" y="217186"/>
                        <a:pt x="374094" y="209634"/>
                      </a:cubicBezTo>
                      <a:cubicBezTo>
                        <a:pt x="373151" y="202033"/>
                        <a:pt x="361773" y="191749"/>
                        <a:pt x="354172" y="191203"/>
                      </a:cubicBezTo>
                      <a:cubicBezTo>
                        <a:pt x="346572" y="190656"/>
                        <a:pt x="340461" y="185241"/>
                        <a:pt x="333307" y="178186"/>
                      </a:cubicBezTo>
                      <a:cubicBezTo>
                        <a:pt x="326203" y="171132"/>
                        <a:pt x="319545" y="171628"/>
                        <a:pt x="316714" y="153743"/>
                      </a:cubicBezTo>
                      <a:cubicBezTo>
                        <a:pt x="316515" y="152551"/>
                        <a:pt x="316217" y="151657"/>
                        <a:pt x="315968" y="150564"/>
                      </a:cubicBezTo>
                      <a:cubicBezTo>
                        <a:pt x="313087" y="150216"/>
                        <a:pt x="309460" y="148974"/>
                        <a:pt x="307125" y="148974"/>
                      </a:cubicBezTo>
                      <a:cubicBezTo>
                        <a:pt x="305287" y="148974"/>
                        <a:pt x="303051" y="147186"/>
                        <a:pt x="301064" y="144851"/>
                      </a:cubicBezTo>
                      <a:cubicBezTo>
                        <a:pt x="299176" y="152303"/>
                        <a:pt x="293016" y="156029"/>
                        <a:pt x="293016" y="161941"/>
                      </a:cubicBezTo>
                      <a:cubicBezTo>
                        <a:pt x="293016" y="168449"/>
                        <a:pt x="290631" y="176547"/>
                        <a:pt x="283080" y="176547"/>
                      </a:cubicBezTo>
                      <a:cubicBezTo>
                        <a:pt x="275528" y="176547"/>
                        <a:pt x="268374" y="183055"/>
                        <a:pt x="267927" y="196618"/>
                      </a:cubicBezTo>
                      <a:cubicBezTo>
                        <a:pt x="267430" y="210181"/>
                        <a:pt x="274584" y="211820"/>
                        <a:pt x="271256" y="217782"/>
                      </a:cubicBezTo>
                      <a:cubicBezTo>
                        <a:pt x="267927" y="223743"/>
                        <a:pt x="254166" y="229705"/>
                        <a:pt x="249446" y="227022"/>
                      </a:cubicBezTo>
                      <a:cubicBezTo>
                        <a:pt x="244726" y="224290"/>
                        <a:pt x="235684" y="225929"/>
                        <a:pt x="228133" y="224886"/>
                      </a:cubicBezTo>
                      <a:cubicBezTo>
                        <a:pt x="220532" y="223793"/>
                        <a:pt x="214868" y="212963"/>
                        <a:pt x="212484" y="224886"/>
                      </a:cubicBezTo>
                      <a:cubicBezTo>
                        <a:pt x="210099" y="236809"/>
                        <a:pt x="194450" y="272082"/>
                        <a:pt x="198275" y="275858"/>
                      </a:cubicBezTo>
                      <a:cubicBezTo>
                        <a:pt x="202050" y="279684"/>
                        <a:pt x="204883" y="288328"/>
                        <a:pt x="198275" y="288328"/>
                      </a:cubicBezTo>
                      <a:cubicBezTo>
                        <a:pt x="191618" y="288328"/>
                        <a:pt x="185010" y="287235"/>
                        <a:pt x="181682" y="283459"/>
                      </a:cubicBezTo>
                      <a:cubicBezTo>
                        <a:pt x="178353" y="279684"/>
                        <a:pt x="167523" y="288775"/>
                        <a:pt x="159872" y="288328"/>
                      </a:cubicBezTo>
                      <a:cubicBezTo>
                        <a:pt x="156345" y="288129"/>
                        <a:pt x="141440" y="295780"/>
                        <a:pt x="146558" y="298711"/>
                      </a:cubicBezTo>
                      <a:cubicBezTo>
                        <a:pt x="151675" y="301642"/>
                        <a:pt x="151675" y="315752"/>
                        <a:pt x="151675" y="321614"/>
                      </a:cubicBezTo>
                      <a:cubicBezTo>
                        <a:pt x="151675" y="327476"/>
                        <a:pt x="163002" y="345113"/>
                        <a:pt x="160915" y="351025"/>
                      </a:cubicBezTo>
                      <a:cubicBezTo>
                        <a:pt x="158878" y="356887"/>
                        <a:pt x="148595" y="363395"/>
                        <a:pt x="148595" y="370996"/>
                      </a:cubicBezTo>
                      <a:cubicBezTo>
                        <a:pt x="148595" y="378647"/>
                        <a:pt x="150631" y="385702"/>
                        <a:pt x="147054" y="387490"/>
                      </a:cubicBezTo>
                      <a:cubicBezTo>
                        <a:pt x="143477" y="389229"/>
                        <a:pt x="132150" y="394545"/>
                        <a:pt x="126486" y="399265"/>
                      </a:cubicBezTo>
                      <a:cubicBezTo>
                        <a:pt x="120823" y="403984"/>
                        <a:pt x="111582" y="403984"/>
                        <a:pt x="108502" y="411039"/>
                      </a:cubicBezTo>
                      <a:cubicBezTo>
                        <a:pt x="105422" y="418094"/>
                        <a:pt x="100801" y="424155"/>
                        <a:pt x="90021" y="422813"/>
                      </a:cubicBezTo>
                      <a:cubicBezTo>
                        <a:pt x="80781" y="421621"/>
                        <a:pt x="76160" y="419882"/>
                        <a:pt x="68957" y="429868"/>
                      </a:cubicBezTo>
                      <a:cubicBezTo>
                        <a:pt x="61753" y="439854"/>
                        <a:pt x="60213" y="435730"/>
                        <a:pt x="55096" y="440450"/>
                      </a:cubicBezTo>
                      <a:cubicBezTo>
                        <a:pt x="49978" y="445170"/>
                        <a:pt x="44812" y="436923"/>
                        <a:pt x="40738" y="435184"/>
                      </a:cubicBezTo>
                      <a:cubicBezTo>
                        <a:pt x="36664" y="433395"/>
                        <a:pt x="31001" y="440450"/>
                        <a:pt x="26877" y="440450"/>
                      </a:cubicBezTo>
                      <a:cubicBezTo>
                        <a:pt x="22753" y="440450"/>
                        <a:pt x="19177" y="448101"/>
                        <a:pt x="14059" y="449839"/>
                      </a:cubicBezTo>
                      <a:cubicBezTo>
                        <a:pt x="8892" y="451628"/>
                        <a:pt x="3776" y="449839"/>
                        <a:pt x="3776" y="456894"/>
                      </a:cubicBezTo>
                      <a:cubicBezTo>
                        <a:pt x="3776" y="461216"/>
                        <a:pt x="2782" y="466284"/>
                        <a:pt x="0" y="470010"/>
                      </a:cubicBezTo>
                      <a:lnTo>
                        <a:pt x="0" y="470010"/>
                      </a:lnTo>
                      <a:lnTo>
                        <a:pt x="3676" y="493012"/>
                      </a:lnTo>
                      <a:cubicBezTo>
                        <a:pt x="3676" y="493012"/>
                        <a:pt x="25635" y="501408"/>
                        <a:pt x="26529" y="509754"/>
                      </a:cubicBezTo>
                      <a:cubicBezTo>
                        <a:pt x="27473" y="518101"/>
                        <a:pt x="31100" y="545326"/>
                        <a:pt x="31100" y="545326"/>
                      </a:cubicBezTo>
                      <a:cubicBezTo>
                        <a:pt x="31100" y="545326"/>
                        <a:pt x="30802" y="545375"/>
                        <a:pt x="30404" y="545425"/>
                      </a:cubicBezTo>
                      <a:cubicBezTo>
                        <a:pt x="39297" y="553423"/>
                        <a:pt x="51519" y="561919"/>
                        <a:pt x="51519" y="564999"/>
                      </a:cubicBezTo>
                      <a:cubicBezTo>
                        <a:pt x="51519" y="568526"/>
                        <a:pt x="52562" y="579108"/>
                        <a:pt x="63343" y="584971"/>
                      </a:cubicBezTo>
                      <a:cubicBezTo>
                        <a:pt x="70199" y="588697"/>
                        <a:pt x="77203" y="592671"/>
                        <a:pt x="81426" y="595950"/>
                      </a:cubicBezTo>
                      <a:cubicBezTo>
                        <a:pt x="81973" y="594460"/>
                        <a:pt x="82271" y="593466"/>
                        <a:pt x="82271" y="593466"/>
                      </a:cubicBezTo>
                      <a:lnTo>
                        <a:pt x="91412" y="592423"/>
                      </a:lnTo>
                      <a:cubicBezTo>
                        <a:pt x="91412" y="592423"/>
                        <a:pt x="94095" y="594360"/>
                        <a:pt x="96678" y="597540"/>
                      </a:cubicBezTo>
                      <a:cubicBezTo>
                        <a:pt x="98914" y="589094"/>
                        <a:pt x="114712" y="579754"/>
                        <a:pt x="122959" y="580301"/>
                      </a:cubicBezTo>
                      <a:cubicBezTo>
                        <a:pt x="131703" y="580897"/>
                        <a:pt x="151724" y="599129"/>
                        <a:pt x="149638" y="605588"/>
                      </a:cubicBezTo>
                      <a:cubicBezTo>
                        <a:pt x="147601" y="612046"/>
                        <a:pt x="133193" y="635545"/>
                        <a:pt x="126536" y="637334"/>
                      </a:cubicBezTo>
                      <a:cubicBezTo>
                        <a:pt x="124002" y="638029"/>
                        <a:pt x="120326" y="638328"/>
                        <a:pt x="116650" y="638477"/>
                      </a:cubicBezTo>
                      <a:cubicBezTo>
                        <a:pt x="116054" y="642352"/>
                        <a:pt x="115209" y="645879"/>
                        <a:pt x="115209" y="647916"/>
                      </a:cubicBezTo>
                      <a:cubicBezTo>
                        <a:pt x="115209" y="653132"/>
                        <a:pt x="123456" y="661479"/>
                        <a:pt x="128027" y="670918"/>
                      </a:cubicBezTo>
                      <a:cubicBezTo>
                        <a:pt x="132597" y="680357"/>
                        <a:pt x="120723" y="686617"/>
                        <a:pt x="114315" y="680357"/>
                      </a:cubicBezTo>
                      <a:cubicBezTo>
                        <a:pt x="107906" y="674098"/>
                        <a:pt x="105173" y="686617"/>
                        <a:pt x="108801" y="691833"/>
                      </a:cubicBezTo>
                      <a:cubicBezTo>
                        <a:pt x="112477" y="697050"/>
                        <a:pt x="110639" y="711755"/>
                        <a:pt x="117047" y="712799"/>
                      </a:cubicBezTo>
                      <a:cubicBezTo>
                        <a:pt x="123456" y="713842"/>
                        <a:pt x="128921" y="728498"/>
                        <a:pt x="136273" y="728498"/>
                      </a:cubicBezTo>
                      <a:cubicBezTo>
                        <a:pt x="143577" y="728498"/>
                        <a:pt x="149985" y="742110"/>
                        <a:pt x="149985" y="742110"/>
                      </a:cubicBezTo>
                      <a:cubicBezTo>
                        <a:pt x="149985" y="742110"/>
                        <a:pt x="160021" y="749463"/>
                        <a:pt x="160021" y="753636"/>
                      </a:cubicBezTo>
                      <a:cubicBezTo>
                        <a:pt x="160021" y="754133"/>
                        <a:pt x="159872" y="754679"/>
                        <a:pt x="159574" y="755226"/>
                      </a:cubicBezTo>
                      <a:cubicBezTo>
                        <a:pt x="167572" y="754282"/>
                        <a:pt x="172838" y="753984"/>
                        <a:pt x="173782" y="750208"/>
                      </a:cubicBezTo>
                      <a:cubicBezTo>
                        <a:pt x="174826" y="746085"/>
                        <a:pt x="185110" y="746085"/>
                        <a:pt x="192263" y="754332"/>
                      </a:cubicBezTo>
                      <a:cubicBezTo>
                        <a:pt x="199468" y="762579"/>
                        <a:pt x="228729" y="783742"/>
                        <a:pt x="239510" y="793728"/>
                      </a:cubicBezTo>
                      <a:cubicBezTo>
                        <a:pt x="250291" y="803714"/>
                        <a:pt x="275478" y="814892"/>
                        <a:pt x="284173" y="814296"/>
                      </a:cubicBezTo>
                      <a:cubicBezTo>
                        <a:pt x="292916" y="813700"/>
                        <a:pt x="301114" y="821351"/>
                        <a:pt x="314478" y="820754"/>
                      </a:cubicBezTo>
                      <a:cubicBezTo>
                        <a:pt x="316515" y="820705"/>
                        <a:pt x="318204" y="820754"/>
                        <a:pt x="319794" y="820904"/>
                      </a:cubicBezTo>
                      <a:cubicBezTo>
                        <a:pt x="321682" y="818618"/>
                        <a:pt x="324911" y="818569"/>
                        <a:pt x="327345" y="814346"/>
                      </a:cubicBezTo>
                      <a:cubicBezTo>
                        <a:pt x="331022" y="808036"/>
                        <a:pt x="336486" y="819562"/>
                        <a:pt x="334648" y="827958"/>
                      </a:cubicBezTo>
                      <a:cubicBezTo>
                        <a:pt x="333803" y="831833"/>
                        <a:pt x="334549" y="836155"/>
                        <a:pt x="335940" y="839583"/>
                      </a:cubicBezTo>
                      <a:cubicBezTo>
                        <a:pt x="337778" y="836603"/>
                        <a:pt x="339666" y="832628"/>
                        <a:pt x="341156" y="828405"/>
                      </a:cubicBezTo>
                      <a:cubicBezTo>
                        <a:pt x="345777" y="815488"/>
                        <a:pt x="352980" y="816085"/>
                        <a:pt x="357601" y="811961"/>
                      </a:cubicBezTo>
                      <a:cubicBezTo>
                        <a:pt x="362221" y="807838"/>
                        <a:pt x="366841" y="809626"/>
                        <a:pt x="376578" y="815488"/>
                      </a:cubicBezTo>
                      <a:cubicBezTo>
                        <a:pt x="385770" y="821053"/>
                        <a:pt x="389545" y="809328"/>
                        <a:pt x="403306" y="823835"/>
                      </a:cubicBezTo>
                      <a:cubicBezTo>
                        <a:pt x="406188" y="822344"/>
                        <a:pt x="409815" y="820655"/>
                        <a:pt x="411404" y="820655"/>
                      </a:cubicBezTo>
                      <a:cubicBezTo>
                        <a:pt x="414137" y="820655"/>
                        <a:pt x="417813" y="814395"/>
                        <a:pt x="422384" y="809129"/>
                      </a:cubicBezTo>
                      <a:cubicBezTo>
                        <a:pt x="426954" y="803913"/>
                        <a:pt x="426060" y="797603"/>
                        <a:pt x="431525" y="798647"/>
                      </a:cubicBezTo>
                      <a:cubicBezTo>
                        <a:pt x="437040" y="799690"/>
                        <a:pt x="439772" y="791344"/>
                        <a:pt x="451646" y="783991"/>
                      </a:cubicBezTo>
                      <a:cubicBezTo>
                        <a:pt x="463519" y="776688"/>
                        <a:pt x="473604" y="788164"/>
                        <a:pt x="479069" y="782948"/>
                      </a:cubicBezTo>
                      <a:cubicBezTo>
                        <a:pt x="484535" y="777731"/>
                        <a:pt x="490943" y="775595"/>
                        <a:pt x="490943" y="780861"/>
                      </a:cubicBezTo>
                      <a:cubicBezTo>
                        <a:pt x="490943" y="786077"/>
                        <a:pt x="498246" y="792387"/>
                        <a:pt x="500085" y="798647"/>
                      </a:cubicBezTo>
                      <a:cubicBezTo>
                        <a:pt x="501724" y="804261"/>
                        <a:pt x="511312" y="806546"/>
                        <a:pt x="513349" y="806943"/>
                      </a:cubicBezTo>
                      <a:cubicBezTo>
                        <a:pt x="515088" y="805900"/>
                        <a:pt x="516479" y="805006"/>
                        <a:pt x="517274" y="804310"/>
                      </a:cubicBezTo>
                      <a:cubicBezTo>
                        <a:pt x="522938" y="799591"/>
                        <a:pt x="532675" y="804906"/>
                        <a:pt x="532675" y="811961"/>
                      </a:cubicBezTo>
                      <a:cubicBezTo>
                        <a:pt x="532675" y="819016"/>
                        <a:pt x="533171" y="826666"/>
                        <a:pt x="537842" y="826666"/>
                      </a:cubicBezTo>
                      <a:cubicBezTo>
                        <a:pt x="542462" y="826666"/>
                        <a:pt x="547082" y="826666"/>
                        <a:pt x="547082" y="839583"/>
                      </a:cubicBezTo>
                      <a:cubicBezTo>
                        <a:pt x="547082" y="852500"/>
                        <a:pt x="551205" y="867206"/>
                        <a:pt x="541419" y="878384"/>
                      </a:cubicBezTo>
                      <a:cubicBezTo>
                        <a:pt x="531632" y="889562"/>
                        <a:pt x="520354" y="909534"/>
                        <a:pt x="522441" y="915396"/>
                      </a:cubicBezTo>
                      <a:cubicBezTo>
                        <a:pt x="524477" y="921258"/>
                        <a:pt x="519360" y="932436"/>
                        <a:pt x="526564" y="928313"/>
                      </a:cubicBezTo>
                      <a:cubicBezTo>
                        <a:pt x="533768" y="924189"/>
                        <a:pt x="550212" y="928313"/>
                        <a:pt x="547629" y="933033"/>
                      </a:cubicBezTo>
                      <a:cubicBezTo>
                        <a:pt x="545045" y="937752"/>
                        <a:pt x="548125" y="954196"/>
                        <a:pt x="554832" y="954793"/>
                      </a:cubicBezTo>
                      <a:cubicBezTo>
                        <a:pt x="561539" y="955389"/>
                        <a:pt x="565613" y="959512"/>
                        <a:pt x="563576" y="966567"/>
                      </a:cubicBezTo>
                      <a:cubicBezTo>
                        <a:pt x="561539" y="973621"/>
                        <a:pt x="557912" y="984203"/>
                        <a:pt x="563576" y="984203"/>
                      </a:cubicBezTo>
                      <a:cubicBezTo>
                        <a:pt x="569240" y="984203"/>
                        <a:pt x="577437" y="984203"/>
                        <a:pt x="576444" y="991258"/>
                      </a:cubicBezTo>
                      <a:cubicBezTo>
                        <a:pt x="575400" y="998313"/>
                        <a:pt x="580567" y="1004771"/>
                        <a:pt x="590801" y="1000052"/>
                      </a:cubicBezTo>
                      <a:cubicBezTo>
                        <a:pt x="596862" y="997319"/>
                        <a:pt x="599843" y="994785"/>
                        <a:pt x="601234" y="997568"/>
                      </a:cubicBezTo>
                      <a:cubicBezTo>
                        <a:pt x="605308" y="997419"/>
                        <a:pt x="605606" y="1008050"/>
                        <a:pt x="612660" y="1010087"/>
                      </a:cubicBezTo>
                      <a:cubicBezTo>
                        <a:pt x="619963" y="1012174"/>
                        <a:pt x="616337" y="992301"/>
                        <a:pt x="613555" y="989122"/>
                      </a:cubicBezTo>
                      <a:cubicBezTo>
                        <a:pt x="610822" y="985992"/>
                        <a:pt x="614449" y="972379"/>
                        <a:pt x="617231" y="975509"/>
                      </a:cubicBezTo>
                      <a:cubicBezTo>
                        <a:pt x="619963" y="978639"/>
                        <a:pt x="628210" y="975509"/>
                        <a:pt x="632781" y="969250"/>
                      </a:cubicBezTo>
                      <a:cubicBezTo>
                        <a:pt x="637351" y="962990"/>
                        <a:pt x="646493" y="974466"/>
                        <a:pt x="650169" y="967163"/>
                      </a:cubicBezTo>
                      <a:cubicBezTo>
                        <a:pt x="653846" y="959860"/>
                        <a:pt x="662043" y="972379"/>
                        <a:pt x="670290" y="967163"/>
                      </a:cubicBezTo>
                      <a:cubicBezTo>
                        <a:pt x="678537" y="961947"/>
                        <a:pt x="682213" y="971336"/>
                        <a:pt x="685840" y="964033"/>
                      </a:cubicBezTo>
                      <a:cubicBezTo>
                        <a:pt x="689467" y="956730"/>
                        <a:pt x="701390" y="947291"/>
                        <a:pt x="704122" y="950421"/>
                      </a:cubicBezTo>
                      <a:cubicBezTo>
                        <a:pt x="706855" y="953551"/>
                        <a:pt x="708693" y="959860"/>
                        <a:pt x="723299" y="961947"/>
                      </a:cubicBezTo>
                      <a:cubicBezTo>
                        <a:pt x="737954" y="964033"/>
                        <a:pt x="729708" y="972379"/>
                        <a:pt x="729708" y="977646"/>
                      </a:cubicBezTo>
                      <a:cubicBezTo>
                        <a:pt x="729708" y="982862"/>
                        <a:pt x="746202" y="996475"/>
                        <a:pt x="752561" y="997518"/>
                      </a:cubicBezTo>
                      <a:cubicBezTo>
                        <a:pt x="753753" y="997717"/>
                        <a:pt x="755392" y="999356"/>
                        <a:pt x="757330" y="1001890"/>
                      </a:cubicBezTo>
                      <a:cubicBezTo>
                        <a:pt x="761752" y="999406"/>
                        <a:pt x="769700" y="1003579"/>
                        <a:pt x="771489" y="997568"/>
                      </a:cubicBezTo>
                      <a:cubicBezTo>
                        <a:pt x="773526" y="990513"/>
                        <a:pt x="781077" y="992450"/>
                        <a:pt x="784158" y="998313"/>
                      </a:cubicBezTo>
                      <a:cubicBezTo>
                        <a:pt x="787238" y="1004175"/>
                        <a:pt x="790666" y="1005367"/>
                        <a:pt x="797522" y="998313"/>
                      </a:cubicBezTo>
                      <a:cubicBezTo>
                        <a:pt x="804378" y="991258"/>
                        <a:pt x="807806" y="1005367"/>
                        <a:pt x="803682" y="1009292"/>
                      </a:cubicBezTo>
                      <a:cubicBezTo>
                        <a:pt x="799558" y="1013217"/>
                        <a:pt x="802341" y="1025339"/>
                        <a:pt x="808799" y="1032394"/>
                      </a:cubicBezTo>
                      <a:cubicBezTo>
                        <a:pt x="815307" y="1039448"/>
                        <a:pt x="816351" y="1028071"/>
                        <a:pt x="814959" y="1021017"/>
                      </a:cubicBezTo>
                      <a:cubicBezTo>
                        <a:pt x="813569" y="1013962"/>
                        <a:pt x="825939" y="1006908"/>
                        <a:pt x="847500" y="998661"/>
                      </a:cubicBezTo>
                      <a:cubicBezTo>
                        <a:pt x="869062" y="990414"/>
                        <a:pt x="892362" y="972379"/>
                        <a:pt x="892710" y="968504"/>
                      </a:cubicBezTo>
                      <a:cubicBezTo>
                        <a:pt x="893058" y="964580"/>
                        <a:pt x="908110" y="975559"/>
                        <a:pt x="915314" y="969299"/>
                      </a:cubicBezTo>
                      <a:cubicBezTo>
                        <a:pt x="916854" y="967958"/>
                        <a:pt x="919338" y="966865"/>
                        <a:pt x="922320" y="965971"/>
                      </a:cubicBezTo>
                      <a:cubicBezTo>
                        <a:pt x="923611" y="964480"/>
                        <a:pt x="925002" y="963040"/>
                        <a:pt x="926642" y="961847"/>
                      </a:cubicBezTo>
                      <a:cubicBezTo>
                        <a:pt x="930765" y="958717"/>
                        <a:pt x="934888" y="955935"/>
                        <a:pt x="939112" y="953352"/>
                      </a:cubicBezTo>
                      <a:cubicBezTo>
                        <a:pt x="941098" y="949427"/>
                        <a:pt x="944377" y="945999"/>
                        <a:pt x="949395" y="943813"/>
                      </a:cubicBezTo>
                      <a:cubicBezTo>
                        <a:pt x="963405" y="937703"/>
                        <a:pt x="981837" y="933331"/>
                        <a:pt x="995101" y="923891"/>
                      </a:cubicBezTo>
                      <a:cubicBezTo>
                        <a:pt x="995797" y="922302"/>
                        <a:pt x="996145" y="920761"/>
                        <a:pt x="996145" y="919519"/>
                      </a:cubicBezTo>
                      <a:cubicBezTo>
                        <a:pt x="996145" y="916787"/>
                        <a:pt x="1001361" y="915098"/>
                        <a:pt x="1005782" y="913210"/>
                      </a:cubicBezTo>
                      <a:cubicBezTo>
                        <a:pt x="1013583" y="901634"/>
                        <a:pt x="1012489" y="887674"/>
                        <a:pt x="1014129" y="874161"/>
                      </a:cubicBezTo>
                      <a:cubicBezTo>
                        <a:pt x="1017756" y="844651"/>
                        <a:pt x="1035243" y="830939"/>
                        <a:pt x="1058742" y="830094"/>
                      </a:cubicBezTo>
                      <a:cubicBezTo>
                        <a:pt x="1058842" y="829995"/>
                        <a:pt x="1058991" y="829896"/>
                        <a:pt x="1059090" y="829796"/>
                      </a:cubicBezTo>
                      <a:cubicBezTo>
                        <a:pt x="1059587" y="828256"/>
                        <a:pt x="1059984" y="826666"/>
                        <a:pt x="1060183" y="825077"/>
                      </a:cubicBezTo>
                      <a:cubicBezTo>
                        <a:pt x="1061226" y="817625"/>
                        <a:pt x="1070814" y="810967"/>
                        <a:pt x="1075236" y="809030"/>
                      </a:cubicBezTo>
                      <a:cubicBezTo>
                        <a:pt x="1079707" y="807092"/>
                        <a:pt x="1081396" y="796510"/>
                        <a:pt x="1080055" y="787468"/>
                      </a:cubicBezTo>
                      <a:cubicBezTo>
                        <a:pt x="1078714" y="778427"/>
                        <a:pt x="1087954" y="780811"/>
                        <a:pt x="1083831" y="777234"/>
                      </a:cubicBezTo>
                      <a:cubicBezTo>
                        <a:pt x="1079707" y="773707"/>
                        <a:pt x="1085520" y="763920"/>
                        <a:pt x="1093717" y="761188"/>
                      </a:cubicBezTo>
                      <a:cubicBezTo>
                        <a:pt x="1101964" y="758455"/>
                        <a:pt x="1088600" y="754133"/>
                        <a:pt x="1084129" y="758058"/>
                      </a:cubicBezTo>
                      <a:cubicBezTo>
                        <a:pt x="1079657" y="761982"/>
                        <a:pt x="1074888" y="746681"/>
                        <a:pt x="1070765" y="752543"/>
                      </a:cubicBezTo>
                      <a:cubicBezTo>
                        <a:pt x="1066691" y="758405"/>
                        <a:pt x="1055016" y="749016"/>
                        <a:pt x="1062568" y="747078"/>
                      </a:cubicBezTo>
                      <a:cubicBezTo>
                        <a:pt x="1070069" y="745091"/>
                        <a:pt x="1081744" y="735304"/>
                        <a:pt x="1086911" y="733366"/>
                      </a:cubicBezTo>
                      <a:cubicBezTo>
                        <a:pt x="1092028" y="731379"/>
                        <a:pt x="1079360" y="718462"/>
                        <a:pt x="1072851" y="718860"/>
                      </a:cubicBezTo>
                      <a:cubicBezTo>
                        <a:pt x="1066343" y="719257"/>
                        <a:pt x="1059139" y="701620"/>
                        <a:pt x="1052283" y="701620"/>
                      </a:cubicBezTo>
                      <a:cubicBezTo>
                        <a:pt x="1045427" y="701620"/>
                        <a:pt x="1057401" y="696156"/>
                        <a:pt x="1065300" y="700826"/>
                      </a:cubicBezTo>
                      <a:cubicBezTo>
                        <a:pt x="1073199" y="705496"/>
                        <a:pt x="1082390" y="709470"/>
                        <a:pt x="1085868" y="705496"/>
                      </a:cubicBezTo>
                      <a:cubicBezTo>
                        <a:pt x="1089296" y="701571"/>
                        <a:pt x="1072504" y="685921"/>
                        <a:pt x="1066343" y="680407"/>
                      </a:cubicBezTo>
                      <a:cubicBezTo>
                        <a:pt x="1060183" y="674892"/>
                        <a:pt x="1065995" y="667490"/>
                        <a:pt x="1062220" y="664310"/>
                      </a:cubicBezTo>
                      <a:cubicBezTo>
                        <a:pt x="1058444" y="661181"/>
                        <a:pt x="1050247" y="641209"/>
                        <a:pt x="1047465" y="632167"/>
                      </a:cubicBezTo>
                      <a:cubicBezTo>
                        <a:pt x="1044732" y="623125"/>
                        <a:pt x="1030375" y="621585"/>
                        <a:pt x="1026897" y="615723"/>
                      </a:cubicBezTo>
                      <a:cubicBezTo>
                        <a:pt x="1023469" y="609861"/>
                        <a:pt x="1027245" y="596149"/>
                        <a:pt x="1037877" y="591032"/>
                      </a:cubicBezTo>
                      <a:cubicBezTo>
                        <a:pt x="1048508" y="585964"/>
                        <a:pt x="1044037" y="575730"/>
                        <a:pt x="1048856" y="576922"/>
                      </a:cubicBezTo>
                      <a:cubicBezTo>
                        <a:pt x="1053675" y="578115"/>
                        <a:pt x="1057749" y="575730"/>
                        <a:pt x="1061524" y="566738"/>
                      </a:cubicBezTo>
                      <a:cubicBezTo>
                        <a:pt x="1065300" y="557746"/>
                        <a:pt x="1071808" y="563211"/>
                        <a:pt x="1075584" y="558491"/>
                      </a:cubicBezTo>
                      <a:cubicBezTo>
                        <a:pt x="1079360" y="553771"/>
                        <a:pt x="1096152" y="554169"/>
                        <a:pt x="1101964" y="549499"/>
                      </a:cubicBezTo>
                      <a:cubicBezTo>
                        <a:pt x="1107777" y="544779"/>
                        <a:pt x="1096499" y="530272"/>
                        <a:pt x="1088600" y="532657"/>
                      </a:cubicBezTo>
                      <a:cubicBezTo>
                        <a:pt x="1080750" y="534992"/>
                        <a:pt x="1071510" y="531465"/>
                        <a:pt x="1065995" y="522075"/>
                      </a:cubicBezTo>
                      <a:cubicBezTo>
                        <a:pt x="1060531" y="512685"/>
                        <a:pt x="1046123" y="539314"/>
                        <a:pt x="1035144" y="545176"/>
                      </a:cubicBezTo>
                      <a:cubicBezTo>
                        <a:pt x="1024214" y="551039"/>
                        <a:pt x="1017010" y="534595"/>
                        <a:pt x="1020786" y="524013"/>
                      </a:cubicBezTo>
                      <a:cubicBezTo>
                        <a:pt x="1024562" y="513431"/>
                        <a:pt x="1012241" y="513828"/>
                        <a:pt x="996840" y="514623"/>
                      </a:cubicBezTo>
                      <a:cubicBezTo>
                        <a:pt x="981439" y="515418"/>
                        <a:pt x="987252" y="483275"/>
                        <a:pt x="996492" y="481734"/>
                      </a:cubicBezTo>
                      <a:cubicBezTo>
                        <a:pt x="1005733" y="480145"/>
                        <a:pt x="1019445" y="491522"/>
                        <a:pt x="1025257" y="471947"/>
                      </a:cubicBezTo>
                      <a:cubicBezTo>
                        <a:pt x="1031070" y="452373"/>
                        <a:pt x="1039267" y="467625"/>
                        <a:pt x="1052283" y="450386"/>
                      </a:cubicBezTo>
                      <a:cubicBezTo>
                        <a:pt x="1065300" y="433147"/>
                        <a:pt x="1080353" y="422565"/>
                        <a:pt x="1091680" y="432749"/>
                      </a:cubicBezTo>
                      <a:cubicBezTo>
                        <a:pt x="1102958" y="442934"/>
                        <a:pt x="1079707" y="459030"/>
                        <a:pt x="1075931" y="468817"/>
                      </a:cubicBezTo>
                      <a:cubicBezTo>
                        <a:pt x="1072156" y="478605"/>
                        <a:pt x="1079360" y="481734"/>
                        <a:pt x="1072504" y="489187"/>
                      </a:cubicBezTo>
                      <a:cubicBezTo>
                        <a:pt x="1065648" y="496639"/>
                        <a:pt x="1075236" y="498576"/>
                        <a:pt x="1088600" y="488789"/>
                      </a:cubicBezTo>
                      <a:cubicBezTo>
                        <a:pt x="1101964" y="479002"/>
                        <a:pt x="1118359" y="467228"/>
                        <a:pt x="1131425" y="461365"/>
                      </a:cubicBezTo>
                      <a:cubicBezTo>
                        <a:pt x="1134902" y="459776"/>
                        <a:pt x="1138728" y="459378"/>
                        <a:pt x="1142603" y="459726"/>
                      </a:cubicBezTo>
                      <a:cubicBezTo>
                        <a:pt x="1144441" y="454062"/>
                        <a:pt x="1146577" y="449541"/>
                        <a:pt x="1149160" y="448051"/>
                      </a:cubicBezTo>
                      <a:cubicBezTo>
                        <a:pt x="1158103" y="442934"/>
                        <a:pt x="1187961" y="427583"/>
                        <a:pt x="1192433" y="420727"/>
                      </a:cubicBezTo>
                      <a:cubicBezTo>
                        <a:pt x="1196903" y="413920"/>
                        <a:pt x="1201375" y="401948"/>
                        <a:pt x="1207337" y="401948"/>
                      </a:cubicBezTo>
                      <a:cubicBezTo>
                        <a:pt x="1213298" y="401948"/>
                        <a:pt x="1213298" y="408754"/>
                        <a:pt x="1222241" y="408754"/>
                      </a:cubicBezTo>
                      <a:cubicBezTo>
                        <a:pt x="1231183" y="408754"/>
                        <a:pt x="1241616" y="412182"/>
                        <a:pt x="1237145" y="403637"/>
                      </a:cubicBezTo>
                      <a:cubicBezTo>
                        <a:pt x="1232674" y="395092"/>
                        <a:pt x="1235654" y="395092"/>
                        <a:pt x="1246087" y="393353"/>
                      </a:cubicBezTo>
                      <a:cubicBezTo>
                        <a:pt x="1256520" y="391664"/>
                        <a:pt x="1255030" y="379740"/>
                        <a:pt x="1262532" y="379740"/>
                      </a:cubicBezTo>
                      <a:cubicBezTo>
                        <a:pt x="1269984" y="379740"/>
                        <a:pt x="1268493" y="359222"/>
                        <a:pt x="1275945" y="359222"/>
                      </a:cubicBezTo>
                      <a:cubicBezTo>
                        <a:pt x="1283397" y="359222"/>
                        <a:pt x="1286428" y="371195"/>
                        <a:pt x="1295371" y="367767"/>
                      </a:cubicBezTo>
                      <a:cubicBezTo>
                        <a:pt x="1297060" y="367121"/>
                        <a:pt x="1299296" y="367618"/>
                        <a:pt x="1301730" y="368811"/>
                      </a:cubicBezTo>
                      <a:cubicBezTo>
                        <a:pt x="1303667" y="367121"/>
                        <a:pt x="1305506" y="365482"/>
                        <a:pt x="1307394" y="363942"/>
                      </a:cubicBezTo>
                      <a:cubicBezTo>
                        <a:pt x="1306499" y="353260"/>
                        <a:pt x="1307592" y="343672"/>
                        <a:pt x="1305754" y="338605"/>
                      </a:cubicBezTo>
                      <a:cubicBezTo>
                        <a:pt x="1302326" y="329215"/>
                        <a:pt x="1305754" y="322160"/>
                        <a:pt x="1304362" y="316646"/>
                      </a:cubicBezTo>
                      <a:cubicBezTo>
                        <a:pt x="1303022" y="311131"/>
                        <a:pt x="1302326" y="297817"/>
                        <a:pt x="1307791" y="297817"/>
                      </a:cubicBezTo>
                      <a:cubicBezTo>
                        <a:pt x="1313255" y="297817"/>
                        <a:pt x="1320111" y="282118"/>
                        <a:pt x="1326967" y="287633"/>
                      </a:cubicBezTo>
                      <a:cubicBezTo>
                        <a:pt x="1333823" y="293147"/>
                        <a:pt x="1347535" y="294687"/>
                        <a:pt x="1347535" y="287633"/>
                      </a:cubicBezTo>
                      <a:cubicBezTo>
                        <a:pt x="1347535" y="280578"/>
                        <a:pt x="1357123" y="279783"/>
                        <a:pt x="1358514" y="270393"/>
                      </a:cubicBezTo>
                      <a:cubicBezTo>
                        <a:pt x="1359856" y="261004"/>
                        <a:pt x="1370139" y="258619"/>
                        <a:pt x="1372226" y="250024"/>
                      </a:cubicBezTo>
                      <a:cubicBezTo>
                        <a:pt x="1374263" y="241430"/>
                        <a:pt x="1377691" y="221011"/>
                        <a:pt x="1384547" y="216341"/>
                      </a:cubicBezTo>
                      <a:cubicBezTo>
                        <a:pt x="1391502" y="211721"/>
                        <a:pt x="1383255" y="208640"/>
                        <a:pt x="1383951" y="19448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9" name="Google Shape;879;p8"/>
                <p:cNvSpPr/>
                <p:nvPr/>
              </p:nvSpPr>
              <p:spPr>
                <a:xfrm>
                  <a:off x="7078333" y="3628829"/>
                  <a:ext cx="40373" cy="85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73" h="85161" extrusionOk="0">
                      <a:moveTo>
                        <a:pt x="39496" y="2787"/>
                      </a:moveTo>
                      <a:cubicBezTo>
                        <a:pt x="35323" y="-3572"/>
                        <a:pt x="21511" y="1198"/>
                        <a:pt x="10681" y="14562"/>
                      </a:cubicBezTo>
                      <a:cubicBezTo>
                        <a:pt x="9638" y="19927"/>
                        <a:pt x="8148" y="25193"/>
                        <a:pt x="6011" y="30311"/>
                      </a:cubicBezTo>
                      <a:cubicBezTo>
                        <a:pt x="7552" y="31851"/>
                        <a:pt x="8893" y="33490"/>
                        <a:pt x="9936" y="35279"/>
                      </a:cubicBezTo>
                      <a:cubicBezTo>
                        <a:pt x="17388" y="48245"/>
                        <a:pt x="11824" y="62206"/>
                        <a:pt x="895" y="70502"/>
                      </a:cubicBezTo>
                      <a:cubicBezTo>
                        <a:pt x="3527" y="68515"/>
                        <a:pt x="596" y="71844"/>
                        <a:pt x="348" y="71844"/>
                      </a:cubicBezTo>
                      <a:cubicBezTo>
                        <a:pt x="249" y="72042"/>
                        <a:pt x="149" y="72291"/>
                        <a:pt x="0" y="72539"/>
                      </a:cubicBezTo>
                      <a:cubicBezTo>
                        <a:pt x="3776" y="81730"/>
                        <a:pt x="9539" y="86052"/>
                        <a:pt x="10781" y="85009"/>
                      </a:cubicBezTo>
                      <a:cubicBezTo>
                        <a:pt x="17587" y="79594"/>
                        <a:pt x="45657" y="12177"/>
                        <a:pt x="39496" y="278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0" name="Google Shape;880;p8"/>
                <p:cNvSpPr/>
                <p:nvPr/>
              </p:nvSpPr>
              <p:spPr>
                <a:xfrm>
                  <a:off x="7080825" y="3956340"/>
                  <a:ext cx="25452" cy="30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52" h="30346" extrusionOk="0">
                      <a:moveTo>
                        <a:pt x="42" y="1280"/>
                      </a:moveTo>
                      <a:cubicBezTo>
                        <a:pt x="2079" y="12259"/>
                        <a:pt x="6898" y="35013"/>
                        <a:pt x="21952" y="29498"/>
                      </a:cubicBezTo>
                      <a:cubicBezTo>
                        <a:pt x="37004" y="24033"/>
                        <a:pt x="-1448" y="-6570"/>
                        <a:pt x="42" y="128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1" name="Google Shape;881;p8"/>
                <p:cNvSpPr/>
                <p:nvPr/>
              </p:nvSpPr>
              <p:spPr>
                <a:xfrm>
                  <a:off x="7151852" y="3980473"/>
                  <a:ext cx="50484" cy="67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4" h="67674" extrusionOk="0">
                      <a:moveTo>
                        <a:pt x="9" y="0"/>
                      </a:moveTo>
                      <a:cubicBezTo>
                        <a:pt x="-190" y="9191"/>
                        <a:pt x="2990" y="22058"/>
                        <a:pt x="7808" y="17140"/>
                      </a:cubicBezTo>
                      <a:cubicBezTo>
                        <a:pt x="13969" y="10880"/>
                        <a:pt x="23557" y="18729"/>
                        <a:pt x="17397" y="28914"/>
                      </a:cubicBezTo>
                      <a:cubicBezTo>
                        <a:pt x="11237" y="39099"/>
                        <a:pt x="26985" y="49283"/>
                        <a:pt x="29022" y="61852"/>
                      </a:cubicBezTo>
                      <a:cubicBezTo>
                        <a:pt x="31059" y="74372"/>
                        <a:pt x="37915" y="64187"/>
                        <a:pt x="36574" y="54797"/>
                      </a:cubicBezTo>
                      <a:cubicBezTo>
                        <a:pt x="35232" y="45408"/>
                        <a:pt x="37915" y="46153"/>
                        <a:pt x="46857" y="39148"/>
                      </a:cubicBezTo>
                      <a:cubicBezTo>
                        <a:pt x="53366" y="33981"/>
                        <a:pt x="49987" y="26281"/>
                        <a:pt x="45516" y="17289"/>
                      </a:cubicBezTo>
                      <a:cubicBezTo>
                        <a:pt x="38710" y="17140"/>
                        <a:pt x="31705" y="17487"/>
                        <a:pt x="26191" y="15898"/>
                      </a:cubicBezTo>
                      <a:cubicBezTo>
                        <a:pt x="15857" y="12917"/>
                        <a:pt x="7063" y="7452"/>
                        <a:pt x="9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2" name="Google Shape;882;p8"/>
                <p:cNvSpPr/>
                <p:nvPr/>
              </p:nvSpPr>
              <p:spPr>
                <a:xfrm>
                  <a:off x="7160102" y="4049439"/>
                  <a:ext cx="18290" cy="17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0" h="17279" extrusionOk="0">
                      <a:moveTo>
                        <a:pt x="205" y="14795"/>
                      </a:moveTo>
                      <a:cubicBezTo>
                        <a:pt x="2937" y="22645"/>
                        <a:pt x="22810" y="10076"/>
                        <a:pt x="17344" y="2276"/>
                      </a:cubicBezTo>
                      <a:cubicBezTo>
                        <a:pt x="11879" y="-5573"/>
                        <a:pt x="-1832" y="8933"/>
                        <a:pt x="205" y="1479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3" name="Google Shape;883;p8"/>
                <p:cNvSpPr/>
                <p:nvPr/>
              </p:nvSpPr>
              <p:spPr>
                <a:xfrm>
                  <a:off x="7008656" y="4017450"/>
                  <a:ext cx="51402" cy="7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02" h="76129" extrusionOk="0">
                      <a:moveTo>
                        <a:pt x="29734" y="31085"/>
                      </a:moveTo>
                      <a:cubicBezTo>
                        <a:pt x="20146" y="45195"/>
                        <a:pt x="-2756" y="68644"/>
                        <a:pt x="274" y="75003"/>
                      </a:cubicBezTo>
                      <a:cubicBezTo>
                        <a:pt x="4397" y="83598"/>
                        <a:pt x="29734" y="40525"/>
                        <a:pt x="42056" y="30340"/>
                      </a:cubicBezTo>
                      <a:cubicBezTo>
                        <a:pt x="54376" y="20156"/>
                        <a:pt x="52339" y="11561"/>
                        <a:pt x="48216" y="2122"/>
                      </a:cubicBezTo>
                      <a:cubicBezTo>
                        <a:pt x="44142" y="-7318"/>
                        <a:pt x="39323" y="16976"/>
                        <a:pt x="29734" y="3108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4" name="Google Shape;884;p8"/>
                <p:cNvSpPr/>
                <p:nvPr/>
              </p:nvSpPr>
              <p:spPr>
                <a:xfrm>
                  <a:off x="7067127" y="3817183"/>
                  <a:ext cx="68885" cy="135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85" h="135667" extrusionOk="0">
                      <a:moveTo>
                        <a:pt x="57558" y="133432"/>
                      </a:moveTo>
                      <a:cubicBezTo>
                        <a:pt x="61135" y="132786"/>
                        <a:pt x="65109" y="133780"/>
                        <a:pt x="68885" y="135668"/>
                      </a:cubicBezTo>
                      <a:cubicBezTo>
                        <a:pt x="66600" y="129358"/>
                        <a:pt x="64662" y="122751"/>
                        <a:pt x="63221" y="115895"/>
                      </a:cubicBezTo>
                      <a:cubicBezTo>
                        <a:pt x="59048" y="115994"/>
                        <a:pt x="54875" y="116988"/>
                        <a:pt x="51447" y="119323"/>
                      </a:cubicBezTo>
                      <a:cubicBezTo>
                        <a:pt x="39822" y="127172"/>
                        <a:pt x="48020" y="105214"/>
                        <a:pt x="39772" y="95029"/>
                      </a:cubicBezTo>
                      <a:cubicBezTo>
                        <a:pt x="31525" y="84845"/>
                        <a:pt x="45933" y="69940"/>
                        <a:pt x="55521" y="57421"/>
                      </a:cubicBezTo>
                      <a:cubicBezTo>
                        <a:pt x="65109" y="44901"/>
                        <a:pt x="52789" y="23737"/>
                        <a:pt x="54130" y="14298"/>
                      </a:cubicBezTo>
                      <a:cubicBezTo>
                        <a:pt x="55521" y="4909"/>
                        <a:pt x="54826" y="1779"/>
                        <a:pt x="50007" y="4909"/>
                      </a:cubicBezTo>
                      <a:cubicBezTo>
                        <a:pt x="45237" y="8039"/>
                        <a:pt x="25365" y="-4481"/>
                        <a:pt x="16473" y="1779"/>
                      </a:cubicBezTo>
                      <a:cubicBezTo>
                        <a:pt x="7580" y="8039"/>
                        <a:pt x="15777" y="59756"/>
                        <a:pt x="11653" y="63681"/>
                      </a:cubicBezTo>
                      <a:cubicBezTo>
                        <a:pt x="7530" y="67606"/>
                        <a:pt x="2214" y="55285"/>
                        <a:pt x="674" y="60551"/>
                      </a:cubicBezTo>
                      <a:cubicBezTo>
                        <a:pt x="-1363" y="67606"/>
                        <a:pt x="1369" y="96619"/>
                        <a:pt x="6834" y="96619"/>
                      </a:cubicBezTo>
                      <a:cubicBezTo>
                        <a:pt x="12349" y="96619"/>
                        <a:pt x="16423" y="104468"/>
                        <a:pt x="12995" y="116988"/>
                      </a:cubicBezTo>
                      <a:cubicBezTo>
                        <a:pt x="9567" y="129508"/>
                        <a:pt x="23279" y="131097"/>
                        <a:pt x="36295" y="125583"/>
                      </a:cubicBezTo>
                      <a:cubicBezTo>
                        <a:pt x="49361" y="120068"/>
                        <a:pt x="44542" y="135767"/>
                        <a:pt x="57558" y="13343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5" name="Google Shape;885;p8"/>
                <p:cNvSpPr/>
                <p:nvPr/>
              </p:nvSpPr>
              <p:spPr>
                <a:xfrm>
                  <a:off x="7114108" y="4054297"/>
                  <a:ext cx="110441" cy="116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1" h="116551" extrusionOk="0">
                      <a:moveTo>
                        <a:pt x="85942" y="10682"/>
                      </a:moveTo>
                      <a:cubicBezTo>
                        <a:pt x="92103" y="22457"/>
                        <a:pt x="74317" y="13017"/>
                        <a:pt x="72926" y="24791"/>
                      </a:cubicBezTo>
                      <a:cubicBezTo>
                        <a:pt x="71585" y="36566"/>
                        <a:pt x="58519" y="27127"/>
                        <a:pt x="59214" y="36566"/>
                      </a:cubicBezTo>
                      <a:cubicBezTo>
                        <a:pt x="59910" y="45955"/>
                        <a:pt x="45502" y="36566"/>
                        <a:pt x="38646" y="31101"/>
                      </a:cubicBezTo>
                      <a:cubicBezTo>
                        <a:pt x="31790" y="25636"/>
                        <a:pt x="22202" y="46005"/>
                        <a:pt x="11918" y="49135"/>
                      </a:cubicBezTo>
                      <a:cubicBezTo>
                        <a:pt x="1635" y="52265"/>
                        <a:pt x="-3780" y="77204"/>
                        <a:pt x="3026" y="76559"/>
                      </a:cubicBezTo>
                      <a:cubicBezTo>
                        <a:pt x="11272" y="75764"/>
                        <a:pt x="15346" y="63244"/>
                        <a:pt x="23593" y="64039"/>
                      </a:cubicBezTo>
                      <a:cubicBezTo>
                        <a:pt x="31840" y="64834"/>
                        <a:pt x="29108" y="54650"/>
                        <a:pt x="40733" y="56984"/>
                      </a:cubicBezTo>
                      <a:cubicBezTo>
                        <a:pt x="52358" y="59320"/>
                        <a:pt x="44161" y="99312"/>
                        <a:pt x="59910" y="102442"/>
                      </a:cubicBezTo>
                      <a:cubicBezTo>
                        <a:pt x="75659" y="105572"/>
                        <a:pt x="76354" y="116552"/>
                        <a:pt x="83855" y="116552"/>
                      </a:cubicBezTo>
                      <a:cubicBezTo>
                        <a:pt x="91407" y="116552"/>
                        <a:pt x="82515" y="91463"/>
                        <a:pt x="83161" y="82868"/>
                      </a:cubicBezTo>
                      <a:cubicBezTo>
                        <a:pt x="83855" y="74224"/>
                        <a:pt x="99604" y="82073"/>
                        <a:pt x="107802" y="71094"/>
                      </a:cubicBezTo>
                      <a:cubicBezTo>
                        <a:pt x="116049" y="60114"/>
                        <a:pt x="102337" y="31151"/>
                        <a:pt x="102337" y="12322"/>
                      </a:cubicBezTo>
                      <a:cubicBezTo>
                        <a:pt x="102337" y="-6507"/>
                        <a:pt x="79782" y="-1042"/>
                        <a:pt x="85942" y="1068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6" name="Google Shape;886;p8"/>
                <p:cNvSpPr/>
                <p:nvPr/>
              </p:nvSpPr>
              <p:spPr>
                <a:xfrm>
                  <a:off x="7111529" y="3997456"/>
                  <a:ext cx="50400" cy="78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00" h="78656" extrusionOk="0">
                      <a:moveTo>
                        <a:pt x="7691" y="36225"/>
                      </a:moveTo>
                      <a:cubicBezTo>
                        <a:pt x="11119" y="35430"/>
                        <a:pt x="19366" y="36225"/>
                        <a:pt x="20012" y="28375"/>
                      </a:cubicBezTo>
                      <a:cubicBezTo>
                        <a:pt x="20707" y="20526"/>
                        <a:pt x="28259" y="42485"/>
                        <a:pt x="22049" y="49539"/>
                      </a:cubicBezTo>
                      <a:cubicBezTo>
                        <a:pt x="15889" y="56594"/>
                        <a:pt x="15889" y="76218"/>
                        <a:pt x="25477" y="78553"/>
                      </a:cubicBezTo>
                      <a:cubicBezTo>
                        <a:pt x="35065" y="80888"/>
                        <a:pt x="52851" y="43280"/>
                        <a:pt x="50118" y="36225"/>
                      </a:cubicBezTo>
                      <a:cubicBezTo>
                        <a:pt x="47386" y="29170"/>
                        <a:pt x="39139" y="40945"/>
                        <a:pt x="41225" y="31555"/>
                      </a:cubicBezTo>
                      <a:cubicBezTo>
                        <a:pt x="43263" y="22165"/>
                        <a:pt x="16584" y="-2178"/>
                        <a:pt x="6300" y="157"/>
                      </a:cubicBezTo>
                      <a:cubicBezTo>
                        <a:pt x="-3934" y="2492"/>
                        <a:pt x="-407" y="38063"/>
                        <a:pt x="7691" y="3622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7" name="Google Shape;887;p8"/>
                <p:cNvSpPr/>
                <p:nvPr/>
              </p:nvSpPr>
              <p:spPr>
                <a:xfrm>
                  <a:off x="7559589" y="4390735"/>
                  <a:ext cx="287082" cy="213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82" h="213458" extrusionOk="0">
                      <a:moveTo>
                        <a:pt x="210943" y="197033"/>
                      </a:moveTo>
                      <a:cubicBezTo>
                        <a:pt x="206174" y="194698"/>
                        <a:pt x="193854" y="185259"/>
                        <a:pt x="194499" y="178999"/>
                      </a:cubicBezTo>
                      <a:cubicBezTo>
                        <a:pt x="195195" y="172739"/>
                        <a:pt x="180788" y="173534"/>
                        <a:pt x="171199" y="166480"/>
                      </a:cubicBezTo>
                      <a:cubicBezTo>
                        <a:pt x="161611" y="159425"/>
                        <a:pt x="165039" y="136721"/>
                        <a:pt x="154755" y="131207"/>
                      </a:cubicBezTo>
                      <a:cubicBezTo>
                        <a:pt x="144471" y="125692"/>
                        <a:pt x="136920" y="108502"/>
                        <a:pt x="149290" y="109248"/>
                      </a:cubicBezTo>
                      <a:cubicBezTo>
                        <a:pt x="161611" y="110043"/>
                        <a:pt x="163698" y="102193"/>
                        <a:pt x="154109" y="92008"/>
                      </a:cubicBezTo>
                      <a:cubicBezTo>
                        <a:pt x="144521" y="81824"/>
                        <a:pt x="109596" y="77899"/>
                        <a:pt x="108204" y="62995"/>
                      </a:cubicBezTo>
                      <a:cubicBezTo>
                        <a:pt x="106863" y="48091"/>
                        <a:pt x="44514" y="12818"/>
                        <a:pt x="17140" y="5763"/>
                      </a:cubicBezTo>
                      <a:cubicBezTo>
                        <a:pt x="12271" y="4521"/>
                        <a:pt x="6409" y="2484"/>
                        <a:pt x="0" y="0"/>
                      </a:cubicBezTo>
                      <a:lnTo>
                        <a:pt x="0" y="167275"/>
                      </a:lnTo>
                      <a:cubicBezTo>
                        <a:pt x="6359" y="172143"/>
                        <a:pt x="14258" y="176068"/>
                        <a:pt x="24641" y="176615"/>
                      </a:cubicBezTo>
                      <a:cubicBezTo>
                        <a:pt x="54748" y="178155"/>
                        <a:pt x="47246" y="158581"/>
                        <a:pt x="52711" y="158581"/>
                      </a:cubicBezTo>
                      <a:cubicBezTo>
                        <a:pt x="58225" y="158581"/>
                        <a:pt x="60263" y="147601"/>
                        <a:pt x="66423" y="139006"/>
                      </a:cubicBezTo>
                      <a:cubicBezTo>
                        <a:pt x="72583" y="130411"/>
                        <a:pt x="99311" y="137417"/>
                        <a:pt x="115060" y="151526"/>
                      </a:cubicBezTo>
                      <a:cubicBezTo>
                        <a:pt x="130809" y="165635"/>
                        <a:pt x="149290" y="207218"/>
                        <a:pt x="165734" y="203243"/>
                      </a:cubicBezTo>
                      <a:cubicBezTo>
                        <a:pt x="182179" y="199319"/>
                        <a:pt x="199318" y="214223"/>
                        <a:pt x="214372" y="213428"/>
                      </a:cubicBezTo>
                      <a:cubicBezTo>
                        <a:pt x="229475" y="212682"/>
                        <a:pt x="215763" y="199368"/>
                        <a:pt x="210943" y="197033"/>
                      </a:cubicBezTo>
                      <a:close/>
                      <a:moveTo>
                        <a:pt x="249993" y="57530"/>
                      </a:moveTo>
                      <a:cubicBezTo>
                        <a:pt x="249993" y="64585"/>
                        <a:pt x="239063" y="68510"/>
                        <a:pt x="221923" y="76310"/>
                      </a:cubicBezTo>
                      <a:cubicBezTo>
                        <a:pt x="204833" y="84159"/>
                        <a:pt x="173733" y="67317"/>
                        <a:pt x="172590" y="78644"/>
                      </a:cubicBezTo>
                      <a:cubicBezTo>
                        <a:pt x="171944" y="85699"/>
                        <a:pt x="191767" y="98268"/>
                        <a:pt x="210248" y="98268"/>
                      </a:cubicBezTo>
                      <a:cubicBezTo>
                        <a:pt x="228729" y="98268"/>
                        <a:pt x="258190" y="77104"/>
                        <a:pt x="258190" y="70845"/>
                      </a:cubicBezTo>
                      <a:cubicBezTo>
                        <a:pt x="258190" y="64585"/>
                        <a:pt x="269815" y="53606"/>
                        <a:pt x="265046" y="47346"/>
                      </a:cubicBezTo>
                      <a:cubicBezTo>
                        <a:pt x="260276" y="41036"/>
                        <a:pt x="249993" y="50476"/>
                        <a:pt x="249993" y="57530"/>
                      </a:cubicBezTo>
                      <a:close/>
                      <a:moveTo>
                        <a:pt x="273293" y="27722"/>
                      </a:moveTo>
                      <a:cubicBezTo>
                        <a:pt x="262363" y="19872"/>
                        <a:pt x="252725" y="14407"/>
                        <a:pt x="266437" y="29262"/>
                      </a:cubicBezTo>
                      <a:cubicBezTo>
                        <a:pt x="280149" y="44166"/>
                        <a:pt x="272796" y="56785"/>
                        <a:pt x="280844" y="54351"/>
                      </a:cubicBezTo>
                      <a:cubicBezTo>
                        <a:pt x="293811" y="50476"/>
                        <a:pt x="284222" y="35571"/>
                        <a:pt x="273293" y="2772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8" name="Google Shape;888;p8"/>
                <p:cNvSpPr/>
                <p:nvPr/>
              </p:nvSpPr>
              <p:spPr>
                <a:xfrm>
                  <a:off x="6161278" y="4057172"/>
                  <a:ext cx="48401" cy="98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01" h="98772" extrusionOk="0">
                      <a:moveTo>
                        <a:pt x="2188" y="75323"/>
                      </a:moveTo>
                      <a:cubicBezTo>
                        <a:pt x="3976" y="75919"/>
                        <a:pt x="5666" y="76764"/>
                        <a:pt x="7255" y="77907"/>
                      </a:cubicBezTo>
                      <a:cubicBezTo>
                        <a:pt x="15552" y="83868"/>
                        <a:pt x="22259" y="90923"/>
                        <a:pt x="28122" y="98773"/>
                      </a:cubicBezTo>
                      <a:cubicBezTo>
                        <a:pt x="38405" y="92364"/>
                        <a:pt x="47894" y="76367"/>
                        <a:pt x="48391" y="61909"/>
                      </a:cubicBezTo>
                      <a:cubicBezTo>
                        <a:pt x="49087" y="39951"/>
                        <a:pt x="15900" y="-638"/>
                        <a:pt x="10733" y="8"/>
                      </a:cubicBezTo>
                      <a:cubicBezTo>
                        <a:pt x="4572" y="802"/>
                        <a:pt x="5964" y="14912"/>
                        <a:pt x="2486" y="25096"/>
                      </a:cubicBezTo>
                      <a:cubicBezTo>
                        <a:pt x="-942" y="35281"/>
                        <a:pt x="-246" y="45465"/>
                        <a:pt x="1145" y="60369"/>
                      </a:cubicBezTo>
                      <a:cubicBezTo>
                        <a:pt x="1592" y="65337"/>
                        <a:pt x="1741" y="70455"/>
                        <a:pt x="2188" y="7532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9" name="Google Shape;889;p8"/>
                <p:cNvSpPr/>
                <p:nvPr/>
              </p:nvSpPr>
              <p:spPr>
                <a:xfrm>
                  <a:off x="5308315" y="4630910"/>
                  <a:ext cx="161318" cy="37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18" h="376388" extrusionOk="0">
                      <a:moveTo>
                        <a:pt x="152122" y="48519"/>
                      </a:moveTo>
                      <a:cubicBezTo>
                        <a:pt x="151426" y="30485"/>
                        <a:pt x="137764" y="13245"/>
                        <a:pt x="135678" y="4651"/>
                      </a:cubicBezTo>
                      <a:cubicBezTo>
                        <a:pt x="132597" y="-8217"/>
                        <a:pt x="130163" y="9371"/>
                        <a:pt x="127480" y="12451"/>
                      </a:cubicBezTo>
                      <a:cubicBezTo>
                        <a:pt x="124748" y="15581"/>
                        <a:pt x="123357" y="25020"/>
                        <a:pt x="124052" y="31280"/>
                      </a:cubicBezTo>
                      <a:cubicBezTo>
                        <a:pt x="124748" y="37539"/>
                        <a:pt x="115855" y="43799"/>
                        <a:pt x="110390" y="43054"/>
                      </a:cubicBezTo>
                      <a:cubicBezTo>
                        <a:pt x="104925" y="42259"/>
                        <a:pt x="95983" y="46184"/>
                        <a:pt x="98765" y="54828"/>
                      </a:cubicBezTo>
                      <a:cubicBezTo>
                        <a:pt x="101497" y="63473"/>
                        <a:pt x="94641" y="61883"/>
                        <a:pt x="98069" y="68937"/>
                      </a:cubicBezTo>
                      <a:cubicBezTo>
                        <a:pt x="101497" y="75992"/>
                        <a:pt x="90518" y="84636"/>
                        <a:pt x="80930" y="85382"/>
                      </a:cubicBezTo>
                      <a:cubicBezTo>
                        <a:pt x="71341" y="86176"/>
                        <a:pt x="59021" y="105751"/>
                        <a:pt x="48737" y="104211"/>
                      </a:cubicBezTo>
                      <a:cubicBezTo>
                        <a:pt x="38453" y="102670"/>
                        <a:pt x="28169" y="112060"/>
                        <a:pt x="19276" y="110470"/>
                      </a:cubicBezTo>
                      <a:cubicBezTo>
                        <a:pt x="10333" y="108881"/>
                        <a:pt x="16543" y="131634"/>
                        <a:pt x="9687" y="145744"/>
                      </a:cubicBezTo>
                      <a:cubicBezTo>
                        <a:pt x="2832" y="159853"/>
                        <a:pt x="6259" y="176297"/>
                        <a:pt x="12420" y="193536"/>
                      </a:cubicBezTo>
                      <a:cubicBezTo>
                        <a:pt x="18580" y="210775"/>
                        <a:pt x="23399" y="224885"/>
                        <a:pt x="6955" y="247638"/>
                      </a:cubicBezTo>
                      <a:cubicBezTo>
                        <a:pt x="4123" y="251563"/>
                        <a:pt x="1838" y="255587"/>
                        <a:pt x="0" y="259562"/>
                      </a:cubicBezTo>
                      <a:cubicBezTo>
                        <a:pt x="3428" y="282067"/>
                        <a:pt x="-1242" y="304970"/>
                        <a:pt x="2385" y="326978"/>
                      </a:cubicBezTo>
                      <a:cubicBezTo>
                        <a:pt x="2782" y="328816"/>
                        <a:pt x="3130" y="330704"/>
                        <a:pt x="3477" y="332542"/>
                      </a:cubicBezTo>
                      <a:cubicBezTo>
                        <a:pt x="3577" y="332990"/>
                        <a:pt x="3676" y="333437"/>
                        <a:pt x="3775" y="333884"/>
                      </a:cubicBezTo>
                      <a:cubicBezTo>
                        <a:pt x="6458" y="344416"/>
                        <a:pt x="11128" y="354551"/>
                        <a:pt x="16245" y="364487"/>
                      </a:cubicBezTo>
                      <a:cubicBezTo>
                        <a:pt x="26778" y="373926"/>
                        <a:pt x="47445" y="380782"/>
                        <a:pt x="54201" y="373032"/>
                      </a:cubicBezTo>
                      <a:cubicBezTo>
                        <a:pt x="54549" y="372635"/>
                        <a:pt x="54947" y="372287"/>
                        <a:pt x="55294" y="371939"/>
                      </a:cubicBezTo>
                      <a:cubicBezTo>
                        <a:pt x="66274" y="358575"/>
                        <a:pt x="75167" y="342429"/>
                        <a:pt x="83463" y="328618"/>
                      </a:cubicBezTo>
                      <a:cubicBezTo>
                        <a:pt x="87736" y="321563"/>
                        <a:pt x="92058" y="314558"/>
                        <a:pt x="96480" y="307652"/>
                      </a:cubicBezTo>
                      <a:cubicBezTo>
                        <a:pt x="97771" y="302834"/>
                        <a:pt x="99063" y="297965"/>
                        <a:pt x="100404" y="292997"/>
                      </a:cubicBezTo>
                      <a:cubicBezTo>
                        <a:pt x="99162" y="288078"/>
                        <a:pt x="99162" y="282812"/>
                        <a:pt x="100454" y="277944"/>
                      </a:cubicBezTo>
                      <a:cubicBezTo>
                        <a:pt x="100404" y="277596"/>
                        <a:pt x="100305" y="277298"/>
                        <a:pt x="100255" y="276950"/>
                      </a:cubicBezTo>
                      <a:cubicBezTo>
                        <a:pt x="98367" y="259611"/>
                        <a:pt x="103186" y="245602"/>
                        <a:pt x="113172" y="231840"/>
                      </a:cubicBezTo>
                      <a:cubicBezTo>
                        <a:pt x="116252" y="227567"/>
                        <a:pt x="118836" y="223096"/>
                        <a:pt x="121220" y="218476"/>
                      </a:cubicBezTo>
                      <a:cubicBezTo>
                        <a:pt x="130113" y="186879"/>
                        <a:pt x="138062" y="156177"/>
                        <a:pt x="137068" y="148079"/>
                      </a:cubicBezTo>
                      <a:cubicBezTo>
                        <a:pt x="135727" y="137099"/>
                        <a:pt x="145316" y="130044"/>
                        <a:pt x="141192" y="118270"/>
                      </a:cubicBezTo>
                      <a:cubicBezTo>
                        <a:pt x="137068" y="106496"/>
                        <a:pt x="142534" y="92436"/>
                        <a:pt x="147352" y="101826"/>
                      </a:cubicBezTo>
                      <a:cubicBezTo>
                        <a:pt x="152172" y="111216"/>
                        <a:pt x="158978" y="111216"/>
                        <a:pt x="161064" y="98696"/>
                      </a:cubicBezTo>
                      <a:cubicBezTo>
                        <a:pt x="163052" y="86127"/>
                        <a:pt x="152768" y="66553"/>
                        <a:pt x="152122" y="4851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0" name="Google Shape;890;p8"/>
                <p:cNvSpPr/>
                <p:nvPr/>
              </p:nvSpPr>
              <p:spPr>
                <a:xfrm>
                  <a:off x="5292715" y="3797847"/>
                  <a:ext cx="246117" cy="1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117" h="171750" extrusionOk="0">
                      <a:moveTo>
                        <a:pt x="195344" y="7502"/>
                      </a:moveTo>
                      <a:cubicBezTo>
                        <a:pt x="183421" y="10532"/>
                        <a:pt x="153612" y="8247"/>
                        <a:pt x="149688" y="10532"/>
                      </a:cubicBezTo>
                      <a:cubicBezTo>
                        <a:pt x="145713" y="12818"/>
                        <a:pt x="117942" y="35521"/>
                        <a:pt x="113967" y="46153"/>
                      </a:cubicBezTo>
                      <a:cubicBezTo>
                        <a:pt x="109993" y="56735"/>
                        <a:pt x="104031" y="58275"/>
                        <a:pt x="98069" y="52959"/>
                      </a:cubicBezTo>
                      <a:cubicBezTo>
                        <a:pt x="92108" y="47643"/>
                        <a:pt x="67615" y="49184"/>
                        <a:pt x="65628" y="46898"/>
                      </a:cubicBezTo>
                      <a:cubicBezTo>
                        <a:pt x="63641" y="44613"/>
                        <a:pt x="45756" y="42377"/>
                        <a:pt x="37161" y="43868"/>
                      </a:cubicBezTo>
                      <a:cubicBezTo>
                        <a:pt x="28566" y="45408"/>
                        <a:pt x="23896" y="39347"/>
                        <a:pt x="19972" y="40837"/>
                      </a:cubicBezTo>
                      <a:cubicBezTo>
                        <a:pt x="15997" y="42328"/>
                        <a:pt x="12023" y="47643"/>
                        <a:pt x="10036" y="50674"/>
                      </a:cubicBezTo>
                      <a:cubicBezTo>
                        <a:pt x="8048" y="53705"/>
                        <a:pt x="12023" y="62051"/>
                        <a:pt x="10681" y="65081"/>
                      </a:cubicBezTo>
                      <a:cubicBezTo>
                        <a:pt x="10334" y="65876"/>
                        <a:pt x="6061" y="68410"/>
                        <a:pt x="0" y="71739"/>
                      </a:cubicBezTo>
                      <a:cubicBezTo>
                        <a:pt x="2086" y="77601"/>
                        <a:pt x="3329" y="83662"/>
                        <a:pt x="1987" y="88084"/>
                      </a:cubicBezTo>
                      <a:cubicBezTo>
                        <a:pt x="-745" y="97125"/>
                        <a:pt x="1640" y="118240"/>
                        <a:pt x="8843" y="130411"/>
                      </a:cubicBezTo>
                      <a:cubicBezTo>
                        <a:pt x="16047" y="142534"/>
                        <a:pt x="13265" y="164890"/>
                        <a:pt x="16693" y="169212"/>
                      </a:cubicBezTo>
                      <a:cubicBezTo>
                        <a:pt x="20121" y="173534"/>
                        <a:pt x="46849" y="172739"/>
                        <a:pt x="58822" y="163697"/>
                      </a:cubicBezTo>
                      <a:cubicBezTo>
                        <a:pt x="70795" y="154705"/>
                        <a:pt x="79042" y="153115"/>
                        <a:pt x="88630" y="153115"/>
                      </a:cubicBezTo>
                      <a:cubicBezTo>
                        <a:pt x="98219" y="153115"/>
                        <a:pt x="110887" y="143726"/>
                        <a:pt x="113967" y="139006"/>
                      </a:cubicBezTo>
                      <a:cubicBezTo>
                        <a:pt x="117047" y="134286"/>
                        <a:pt x="131107" y="133939"/>
                        <a:pt x="136920" y="134734"/>
                      </a:cubicBezTo>
                      <a:cubicBezTo>
                        <a:pt x="142732" y="135528"/>
                        <a:pt x="148545" y="128076"/>
                        <a:pt x="155053" y="120624"/>
                      </a:cubicBezTo>
                      <a:cubicBezTo>
                        <a:pt x="156692" y="118736"/>
                        <a:pt x="159226" y="117147"/>
                        <a:pt x="162455" y="115656"/>
                      </a:cubicBezTo>
                      <a:cubicBezTo>
                        <a:pt x="162604" y="114365"/>
                        <a:pt x="162754" y="113073"/>
                        <a:pt x="163052" y="111881"/>
                      </a:cubicBezTo>
                      <a:cubicBezTo>
                        <a:pt x="164592" y="106217"/>
                        <a:pt x="169212" y="99063"/>
                        <a:pt x="174677" y="96480"/>
                      </a:cubicBezTo>
                      <a:cubicBezTo>
                        <a:pt x="179198" y="94343"/>
                        <a:pt x="183421" y="92406"/>
                        <a:pt x="188289" y="91611"/>
                      </a:cubicBezTo>
                      <a:cubicBezTo>
                        <a:pt x="193158" y="90816"/>
                        <a:pt x="197729" y="90369"/>
                        <a:pt x="202597" y="90369"/>
                      </a:cubicBezTo>
                      <a:cubicBezTo>
                        <a:pt x="207963" y="90369"/>
                        <a:pt x="212832" y="92058"/>
                        <a:pt x="216806" y="94939"/>
                      </a:cubicBezTo>
                      <a:cubicBezTo>
                        <a:pt x="224010" y="88183"/>
                        <a:pt x="222569" y="80582"/>
                        <a:pt x="226295" y="75465"/>
                      </a:cubicBezTo>
                      <a:cubicBezTo>
                        <a:pt x="230617" y="69553"/>
                        <a:pt x="236628" y="71291"/>
                        <a:pt x="246117" y="66969"/>
                      </a:cubicBezTo>
                      <a:cubicBezTo>
                        <a:pt x="235486" y="42030"/>
                        <a:pt x="223662" y="14060"/>
                        <a:pt x="217750" y="0"/>
                      </a:cubicBezTo>
                      <a:cubicBezTo>
                        <a:pt x="207168" y="3776"/>
                        <a:pt x="198623" y="6657"/>
                        <a:pt x="195344" y="750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1" name="Google Shape;891;p8"/>
                <p:cNvSpPr/>
                <p:nvPr/>
              </p:nvSpPr>
              <p:spPr>
                <a:xfrm>
                  <a:off x="5891551" y="5735893"/>
                  <a:ext cx="46956" cy="3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56" h="34209" extrusionOk="0">
                      <a:moveTo>
                        <a:pt x="15762" y="1433"/>
                      </a:moveTo>
                      <a:cubicBezTo>
                        <a:pt x="12732" y="-6565"/>
                        <a:pt x="-12357" y="21057"/>
                        <a:pt x="7714" y="31291"/>
                      </a:cubicBezTo>
                      <a:cubicBezTo>
                        <a:pt x="16755" y="35862"/>
                        <a:pt x="20730" y="25528"/>
                        <a:pt x="26791" y="31291"/>
                      </a:cubicBezTo>
                      <a:cubicBezTo>
                        <a:pt x="32802" y="37005"/>
                        <a:pt x="44825" y="34719"/>
                        <a:pt x="46862" y="20958"/>
                      </a:cubicBezTo>
                      <a:cubicBezTo>
                        <a:pt x="48849" y="7147"/>
                        <a:pt x="18792" y="9432"/>
                        <a:pt x="15762" y="143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grpSp>
              <p:nvGrpSpPr>
                <p:cNvPr id="892" name="Google Shape;892;p8"/>
                <p:cNvGrpSpPr/>
                <p:nvPr/>
              </p:nvGrpSpPr>
              <p:grpSpPr>
                <a:xfrm>
                  <a:off x="7880760" y="4466102"/>
                  <a:ext cx="180987" cy="144939"/>
                  <a:chOff x="7880760" y="4466102"/>
                  <a:chExt cx="180987" cy="144939"/>
                </a:xfrm>
              </p:grpSpPr>
              <p:sp>
                <p:nvSpPr>
                  <p:cNvPr id="893" name="Google Shape;893;p8"/>
                  <p:cNvSpPr/>
                  <p:nvPr/>
                </p:nvSpPr>
                <p:spPr>
                  <a:xfrm>
                    <a:off x="7880760" y="4466102"/>
                    <a:ext cx="180987" cy="144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987" h="144939" extrusionOk="0">
                        <a:moveTo>
                          <a:pt x="63" y="942"/>
                        </a:moveTo>
                        <a:cubicBezTo>
                          <a:pt x="-1328" y="7997"/>
                          <a:pt x="20631" y="45307"/>
                          <a:pt x="28828" y="39345"/>
                        </a:cubicBezTo>
                        <a:cubicBezTo>
                          <a:pt x="43881" y="28415"/>
                          <a:pt x="1405" y="-6113"/>
                          <a:pt x="63" y="942"/>
                        </a:cubicBezTo>
                        <a:close/>
                        <a:moveTo>
                          <a:pt x="43881" y="33880"/>
                        </a:moveTo>
                        <a:cubicBezTo>
                          <a:pt x="43384" y="36811"/>
                          <a:pt x="59779" y="55044"/>
                          <a:pt x="63406" y="52113"/>
                        </a:cubicBezTo>
                        <a:cubicBezTo>
                          <a:pt x="66983" y="49132"/>
                          <a:pt x="44825" y="28564"/>
                          <a:pt x="43881" y="33880"/>
                        </a:cubicBezTo>
                        <a:close/>
                        <a:moveTo>
                          <a:pt x="120936" y="80878"/>
                        </a:moveTo>
                        <a:cubicBezTo>
                          <a:pt x="126599" y="76755"/>
                          <a:pt x="89140" y="53305"/>
                          <a:pt x="88544" y="60907"/>
                        </a:cubicBezTo>
                        <a:cubicBezTo>
                          <a:pt x="88047" y="67961"/>
                          <a:pt x="115272" y="85001"/>
                          <a:pt x="120936" y="80878"/>
                        </a:cubicBezTo>
                        <a:close/>
                        <a:moveTo>
                          <a:pt x="116812" y="106165"/>
                        </a:moveTo>
                        <a:cubicBezTo>
                          <a:pt x="118850" y="117940"/>
                          <a:pt x="134250" y="124994"/>
                          <a:pt x="140460" y="120871"/>
                        </a:cubicBezTo>
                        <a:cubicBezTo>
                          <a:pt x="146621" y="116747"/>
                          <a:pt x="114726" y="93994"/>
                          <a:pt x="116812" y="106165"/>
                        </a:cubicBezTo>
                        <a:close/>
                        <a:moveTo>
                          <a:pt x="158941" y="131999"/>
                        </a:moveTo>
                        <a:cubicBezTo>
                          <a:pt x="159985" y="134930"/>
                          <a:pt x="173349" y="149040"/>
                          <a:pt x="180006" y="143774"/>
                        </a:cubicBezTo>
                        <a:cubicBezTo>
                          <a:pt x="186663" y="138508"/>
                          <a:pt x="157203" y="126982"/>
                          <a:pt x="158941" y="131999"/>
                        </a:cubicBezTo>
                        <a:close/>
                        <a:moveTo>
                          <a:pt x="140957" y="79686"/>
                        </a:moveTo>
                        <a:cubicBezTo>
                          <a:pt x="135840" y="92602"/>
                          <a:pt x="156358" y="114959"/>
                          <a:pt x="159438" y="115555"/>
                        </a:cubicBezTo>
                        <a:cubicBezTo>
                          <a:pt x="162518" y="116151"/>
                          <a:pt x="144932" y="69750"/>
                          <a:pt x="140957" y="79686"/>
                        </a:cubicBezTo>
                        <a:close/>
                      </a:path>
                    </a:pathLst>
                  </a:custGeom>
                  <a:solidFill>
                    <a:srgbClr val="D0D6E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94" name="Google Shape;894;p8"/>
                  <p:cNvSpPr/>
                  <p:nvPr/>
                </p:nvSpPr>
                <p:spPr>
                  <a:xfrm>
                    <a:off x="7880760" y="4466102"/>
                    <a:ext cx="180987" cy="144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987" h="144939" extrusionOk="0">
                        <a:moveTo>
                          <a:pt x="63" y="942"/>
                        </a:moveTo>
                        <a:cubicBezTo>
                          <a:pt x="-1328" y="7997"/>
                          <a:pt x="20631" y="45307"/>
                          <a:pt x="28828" y="39345"/>
                        </a:cubicBezTo>
                        <a:cubicBezTo>
                          <a:pt x="43881" y="28415"/>
                          <a:pt x="1405" y="-6113"/>
                          <a:pt x="63" y="942"/>
                        </a:cubicBezTo>
                        <a:close/>
                        <a:moveTo>
                          <a:pt x="43881" y="33880"/>
                        </a:moveTo>
                        <a:cubicBezTo>
                          <a:pt x="43384" y="36811"/>
                          <a:pt x="59779" y="55044"/>
                          <a:pt x="63406" y="52113"/>
                        </a:cubicBezTo>
                        <a:cubicBezTo>
                          <a:pt x="66983" y="49132"/>
                          <a:pt x="44825" y="28564"/>
                          <a:pt x="43881" y="33880"/>
                        </a:cubicBezTo>
                        <a:close/>
                        <a:moveTo>
                          <a:pt x="120936" y="80878"/>
                        </a:moveTo>
                        <a:cubicBezTo>
                          <a:pt x="126599" y="76755"/>
                          <a:pt x="89140" y="53305"/>
                          <a:pt x="88544" y="60907"/>
                        </a:cubicBezTo>
                        <a:cubicBezTo>
                          <a:pt x="88047" y="67961"/>
                          <a:pt x="115272" y="85001"/>
                          <a:pt x="120936" y="80878"/>
                        </a:cubicBezTo>
                        <a:close/>
                        <a:moveTo>
                          <a:pt x="116812" y="106165"/>
                        </a:moveTo>
                        <a:cubicBezTo>
                          <a:pt x="118850" y="117940"/>
                          <a:pt x="134250" y="124994"/>
                          <a:pt x="140460" y="120871"/>
                        </a:cubicBezTo>
                        <a:cubicBezTo>
                          <a:pt x="146621" y="116747"/>
                          <a:pt x="114726" y="93994"/>
                          <a:pt x="116812" y="106165"/>
                        </a:cubicBezTo>
                        <a:close/>
                        <a:moveTo>
                          <a:pt x="158941" y="131999"/>
                        </a:moveTo>
                        <a:cubicBezTo>
                          <a:pt x="159985" y="134930"/>
                          <a:pt x="173349" y="149040"/>
                          <a:pt x="180006" y="143774"/>
                        </a:cubicBezTo>
                        <a:cubicBezTo>
                          <a:pt x="186663" y="138508"/>
                          <a:pt x="157203" y="126982"/>
                          <a:pt x="158941" y="131999"/>
                        </a:cubicBezTo>
                        <a:close/>
                        <a:moveTo>
                          <a:pt x="140957" y="79686"/>
                        </a:moveTo>
                        <a:cubicBezTo>
                          <a:pt x="135840" y="92602"/>
                          <a:pt x="156358" y="114959"/>
                          <a:pt x="159438" y="115555"/>
                        </a:cubicBezTo>
                        <a:cubicBezTo>
                          <a:pt x="162518" y="116151"/>
                          <a:pt x="144932" y="69750"/>
                          <a:pt x="140957" y="79686"/>
                        </a:cubicBezTo>
                        <a:close/>
                      </a:path>
                    </a:pathLst>
                  </a:custGeom>
                  <a:solidFill>
                    <a:srgbClr val="D0D6E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sp>
              <p:nvSpPr>
                <p:cNvPr id="895" name="Google Shape;895;p8"/>
                <p:cNvSpPr/>
                <p:nvPr/>
              </p:nvSpPr>
              <p:spPr>
                <a:xfrm>
                  <a:off x="7304581" y="4624804"/>
                  <a:ext cx="30926" cy="12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26" h="12628" extrusionOk="0">
                      <a:moveTo>
                        <a:pt x="30899" y="2708"/>
                      </a:moveTo>
                      <a:cubicBezTo>
                        <a:pt x="29856" y="-4346"/>
                        <a:pt x="-6709" y="3801"/>
                        <a:pt x="1090" y="10955"/>
                      </a:cubicBezTo>
                      <a:cubicBezTo>
                        <a:pt x="6208" y="15625"/>
                        <a:pt x="31892" y="9763"/>
                        <a:pt x="30899" y="270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6" name="Google Shape;896;p8"/>
                <p:cNvSpPr/>
                <p:nvPr/>
              </p:nvSpPr>
              <p:spPr>
                <a:xfrm>
                  <a:off x="7450546" y="5315569"/>
                  <a:ext cx="28400" cy="11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00" h="11324" extrusionOk="0">
                      <a:moveTo>
                        <a:pt x="491" y="7869"/>
                      </a:moveTo>
                      <a:cubicBezTo>
                        <a:pt x="6155" y="13731"/>
                        <a:pt x="25133" y="11992"/>
                        <a:pt x="28213" y="3745"/>
                      </a:cubicBezTo>
                      <a:cubicBezTo>
                        <a:pt x="31293" y="-4452"/>
                        <a:pt x="-4576" y="2602"/>
                        <a:pt x="491" y="786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7" name="Google Shape;897;p8"/>
                <p:cNvSpPr/>
                <p:nvPr/>
              </p:nvSpPr>
              <p:spPr>
                <a:xfrm>
                  <a:off x="6905973" y="4614645"/>
                  <a:ext cx="941663" cy="808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663" h="808960" extrusionOk="0">
                      <a:moveTo>
                        <a:pt x="938533" y="453683"/>
                      </a:moveTo>
                      <a:cubicBezTo>
                        <a:pt x="936099" y="455670"/>
                        <a:pt x="935305" y="441213"/>
                        <a:pt x="935901" y="427154"/>
                      </a:cubicBezTo>
                      <a:cubicBezTo>
                        <a:pt x="931926" y="419602"/>
                        <a:pt x="928449" y="411802"/>
                        <a:pt x="925467" y="403854"/>
                      </a:cubicBezTo>
                      <a:cubicBezTo>
                        <a:pt x="921145" y="399184"/>
                        <a:pt x="917519" y="387707"/>
                        <a:pt x="916475" y="383733"/>
                      </a:cubicBezTo>
                      <a:cubicBezTo>
                        <a:pt x="914935" y="377871"/>
                        <a:pt x="907235" y="361377"/>
                        <a:pt x="898491" y="363761"/>
                      </a:cubicBezTo>
                      <a:cubicBezTo>
                        <a:pt x="889747" y="366146"/>
                        <a:pt x="895411" y="349652"/>
                        <a:pt x="887214" y="351440"/>
                      </a:cubicBezTo>
                      <a:cubicBezTo>
                        <a:pt x="878966" y="353179"/>
                        <a:pt x="877476" y="337927"/>
                        <a:pt x="878966" y="323818"/>
                      </a:cubicBezTo>
                      <a:cubicBezTo>
                        <a:pt x="880507" y="309709"/>
                        <a:pt x="873303" y="320887"/>
                        <a:pt x="869726" y="315025"/>
                      </a:cubicBezTo>
                      <a:cubicBezTo>
                        <a:pt x="866149" y="309163"/>
                        <a:pt x="862026" y="313833"/>
                        <a:pt x="856362" y="316167"/>
                      </a:cubicBezTo>
                      <a:cubicBezTo>
                        <a:pt x="850698" y="318552"/>
                        <a:pt x="849158" y="303847"/>
                        <a:pt x="850698" y="297935"/>
                      </a:cubicBezTo>
                      <a:cubicBezTo>
                        <a:pt x="852238" y="292072"/>
                        <a:pt x="849655" y="285018"/>
                        <a:pt x="841955" y="278509"/>
                      </a:cubicBezTo>
                      <a:cubicBezTo>
                        <a:pt x="834254" y="272051"/>
                        <a:pt x="833707" y="266735"/>
                        <a:pt x="834254" y="259084"/>
                      </a:cubicBezTo>
                      <a:cubicBezTo>
                        <a:pt x="834751" y="251434"/>
                        <a:pt x="790585" y="225600"/>
                        <a:pt x="780847" y="223265"/>
                      </a:cubicBezTo>
                      <a:cubicBezTo>
                        <a:pt x="771060" y="220930"/>
                        <a:pt x="779308" y="209156"/>
                        <a:pt x="775184" y="205032"/>
                      </a:cubicBezTo>
                      <a:cubicBezTo>
                        <a:pt x="771060" y="200908"/>
                        <a:pt x="769520" y="185656"/>
                        <a:pt x="769520" y="172690"/>
                      </a:cubicBezTo>
                      <a:cubicBezTo>
                        <a:pt x="769520" y="159773"/>
                        <a:pt x="755163" y="155650"/>
                        <a:pt x="755660" y="145068"/>
                      </a:cubicBezTo>
                      <a:cubicBezTo>
                        <a:pt x="756156" y="134486"/>
                        <a:pt x="751536" y="124500"/>
                        <a:pt x="752579" y="112725"/>
                      </a:cubicBezTo>
                      <a:cubicBezTo>
                        <a:pt x="753622" y="100951"/>
                        <a:pt x="737675" y="98020"/>
                        <a:pt x="737179" y="91561"/>
                      </a:cubicBezTo>
                      <a:cubicBezTo>
                        <a:pt x="736681" y="85103"/>
                        <a:pt x="727937" y="90965"/>
                        <a:pt x="719194" y="92158"/>
                      </a:cubicBezTo>
                      <a:cubicBezTo>
                        <a:pt x="710450" y="93300"/>
                        <a:pt x="710997" y="79241"/>
                        <a:pt x="711990" y="65678"/>
                      </a:cubicBezTo>
                      <a:cubicBezTo>
                        <a:pt x="712189" y="62946"/>
                        <a:pt x="712139" y="59866"/>
                        <a:pt x="711940" y="56586"/>
                      </a:cubicBezTo>
                      <a:cubicBezTo>
                        <a:pt x="703743" y="52314"/>
                        <a:pt x="695397" y="48389"/>
                        <a:pt x="686703" y="44961"/>
                      </a:cubicBezTo>
                      <a:cubicBezTo>
                        <a:pt x="678555" y="41782"/>
                        <a:pt x="673587" y="35820"/>
                        <a:pt x="671302" y="29014"/>
                      </a:cubicBezTo>
                      <a:cubicBezTo>
                        <a:pt x="670706" y="29958"/>
                        <a:pt x="670110" y="30802"/>
                        <a:pt x="669364" y="31548"/>
                      </a:cubicBezTo>
                      <a:cubicBezTo>
                        <a:pt x="664744" y="36267"/>
                        <a:pt x="672445" y="54500"/>
                        <a:pt x="666284" y="60958"/>
                      </a:cubicBezTo>
                      <a:cubicBezTo>
                        <a:pt x="660124" y="67417"/>
                        <a:pt x="665788" y="93251"/>
                        <a:pt x="664247" y="107956"/>
                      </a:cubicBezTo>
                      <a:cubicBezTo>
                        <a:pt x="662707" y="122662"/>
                        <a:pt x="663204" y="138510"/>
                        <a:pt x="657044" y="148495"/>
                      </a:cubicBezTo>
                      <a:cubicBezTo>
                        <a:pt x="650883" y="158481"/>
                        <a:pt x="649840" y="174379"/>
                        <a:pt x="637519" y="179645"/>
                      </a:cubicBezTo>
                      <a:cubicBezTo>
                        <a:pt x="625198" y="184911"/>
                        <a:pt x="608754" y="173783"/>
                        <a:pt x="609251" y="166132"/>
                      </a:cubicBezTo>
                      <a:cubicBezTo>
                        <a:pt x="609748" y="158481"/>
                        <a:pt x="595887" y="153762"/>
                        <a:pt x="588733" y="154954"/>
                      </a:cubicBezTo>
                      <a:cubicBezTo>
                        <a:pt x="581529" y="156146"/>
                        <a:pt x="577455" y="144372"/>
                        <a:pt x="566128" y="134386"/>
                      </a:cubicBezTo>
                      <a:cubicBezTo>
                        <a:pt x="554801" y="124401"/>
                        <a:pt x="546107" y="136721"/>
                        <a:pt x="542480" y="124997"/>
                      </a:cubicBezTo>
                      <a:cubicBezTo>
                        <a:pt x="538903" y="113272"/>
                        <a:pt x="535277" y="111483"/>
                        <a:pt x="527079" y="105025"/>
                      </a:cubicBezTo>
                      <a:cubicBezTo>
                        <a:pt x="518882" y="98567"/>
                        <a:pt x="521416" y="98567"/>
                        <a:pt x="529116" y="92108"/>
                      </a:cubicBezTo>
                      <a:cubicBezTo>
                        <a:pt x="536816" y="85649"/>
                        <a:pt x="535277" y="77403"/>
                        <a:pt x="531153" y="69752"/>
                      </a:cubicBezTo>
                      <a:cubicBezTo>
                        <a:pt x="527030" y="62101"/>
                        <a:pt x="535773" y="63890"/>
                        <a:pt x="546057" y="57382"/>
                      </a:cubicBezTo>
                      <a:cubicBezTo>
                        <a:pt x="556341" y="50923"/>
                        <a:pt x="546057" y="43272"/>
                        <a:pt x="553758" y="39745"/>
                      </a:cubicBezTo>
                      <a:cubicBezTo>
                        <a:pt x="561458" y="36218"/>
                        <a:pt x="556838" y="28567"/>
                        <a:pt x="548640" y="26828"/>
                      </a:cubicBezTo>
                      <a:cubicBezTo>
                        <a:pt x="540393" y="25089"/>
                        <a:pt x="542977" y="36218"/>
                        <a:pt x="539897" y="37410"/>
                      </a:cubicBezTo>
                      <a:cubicBezTo>
                        <a:pt x="536816" y="38602"/>
                        <a:pt x="533736" y="22704"/>
                        <a:pt x="531153" y="23300"/>
                      </a:cubicBezTo>
                      <a:cubicBezTo>
                        <a:pt x="528569" y="23897"/>
                        <a:pt x="518832" y="39149"/>
                        <a:pt x="513715" y="31548"/>
                      </a:cubicBezTo>
                      <a:cubicBezTo>
                        <a:pt x="508598" y="23897"/>
                        <a:pt x="479783" y="17438"/>
                        <a:pt x="468506" y="15650"/>
                      </a:cubicBezTo>
                      <a:cubicBezTo>
                        <a:pt x="457228" y="13911"/>
                        <a:pt x="453602" y="-2583"/>
                        <a:pt x="446945" y="348"/>
                      </a:cubicBezTo>
                      <a:cubicBezTo>
                        <a:pt x="440287" y="3279"/>
                        <a:pt x="447988" y="8595"/>
                        <a:pt x="455688" y="17985"/>
                      </a:cubicBezTo>
                      <a:cubicBezTo>
                        <a:pt x="463388" y="27374"/>
                        <a:pt x="430003" y="33833"/>
                        <a:pt x="420266" y="30355"/>
                      </a:cubicBezTo>
                      <a:cubicBezTo>
                        <a:pt x="410529" y="26828"/>
                        <a:pt x="421806" y="38602"/>
                        <a:pt x="413609" y="38006"/>
                      </a:cubicBezTo>
                      <a:cubicBezTo>
                        <a:pt x="405362" y="37410"/>
                        <a:pt x="403822" y="53854"/>
                        <a:pt x="397165" y="62101"/>
                      </a:cubicBezTo>
                      <a:cubicBezTo>
                        <a:pt x="390458" y="70348"/>
                        <a:pt x="395127" y="76210"/>
                        <a:pt x="387924" y="81526"/>
                      </a:cubicBezTo>
                      <a:cubicBezTo>
                        <a:pt x="380721" y="86792"/>
                        <a:pt x="380223" y="92704"/>
                        <a:pt x="388967" y="103882"/>
                      </a:cubicBezTo>
                      <a:cubicBezTo>
                        <a:pt x="397711" y="115061"/>
                        <a:pt x="384844" y="115657"/>
                        <a:pt x="377143" y="106813"/>
                      </a:cubicBezTo>
                      <a:cubicBezTo>
                        <a:pt x="369443" y="98020"/>
                        <a:pt x="361742" y="98020"/>
                        <a:pt x="362239" y="108006"/>
                      </a:cubicBezTo>
                      <a:cubicBezTo>
                        <a:pt x="362736" y="117992"/>
                        <a:pt x="352998" y="113322"/>
                        <a:pt x="354539" y="102143"/>
                      </a:cubicBezTo>
                      <a:cubicBezTo>
                        <a:pt x="356079" y="90965"/>
                        <a:pt x="343758" y="96281"/>
                        <a:pt x="341721" y="89773"/>
                      </a:cubicBezTo>
                      <a:cubicBezTo>
                        <a:pt x="339635" y="83315"/>
                        <a:pt x="328854" y="72733"/>
                        <a:pt x="322197" y="73329"/>
                      </a:cubicBezTo>
                      <a:cubicBezTo>
                        <a:pt x="315540" y="73925"/>
                        <a:pt x="315540" y="82172"/>
                        <a:pt x="308832" y="82172"/>
                      </a:cubicBezTo>
                      <a:cubicBezTo>
                        <a:pt x="302126" y="82172"/>
                        <a:pt x="300586" y="86295"/>
                        <a:pt x="301629" y="94493"/>
                      </a:cubicBezTo>
                      <a:cubicBezTo>
                        <a:pt x="302672" y="102740"/>
                        <a:pt x="291345" y="93897"/>
                        <a:pt x="283645" y="95089"/>
                      </a:cubicBezTo>
                      <a:cubicBezTo>
                        <a:pt x="275944" y="96281"/>
                        <a:pt x="283645" y="106267"/>
                        <a:pt x="279521" y="106863"/>
                      </a:cubicBezTo>
                      <a:cubicBezTo>
                        <a:pt x="275397" y="107459"/>
                        <a:pt x="275397" y="115706"/>
                        <a:pt x="268740" y="115706"/>
                      </a:cubicBezTo>
                      <a:cubicBezTo>
                        <a:pt x="262034" y="115706"/>
                        <a:pt x="263077" y="132747"/>
                        <a:pt x="264120" y="141590"/>
                      </a:cubicBezTo>
                      <a:cubicBezTo>
                        <a:pt x="265114" y="150383"/>
                        <a:pt x="253836" y="137467"/>
                        <a:pt x="247179" y="139801"/>
                      </a:cubicBezTo>
                      <a:cubicBezTo>
                        <a:pt x="240472" y="142137"/>
                        <a:pt x="248719" y="149787"/>
                        <a:pt x="250756" y="159773"/>
                      </a:cubicBezTo>
                      <a:cubicBezTo>
                        <a:pt x="252793" y="169759"/>
                        <a:pt x="247179" y="169163"/>
                        <a:pt x="243552" y="173286"/>
                      </a:cubicBezTo>
                      <a:cubicBezTo>
                        <a:pt x="239975" y="177410"/>
                        <a:pt x="234312" y="162108"/>
                        <a:pt x="234312" y="153315"/>
                      </a:cubicBezTo>
                      <a:cubicBezTo>
                        <a:pt x="234312" y="144521"/>
                        <a:pt x="225568" y="152718"/>
                        <a:pt x="216327" y="163896"/>
                      </a:cubicBezTo>
                      <a:cubicBezTo>
                        <a:pt x="207087" y="175074"/>
                        <a:pt x="219407" y="192115"/>
                        <a:pt x="215284" y="195046"/>
                      </a:cubicBezTo>
                      <a:cubicBezTo>
                        <a:pt x="211161" y="197977"/>
                        <a:pt x="192679" y="217999"/>
                        <a:pt x="181899" y="232654"/>
                      </a:cubicBezTo>
                      <a:cubicBezTo>
                        <a:pt x="173304" y="244379"/>
                        <a:pt x="156909" y="241150"/>
                        <a:pt x="146973" y="242938"/>
                      </a:cubicBezTo>
                      <a:cubicBezTo>
                        <a:pt x="146029" y="244031"/>
                        <a:pt x="145036" y="245074"/>
                        <a:pt x="143843" y="246118"/>
                      </a:cubicBezTo>
                      <a:cubicBezTo>
                        <a:pt x="119649" y="266685"/>
                        <a:pt x="92275" y="284123"/>
                        <a:pt x="61473" y="291476"/>
                      </a:cubicBezTo>
                      <a:cubicBezTo>
                        <a:pt x="47960" y="307771"/>
                        <a:pt x="32907" y="323818"/>
                        <a:pt x="16562" y="338375"/>
                      </a:cubicBezTo>
                      <a:cubicBezTo>
                        <a:pt x="16165" y="339865"/>
                        <a:pt x="15519" y="341405"/>
                        <a:pt x="14475" y="343144"/>
                      </a:cubicBezTo>
                      <a:cubicBezTo>
                        <a:pt x="6775" y="356061"/>
                        <a:pt x="-429" y="368978"/>
                        <a:pt x="10352" y="385472"/>
                      </a:cubicBezTo>
                      <a:cubicBezTo>
                        <a:pt x="21133" y="401916"/>
                        <a:pt x="27293" y="412498"/>
                        <a:pt x="23716" y="420745"/>
                      </a:cubicBezTo>
                      <a:cubicBezTo>
                        <a:pt x="20139" y="428992"/>
                        <a:pt x="12439" y="404301"/>
                        <a:pt x="9855" y="407232"/>
                      </a:cubicBezTo>
                      <a:cubicBezTo>
                        <a:pt x="7272" y="410163"/>
                        <a:pt x="19642" y="420745"/>
                        <a:pt x="16562" y="426011"/>
                      </a:cubicBezTo>
                      <a:cubicBezTo>
                        <a:pt x="13482" y="431327"/>
                        <a:pt x="2403" y="406040"/>
                        <a:pt x="117" y="411902"/>
                      </a:cubicBezTo>
                      <a:cubicBezTo>
                        <a:pt x="-1919" y="417168"/>
                        <a:pt x="23219" y="457161"/>
                        <a:pt x="23765" y="471866"/>
                      </a:cubicBezTo>
                      <a:cubicBezTo>
                        <a:pt x="24263" y="486572"/>
                        <a:pt x="44333" y="500681"/>
                        <a:pt x="43290" y="521845"/>
                      </a:cubicBezTo>
                      <a:cubicBezTo>
                        <a:pt x="42247" y="543009"/>
                        <a:pt x="60728" y="577090"/>
                        <a:pt x="63858" y="582356"/>
                      </a:cubicBezTo>
                      <a:cubicBezTo>
                        <a:pt x="66938" y="587622"/>
                        <a:pt x="56654" y="601731"/>
                        <a:pt x="58691" y="617629"/>
                      </a:cubicBezTo>
                      <a:cubicBezTo>
                        <a:pt x="60778" y="633527"/>
                        <a:pt x="54071" y="639389"/>
                        <a:pt x="45327" y="639389"/>
                      </a:cubicBezTo>
                      <a:cubicBezTo>
                        <a:pt x="36583" y="639389"/>
                        <a:pt x="41750" y="655883"/>
                        <a:pt x="51487" y="657026"/>
                      </a:cubicBezTo>
                      <a:cubicBezTo>
                        <a:pt x="61274" y="658218"/>
                        <a:pt x="57648" y="665869"/>
                        <a:pt x="68428" y="674066"/>
                      </a:cubicBezTo>
                      <a:cubicBezTo>
                        <a:pt x="70764" y="675855"/>
                        <a:pt x="73794" y="677097"/>
                        <a:pt x="77222" y="677941"/>
                      </a:cubicBezTo>
                      <a:cubicBezTo>
                        <a:pt x="102360" y="667657"/>
                        <a:pt x="128542" y="661050"/>
                        <a:pt x="153382" y="650319"/>
                      </a:cubicBezTo>
                      <a:cubicBezTo>
                        <a:pt x="155171" y="647984"/>
                        <a:pt x="158698" y="646543"/>
                        <a:pt x="163517" y="645699"/>
                      </a:cubicBezTo>
                      <a:cubicBezTo>
                        <a:pt x="171615" y="641724"/>
                        <a:pt x="179563" y="637153"/>
                        <a:pt x="187214" y="631738"/>
                      </a:cubicBezTo>
                      <a:cubicBezTo>
                        <a:pt x="222190" y="606948"/>
                        <a:pt x="253687" y="587672"/>
                        <a:pt x="297754" y="594428"/>
                      </a:cubicBezTo>
                      <a:cubicBezTo>
                        <a:pt x="300884" y="594925"/>
                        <a:pt x="303567" y="596167"/>
                        <a:pt x="305852" y="597856"/>
                      </a:cubicBezTo>
                      <a:cubicBezTo>
                        <a:pt x="309926" y="597707"/>
                        <a:pt x="314894" y="597906"/>
                        <a:pt x="321203" y="598254"/>
                      </a:cubicBezTo>
                      <a:cubicBezTo>
                        <a:pt x="341224" y="599446"/>
                        <a:pt x="359705" y="587076"/>
                        <a:pt x="372573" y="581213"/>
                      </a:cubicBezTo>
                      <a:cubicBezTo>
                        <a:pt x="385390" y="575351"/>
                        <a:pt x="409038" y="577686"/>
                        <a:pt x="421359" y="574158"/>
                      </a:cubicBezTo>
                      <a:cubicBezTo>
                        <a:pt x="433680" y="570631"/>
                        <a:pt x="435717" y="591795"/>
                        <a:pt x="449627" y="590007"/>
                      </a:cubicBezTo>
                      <a:cubicBezTo>
                        <a:pt x="463488" y="588218"/>
                        <a:pt x="469648" y="594726"/>
                        <a:pt x="476852" y="594130"/>
                      </a:cubicBezTo>
                      <a:cubicBezTo>
                        <a:pt x="484056" y="593534"/>
                        <a:pt x="483013" y="599992"/>
                        <a:pt x="490216" y="601781"/>
                      </a:cubicBezTo>
                      <a:cubicBezTo>
                        <a:pt x="497420" y="603569"/>
                        <a:pt x="496376" y="610624"/>
                        <a:pt x="491756" y="618225"/>
                      </a:cubicBezTo>
                      <a:cubicBezTo>
                        <a:pt x="487136" y="625876"/>
                        <a:pt x="502537" y="625280"/>
                        <a:pt x="512324" y="640581"/>
                      </a:cubicBezTo>
                      <a:cubicBezTo>
                        <a:pt x="522061" y="655883"/>
                        <a:pt x="512821" y="658218"/>
                        <a:pt x="517988" y="669992"/>
                      </a:cubicBezTo>
                      <a:cubicBezTo>
                        <a:pt x="523105" y="681767"/>
                        <a:pt x="526731" y="678786"/>
                        <a:pt x="537015" y="662341"/>
                      </a:cubicBezTo>
                      <a:cubicBezTo>
                        <a:pt x="547299" y="645897"/>
                        <a:pt x="558577" y="656479"/>
                        <a:pt x="560117" y="642370"/>
                      </a:cubicBezTo>
                      <a:cubicBezTo>
                        <a:pt x="561657" y="628261"/>
                        <a:pt x="572438" y="611816"/>
                        <a:pt x="579641" y="618871"/>
                      </a:cubicBezTo>
                      <a:cubicBezTo>
                        <a:pt x="586845" y="625925"/>
                        <a:pt x="574524" y="629453"/>
                        <a:pt x="569854" y="656479"/>
                      </a:cubicBezTo>
                      <a:cubicBezTo>
                        <a:pt x="565234" y="683505"/>
                        <a:pt x="557037" y="669396"/>
                        <a:pt x="555496" y="677047"/>
                      </a:cubicBezTo>
                      <a:cubicBezTo>
                        <a:pt x="553957" y="684698"/>
                        <a:pt x="577058" y="688821"/>
                        <a:pt x="577058" y="674712"/>
                      </a:cubicBezTo>
                      <a:cubicBezTo>
                        <a:pt x="577058" y="660603"/>
                        <a:pt x="581181" y="654144"/>
                        <a:pt x="589925" y="667061"/>
                      </a:cubicBezTo>
                      <a:cubicBezTo>
                        <a:pt x="598669" y="679978"/>
                        <a:pt x="584808" y="690560"/>
                        <a:pt x="586845" y="696472"/>
                      </a:cubicBezTo>
                      <a:cubicBezTo>
                        <a:pt x="588882" y="702334"/>
                        <a:pt x="598669" y="694683"/>
                        <a:pt x="603786" y="695280"/>
                      </a:cubicBezTo>
                      <a:cubicBezTo>
                        <a:pt x="612927" y="696323"/>
                        <a:pt x="625348" y="719375"/>
                        <a:pt x="623310" y="731745"/>
                      </a:cubicBezTo>
                      <a:cubicBezTo>
                        <a:pt x="623261" y="732192"/>
                        <a:pt x="623161" y="732590"/>
                        <a:pt x="623112" y="733037"/>
                      </a:cubicBezTo>
                      <a:cubicBezTo>
                        <a:pt x="655404" y="739893"/>
                        <a:pt x="684815" y="759864"/>
                        <a:pt x="703644" y="788282"/>
                      </a:cubicBezTo>
                      <a:cubicBezTo>
                        <a:pt x="705730" y="791412"/>
                        <a:pt x="706972" y="794541"/>
                        <a:pt x="707568" y="797522"/>
                      </a:cubicBezTo>
                      <a:cubicBezTo>
                        <a:pt x="715567" y="801795"/>
                        <a:pt x="731962" y="790170"/>
                        <a:pt x="735291" y="777004"/>
                      </a:cubicBezTo>
                      <a:cubicBezTo>
                        <a:pt x="738867" y="762895"/>
                        <a:pt x="752231" y="776408"/>
                        <a:pt x="745078" y="781128"/>
                      </a:cubicBezTo>
                      <a:cubicBezTo>
                        <a:pt x="737874" y="785847"/>
                        <a:pt x="748654" y="797025"/>
                        <a:pt x="749201" y="789375"/>
                      </a:cubicBezTo>
                      <a:cubicBezTo>
                        <a:pt x="749697" y="781724"/>
                        <a:pt x="752827" y="775265"/>
                        <a:pt x="755361" y="784108"/>
                      </a:cubicBezTo>
                      <a:cubicBezTo>
                        <a:pt x="757945" y="792902"/>
                        <a:pt x="767185" y="792902"/>
                        <a:pt x="770762" y="799957"/>
                      </a:cubicBezTo>
                      <a:cubicBezTo>
                        <a:pt x="774339" y="807011"/>
                        <a:pt x="778463" y="812327"/>
                        <a:pt x="778463" y="806415"/>
                      </a:cubicBezTo>
                      <a:cubicBezTo>
                        <a:pt x="778463" y="800553"/>
                        <a:pt x="780500" y="795237"/>
                        <a:pt x="788747" y="791710"/>
                      </a:cubicBezTo>
                      <a:cubicBezTo>
                        <a:pt x="796944" y="788182"/>
                        <a:pt x="802111" y="781724"/>
                        <a:pt x="810855" y="773477"/>
                      </a:cubicBezTo>
                      <a:cubicBezTo>
                        <a:pt x="819598" y="765230"/>
                        <a:pt x="855517" y="763491"/>
                        <a:pt x="859144" y="763491"/>
                      </a:cubicBezTo>
                      <a:cubicBezTo>
                        <a:pt x="862721" y="763491"/>
                        <a:pt x="864808" y="728218"/>
                        <a:pt x="866845" y="709985"/>
                      </a:cubicBezTo>
                      <a:cubicBezTo>
                        <a:pt x="868931" y="691752"/>
                        <a:pt x="882245" y="688821"/>
                        <a:pt x="884283" y="669446"/>
                      </a:cubicBezTo>
                      <a:cubicBezTo>
                        <a:pt x="886369" y="650070"/>
                        <a:pt x="904303" y="614201"/>
                        <a:pt x="908924" y="612462"/>
                      </a:cubicBezTo>
                      <a:cubicBezTo>
                        <a:pt x="913544" y="610674"/>
                        <a:pt x="922288" y="605408"/>
                        <a:pt x="922785" y="594230"/>
                      </a:cubicBezTo>
                      <a:cubicBezTo>
                        <a:pt x="922785" y="594180"/>
                        <a:pt x="922785" y="594130"/>
                        <a:pt x="922785" y="594080"/>
                      </a:cubicBezTo>
                      <a:cubicBezTo>
                        <a:pt x="922536" y="566557"/>
                        <a:pt x="926958" y="539382"/>
                        <a:pt x="932522" y="511660"/>
                      </a:cubicBezTo>
                      <a:cubicBezTo>
                        <a:pt x="936198" y="493129"/>
                        <a:pt x="940173" y="474052"/>
                        <a:pt x="941663" y="455025"/>
                      </a:cubicBezTo>
                      <a:cubicBezTo>
                        <a:pt x="940471" y="453584"/>
                        <a:pt x="939428" y="452987"/>
                        <a:pt x="938533" y="45368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8" name="Google Shape;898;p8"/>
                <p:cNvSpPr/>
                <p:nvPr/>
              </p:nvSpPr>
              <p:spPr>
                <a:xfrm>
                  <a:off x="7654429" y="5474378"/>
                  <a:ext cx="72818" cy="84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18" h="84296" extrusionOk="0">
                      <a:moveTo>
                        <a:pt x="67814" y="3069"/>
                      </a:moveTo>
                      <a:cubicBezTo>
                        <a:pt x="65231" y="-6967"/>
                        <a:pt x="42676" y="10670"/>
                        <a:pt x="28765" y="12458"/>
                      </a:cubicBezTo>
                      <a:cubicBezTo>
                        <a:pt x="20021" y="13601"/>
                        <a:pt x="8546" y="7540"/>
                        <a:pt x="0" y="3317"/>
                      </a:cubicBezTo>
                      <a:cubicBezTo>
                        <a:pt x="17388" y="27512"/>
                        <a:pt x="30951" y="55432"/>
                        <a:pt x="40539" y="84297"/>
                      </a:cubicBezTo>
                      <a:cubicBezTo>
                        <a:pt x="41285" y="83402"/>
                        <a:pt x="42228" y="82905"/>
                        <a:pt x="43669" y="83005"/>
                      </a:cubicBezTo>
                      <a:cubicBezTo>
                        <a:pt x="50376" y="83601"/>
                        <a:pt x="47793" y="75354"/>
                        <a:pt x="48787" y="69492"/>
                      </a:cubicBezTo>
                      <a:cubicBezTo>
                        <a:pt x="49830" y="63630"/>
                        <a:pt x="56487" y="75950"/>
                        <a:pt x="62150" y="72423"/>
                      </a:cubicBezTo>
                      <a:cubicBezTo>
                        <a:pt x="67814" y="68896"/>
                        <a:pt x="60611" y="43608"/>
                        <a:pt x="68858" y="43608"/>
                      </a:cubicBezTo>
                      <a:cubicBezTo>
                        <a:pt x="77055" y="43608"/>
                        <a:pt x="70398" y="13054"/>
                        <a:pt x="67814" y="306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9" name="Google Shape;899;p8"/>
                <p:cNvSpPr/>
                <p:nvPr/>
              </p:nvSpPr>
              <p:spPr>
                <a:xfrm>
                  <a:off x="8305890" y="5290549"/>
                  <a:ext cx="127232" cy="21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232" h="210496" extrusionOk="0">
                      <a:moveTo>
                        <a:pt x="52215" y="200908"/>
                      </a:moveTo>
                      <a:cubicBezTo>
                        <a:pt x="58226" y="160865"/>
                        <a:pt x="87687" y="126586"/>
                        <a:pt x="112577" y="96877"/>
                      </a:cubicBezTo>
                      <a:cubicBezTo>
                        <a:pt x="117048" y="91561"/>
                        <a:pt x="122165" y="88978"/>
                        <a:pt x="127232" y="88481"/>
                      </a:cubicBezTo>
                      <a:cubicBezTo>
                        <a:pt x="121917" y="86046"/>
                        <a:pt x="109993" y="90170"/>
                        <a:pt x="106715" y="96430"/>
                      </a:cubicBezTo>
                      <a:cubicBezTo>
                        <a:pt x="102094" y="105273"/>
                        <a:pt x="92854" y="94095"/>
                        <a:pt x="84110" y="94095"/>
                      </a:cubicBezTo>
                      <a:cubicBezTo>
                        <a:pt x="75366" y="94095"/>
                        <a:pt x="70249" y="87040"/>
                        <a:pt x="70249" y="78197"/>
                      </a:cubicBezTo>
                      <a:cubicBezTo>
                        <a:pt x="70249" y="69404"/>
                        <a:pt x="68212" y="56437"/>
                        <a:pt x="59965" y="57033"/>
                      </a:cubicBezTo>
                      <a:cubicBezTo>
                        <a:pt x="51718" y="57629"/>
                        <a:pt x="62549" y="67019"/>
                        <a:pt x="59468" y="71738"/>
                      </a:cubicBezTo>
                      <a:cubicBezTo>
                        <a:pt x="56388" y="76458"/>
                        <a:pt x="54351" y="66423"/>
                        <a:pt x="50227" y="66423"/>
                      </a:cubicBezTo>
                      <a:cubicBezTo>
                        <a:pt x="46154" y="66423"/>
                        <a:pt x="41484" y="59964"/>
                        <a:pt x="41484" y="48190"/>
                      </a:cubicBezTo>
                      <a:cubicBezTo>
                        <a:pt x="41484" y="36416"/>
                        <a:pt x="32740" y="37608"/>
                        <a:pt x="32740" y="24095"/>
                      </a:cubicBezTo>
                      <a:cubicBezTo>
                        <a:pt x="32740" y="10582"/>
                        <a:pt x="14259" y="0"/>
                        <a:pt x="3975" y="0"/>
                      </a:cubicBezTo>
                      <a:cubicBezTo>
                        <a:pt x="-6309" y="0"/>
                        <a:pt x="6012" y="21164"/>
                        <a:pt x="11178" y="28219"/>
                      </a:cubicBezTo>
                      <a:cubicBezTo>
                        <a:pt x="16296" y="35273"/>
                        <a:pt x="27623" y="41731"/>
                        <a:pt x="27126" y="47047"/>
                      </a:cubicBezTo>
                      <a:cubicBezTo>
                        <a:pt x="26629" y="52363"/>
                        <a:pt x="34826" y="65876"/>
                        <a:pt x="40987" y="68211"/>
                      </a:cubicBezTo>
                      <a:cubicBezTo>
                        <a:pt x="47147" y="70596"/>
                        <a:pt x="37360" y="91164"/>
                        <a:pt x="37360" y="107608"/>
                      </a:cubicBezTo>
                      <a:cubicBezTo>
                        <a:pt x="37360" y="124052"/>
                        <a:pt x="26083" y="121121"/>
                        <a:pt x="18383" y="131703"/>
                      </a:cubicBezTo>
                      <a:cubicBezTo>
                        <a:pt x="10682" y="142285"/>
                        <a:pt x="37907" y="152867"/>
                        <a:pt x="49184" y="163449"/>
                      </a:cubicBezTo>
                      <a:cubicBezTo>
                        <a:pt x="60512" y="174031"/>
                        <a:pt x="39497" y="200014"/>
                        <a:pt x="42527" y="205777"/>
                      </a:cubicBezTo>
                      <a:cubicBezTo>
                        <a:pt x="43471" y="207615"/>
                        <a:pt x="46849" y="209900"/>
                        <a:pt x="52066" y="210496"/>
                      </a:cubicBezTo>
                      <a:cubicBezTo>
                        <a:pt x="51718" y="207317"/>
                        <a:pt x="51718" y="204137"/>
                        <a:pt x="52215" y="20090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0" name="Google Shape;900;p8"/>
                <p:cNvSpPr/>
                <p:nvPr/>
              </p:nvSpPr>
              <p:spPr>
                <a:xfrm>
                  <a:off x="8155367" y="5475444"/>
                  <a:ext cx="177228" cy="18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228" h="185125" extrusionOk="0">
                      <a:moveTo>
                        <a:pt x="176605" y="27886"/>
                      </a:moveTo>
                      <a:cubicBezTo>
                        <a:pt x="171985" y="17901"/>
                        <a:pt x="180729" y="12038"/>
                        <a:pt x="173525" y="6126"/>
                      </a:cubicBezTo>
                      <a:cubicBezTo>
                        <a:pt x="166322" y="264"/>
                        <a:pt x="162745" y="8462"/>
                        <a:pt x="155044" y="12585"/>
                      </a:cubicBezTo>
                      <a:cubicBezTo>
                        <a:pt x="147343" y="16708"/>
                        <a:pt x="142227" y="-6840"/>
                        <a:pt x="132439" y="2003"/>
                      </a:cubicBezTo>
                      <a:cubicBezTo>
                        <a:pt x="122702" y="10796"/>
                        <a:pt x="131396" y="14324"/>
                        <a:pt x="120616" y="24906"/>
                      </a:cubicBezTo>
                      <a:cubicBezTo>
                        <a:pt x="109835" y="35488"/>
                        <a:pt x="114455" y="39015"/>
                        <a:pt x="101588" y="61918"/>
                      </a:cubicBezTo>
                      <a:cubicBezTo>
                        <a:pt x="88770" y="84821"/>
                        <a:pt x="44555" y="97787"/>
                        <a:pt x="37898" y="110108"/>
                      </a:cubicBezTo>
                      <a:cubicBezTo>
                        <a:pt x="31191" y="122478"/>
                        <a:pt x="9132" y="132464"/>
                        <a:pt x="8586" y="141854"/>
                      </a:cubicBezTo>
                      <a:cubicBezTo>
                        <a:pt x="8089" y="151243"/>
                        <a:pt x="-5375" y="158000"/>
                        <a:pt x="2426" y="170668"/>
                      </a:cubicBezTo>
                      <a:cubicBezTo>
                        <a:pt x="8586" y="180654"/>
                        <a:pt x="16783" y="173600"/>
                        <a:pt x="23490" y="181250"/>
                      </a:cubicBezTo>
                      <a:cubicBezTo>
                        <a:pt x="25577" y="183635"/>
                        <a:pt x="27663" y="184678"/>
                        <a:pt x="29650" y="185126"/>
                      </a:cubicBezTo>
                      <a:cubicBezTo>
                        <a:pt x="38345" y="177872"/>
                        <a:pt x="47784" y="171960"/>
                        <a:pt x="58366" y="167688"/>
                      </a:cubicBezTo>
                      <a:cubicBezTo>
                        <a:pt x="60254" y="156808"/>
                        <a:pt x="68153" y="147517"/>
                        <a:pt x="82212" y="148163"/>
                      </a:cubicBezTo>
                      <a:cubicBezTo>
                        <a:pt x="87578" y="148412"/>
                        <a:pt x="88373" y="148511"/>
                        <a:pt x="93242" y="142897"/>
                      </a:cubicBezTo>
                      <a:cubicBezTo>
                        <a:pt x="98110" y="137283"/>
                        <a:pt x="101638" y="130527"/>
                        <a:pt x="105214" y="123969"/>
                      </a:cubicBezTo>
                      <a:cubicBezTo>
                        <a:pt x="114257" y="107475"/>
                        <a:pt x="122255" y="90633"/>
                        <a:pt x="135122" y="76723"/>
                      </a:cubicBezTo>
                      <a:cubicBezTo>
                        <a:pt x="141779" y="69569"/>
                        <a:pt x="149579" y="67730"/>
                        <a:pt x="156733" y="69370"/>
                      </a:cubicBezTo>
                      <a:cubicBezTo>
                        <a:pt x="157876" y="67482"/>
                        <a:pt x="158621" y="65246"/>
                        <a:pt x="158621" y="62564"/>
                      </a:cubicBezTo>
                      <a:cubicBezTo>
                        <a:pt x="158621" y="49647"/>
                        <a:pt x="181226" y="37872"/>
                        <a:pt x="176605" y="2788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1" name="Google Shape;901;p8"/>
                <p:cNvSpPr/>
                <p:nvPr/>
              </p:nvSpPr>
              <p:spPr>
                <a:xfrm>
                  <a:off x="8409942" y="4761797"/>
                  <a:ext cx="57111" cy="54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11" h="54608" extrusionOk="0">
                      <a:moveTo>
                        <a:pt x="1122" y="48540"/>
                      </a:moveTo>
                      <a:cubicBezTo>
                        <a:pt x="9865" y="57929"/>
                        <a:pt x="27303" y="57333"/>
                        <a:pt x="27800" y="40293"/>
                      </a:cubicBezTo>
                      <a:cubicBezTo>
                        <a:pt x="28346" y="23252"/>
                        <a:pt x="-6629" y="40144"/>
                        <a:pt x="1122" y="48540"/>
                      </a:cubicBezTo>
                      <a:close/>
                      <a:moveTo>
                        <a:pt x="32967" y="17340"/>
                      </a:moveTo>
                      <a:cubicBezTo>
                        <a:pt x="38631" y="19675"/>
                        <a:pt x="57112" y="12621"/>
                        <a:pt x="57112" y="2635"/>
                      </a:cubicBezTo>
                      <a:cubicBezTo>
                        <a:pt x="57112" y="-7301"/>
                        <a:pt x="24471" y="13813"/>
                        <a:pt x="32967" y="1734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8"/>
                <p:cNvSpPr/>
                <p:nvPr/>
              </p:nvSpPr>
              <p:spPr>
                <a:xfrm>
                  <a:off x="5532206" y="3098758"/>
                  <a:ext cx="327860" cy="234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860" h="234205" extrusionOk="0">
                      <a:moveTo>
                        <a:pt x="326122" y="148827"/>
                      </a:moveTo>
                      <a:cubicBezTo>
                        <a:pt x="326122" y="148827"/>
                        <a:pt x="311069" y="140232"/>
                        <a:pt x="305554" y="140978"/>
                      </a:cubicBezTo>
                      <a:cubicBezTo>
                        <a:pt x="300090" y="141773"/>
                        <a:pt x="291197" y="126918"/>
                        <a:pt x="281558" y="122944"/>
                      </a:cubicBezTo>
                      <a:cubicBezTo>
                        <a:pt x="271970" y="119019"/>
                        <a:pt x="258954" y="111964"/>
                        <a:pt x="254880" y="104910"/>
                      </a:cubicBezTo>
                      <a:cubicBezTo>
                        <a:pt x="250757" y="97855"/>
                        <a:pt x="233617" y="90800"/>
                        <a:pt x="231580" y="85336"/>
                      </a:cubicBezTo>
                      <a:cubicBezTo>
                        <a:pt x="229543" y="79871"/>
                        <a:pt x="226115" y="70431"/>
                        <a:pt x="221296" y="63377"/>
                      </a:cubicBezTo>
                      <a:cubicBezTo>
                        <a:pt x="216527" y="56322"/>
                        <a:pt x="216527" y="46932"/>
                        <a:pt x="211708" y="46138"/>
                      </a:cubicBezTo>
                      <a:cubicBezTo>
                        <a:pt x="206889" y="45343"/>
                        <a:pt x="177428" y="46138"/>
                        <a:pt x="177428" y="41468"/>
                      </a:cubicBezTo>
                      <a:cubicBezTo>
                        <a:pt x="177428" y="36748"/>
                        <a:pt x="175391" y="14789"/>
                        <a:pt x="169231" y="13249"/>
                      </a:cubicBezTo>
                      <a:cubicBezTo>
                        <a:pt x="163070" y="11659"/>
                        <a:pt x="154823" y="10119"/>
                        <a:pt x="151445" y="6194"/>
                      </a:cubicBezTo>
                      <a:cubicBezTo>
                        <a:pt x="148017" y="2270"/>
                        <a:pt x="137038" y="-2450"/>
                        <a:pt x="135001" y="1475"/>
                      </a:cubicBezTo>
                      <a:cubicBezTo>
                        <a:pt x="132964" y="5350"/>
                        <a:pt x="127450" y="6940"/>
                        <a:pt x="125413" y="6940"/>
                      </a:cubicBezTo>
                      <a:cubicBezTo>
                        <a:pt x="123376" y="6940"/>
                        <a:pt x="124021" y="17919"/>
                        <a:pt x="117165" y="17124"/>
                      </a:cubicBezTo>
                      <a:cubicBezTo>
                        <a:pt x="110310" y="16329"/>
                        <a:pt x="100722" y="25769"/>
                        <a:pt x="100722" y="31233"/>
                      </a:cubicBezTo>
                      <a:cubicBezTo>
                        <a:pt x="100722" y="36748"/>
                        <a:pt x="101417" y="44548"/>
                        <a:pt x="92524" y="43803"/>
                      </a:cubicBezTo>
                      <a:cubicBezTo>
                        <a:pt x="88053" y="43405"/>
                        <a:pt x="81693" y="42412"/>
                        <a:pt x="76229" y="39381"/>
                      </a:cubicBezTo>
                      <a:cubicBezTo>
                        <a:pt x="74937" y="40524"/>
                        <a:pt x="67535" y="46436"/>
                        <a:pt x="60033" y="34960"/>
                      </a:cubicBezTo>
                      <a:cubicBezTo>
                        <a:pt x="51786" y="22390"/>
                        <a:pt x="39018" y="9821"/>
                        <a:pt x="31715" y="9821"/>
                      </a:cubicBezTo>
                      <a:cubicBezTo>
                        <a:pt x="25157" y="9821"/>
                        <a:pt x="2453" y="9871"/>
                        <a:pt x="7769" y="24278"/>
                      </a:cubicBezTo>
                      <a:cubicBezTo>
                        <a:pt x="9359" y="21049"/>
                        <a:pt x="12439" y="18913"/>
                        <a:pt x="18550" y="19509"/>
                      </a:cubicBezTo>
                      <a:cubicBezTo>
                        <a:pt x="34994" y="21049"/>
                        <a:pt x="27443" y="43008"/>
                        <a:pt x="36335" y="43803"/>
                      </a:cubicBezTo>
                      <a:cubicBezTo>
                        <a:pt x="45228" y="44597"/>
                        <a:pt x="55512" y="60247"/>
                        <a:pt x="47315" y="59452"/>
                      </a:cubicBezTo>
                      <a:cubicBezTo>
                        <a:pt x="39118" y="58657"/>
                        <a:pt x="32262" y="68096"/>
                        <a:pt x="24014" y="64966"/>
                      </a:cubicBezTo>
                      <a:cubicBezTo>
                        <a:pt x="15767" y="61837"/>
                        <a:pt x="5533" y="53987"/>
                        <a:pt x="2751" y="64966"/>
                      </a:cubicBezTo>
                      <a:cubicBezTo>
                        <a:pt x="19" y="75896"/>
                        <a:pt x="-3409" y="87670"/>
                        <a:pt x="7521" y="86876"/>
                      </a:cubicBezTo>
                      <a:cubicBezTo>
                        <a:pt x="18500" y="86130"/>
                        <a:pt x="16413" y="94725"/>
                        <a:pt x="8911" y="103320"/>
                      </a:cubicBezTo>
                      <a:cubicBezTo>
                        <a:pt x="1410" y="111964"/>
                        <a:pt x="20537" y="101730"/>
                        <a:pt x="21928" y="109580"/>
                      </a:cubicBezTo>
                      <a:cubicBezTo>
                        <a:pt x="23319" y="117429"/>
                        <a:pt x="29479" y="118174"/>
                        <a:pt x="26747" y="130744"/>
                      </a:cubicBezTo>
                      <a:cubicBezTo>
                        <a:pt x="25008" y="138692"/>
                        <a:pt x="26300" y="154491"/>
                        <a:pt x="26747" y="166215"/>
                      </a:cubicBezTo>
                      <a:cubicBezTo>
                        <a:pt x="34000" y="166166"/>
                        <a:pt x="43787" y="165421"/>
                        <a:pt x="45874" y="162092"/>
                      </a:cubicBezTo>
                      <a:cubicBezTo>
                        <a:pt x="49302" y="156627"/>
                        <a:pt x="60232" y="145648"/>
                        <a:pt x="66442" y="145648"/>
                      </a:cubicBezTo>
                      <a:cubicBezTo>
                        <a:pt x="72652" y="145648"/>
                        <a:pt x="79458" y="148778"/>
                        <a:pt x="82886" y="143313"/>
                      </a:cubicBezTo>
                      <a:cubicBezTo>
                        <a:pt x="86314" y="137848"/>
                        <a:pt x="106186" y="139388"/>
                        <a:pt x="109564" y="144108"/>
                      </a:cubicBezTo>
                      <a:cubicBezTo>
                        <a:pt x="112992" y="148827"/>
                        <a:pt x="123922" y="152702"/>
                        <a:pt x="126704" y="152702"/>
                      </a:cubicBezTo>
                      <a:cubicBezTo>
                        <a:pt x="129436" y="152702"/>
                        <a:pt x="130828" y="159757"/>
                        <a:pt x="137684" y="158962"/>
                      </a:cubicBezTo>
                      <a:cubicBezTo>
                        <a:pt x="144539" y="158167"/>
                        <a:pt x="157556" y="161297"/>
                        <a:pt x="157556" y="166017"/>
                      </a:cubicBezTo>
                      <a:cubicBezTo>
                        <a:pt x="157556" y="170736"/>
                        <a:pt x="162325" y="175406"/>
                        <a:pt x="167840" y="175406"/>
                      </a:cubicBezTo>
                      <a:cubicBezTo>
                        <a:pt x="173305" y="175406"/>
                        <a:pt x="178124" y="191105"/>
                        <a:pt x="183588" y="190311"/>
                      </a:cubicBezTo>
                      <a:cubicBezTo>
                        <a:pt x="189053" y="189516"/>
                        <a:pt x="200033" y="189516"/>
                        <a:pt x="200033" y="193440"/>
                      </a:cubicBezTo>
                      <a:cubicBezTo>
                        <a:pt x="200033" y="196719"/>
                        <a:pt x="201026" y="215300"/>
                        <a:pt x="204156" y="225882"/>
                      </a:cubicBezTo>
                      <a:cubicBezTo>
                        <a:pt x="206044" y="224739"/>
                        <a:pt x="207982" y="224540"/>
                        <a:pt x="209074" y="225335"/>
                      </a:cubicBezTo>
                      <a:cubicBezTo>
                        <a:pt x="211807" y="227422"/>
                        <a:pt x="223731" y="223249"/>
                        <a:pt x="225569" y="230552"/>
                      </a:cubicBezTo>
                      <a:cubicBezTo>
                        <a:pt x="227407" y="237904"/>
                        <a:pt x="246584" y="233682"/>
                        <a:pt x="245689" y="222156"/>
                      </a:cubicBezTo>
                      <a:cubicBezTo>
                        <a:pt x="244745" y="210630"/>
                        <a:pt x="275845" y="210630"/>
                        <a:pt x="278627" y="200197"/>
                      </a:cubicBezTo>
                      <a:cubicBezTo>
                        <a:pt x="281360" y="189714"/>
                        <a:pt x="285036" y="170885"/>
                        <a:pt x="292389" y="174015"/>
                      </a:cubicBezTo>
                      <a:cubicBezTo>
                        <a:pt x="299692" y="177145"/>
                        <a:pt x="304263" y="160403"/>
                        <a:pt x="310672" y="161446"/>
                      </a:cubicBezTo>
                      <a:cubicBezTo>
                        <a:pt x="316534" y="162390"/>
                        <a:pt x="320856" y="167656"/>
                        <a:pt x="327861" y="166166"/>
                      </a:cubicBezTo>
                      <a:lnTo>
                        <a:pt x="326122" y="148827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8"/>
                <p:cNvSpPr/>
                <p:nvPr/>
              </p:nvSpPr>
              <p:spPr>
                <a:xfrm>
                  <a:off x="5329876" y="3185791"/>
                  <a:ext cx="451141" cy="432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141" h="432908" extrusionOk="0">
                      <a:moveTo>
                        <a:pt x="412448" y="432611"/>
                      </a:moveTo>
                      <a:cubicBezTo>
                        <a:pt x="412498" y="420936"/>
                        <a:pt x="420149" y="411298"/>
                        <a:pt x="427055" y="407373"/>
                      </a:cubicBezTo>
                      <a:cubicBezTo>
                        <a:pt x="434358" y="403200"/>
                        <a:pt x="440766" y="401113"/>
                        <a:pt x="448069" y="400020"/>
                      </a:cubicBezTo>
                      <a:cubicBezTo>
                        <a:pt x="455372" y="398977"/>
                        <a:pt x="448069" y="382234"/>
                        <a:pt x="442555" y="380148"/>
                      </a:cubicBezTo>
                      <a:cubicBezTo>
                        <a:pt x="437090" y="378061"/>
                        <a:pt x="442555" y="356053"/>
                        <a:pt x="431576" y="350836"/>
                      </a:cubicBezTo>
                      <a:cubicBezTo>
                        <a:pt x="420596" y="345620"/>
                        <a:pt x="410859" y="337125"/>
                        <a:pt x="407779" y="327834"/>
                      </a:cubicBezTo>
                      <a:cubicBezTo>
                        <a:pt x="405046" y="319438"/>
                        <a:pt x="391334" y="311092"/>
                        <a:pt x="392229" y="304782"/>
                      </a:cubicBezTo>
                      <a:cubicBezTo>
                        <a:pt x="393123" y="298523"/>
                        <a:pt x="419652" y="278601"/>
                        <a:pt x="415976" y="267125"/>
                      </a:cubicBezTo>
                      <a:cubicBezTo>
                        <a:pt x="412300" y="255648"/>
                        <a:pt x="394961" y="257735"/>
                        <a:pt x="393123" y="253512"/>
                      </a:cubicBezTo>
                      <a:cubicBezTo>
                        <a:pt x="391285" y="249339"/>
                        <a:pt x="394067" y="234683"/>
                        <a:pt x="389446" y="223157"/>
                      </a:cubicBezTo>
                      <a:cubicBezTo>
                        <a:pt x="384876" y="211631"/>
                        <a:pt x="393123" y="201149"/>
                        <a:pt x="389446" y="194889"/>
                      </a:cubicBezTo>
                      <a:cubicBezTo>
                        <a:pt x="385770" y="188629"/>
                        <a:pt x="391285" y="176060"/>
                        <a:pt x="392179" y="171837"/>
                      </a:cubicBezTo>
                      <a:cubicBezTo>
                        <a:pt x="393073" y="167664"/>
                        <a:pt x="402214" y="161404"/>
                        <a:pt x="401320" y="150922"/>
                      </a:cubicBezTo>
                      <a:cubicBezTo>
                        <a:pt x="400773" y="144563"/>
                        <a:pt x="403556" y="140588"/>
                        <a:pt x="406437" y="138849"/>
                      </a:cubicBezTo>
                      <a:cubicBezTo>
                        <a:pt x="403307" y="128218"/>
                        <a:pt x="402314" y="109687"/>
                        <a:pt x="402314" y="106408"/>
                      </a:cubicBezTo>
                      <a:cubicBezTo>
                        <a:pt x="402314" y="102483"/>
                        <a:pt x="391384" y="102483"/>
                        <a:pt x="385869" y="103278"/>
                      </a:cubicBezTo>
                      <a:cubicBezTo>
                        <a:pt x="380405" y="104073"/>
                        <a:pt x="375586" y="88374"/>
                        <a:pt x="370121" y="88374"/>
                      </a:cubicBezTo>
                      <a:cubicBezTo>
                        <a:pt x="364656" y="88374"/>
                        <a:pt x="359837" y="83654"/>
                        <a:pt x="359837" y="78984"/>
                      </a:cubicBezTo>
                      <a:cubicBezTo>
                        <a:pt x="359837" y="74265"/>
                        <a:pt x="346820" y="71135"/>
                        <a:pt x="339964" y="71930"/>
                      </a:cubicBezTo>
                      <a:cubicBezTo>
                        <a:pt x="333109" y="72675"/>
                        <a:pt x="331717" y="65670"/>
                        <a:pt x="328985" y="65670"/>
                      </a:cubicBezTo>
                      <a:cubicBezTo>
                        <a:pt x="326253" y="65670"/>
                        <a:pt x="315323" y="61745"/>
                        <a:pt x="311845" y="57075"/>
                      </a:cubicBezTo>
                      <a:cubicBezTo>
                        <a:pt x="308417" y="52356"/>
                        <a:pt x="288545" y="50815"/>
                        <a:pt x="285167" y="56280"/>
                      </a:cubicBezTo>
                      <a:cubicBezTo>
                        <a:pt x="281739" y="61795"/>
                        <a:pt x="274883" y="58615"/>
                        <a:pt x="268723" y="58615"/>
                      </a:cubicBezTo>
                      <a:cubicBezTo>
                        <a:pt x="262562" y="58615"/>
                        <a:pt x="251632" y="69595"/>
                        <a:pt x="248155" y="75060"/>
                      </a:cubicBezTo>
                      <a:cubicBezTo>
                        <a:pt x="246068" y="78438"/>
                        <a:pt x="236281" y="79133"/>
                        <a:pt x="229028" y="79183"/>
                      </a:cubicBezTo>
                      <a:cubicBezTo>
                        <a:pt x="229326" y="85940"/>
                        <a:pt x="229326" y="91355"/>
                        <a:pt x="228332" y="93094"/>
                      </a:cubicBezTo>
                      <a:cubicBezTo>
                        <a:pt x="224756" y="99254"/>
                        <a:pt x="198176" y="104868"/>
                        <a:pt x="178304" y="105613"/>
                      </a:cubicBezTo>
                      <a:cubicBezTo>
                        <a:pt x="158432" y="106408"/>
                        <a:pt x="157091" y="76600"/>
                        <a:pt x="135877" y="76600"/>
                      </a:cubicBezTo>
                      <a:cubicBezTo>
                        <a:pt x="120426" y="76600"/>
                        <a:pt x="108652" y="60454"/>
                        <a:pt x="107857" y="45301"/>
                      </a:cubicBezTo>
                      <a:cubicBezTo>
                        <a:pt x="98716" y="41326"/>
                        <a:pt x="90022" y="34471"/>
                        <a:pt x="91264" y="31589"/>
                      </a:cubicBezTo>
                      <a:cubicBezTo>
                        <a:pt x="93102" y="27416"/>
                        <a:pt x="97673" y="1234"/>
                        <a:pt x="86693" y="7494"/>
                      </a:cubicBezTo>
                      <a:cubicBezTo>
                        <a:pt x="75714" y="13754"/>
                        <a:pt x="60164" y="33676"/>
                        <a:pt x="40093" y="30496"/>
                      </a:cubicBezTo>
                      <a:cubicBezTo>
                        <a:pt x="19972" y="27366"/>
                        <a:pt x="34578" y="25280"/>
                        <a:pt x="24543" y="20063"/>
                      </a:cubicBezTo>
                      <a:cubicBezTo>
                        <a:pt x="14507" y="14847"/>
                        <a:pt x="20866" y="2277"/>
                        <a:pt x="10831" y="191"/>
                      </a:cubicBezTo>
                      <a:cubicBezTo>
                        <a:pt x="796" y="-1896"/>
                        <a:pt x="8098" y="13803"/>
                        <a:pt x="2634" y="13803"/>
                      </a:cubicBezTo>
                      <a:cubicBezTo>
                        <a:pt x="-2881" y="13803"/>
                        <a:pt x="1690" y="31589"/>
                        <a:pt x="3528" y="35762"/>
                      </a:cubicBezTo>
                      <a:cubicBezTo>
                        <a:pt x="5366" y="39935"/>
                        <a:pt x="-148" y="62987"/>
                        <a:pt x="3528" y="64031"/>
                      </a:cubicBezTo>
                      <a:cubicBezTo>
                        <a:pt x="7204" y="65074"/>
                        <a:pt x="15402" y="81866"/>
                        <a:pt x="14507" y="84996"/>
                      </a:cubicBezTo>
                      <a:cubicBezTo>
                        <a:pt x="13564" y="88125"/>
                        <a:pt x="22754" y="98608"/>
                        <a:pt x="22754" y="105911"/>
                      </a:cubicBezTo>
                      <a:cubicBezTo>
                        <a:pt x="22754" y="113264"/>
                        <a:pt x="31001" y="121610"/>
                        <a:pt x="35572" y="121610"/>
                      </a:cubicBezTo>
                      <a:cubicBezTo>
                        <a:pt x="40142" y="121610"/>
                        <a:pt x="46551" y="124740"/>
                        <a:pt x="44713" y="131000"/>
                      </a:cubicBezTo>
                      <a:cubicBezTo>
                        <a:pt x="42875" y="137260"/>
                        <a:pt x="47445" y="146699"/>
                        <a:pt x="41981" y="146699"/>
                      </a:cubicBezTo>
                      <a:cubicBezTo>
                        <a:pt x="36516" y="146699"/>
                        <a:pt x="37410" y="164485"/>
                        <a:pt x="32839" y="167614"/>
                      </a:cubicBezTo>
                      <a:cubicBezTo>
                        <a:pt x="28269" y="170744"/>
                        <a:pt x="31945" y="189573"/>
                        <a:pt x="35572" y="191709"/>
                      </a:cubicBezTo>
                      <a:cubicBezTo>
                        <a:pt x="39248" y="193796"/>
                        <a:pt x="47445" y="199013"/>
                        <a:pt x="46551" y="206365"/>
                      </a:cubicBezTo>
                      <a:cubicBezTo>
                        <a:pt x="45607" y="213668"/>
                        <a:pt x="65778" y="225194"/>
                        <a:pt x="72186" y="226238"/>
                      </a:cubicBezTo>
                      <a:cubicBezTo>
                        <a:pt x="78545" y="227281"/>
                        <a:pt x="79489" y="237763"/>
                        <a:pt x="83166" y="241937"/>
                      </a:cubicBezTo>
                      <a:cubicBezTo>
                        <a:pt x="86842" y="246159"/>
                        <a:pt x="80433" y="254506"/>
                        <a:pt x="81328" y="259722"/>
                      </a:cubicBezTo>
                      <a:cubicBezTo>
                        <a:pt x="82222" y="264939"/>
                        <a:pt x="90469" y="269161"/>
                        <a:pt x="89575" y="277508"/>
                      </a:cubicBezTo>
                      <a:cubicBezTo>
                        <a:pt x="89028" y="282575"/>
                        <a:pt x="96480" y="291021"/>
                        <a:pt x="102641" y="298374"/>
                      </a:cubicBezTo>
                      <a:cubicBezTo>
                        <a:pt x="104677" y="297678"/>
                        <a:pt x="106665" y="297231"/>
                        <a:pt x="108255" y="297231"/>
                      </a:cubicBezTo>
                      <a:cubicBezTo>
                        <a:pt x="114415" y="297231"/>
                        <a:pt x="114067" y="289431"/>
                        <a:pt x="118886" y="294101"/>
                      </a:cubicBezTo>
                      <a:cubicBezTo>
                        <a:pt x="123705" y="298821"/>
                        <a:pt x="130164" y="293704"/>
                        <a:pt x="134982" y="293306"/>
                      </a:cubicBezTo>
                      <a:cubicBezTo>
                        <a:pt x="139802" y="292909"/>
                        <a:pt x="152768" y="321127"/>
                        <a:pt x="158581" y="334839"/>
                      </a:cubicBezTo>
                      <a:cubicBezTo>
                        <a:pt x="164443" y="348551"/>
                        <a:pt x="164045" y="353271"/>
                        <a:pt x="171945" y="359133"/>
                      </a:cubicBezTo>
                      <a:cubicBezTo>
                        <a:pt x="179844" y="364995"/>
                        <a:pt x="188737" y="361865"/>
                        <a:pt x="200015" y="375180"/>
                      </a:cubicBezTo>
                      <a:cubicBezTo>
                        <a:pt x="211341" y="388494"/>
                        <a:pt x="240404" y="397536"/>
                        <a:pt x="252726" y="398281"/>
                      </a:cubicBezTo>
                      <a:cubicBezTo>
                        <a:pt x="265046" y="399076"/>
                        <a:pt x="274287" y="383029"/>
                        <a:pt x="290085" y="386507"/>
                      </a:cubicBezTo>
                      <a:cubicBezTo>
                        <a:pt x="305834" y="390034"/>
                        <a:pt x="302058" y="413136"/>
                        <a:pt x="307871" y="421383"/>
                      </a:cubicBezTo>
                      <a:cubicBezTo>
                        <a:pt x="309361" y="423469"/>
                        <a:pt x="314628" y="425407"/>
                        <a:pt x="321831" y="427146"/>
                      </a:cubicBezTo>
                      <a:cubicBezTo>
                        <a:pt x="325756" y="420836"/>
                        <a:pt x="332512" y="416365"/>
                        <a:pt x="342151" y="416514"/>
                      </a:cubicBezTo>
                      <a:cubicBezTo>
                        <a:pt x="364904" y="416862"/>
                        <a:pt x="388403" y="421432"/>
                        <a:pt x="408474" y="432909"/>
                      </a:cubicBezTo>
                      <a:cubicBezTo>
                        <a:pt x="409816" y="432809"/>
                        <a:pt x="411107" y="432660"/>
                        <a:pt x="412448" y="43261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4" name="Google Shape;904;p8"/>
                <p:cNvSpPr/>
                <p:nvPr/>
              </p:nvSpPr>
              <p:spPr>
                <a:xfrm>
                  <a:off x="5387933" y="2661056"/>
                  <a:ext cx="942161" cy="501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161" h="501794" extrusionOk="0">
                      <a:moveTo>
                        <a:pt x="936796" y="205678"/>
                      </a:moveTo>
                      <a:cubicBezTo>
                        <a:pt x="936150" y="200213"/>
                        <a:pt x="931977" y="202548"/>
                        <a:pt x="928599" y="204883"/>
                      </a:cubicBezTo>
                      <a:cubicBezTo>
                        <a:pt x="925171" y="207218"/>
                        <a:pt x="914191" y="208808"/>
                        <a:pt x="910118" y="208808"/>
                      </a:cubicBezTo>
                      <a:cubicBezTo>
                        <a:pt x="905994" y="208808"/>
                        <a:pt x="898492" y="202548"/>
                        <a:pt x="898492" y="197828"/>
                      </a:cubicBezTo>
                      <a:cubicBezTo>
                        <a:pt x="898492" y="193109"/>
                        <a:pt x="897598" y="187843"/>
                        <a:pt x="893524" y="187843"/>
                      </a:cubicBezTo>
                      <a:cubicBezTo>
                        <a:pt x="889401" y="187843"/>
                        <a:pt x="883241" y="185458"/>
                        <a:pt x="879166" y="174330"/>
                      </a:cubicBezTo>
                      <a:cubicBezTo>
                        <a:pt x="875043" y="163151"/>
                        <a:pt x="868883" y="163151"/>
                        <a:pt x="864262" y="160220"/>
                      </a:cubicBezTo>
                      <a:cubicBezTo>
                        <a:pt x="859642" y="157289"/>
                        <a:pt x="846824" y="165486"/>
                        <a:pt x="841161" y="167821"/>
                      </a:cubicBezTo>
                      <a:cubicBezTo>
                        <a:pt x="835498" y="170206"/>
                        <a:pt x="825760" y="165486"/>
                        <a:pt x="818556" y="163698"/>
                      </a:cubicBezTo>
                      <a:cubicBezTo>
                        <a:pt x="811353" y="161909"/>
                        <a:pt x="807229" y="147254"/>
                        <a:pt x="800572" y="148992"/>
                      </a:cubicBezTo>
                      <a:cubicBezTo>
                        <a:pt x="793865" y="150781"/>
                        <a:pt x="792325" y="166033"/>
                        <a:pt x="787208" y="166033"/>
                      </a:cubicBezTo>
                      <a:cubicBezTo>
                        <a:pt x="782091" y="166033"/>
                        <a:pt x="772851" y="135479"/>
                        <a:pt x="763063" y="118389"/>
                      </a:cubicBezTo>
                      <a:cubicBezTo>
                        <a:pt x="753326" y="101349"/>
                        <a:pt x="735838" y="67268"/>
                        <a:pt x="720437" y="60809"/>
                      </a:cubicBezTo>
                      <a:cubicBezTo>
                        <a:pt x="705036" y="54351"/>
                        <a:pt x="709656" y="45508"/>
                        <a:pt x="713731" y="40838"/>
                      </a:cubicBezTo>
                      <a:cubicBezTo>
                        <a:pt x="717854" y="36118"/>
                        <a:pt x="704490" y="34976"/>
                        <a:pt x="698330" y="39049"/>
                      </a:cubicBezTo>
                      <a:cubicBezTo>
                        <a:pt x="692169" y="43173"/>
                        <a:pt x="684469" y="50824"/>
                        <a:pt x="677265" y="52562"/>
                      </a:cubicBezTo>
                      <a:cubicBezTo>
                        <a:pt x="670061" y="54351"/>
                        <a:pt x="659778" y="67268"/>
                        <a:pt x="652077" y="64337"/>
                      </a:cubicBezTo>
                      <a:cubicBezTo>
                        <a:pt x="644376" y="61406"/>
                        <a:pt x="640750" y="75515"/>
                        <a:pt x="634639" y="69056"/>
                      </a:cubicBezTo>
                      <a:cubicBezTo>
                        <a:pt x="628479" y="62598"/>
                        <a:pt x="642886" y="57878"/>
                        <a:pt x="642886" y="52016"/>
                      </a:cubicBezTo>
                      <a:cubicBezTo>
                        <a:pt x="642886" y="46154"/>
                        <a:pt x="633099" y="53804"/>
                        <a:pt x="630565" y="50227"/>
                      </a:cubicBezTo>
                      <a:cubicBezTo>
                        <a:pt x="627982" y="46700"/>
                        <a:pt x="619784" y="43173"/>
                        <a:pt x="619784" y="48439"/>
                      </a:cubicBezTo>
                      <a:cubicBezTo>
                        <a:pt x="619784" y="53755"/>
                        <a:pt x="613127" y="50774"/>
                        <a:pt x="613127" y="46700"/>
                      </a:cubicBezTo>
                      <a:cubicBezTo>
                        <a:pt x="613127" y="42577"/>
                        <a:pt x="608507" y="34926"/>
                        <a:pt x="604384" y="40242"/>
                      </a:cubicBezTo>
                      <a:cubicBezTo>
                        <a:pt x="600260" y="45508"/>
                        <a:pt x="586399" y="48489"/>
                        <a:pt x="583319" y="44365"/>
                      </a:cubicBezTo>
                      <a:cubicBezTo>
                        <a:pt x="580239" y="40242"/>
                        <a:pt x="585356" y="38503"/>
                        <a:pt x="585903" y="33187"/>
                      </a:cubicBezTo>
                      <a:cubicBezTo>
                        <a:pt x="586399" y="27871"/>
                        <a:pt x="580785" y="20866"/>
                        <a:pt x="581779" y="14408"/>
                      </a:cubicBezTo>
                      <a:cubicBezTo>
                        <a:pt x="582822" y="7949"/>
                        <a:pt x="571992" y="1491"/>
                        <a:pt x="566875" y="3826"/>
                      </a:cubicBezTo>
                      <a:cubicBezTo>
                        <a:pt x="561758" y="6211"/>
                        <a:pt x="554554" y="3826"/>
                        <a:pt x="548890" y="895"/>
                      </a:cubicBezTo>
                      <a:cubicBezTo>
                        <a:pt x="543227" y="-2036"/>
                        <a:pt x="521169" y="2683"/>
                        <a:pt x="520126" y="8546"/>
                      </a:cubicBezTo>
                      <a:cubicBezTo>
                        <a:pt x="519082" y="14408"/>
                        <a:pt x="491360" y="19128"/>
                        <a:pt x="486243" y="21463"/>
                      </a:cubicBezTo>
                      <a:cubicBezTo>
                        <a:pt x="481126" y="23797"/>
                        <a:pt x="460558" y="27325"/>
                        <a:pt x="453355" y="28517"/>
                      </a:cubicBezTo>
                      <a:cubicBezTo>
                        <a:pt x="446151" y="29709"/>
                        <a:pt x="438947" y="36764"/>
                        <a:pt x="429707" y="36764"/>
                      </a:cubicBezTo>
                      <a:cubicBezTo>
                        <a:pt x="420466" y="36764"/>
                        <a:pt x="402978" y="37956"/>
                        <a:pt x="394781" y="45011"/>
                      </a:cubicBezTo>
                      <a:cubicBezTo>
                        <a:pt x="386584" y="52066"/>
                        <a:pt x="373220" y="46203"/>
                        <a:pt x="367060" y="48538"/>
                      </a:cubicBezTo>
                      <a:cubicBezTo>
                        <a:pt x="360899" y="50873"/>
                        <a:pt x="350616" y="47346"/>
                        <a:pt x="347535" y="49731"/>
                      </a:cubicBezTo>
                      <a:cubicBezTo>
                        <a:pt x="344455" y="52066"/>
                        <a:pt x="345498" y="66175"/>
                        <a:pt x="348579" y="72087"/>
                      </a:cubicBezTo>
                      <a:cubicBezTo>
                        <a:pt x="351659" y="77949"/>
                        <a:pt x="368103" y="80334"/>
                        <a:pt x="369146" y="83861"/>
                      </a:cubicBezTo>
                      <a:cubicBezTo>
                        <a:pt x="370189" y="87389"/>
                        <a:pt x="352702" y="87389"/>
                        <a:pt x="344504" y="88581"/>
                      </a:cubicBezTo>
                      <a:cubicBezTo>
                        <a:pt x="336308" y="89773"/>
                        <a:pt x="338344" y="101498"/>
                        <a:pt x="340381" y="107410"/>
                      </a:cubicBezTo>
                      <a:cubicBezTo>
                        <a:pt x="342418" y="113272"/>
                        <a:pt x="332184" y="119184"/>
                        <a:pt x="326023" y="121519"/>
                      </a:cubicBezTo>
                      <a:cubicBezTo>
                        <a:pt x="319863" y="123854"/>
                        <a:pt x="326023" y="135628"/>
                        <a:pt x="332184" y="135628"/>
                      </a:cubicBezTo>
                      <a:cubicBezTo>
                        <a:pt x="338344" y="135628"/>
                        <a:pt x="343511" y="141491"/>
                        <a:pt x="348628" y="141491"/>
                      </a:cubicBezTo>
                      <a:cubicBezTo>
                        <a:pt x="353745" y="141491"/>
                        <a:pt x="354789" y="153265"/>
                        <a:pt x="354789" y="160320"/>
                      </a:cubicBezTo>
                      <a:cubicBezTo>
                        <a:pt x="354789" y="167374"/>
                        <a:pt x="348628" y="169709"/>
                        <a:pt x="340431" y="169709"/>
                      </a:cubicBezTo>
                      <a:cubicBezTo>
                        <a:pt x="332233" y="169709"/>
                        <a:pt x="328110" y="162655"/>
                        <a:pt x="322993" y="161462"/>
                      </a:cubicBezTo>
                      <a:cubicBezTo>
                        <a:pt x="317876" y="160320"/>
                        <a:pt x="318870" y="172044"/>
                        <a:pt x="314746" y="174379"/>
                      </a:cubicBezTo>
                      <a:cubicBezTo>
                        <a:pt x="310672" y="176714"/>
                        <a:pt x="309629" y="166132"/>
                        <a:pt x="303468" y="166132"/>
                      </a:cubicBezTo>
                      <a:cubicBezTo>
                        <a:pt x="297308" y="166132"/>
                        <a:pt x="290104" y="164940"/>
                        <a:pt x="288067" y="157885"/>
                      </a:cubicBezTo>
                      <a:cubicBezTo>
                        <a:pt x="286031" y="150831"/>
                        <a:pt x="271623" y="149638"/>
                        <a:pt x="265463" y="156743"/>
                      </a:cubicBezTo>
                      <a:cubicBezTo>
                        <a:pt x="259303" y="163797"/>
                        <a:pt x="257216" y="160270"/>
                        <a:pt x="252099" y="155550"/>
                      </a:cubicBezTo>
                      <a:cubicBezTo>
                        <a:pt x="246932" y="150831"/>
                        <a:pt x="231531" y="157885"/>
                        <a:pt x="229494" y="163797"/>
                      </a:cubicBezTo>
                      <a:cubicBezTo>
                        <a:pt x="227457" y="169660"/>
                        <a:pt x="216130" y="172044"/>
                        <a:pt x="207933" y="166132"/>
                      </a:cubicBezTo>
                      <a:cubicBezTo>
                        <a:pt x="199686" y="160270"/>
                        <a:pt x="194569" y="157885"/>
                        <a:pt x="194569" y="166132"/>
                      </a:cubicBezTo>
                      <a:cubicBezTo>
                        <a:pt x="194569" y="174379"/>
                        <a:pt x="188408" y="167325"/>
                        <a:pt x="188408" y="162605"/>
                      </a:cubicBezTo>
                      <a:cubicBezTo>
                        <a:pt x="188408" y="157885"/>
                        <a:pt x="175044" y="148496"/>
                        <a:pt x="168884" y="143776"/>
                      </a:cubicBezTo>
                      <a:cubicBezTo>
                        <a:pt x="162723" y="139056"/>
                        <a:pt x="143199" y="139056"/>
                        <a:pt x="142156" y="134386"/>
                      </a:cubicBezTo>
                      <a:cubicBezTo>
                        <a:pt x="141112" y="129667"/>
                        <a:pt x="128792" y="126139"/>
                        <a:pt x="125712" y="134386"/>
                      </a:cubicBezTo>
                      <a:cubicBezTo>
                        <a:pt x="122631" y="142633"/>
                        <a:pt x="117464" y="136721"/>
                        <a:pt x="113391" y="134386"/>
                      </a:cubicBezTo>
                      <a:cubicBezTo>
                        <a:pt x="109267" y="132051"/>
                        <a:pt x="100027" y="137914"/>
                        <a:pt x="95953" y="140249"/>
                      </a:cubicBezTo>
                      <a:cubicBezTo>
                        <a:pt x="91829" y="142584"/>
                        <a:pt x="78515" y="153166"/>
                        <a:pt x="71311" y="153166"/>
                      </a:cubicBezTo>
                      <a:cubicBezTo>
                        <a:pt x="64108" y="153166"/>
                        <a:pt x="68231" y="163748"/>
                        <a:pt x="58990" y="166083"/>
                      </a:cubicBezTo>
                      <a:cubicBezTo>
                        <a:pt x="49750" y="168418"/>
                        <a:pt x="51787" y="175472"/>
                        <a:pt x="52830" y="180192"/>
                      </a:cubicBezTo>
                      <a:cubicBezTo>
                        <a:pt x="53873" y="184911"/>
                        <a:pt x="58990" y="193109"/>
                        <a:pt x="50793" y="196636"/>
                      </a:cubicBezTo>
                      <a:cubicBezTo>
                        <a:pt x="42596" y="200163"/>
                        <a:pt x="39466" y="184862"/>
                        <a:pt x="32312" y="178999"/>
                      </a:cubicBezTo>
                      <a:cubicBezTo>
                        <a:pt x="25108" y="173137"/>
                        <a:pt x="18948" y="180192"/>
                        <a:pt x="18948" y="188389"/>
                      </a:cubicBezTo>
                      <a:cubicBezTo>
                        <a:pt x="18948" y="196636"/>
                        <a:pt x="10751" y="196636"/>
                        <a:pt x="6627" y="204833"/>
                      </a:cubicBezTo>
                      <a:cubicBezTo>
                        <a:pt x="2553" y="213080"/>
                        <a:pt x="13831" y="214223"/>
                        <a:pt x="13831" y="217750"/>
                      </a:cubicBezTo>
                      <a:cubicBezTo>
                        <a:pt x="13831" y="221278"/>
                        <a:pt x="7671" y="224805"/>
                        <a:pt x="5634" y="225997"/>
                      </a:cubicBezTo>
                      <a:cubicBezTo>
                        <a:pt x="3597" y="227190"/>
                        <a:pt x="-1570" y="238914"/>
                        <a:pt x="467" y="242441"/>
                      </a:cubicBezTo>
                      <a:cubicBezTo>
                        <a:pt x="2504" y="245969"/>
                        <a:pt x="14824" y="244776"/>
                        <a:pt x="13831" y="253023"/>
                      </a:cubicBezTo>
                      <a:cubicBezTo>
                        <a:pt x="12788" y="261270"/>
                        <a:pt x="11794" y="269468"/>
                        <a:pt x="17954" y="267133"/>
                      </a:cubicBezTo>
                      <a:cubicBezTo>
                        <a:pt x="24115" y="264798"/>
                        <a:pt x="30275" y="265940"/>
                        <a:pt x="34398" y="265940"/>
                      </a:cubicBezTo>
                      <a:cubicBezTo>
                        <a:pt x="38522" y="265940"/>
                        <a:pt x="41602" y="275330"/>
                        <a:pt x="48806" y="284769"/>
                      </a:cubicBezTo>
                      <a:cubicBezTo>
                        <a:pt x="56010" y="294159"/>
                        <a:pt x="59090" y="298879"/>
                        <a:pt x="51886" y="301214"/>
                      </a:cubicBezTo>
                      <a:cubicBezTo>
                        <a:pt x="44682" y="303549"/>
                        <a:pt x="47763" y="308268"/>
                        <a:pt x="57003" y="312988"/>
                      </a:cubicBezTo>
                      <a:cubicBezTo>
                        <a:pt x="59438" y="314230"/>
                        <a:pt x="62021" y="316118"/>
                        <a:pt x="64455" y="318105"/>
                      </a:cubicBezTo>
                      <a:cubicBezTo>
                        <a:pt x="65946" y="316962"/>
                        <a:pt x="67386" y="315820"/>
                        <a:pt x="68628" y="314528"/>
                      </a:cubicBezTo>
                      <a:cubicBezTo>
                        <a:pt x="80254" y="302803"/>
                        <a:pt x="101517" y="291774"/>
                        <a:pt x="117266" y="296494"/>
                      </a:cubicBezTo>
                      <a:cubicBezTo>
                        <a:pt x="133015" y="301214"/>
                        <a:pt x="146031" y="293364"/>
                        <a:pt x="152887" y="304344"/>
                      </a:cubicBezTo>
                      <a:cubicBezTo>
                        <a:pt x="159693" y="315323"/>
                        <a:pt x="152887" y="335692"/>
                        <a:pt x="155619" y="343541"/>
                      </a:cubicBezTo>
                      <a:cubicBezTo>
                        <a:pt x="158351" y="351391"/>
                        <a:pt x="143298" y="352186"/>
                        <a:pt x="133015" y="350596"/>
                      </a:cubicBezTo>
                      <a:cubicBezTo>
                        <a:pt x="122730" y="349056"/>
                        <a:pt x="101467" y="355316"/>
                        <a:pt x="104249" y="362370"/>
                      </a:cubicBezTo>
                      <a:cubicBezTo>
                        <a:pt x="106982" y="369425"/>
                        <a:pt x="114534" y="385919"/>
                        <a:pt x="100822" y="377275"/>
                      </a:cubicBezTo>
                      <a:cubicBezTo>
                        <a:pt x="87159" y="368680"/>
                        <a:pt x="81645" y="385869"/>
                        <a:pt x="89196" y="385869"/>
                      </a:cubicBezTo>
                      <a:cubicBezTo>
                        <a:pt x="96748" y="385869"/>
                        <a:pt x="106982" y="396054"/>
                        <a:pt x="106982" y="403109"/>
                      </a:cubicBezTo>
                      <a:cubicBezTo>
                        <a:pt x="106982" y="410163"/>
                        <a:pt x="107678" y="425812"/>
                        <a:pt x="114534" y="423477"/>
                      </a:cubicBezTo>
                      <a:cubicBezTo>
                        <a:pt x="121389" y="421142"/>
                        <a:pt x="121389" y="435252"/>
                        <a:pt x="130977" y="434457"/>
                      </a:cubicBezTo>
                      <a:cubicBezTo>
                        <a:pt x="140566" y="433662"/>
                        <a:pt x="149458" y="437587"/>
                        <a:pt x="141957" y="447771"/>
                      </a:cubicBezTo>
                      <a:cubicBezTo>
                        <a:pt x="134455" y="457956"/>
                        <a:pt x="146726" y="486174"/>
                        <a:pt x="149508" y="479915"/>
                      </a:cubicBezTo>
                      <a:cubicBezTo>
                        <a:pt x="151248" y="475990"/>
                        <a:pt x="149707" y="467395"/>
                        <a:pt x="152440" y="461980"/>
                      </a:cubicBezTo>
                      <a:cubicBezTo>
                        <a:pt x="147074" y="447573"/>
                        <a:pt x="169778" y="447523"/>
                        <a:pt x="176386" y="447523"/>
                      </a:cubicBezTo>
                      <a:cubicBezTo>
                        <a:pt x="183688" y="447523"/>
                        <a:pt x="196506" y="460092"/>
                        <a:pt x="204703" y="472661"/>
                      </a:cubicBezTo>
                      <a:cubicBezTo>
                        <a:pt x="212950" y="485230"/>
                        <a:pt x="221148" y="476834"/>
                        <a:pt x="221148" y="476834"/>
                      </a:cubicBezTo>
                      <a:lnTo>
                        <a:pt x="223880" y="359638"/>
                      </a:lnTo>
                      <a:lnTo>
                        <a:pt x="282453" y="341753"/>
                      </a:lnTo>
                      <a:cubicBezTo>
                        <a:pt x="283000" y="340064"/>
                        <a:pt x="283646" y="338524"/>
                        <a:pt x="284391" y="337282"/>
                      </a:cubicBezTo>
                      <a:cubicBezTo>
                        <a:pt x="291943" y="324712"/>
                        <a:pt x="302078" y="335096"/>
                        <a:pt x="305654" y="338077"/>
                      </a:cubicBezTo>
                      <a:cubicBezTo>
                        <a:pt x="308635" y="340511"/>
                        <a:pt x="306996" y="324762"/>
                        <a:pt x="315242" y="325557"/>
                      </a:cubicBezTo>
                      <a:cubicBezTo>
                        <a:pt x="323440" y="326352"/>
                        <a:pt x="314547" y="341206"/>
                        <a:pt x="320758" y="341206"/>
                      </a:cubicBezTo>
                      <a:cubicBezTo>
                        <a:pt x="325527" y="341206"/>
                        <a:pt x="336506" y="360681"/>
                        <a:pt x="333078" y="375983"/>
                      </a:cubicBezTo>
                      <a:cubicBezTo>
                        <a:pt x="342219" y="384578"/>
                        <a:pt x="358713" y="404748"/>
                        <a:pt x="360154" y="409865"/>
                      </a:cubicBezTo>
                      <a:cubicBezTo>
                        <a:pt x="361992" y="416125"/>
                        <a:pt x="385739" y="405692"/>
                        <a:pt x="390360" y="407778"/>
                      </a:cubicBezTo>
                      <a:cubicBezTo>
                        <a:pt x="394930" y="409865"/>
                        <a:pt x="430601" y="409865"/>
                        <a:pt x="437010" y="409865"/>
                      </a:cubicBezTo>
                      <a:cubicBezTo>
                        <a:pt x="443418" y="409865"/>
                        <a:pt x="447940" y="423477"/>
                        <a:pt x="455292" y="425564"/>
                      </a:cubicBezTo>
                      <a:cubicBezTo>
                        <a:pt x="462595" y="427651"/>
                        <a:pt x="459863" y="441263"/>
                        <a:pt x="460807" y="450653"/>
                      </a:cubicBezTo>
                      <a:cubicBezTo>
                        <a:pt x="461751" y="460092"/>
                        <a:pt x="472730" y="469531"/>
                        <a:pt x="473624" y="477878"/>
                      </a:cubicBezTo>
                      <a:cubicBezTo>
                        <a:pt x="474568" y="486224"/>
                        <a:pt x="486442" y="482051"/>
                        <a:pt x="493745" y="484137"/>
                      </a:cubicBezTo>
                      <a:cubicBezTo>
                        <a:pt x="501048" y="486224"/>
                        <a:pt x="512028" y="489354"/>
                        <a:pt x="512922" y="497750"/>
                      </a:cubicBezTo>
                      <a:cubicBezTo>
                        <a:pt x="513816" y="506146"/>
                        <a:pt x="523007" y="499836"/>
                        <a:pt x="523901" y="493577"/>
                      </a:cubicBezTo>
                      <a:cubicBezTo>
                        <a:pt x="524795" y="487317"/>
                        <a:pt x="533986" y="478971"/>
                        <a:pt x="547698" y="472661"/>
                      </a:cubicBezTo>
                      <a:cubicBezTo>
                        <a:pt x="553908" y="469829"/>
                        <a:pt x="557982" y="469829"/>
                        <a:pt x="561062" y="471171"/>
                      </a:cubicBezTo>
                      <a:cubicBezTo>
                        <a:pt x="563596" y="463669"/>
                        <a:pt x="566229" y="457310"/>
                        <a:pt x="568067" y="456416"/>
                      </a:cubicBezTo>
                      <a:cubicBezTo>
                        <a:pt x="572837" y="454081"/>
                        <a:pt x="581779" y="446231"/>
                        <a:pt x="582474" y="438382"/>
                      </a:cubicBezTo>
                      <a:cubicBezTo>
                        <a:pt x="583170" y="430532"/>
                        <a:pt x="601651" y="430532"/>
                        <a:pt x="613972" y="437587"/>
                      </a:cubicBezTo>
                      <a:cubicBezTo>
                        <a:pt x="626293" y="444641"/>
                        <a:pt x="633844" y="444691"/>
                        <a:pt x="634539" y="433712"/>
                      </a:cubicBezTo>
                      <a:cubicBezTo>
                        <a:pt x="635235" y="422732"/>
                        <a:pt x="653021" y="419602"/>
                        <a:pt x="658536" y="422732"/>
                      </a:cubicBezTo>
                      <a:cubicBezTo>
                        <a:pt x="664000" y="425862"/>
                        <a:pt x="681140" y="436842"/>
                        <a:pt x="689337" y="432917"/>
                      </a:cubicBezTo>
                      <a:cubicBezTo>
                        <a:pt x="697584" y="428992"/>
                        <a:pt x="738670" y="433712"/>
                        <a:pt x="748954" y="436842"/>
                      </a:cubicBezTo>
                      <a:cubicBezTo>
                        <a:pt x="759238" y="439922"/>
                        <a:pt x="761970" y="432122"/>
                        <a:pt x="770863" y="443896"/>
                      </a:cubicBezTo>
                      <a:cubicBezTo>
                        <a:pt x="778315" y="453783"/>
                        <a:pt x="781992" y="444890"/>
                        <a:pt x="790288" y="452491"/>
                      </a:cubicBezTo>
                      <a:cubicBezTo>
                        <a:pt x="790239" y="449510"/>
                        <a:pt x="789692" y="445734"/>
                        <a:pt x="789692" y="441710"/>
                      </a:cubicBezTo>
                      <a:cubicBezTo>
                        <a:pt x="789692" y="434059"/>
                        <a:pt x="799976" y="427601"/>
                        <a:pt x="802013" y="421739"/>
                      </a:cubicBezTo>
                      <a:cubicBezTo>
                        <a:pt x="804049" y="415876"/>
                        <a:pt x="792772" y="398240"/>
                        <a:pt x="792772" y="392328"/>
                      </a:cubicBezTo>
                      <a:cubicBezTo>
                        <a:pt x="792772" y="386466"/>
                        <a:pt x="792772" y="372356"/>
                        <a:pt x="787655" y="369425"/>
                      </a:cubicBezTo>
                      <a:cubicBezTo>
                        <a:pt x="782538" y="366494"/>
                        <a:pt x="797442" y="358843"/>
                        <a:pt x="800969" y="359042"/>
                      </a:cubicBezTo>
                      <a:cubicBezTo>
                        <a:pt x="808620" y="359489"/>
                        <a:pt x="819451" y="350397"/>
                        <a:pt x="822779" y="354173"/>
                      </a:cubicBezTo>
                      <a:cubicBezTo>
                        <a:pt x="826108" y="357999"/>
                        <a:pt x="832715" y="359042"/>
                        <a:pt x="839372" y="359042"/>
                      </a:cubicBezTo>
                      <a:cubicBezTo>
                        <a:pt x="845980" y="359042"/>
                        <a:pt x="843148" y="350397"/>
                        <a:pt x="839372" y="346572"/>
                      </a:cubicBezTo>
                      <a:cubicBezTo>
                        <a:pt x="835547" y="342796"/>
                        <a:pt x="851196" y="307523"/>
                        <a:pt x="853581" y="295600"/>
                      </a:cubicBezTo>
                      <a:cubicBezTo>
                        <a:pt x="855966" y="283676"/>
                        <a:pt x="861630" y="294507"/>
                        <a:pt x="869230" y="295600"/>
                      </a:cubicBezTo>
                      <a:cubicBezTo>
                        <a:pt x="876832" y="296643"/>
                        <a:pt x="885824" y="295053"/>
                        <a:pt x="890543" y="297736"/>
                      </a:cubicBezTo>
                      <a:cubicBezTo>
                        <a:pt x="895263" y="300419"/>
                        <a:pt x="909024" y="294507"/>
                        <a:pt x="912353" y="288495"/>
                      </a:cubicBezTo>
                      <a:cubicBezTo>
                        <a:pt x="915682" y="282534"/>
                        <a:pt x="908528" y="280894"/>
                        <a:pt x="909024" y="267332"/>
                      </a:cubicBezTo>
                      <a:cubicBezTo>
                        <a:pt x="909522" y="253769"/>
                        <a:pt x="916626" y="247261"/>
                        <a:pt x="924177" y="247261"/>
                      </a:cubicBezTo>
                      <a:cubicBezTo>
                        <a:pt x="931779" y="247261"/>
                        <a:pt x="934113" y="239113"/>
                        <a:pt x="934113" y="232654"/>
                      </a:cubicBezTo>
                      <a:cubicBezTo>
                        <a:pt x="934113" y="226743"/>
                        <a:pt x="940274" y="223066"/>
                        <a:pt x="942162" y="215564"/>
                      </a:cubicBezTo>
                      <a:cubicBezTo>
                        <a:pt x="939231" y="212633"/>
                        <a:pt x="937194" y="208659"/>
                        <a:pt x="936796" y="205678"/>
                      </a:cubicBezTo>
                      <a:close/>
                      <a:moveTo>
                        <a:pt x="350665" y="320539"/>
                      </a:moveTo>
                      <a:cubicBezTo>
                        <a:pt x="347933" y="324862"/>
                        <a:pt x="320856" y="316813"/>
                        <a:pt x="318571" y="310504"/>
                      </a:cubicBezTo>
                      <a:cubicBezTo>
                        <a:pt x="316137" y="303698"/>
                        <a:pt x="356577" y="311299"/>
                        <a:pt x="350665" y="320539"/>
                      </a:cubicBezTo>
                      <a:close/>
                      <a:moveTo>
                        <a:pt x="739564" y="317708"/>
                      </a:moveTo>
                      <a:cubicBezTo>
                        <a:pt x="720388" y="317708"/>
                        <a:pt x="677910" y="306728"/>
                        <a:pt x="660821" y="327892"/>
                      </a:cubicBezTo>
                      <a:cubicBezTo>
                        <a:pt x="643681" y="349056"/>
                        <a:pt x="656052" y="360035"/>
                        <a:pt x="648500" y="361576"/>
                      </a:cubicBezTo>
                      <a:cubicBezTo>
                        <a:pt x="640402" y="363265"/>
                        <a:pt x="636179" y="329432"/>
                        <a:pt x="645767" y="318453"/>
                      </a:cubicBezTo>
                      <a:cubicBezTo>
                        <a:pt x="655356" y="307473"/>
                        <a:pt x="686207" y="302803"/>
                        <a:pt x="705384" y="308268"/>
                      </a:cubicBezTo>
                      <a:cubicBezTo>
                        <a:pt x="724561" y="313783"/>
                        <a:pt x="758791" y="303598"/>
                        <a:pt x="763609" y="305138"/>
                      </a:cubicBezTo>
                      <a:cubicBezTo>
                        <a:pt x="768329" y="306728"/>
                        <a:pt x="758741" y="317708"/>
                        <a:pt x="739564" y="31770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grpSp>
              <p:nvGrpSpPr>
                <p:cNvPr id="905" name="Google Shape;905;p8"/>
                <p:cNvGrpSpPr/>
                <p:nvPr/>
              </p:nvGrpSpPr>
              <p:grpSpPr>
                <a:xfrm>
                  <a:off x="4766250" y="1419514"/>
                  <a:ext cx="3949206" cy="1723469"/>
                  <a:chOff x="4766250" y="1419514"/>
                  <a:chExt cx="3949206" cy="1723469"/>
                </a:xfrm>
              </p:grpSpPr>
              <p:grpSp>
                <p:nvGrpSpPr>
                  <p:cNvPr id="906" name="Google Shape;906;p8"/>
                  <p:cNvGrpSpPr/>
                  <p:nvPr/>
                </p:nvGrpSpPr>
                <p:grpSpPr>
                  <a:xfrm>
                    <a:off x="4766250" y="1419514"/>
                    <a:ext cx="3949206" cy="1723469"/>
                    <a:chOff x="4766250" y="1419514"/>
                    <a:chExt cx="3949206" cy="1723469"/>
                  </a:xfrm>
                </p:grpSpPr>
                <p:sp>
                  <p:nvSpPr>
                    <p:cNvPr id="907" name="Google Shape;907;p8"/>
                    <p:cNvSpPr/>
                    <p:nvPr/>
                  </p:nvSpPr>
                  <p:spPr>
                    <a:xfrm>
                      <a:off x="6484949" y="1497375"/>
                      <a:ext cx="122660" cy="80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660" h="80844" extrusionOk="0">
                          <a:moveTo>
                            <a:pt x="122661" y="31512"/>
                          </a:moveTo>
                          <a:cubicBezTo>
                            <a:pt x="120177" y="26991"/>
                            <a:pt x="118985" y="21973"/>
                            <a:pt x="119531" y="16707"/>
                          </a:cubicBezTo>
                          <a:cubicBezTo>
                            <a:pt x="109744" y="7864"/>
                            <a:pt x="88381" y="4585"/>
                            <a:pt x="88381" y="14273"/>
                          </a:cubicBezTo>
                          <a:cubicBezTo>
                            <a:pt x="88381" y="28382"/>
                            <a:pt x="75365" y="11143"/>
                            <a:pt x="71242" y="2498"/>
                          </a:cubicBezTo>
                          <a:cubicBezTo>
                            <a:pt x="67118" y="-6096"/>
                            <a:pt x="6856" y="9553"/>
                            <a:pt x="6856" y="18197"/>
                          </a:cubicBezTo>
                          <a:cubicBezTo>
                            <a:pt x="6856" y="21476"/>
                            <a:pt x="3627" y="24805"/>
                            <a:pt x="0" y="27935"/>
                          </a:cubicBezTo>
                          <a:cubicBezTo>
                            <a:pt x="2136" y="29127"/>
                            <a:pt x="4123" y="30618"/>
                            <a:pt x="5713" y="32207"/>
                          </a:cubicBezTo>
                          <a:cubicBezTo>
                            <a:pt x="9389" y="35983"/>
                            <a:pt x="12768" y="42442"/>
                            <a:pt x="13115" y="48205"/>
                          </a:cubicBezTo>
                          <a:cubicBezTo>
                            <a:pt x="13662" y="48403"/>
                            <a:pt x="14209" y="48552"/>
                            <a:pt x="14755" y="48751"/>
                          </a:cubicBezTo>
                          <a:cubicBezTo>
                            <a:pt x="22406" y="51633"/>
                            <a:pt x="29013" y="57346"/>
                            <a:pt x="31795" y="65046"/>
                          </a:cubicBezTo>
                          <a:cubicBezTo>
                            <a:pt x="36813" y="64251"/>
                            <a:pt x="44613" y="66338"/>
                            <a:pt x="53505" y="69319"/>
                          </a:cubicBezTo>
                          <a:cubicBezTo>
                            <a:pt x="57729" y="68921"/>
                            <a:pt x="61902" y="68524"/>
                            <a:pt x="66124" y="68425"/>
                          </a:cubicBezTo>
                          <a:cubicBezTo>
                            <a:pt x="76160" y="68226"/>
                            <a:pt x="83115" y="72995"/>
                            <a:pt x="86941" y="79702"/>
                          </a:cubicBezTo>
                          <a:cubicBezTo>
                            <a:pt x="90369" y="80398"/>
                            <a:pt x="93648" y="80845"/>
                            <a:pt x="96579" y="80845"/>
                          </a:cubicBezTo>
                          <a:cubicBezTo>
                            <a:pt x="116451" y="80845"/>
                            <a:pt x="118488" y="62065"/>
                            <a:pt x="112328" y="61271"/>
                          </a:cubicBezTo>
                          <a:cubicBezTo>
                            <a:pt x="106217" y="60525"/>
                            <a:pt x="111732" y="49546"/>
                            <a:pt x="122661" y="31512"/>
                          </a:cubicBezTo>
                          <a:cubicBezTo>
                            <a:pt x="122661" y="31512"/>
                            <a:pt x="122661" y="31512"/>
                            <a:pt x="122661" y="3151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08" name="Google Shape;908;p8"/>
                    <p:cNvSpPr/>
                    <p:nvPr/>
                  </p:nvSpPr>
                  <p:spPr>
                    <a:xfrm>
                      <a:off x="8450206" y="1975843"/>
                      <a:ext cx="89793" cy="324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9793" h="32440" extrusionOk="0">
                          <a:moveTo>
                            <a:pt x="36671" y="23519"/>
                          </a:moveTo>
                          <a:cubicBezTo>
                            <a:pt x="54456" y="20091"/>
                            <a:pt x="71745" y="19693"/>
                            <a:pt x="89133" y="20488"/>
                          </a:cubicBezTo>
                          <a:cubicBezTo>
                            <a:pt x="92362" y="15123"/>
                            <a:pt x="83967" y="4342"/>
                            <a:pt x="59325" y="566"/>
                          </a:cubicBezTo>
                          <a:cubicBezTo>
                            <a:pt x="28523" y="-4153"/>
                            <a:pt x="-11569" y="21929"/>
                            <a:pt x="3136" y="30325"/>
                          </a:cubicBezTo>
                          <a:cubicBezTo>
                            <a:pt x="13023" y="35989"/>
                            <a:pt x="20028" y="28636"/>
                            <a:pt x="27281" y="27295"/>
                          </a:cubicBezTo>
                          <a:cubicBezTo>
                            <a:pt x="29864" y="25556"/>
                            <a:pt x="32945" y="24214"/>
                            <a:pt x="36671" y="23519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09" name="Google Shape;909;p8"/>
                    <p:cNvSpPr/>
                    <p:nvPr/>
                  </p:nvSpPr>
                  <p:spPr>
                    <a:xfrm>
                      <a:off x="6147583" y="1892571"/>
                      <a:ext cx="19763" cy="166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63" h="16635" extrusionOk="0">
                          <a:moveTo>
                            <a:pt x="1824" y="13292"/>
                          </a:moveTo>
                          <a:cubicBezTo>
                            <a:pt x="12803" y="19551"/>
                            <a:pt x="21001" y="17216"/>
                            <a:pt x="19609" y="4647"/>
                          </a:cubicBezTo>
                          <a:cubicBezTo>
                            <a:pt x="18268" y="-7872"/>
                            <a:pt x="-6870" y="8324"/>
                            <a:pt x="1824" y="1329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0" name="Google Shape;910;p8"/>
                    <p:cNvSpPr/>
                    <p:nvPr/>
                  </p:nvSpPr>
                  <p:spPr>
                    <a:xfrm>
                      <a:off x="6404953" y="1431316"/>
                      <a:ext cx="32918" cy="149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918" h="14922" extrusionOk="0">
                          <a:moveTo>
                            <a:pt x="32800" y="6705"/>
                          </a:moveTo>
                          <a:cubicBezTo>
                            <a:pt x="35532" y="-5069"/>
                            <a:pt x="-9926" y="48"/>
                            <a:pt x="1998" y="11375"/>
                          </a:cubicBezTo>
                          <a:cubicBezTo>
                            <a:pt x="6072" y="15300"/>
                            <a:pt x="30067" y="18430"/>
                            <a:pt x="32800" y="670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1" name="Google Shape;911;p8"/>
                    <p:cNvSpPr/>
                    <p:nvPr/>
                  </p:nvSpPr>
                  <p:spPr>
                    <a:xfrm>
                      <a:off x="6430531" y="1449299"/>
                      <a:ext cx="119405" cy="797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405" h="79786" extrusionOk="0">
                          <a:moveTo>
                            <a:pt x="118853" y="30802"/>
                          </a:moveTo>
                          <a:cubicBezTo>
                            <a:pt x="114183" y="35820"/>
                            <a:pt x="107626" y="38999"/>
                            <a:pt x="100422" y="39297"/>
                          </a:cubicBezTo>
                          <a:cubicBezTo>
                            <a:pt x="86760" y="39943"/>
                            <a:pt x="75184" y="27026"/>
                            <a:pt x="75184" y="13563"/>
                          </a:cubicBezTo>
                          <a:lnTo>
                            <a:pt x="75184" y="5365"/>
                          </a:lnTo>
                          <a:cubicBezTo>
                            <a:pt x="74389" y="4769"/>
                            <a:pt x="73743" y="4074"/>
                            <a:pt x="72998" y="3428"/>
                          </a:cubicBezTo>
                          <a:cubicBezTo>
                            <a:pt x="67583" y="5962"/>
                            <a:pt x="61422" y="6707"/>
                            <a:pt x="55809" y="4918"/>
                          </a:cubicBezTo>
                          <a:cubicBezTo>
                            <a:pt x="48705" y="2683"/>
                            <a:pt x="41203" y="2136"/>
                            <a:pt x="34048" y="0"/>
                          </a:cubicBezTo>
                          <a:cubicBezTo>
                            <a:pt x="30372" y="2881"/>
                            <a:pt x="30224" y="5713"/>
                            <a:pt x="34645" y="8247"/>
                          </a:cubicBezTo>
                          <a:cubicBezTo>
                            <a:pt x="44233" y="13762"/>
                            <a:pt x="34645" y="27076"/>
                            <a:pt x="24361" y="26281"/>
                          </a:cubicBezTo>
                          <a:cubicBezTo>
                            <a:pt x="14077" y="25486"/>
                            <a:pt x="12040" y="38055"/>
                            <a:pt x="25057" y="44315"/>
                          </a:cubicBezTo>
                          <a:cubicBezTo>
                            <a:pt x="38073" y="50575"/>
                            <a:pt x="33304" y="54500"/>
                            <a:pt x="19592" y="54500"/>
                          </a:cubicBezTo>
                          <a:cubicBezTo>
                            <a:pt x="5930" y="54500"/>
                            <a:pt x="-5845" y="59766"/>
                            <a:pt x="3147" y="63889"/>
                          </a:cubicBezTo>
                          <a:cubicBezTo>
                            <a:pt x="10003" y="67019"/>
                            <a:pt x="9308" y="75663"/>
                            <a:pt x="23715" y="79539"/>
                          </a:cubicBezTo>
                          <a:cubicBezTo>
                            <a:pt x="24162" y="79638"/>
                            <a:pt x="24610" y="79737"/>
                            <a:pt x="25057" y="79787"/>
                          </a:cubicBezTo>
                          <a:cubicBezTo>
                            <a:pt x="29578" y="75117"/>
                            <a:pt x="36086" y="72981"/>
                            <a:pt x="42345" y="72732"/>
                          </a:cubicBezTo>
                          <a:cubicBezTo>
                            <a:pt x="43438" y="72683"/>
                            <a:pt x="44630" y="72782"/>
                            <a:pt x="45774" y="72931"/>
                          </a:cubicBezTo>
                          <a:cubicBezTo>
                            <a:pt x="49500" y="69205"/>
                            <a:pt x="51685" y="64634"/>
                            <a:pt x="51139" y="60710"/>
                          </a:cubicBezTo>
                          <a:cubicBezTo>
                            <a:pt x="49748" y="51320"/>
                            <a:pt x="101117" y="42676"/>
                            <a:pt x="114829" y="38751"/>
                          </a:cubicBezTo>
                          <a:cubicBezTo>
                            <a:pt x="119797" y="37409"/>
                            <a:pt x="119946" y="34280"/>
                            <a:pt x="118853" y="3080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2" name="Google Shape;912;p8"/>
                    <p:cNvSpPr/>
                    <p:nvPr/>
                  </p:nvSpPr>
                  <p:spPr>
                    <a:xfrm>
                      <a:off x="6595639" y="1553429"/>
                      <a:ext cx="143565" cy="742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565" h="74289" extrusionOk="0">
                          <a:moveTo>
                            <a:pt x="134980" y="24145"/>
                          </a:moveTo>
                          <a:cubicBezTo>
                            <a:pt x="130359" y="25834"/>
                            <a:pt x="125293" y="26132"/>
                            <a:pt x="120523" y="24393"/>
                          </a:cubicBezTo>
                          <a:cubicBezTo>
                            <a:pt x="109345" y="20270"/>
                            <a:pt x="97918" y="16891"/>
                            <a:pt x="86840" y="12669"/>
                          </a:cubicBezTo>
                          <a:cubicBezTo>
                            <a:pt x="83660" y="14854"/>
                            <a:pt x="81126" y="17488"/>
                            <a:pt x="79735" y="20170"/>
                          </a:cubicBezTo>
                          <a:cubicBezTo>
                            <a:pt x="75363" y="28765"/>
                            <a:pt x="70445" y="22307"/>
                            <a:pt x="79536" y="9787"/>
                          </a:cubicBezTo>
                          <a:cubicBezTo>
                            <a:pt x="76755" y="8595"/>
                            <a:pt x="74022" y="7303"/>
                            <a:pt x="71339" y="5962"/>
                          </a:cubicBezTo>
                          <a:cubicBezTo>
                            <a:pt x="64781" y="7700"/>
                            <a:pt x="57478" y="6955"/>
                            <a:pt x="51318" y="3825"/>
                          </a:cubicBezTo>
                          <a:cubicBezTo>
                            <a:pt x="48884" y="2583"/>
                            <a:pt x="46400" y="1292"/>
                            <a:pt x="44015" y="0"/>
                          </a:cubicBezTo>
                          <a:cubicBezTo>
                            <a:pt x="43369" y="7899"/>
                            <a:pt x="35271" y="11923"/>
                            <a:pt x="35917" y="20170"/>
                          </a:cubicBezTo>
                          <a:cubicBezTo>
                            <a:pt x="36612" y="28765"/>
                            <a:pt x="19473" y="15451"/>
                            <a:pt x="18777" y="35074"/>
                          </a:cubicBezTo>
                          <a:cubicBezTo>
                            <a:pt x="18081" y="54698"/>
                            <a:pt x="-7752" y="66075"/>
                            <a:pt x="2333" y="72683"/>
                          </a:cubicBezTo>
                          <a:cubicBezTo>
                            <a:pt x="11921" y="78942"/>
                            <a:pt x="42723" y="64833"/>
                            <a:pt x="63291" y="65628"/>
                          </a:cubicBezTo>
                          <a:cubicBezTo>
                            <a:pt x="83858" y="66423"/>
                            <a:pt x="141339" y="47594"/>
                            <a:pt x="143425" y="35074"/>
                          </a:cubicBezTo>
                          <a:cubicBezTo>
                            <a:pt x="144370" y="29560"/>
                            <a:pt x="140445" y="26629"/>
                            <a:pt x="134980" y="2414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3" name="Google Shape;913;p8"/>
                    <p:cNvSpPr/>
                    <p:nvPr/>
                  </p:nvSpPr>
                  <p:spPr>
                    <a:xfrm>
                      <a:off x="7495969" y="1739997"/>
                      <a:ext cx="165256" cy="665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5256" h="66554" extrusionOk="0">
                          <a:moveTo>
                            <a:pt x="151952" y="11459"/>
                          </a:moveTo>
                          <a:cubicBezTo>
                            <a:pt x="143209" y="5398"/>
                            <a:pt x="133024" y="4852"/>
                            <a:pt x="123336" y="4355"/>
                          </a:cubicBezTo>
                          <a:cubicBezTo>
                            <a:pt x="119362" y="10217"/>
                            <a:pt x="112754" y="14142"/>
                            <a:pt x="103464" y="13794"/>
                          </a:cubicBezTo>
                          <a:cubicBezTo>
                            <a:pt x="91740" y="13347"/>
                            <a:pt x="80462" y="10913"/>
                            <a:pt x="69284" y="8180"/>
                          </a:cubicBezTo>
                          <a:cubicBezTo>
                            <a:pt x="69234" y="8727"/>
                            <a:pt x="69135" y="9273"/>
                            <a:pt x="69085" y="9869"/>
                          </a:cubicBezTo>
                          <a:cubicBezTo>
                            <a:pt x="68688" y="19557"/>
                            <a:pt x="59397" y="12403"/>
                            <a:pt x="48666" y="3262"/>
                          </a:cubicBezTo>
                          <a:cubicBezTo>
                            <a:pt x="43052" y="2020"/>
                            <a:pt x="37389" y="977"/>
                            <a:pt x="31676" y="281"/>
                          </a:cubicBezTo>
                          <a:cubicBezTo>
                            <a:pt x="-319" y="-3445"/>
                            <a:pt x="-6678" y="30686"/>
                            <a:pt x="6338" y="54433"/>
                          </a:cubicBezTo>
                          <a:cubicBezTo>
                            <a:pt x="8624" y="58606"/>
                            <a:pt x="11009" y="62630"/>
                            <a:pt x="13443" y="66555"/>
                          </a:cubicBezTo>
                          <a:cubicBezTo>
                            <a:pt x="21789" y="65412"/>
                            <a:pt x="32769" y="60544"/>
                            <a:pt x="38283" y="58407"/>
                          </a:cubicBezTo>
                          <a:cubicBezTo>
                            <a:pt x="46481" y="55277"/>
                            <a:pt x="47176" y="72517"/>
                            <a:pt x="60193" y="63127"/>
                          </a:cubicBezTo>
                          <a:cubicBezTo>
                            <a:pt x="73209" y="53737"/>
                            <a:pt x="86225" y="58407"/>
                            <a:pt x="101278" y="58407"/>
                          </a:cubicBezTo>
                          <a:cubicBezTo>
                            <a:pt x="116331" y="58407"/>
                            <a:pt x="98546" y="37243"/>
                            <a:pt x="99241" y="27854"/>
                          </a:cubicBezTo>
                          <a:cubicBezTo>
                            <a:pt x="99937" y="18464"/>
                            <a:pt x="117027" y="24724"/>
                            <a:pt x="111562" y="32573"/>
                          </a:cubicBezTo>
                          <a:cubicBezTo>
                            <a:pt x="106097" y="40423"/>
                            <a:pt x="119809" y="58457"/>
                            <a:pt x="141668" y="56867"/>
                          </a:cubicBezTo>
                          <a:cubicBezTo>
                            <a:pt x="163577" y="55327"/>
                            <a:pt x="147133" y="39628"/>
                            <a:pt x="158113" y="34163"/>
                          </a:cubicBezTo>
                          <a:cubicBezTo>
                            <a:pt x="169092" y="28748"/>
                            <a:pt x="167701" y="22488"/>
                            <a:pt x="151952" y="11459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4" name="Google Shape;914;p8"/>
                    <p:cNvSpPr/>
                    <p:nvPr/>
                  </p:nvSpPr>
                  <p:spPr>
                    <a:xfrm>
                      <a:off x="7686973" y="1766162"/>
                      <a:ext cx="113727" cy="41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727" h="41681" extrusionOk="0">
                          <a:moveTo>
                            <a:pt x="37903" y="28466"/>
                          </a:moveTo>
                          <a:cubicBezTo>
                            <a:pt x="54745" y="33882"/>
                            <a:pt x="71586" y="39148"/>
                            <a:pt x="88975" y="41681"/>
                          </a:cubicBezTo>
                          <a:cubicBezTo>
                            <a:pt x="103829" y="39545"/>
                            <a:pt x="113269" y="34875"/>
                            <a:pt x="113715" y="29957"/>
                          </a:cubicBezTo>
                          <a:cubicBezTo>
                            <a:pt x="114411" y="22107"/>
                            <a:pt x="84950" y="10383"/>
                            <a:pt x="76058" y="16642"/>
                          </a:cubicBezTo>
                          <a:cubicBezTo>
                            <a:pt x="67165" y="22902"/>
                            <a:pt x="60309" y="6458"/>
                            <a:pt x="49330" y="10383"/>
                          </a:cubicBezTo>
                          <a:cubicBezTo>
                            <a:pt x="38350" y="14307"/>
                            <a:pt x="23296" y="13513"/>
                            <a:pt x="17832" y="2533"/>
                          </a:cubicBezTo>
                          <a:cubicBezTo>
                            <a:pt x="12367" y="-8446"/>
                            <a:pt x="-6164" y="19772"/>
                            <a:pt x="2083" y="20567"/>
                          </a:cubicBezTo>
                          <a:cubicBezTo>
                            <a:pt x="9088" y="21263"/>
                            <a:pt x="14652" y="24939"/>
                            <a:pt x="21111" y="29112"/>
                          </a:cubicBezTo>
                          <a:cubicBezTo>
                            <a:pt x="25781" y="26926"/>
                            <a:pt x="31444" y="26429"/>
                            <a:pt x="37903" y="28466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5" name="Google Shape;915;p8"/>
                    <p:cNvSpPr/>
                    <p:nvPr/>
                  </p:nvSpPr>
                  <p:spPr>
                    <a:xfrm>
                      <a:off x="5778163" y="1443784"/>
                      <a:ext cx="52245" cy="16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245" h="16952" extrusionOk="0">
                          <a:moveTo>
                            <a:pt x="30883" y="0"/>
                          </a:moveTo>
                          <a:cubicBezTo>
                            <a:pt x="30038" y="397"/>
                            <a:pt x="29094" y="596"/>
                            <a:pt x="28100" y="447"/>
                          </a:cubicBezTo>
                          <a:cubicBezTo>
                            <a:pt x="21245" y="-348"/>
                            <a:pt x="-4639" y="5415"/>
                            <a:pt x="727" y="12221"/>
                          </a:cubicBezTo>
                          <a:cubicBezTo>
                            <a:pt x="6887" y="20071"/>
                            <a:pt x="26064" y="16146"/>
                            <a:pt x="39080" y="14556"/>
                          </a:cubicBezTo>
                          <a:cubicBezTo>
                            <a:pt x="44694" y="13861"/>
                            <a:pt x="48966" y="12569"/>
                            <a:pt x="52245" y="10930"/>
                          </a:cubicBezTo>
                          <a:cubicBezTo>
                            <a:pt x="44942" y="7651"/>
                            <a:pt x="37937" y="3825"/>
                            <a:pt x="30883" y="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6" name="Google Shape;916;p8"/>
                    <p:cNvSpPr/>
                    <p:nvPr/>
                  </p:nvSpPr>
                  <p:spPr>
                    <a:xfrm>
                      <a:off x="7544237" y="1831909"/>
                      <a:ext cx="25636" cy="158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636" h="15817" extrusionOk="0">
                          <a:moveTo>
                            <a:pt x="25636" y="4202"/>
                          </a:moveTo>
                          <a:cubicBezTo>
                            <a:pt x="25636" y="-7572"/>
                            <a:pt x="-11674" y="8525"/>
                            <a:pt x="3727" y="14387"/>
                          </a:cubicBezTo>
                          <a:cubicBezTo>
                            <a:pt x="11924" y="17566"/>
                            <a:pt x="25636" y="15977"/>
                            <a:pt x="25636" y="420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7" name="Google Shape;917;p8"/>
                    <p:cNvSpPr/>
                    <p:nvPr/>
                  </p:nvSpPr>
                  <p:spPr>
                    <a:xfrm>
                      <a:off x="7555925" y="1854433"/>
                      <a:ext cx="72383" cy="342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383" h="34293" extrusionOk="0">
                          <a:moveTo>
                            <a:pt x="68746" y="33395"/>
                          </a:moveTo>
                          <a:cubicBezTo>
                            <a:pt x="81066" y="30266"/>
                            <a:pt x="59853" y="4432"/>
                            <a:pt x="38590" y="507"/>
                          </a:cubicBezTo>
                          <a:cubicBezTo>
                            <a:pt x="17376" y="-3418"/>
                            <a:pt x="-2397" y="16603"/>
                            <a:pt x="237" y="20876"/>
                          </a:cubicBezTo>
                          <a:cubicBezTo>
                            <a:pt x="6397" y="31060"/>
                            <a:pt x="56375" y="36575"/>
                            <a:pt x="68746" y="3339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8" name="Google Shape;918;p8"/>
                    <p:cNvSpPr/>
                    <p:nvPr/>
                  </p:nvSpPr>
                  <p:spPr>
                    <a:xfrm>
                      <a:off x="5532133" y="1482210"/>
                      <a:ext cx="29652" cy="127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652" h="12759" extrusionOk="0">
                          <a:moveTo>
                            <a:pt x="29652" y="5193"/>
                          </a:moveTo>
                          <a:cubicBezTo>
                            <a:pt x="29652" y="-7376"/>
                            <a:pt x="-6018" y="6485"/>
                            <a:pt x="887" y="9118"/>
                          </a:cubicBezTo>
                          <a:cubicBezTo>
                            <a:pt x="7048" y="11453"/>
                            <a:pt x="29652" y="17713"/>
                            <a:pt x="29652" y="5193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19" name="Google Shape;919;p8"/>
                    <p:cNvSpPr/>
                    <p:nvPr/>
                  </p:nvSpPr>
                  <p:spPr>
                    <a:xfrm>
                      <a:off x="4766250" y="2657423"/>
                      <a:ext cx="72782" cy="357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782" h="35704" extrusionOk="0">
                          <a:moveTo>
                            <a:pt x="59964" y="8055"/>
                          </a:moveTo>
                          <a:cubicBezTo>
                            <a:pt x="56884" y="9794"/>
                            <a:pt x="48637" y="6266"/>
                            <a:pt x="46104" y="2193"/>
                          </a:cubicBezTo>
                          <a:cubicBezTo>
                            <a:pt x="44067" y="-1136"/>
                            <a:pt x="37658" y="156"/>
                            <a:pt x="32044" y="752"/>
                          </a:cubicBezTo>
                          <a:cubicBezTo>
                            <a:pt x="33336" y="1646"/>
                            <a:pt x="34677" y="2789"/>
                            <a:pt x="35671" y="4776"/>
                          </a:cubicBezTo>
                          <a:cubicBezTo>
                            <a:pt x="38751" y="11036"/>
                            <a:pt x="23350" y="11831"/>
                            <a:pt x="28119" y="19283"/>
                          </a:cubicBezTo>
                          <a:cubicBezTo>
                            <a:pt x="32889" y="26735"/>
                            <a:pt x="17140" y="27132"/>
                            <a:pt x="17140" y="19283"/>
                          </a:cubicBezTo>
                          <a:cubicBezTo>
                            <a:pt x="17140" y="11433"/>
                            <a:pt x="696" y="15358"/>
                            <a:pt x="1391" y="20475"/>
                          </a:cubicBezTo>
                          <a:cubicBezTo>
                            <a:pt x="1640" y="22313"/>
                            <a:pt x="1143" y="24549"/>
                            <a:pt x="0" y="26735"/>
                          </a:cubicBezTo>
                          <a:cubicBezTo>
                            <a:pt x="4471" y="28573"/>
                            <a:pt x="9688" y="30709"/>
                            <a:pt x="11725" y="31604"/>
                          </a:cubicBezTo>
                          <a:cubicBezTo>
                            <a:pt x="14805" y="33044"/>
                            <a:pt x="55891" y="37913"/>
                            <a:pt x="71938" y="34535"/>
                          </a:cubicBezTo>
                          <a:cubicBezTo>
                            <a:pt x="71093" y="31107"/>
                            <a:pt x="72782" y="20873"/>
                            <a:pt x="72782" y="16948"/>
                          </a:cubicBezTo>
                          <a:cubicBezTo>
                            <a:pt x="72782" y="12178"/>
                            <a:pt x="63045" y="6316"/>
                            <a:pt x="59964" y="805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0" name="Google Shape;920;p8"/>
                    <p:cNvSpPr/>
                    <p:nvPr/>
                  </p:nvSpPr>
                  <p:spPr>
                    <a:xfrm>
                      <a:off x="7584176" y="2735180"/>
                      <a:ext cx="41542" cy="2580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542" h="258059" extrusionOk="0">
                          <a:moveTo>
                            <a:pt x="33638" y="234194"/>
                          </a:moveTo>
                          <a:cubicBezTo>
                            <a:pt x="26783" y="235784"/>
                            <a:pt x="21318" y="215365"/>
                            <a:pt x="17840" y="202846"/>
                          </a:cubicBezTo>
                          <a:cubicBezTo>
                            <a:pt x="14412" y="190326"/>
                            <a:pt x="24696" y="175422"/>
                            <a:pt x="24696" y="159723"/>
                          </a:cubicBezTo>
                          <a:cubicBezTo>
                            <a:pt x="24696" y="149340"/>
                            <a:pt x="32248" y="146210"/>
                            <a:pt x="40296" y="148694"/>
                          </a:cubicBezTo>
                          <a:cubicBezTo>
                            <a:pt x="38309" y="137416"/>
                            <a:pt x="36967" y="126437"/>
                            <a:pt x="35378" y="117047"/>
                          </a:cubicBezTo>
                          <a:cubicBezTo>
                            <a:pt x="31701" y="94939"/>
                            <a:pt x="27428" y="72086"/>
                            <a:pt x="21417" y="50575"/>
                          </a:cubicBezTo>
                          <a:cubicBezTo>
                            <a:pt x="16250" y="32044"/>
                            <a:pt x="5718" y="17835"/>
                            <a:pt x="1644" y="0"/>
                          </a:cubicBezTo>
                          <a:cubicBezTo>
                            <a:pt x="-939" y="4471"/>
                            <a:pt x="4575" y="14308"/>
                            <a:pt x="1346" y="26529"/>
                          </a:cubicBezTo>
                          <a:cubicBezTo>
                            <a:pt x="-2777" y="42179"/>
                            <a:pt x="3383" y="64932"/>
                            <a:pt x="8898" y="79042"/>
                          </a:cubicBezTo>
                          <a:cubicBezTo>
                            <a:pt x="14362" y="93151"/>
                            <a:pt x="1346" y="168367"/>
                            <a:pt x="6861" y="180936"/>
                          </a:cubicBezTo>
                          <a:cubicBezTo>
                            <a:pt x="12326" y="193506"/>
                            <a:pt x="-2082" y="248949"/>
                            <a:pt x="2737" y="255358"/>
                          </a:cubicBezTo>
                          <a:cubicBezTo>
                            <a:pt x="10984" y="266337"/>
                            <a:pt x="5470" y="240454"/>
                            <a:pt x="17791" y="238119"/>
                          </a:cubicBezTo>
                          <a:cubicBezTo>
                            <a:pt x="30111" y="235784"/>
                            <a:pt x="30111" y="253768"/>
                            <a:pt x="37663" y="257693"/>
                          </a:cubicBezTo>
                          <a:cubicBezTo>
                            <a:pt x="45264" y="261618"/>
                            <a:pt x="40494" y="232604"/>
                            <a:pt x="33638" y="23419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1" name="Google Shape;921;p8"/>
                    <p:cNvSpPr/>
                    <p:nvPr/>
                  </p:nvSpPr>
                  <p:spPr>
                    <a:xfrm>
                      <a:off x="5431232" y="2066534"/>
                      <a:ext cx="50441" cy="351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441" h="35107" extrusionOk="0">
                          <a:moveTo>
                            <a:pt x="4514" y="28214"/>
                          </a:moveTo>
                          <a:cubicBezTo>
                            <a:pt x="22995" y="47788"/>
                            <a:pt x="38794" y="19619"/>
                            <a:pt x="47686" y="18030"/>
                          </a:cubicBezTo>
                          <a:cubicBezTo>
                            <a:pt x="56629" y="16490"/>
                            <a:pt x="42222" y="5460"/>
                            <a:pt x="27118" y="791"/>
                          </a:cubicBezTo>
                          <a:cubicBezTo>
                            <a:pt x="12065" y="-3929"/>
                            <a:pt x="-9446" y="13409"/>
                            <a:pt x="4514" y="2821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2" name="Google Shape;922;p8"/>
                    <p:cNvSpPr/>
                    <p:nvPr/>
                  </p:nvSpPr>
                  <p:spPr>
                    <a:xfrm>
                      <a:off x="5699868" y="1442154"/>
                      <a:ext cx="68399" cy="354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399" h="35413" extrusionOk="0">
                          <a:moveTo>
                            <a:pt x="67396" y="20111"/>
                          </a:moveTo>
                          <a:cubicBezTo>
                            <a:pt x="72166" y="13057"/>
                            <a:pt x="58454" y="13057"/>
                            <a:pt x="57112" y="6002"/>
                          </a:cubicBezTo>
                          <a:cubicBezTo>
                            <a:pt x="55771" y="-1053"/>
                            <a:pt x="17368" y="-2593"/>
                            <a:pt x="19454" y="5207"/>
                          </a:cubicBezTo>
                          <a:cubicBezTo>
                            <a:pt x="21491" y="13057"/>
                            <a:pt x="-7075" y="21552"/>
                            <a:pt x="1669" y="29501"/>
                          </a:cubicBezTo>
                          <a:cubicBezTo>
                            <a:pt x="18063" y="44455"/>
                            <a:pt x="62577" y="27166"/>
                            <a:pt x="67396" y="20111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3" name="Google Shape;923;p8"/>
                    <p:cNvSpPr/>
                    <p:nvPr/>
                  </p:nvSpPr>
                  <p:spPr>
                    <a:xfrm>
                      <a:off x="6879504" y="1817269"/>
                      <a:ext cx="42449" cy="226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449" h="22616" extrusionOk="0">
                          <a:moveTo>
                            <a:pt x="14366" y="4734"/>
                          </a:moveTo>
                          <a:cubicBezTo>
                            <a:pt x="11634" y="10993"/>
                            <a:pt x="-3270" y="11440"/>
                            <a:pt x="654" y="17303"/>
                          </a:cubicBezTo>
                          <a:cubicBezTo>
                            <a:pt x="7510" y="27487"/>
                            <a:pt x="41740" y="22022"/>
                            <a:pt x="42436" y="9453"/>
                          </a:cubicBezTo>
                          <a:cubicBezTo>
                            <a:pt x="43131" y="-3066"/>
                            <a:pt x="17148" y="-1526"/>
                            <a:pt x="14366" y="473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4" name="Google Shape;924;p8"/>
                    <p:cNvSpPr/>
                    <p:nvPr/>
                  </p:nvSpPr>
                  <p:spPr>
                    <a:xfrm>
                      <a:off x="7665905" y="1927738"/>
                      <a:ext cx="25201" cy="46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201" h="4699" extrusionOk="0">
                          <a:moveTo>
                            <a:pt x="0" y="1574"/>
                          </a:moveTo>
                          <a:cubicBezTo>
                            <a:pt x="646" y="1723"/>
                            <a:pt x="1242" y="1823"/>
                            <a:pt x="1888" y="2022"/>
                          </a:cubicBezTo>
                          <a:cubicBezTo>
                            <a:pt x="10135" y="4754"/>
                            <a:pt x="24492" y="6344"/>
                            <a:pt x="25188" y="2022"/>
                          </a:cubicBezTo>
                          <a:cubicBezTo>
                            <a:pt x="25238" y="1674"/>
                            <a:pt x="25138" y="1376"/>
                            <a:pt x="25039" y="1078"/>
                          </a:cubicBezTo>
                          <a:cubicBezTo>
                            <a:pt x="16593" y="-363"/>
                            <a:pt x="8247" y="-512"/>
                            <a:pt x="0" y="157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5" name="Google Shape;925;p8"/>
                    <p:cNvSpPr/>
                    <p:nvPr/>
                  </p:nvSpPr>
                  <p:spPr>
                    <a:xfrm>
                      <a:off x="4945054" y="1642431"/>
                      <a:ext cx="3770402" cy="1500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70402" h="1500552" extrusionOk="0">
                          <a:moveTo>
                            <a:pt x="3667613" y="540401"/>
                          </a:moveTo>
                          <a:cubicBezTo>
                            <a:pt x="3665924" y="540997"/>
                            <a:pt x="3664881" y="541792"/>
                            <a:pt x="3664831" y="542835"/>
                          </a:cubicBezTo>
                          <a:cubicBezTo>
                            <a:pt x="3664483" y="548350"/>
                            <a:pt x="3671339" y="548698"/>
                            <a:pt x="3675463" y="555007"/>
                          </a:cubicBezTo>
                          <a:cubicBezTo>
                            <a:pt x="3679586" y="561267"/>
                            <a:pt x="3669948" y="564794"/>
                            <a:pt x="3672035" y="571849"/>
                          </a:cubicBezTo>
                          <a:cubicBezTo>
                            <a:pt x="3674072" y="578903"/>
                            <a:pt x="3661751" y="568321"/>
                            <a:pt x="3657329" y="564397"/>
                          </a:cubicBezTo>
                          <a:cubicBezTo>
                            <a:pt x="3652908" y="560472"/>
                            <a:pt x="3654945" y="545170"/>
                            <a:pt x="3656286" y="537370"/>
                          </a:cubicBezTo>
                          <a:cubicBezTo>
                            <a:pt x="3656385" y="536725"/>
                            <a:pt x="3656336" y="536277"/>
                            <a:pt x="3656336" y="535731"/>
                          </a:cubicBezTo>
                          <a:cubicBezTo>
                            <a:pt x="3648536" y="531856"/>
                            <a:pt x="3643071" y="523957"/>
                            <a:pt x="3641034" y="515511"/>
                          </a:cubicBezTo>
                          <a:cubicBezTo>
                            <a:pt x="3640786" y="515312"/>
                            <a:pt x="3640537" y="515113"/>
                            <a:pt x="3640289" y="514915"/>
                          </a:cubicBezTo>
                          <a:cubicBezTo>
                            <a:pt x="3632936" y="513623"/>
                            <a:pt x="3625384" y="513176"/>
                            <a:pt x="3619174" y="512431"/>
                          </a:cubicBezTo>
                          <a:cubicBezTo>
                            <a:pt x="3601538" y="510344"/>
                            <a:pt x="3582958" y="509947"/>
                            <a:pt x="3565917" y="504432"/>
                          </a:cubicBezTo>
                          <a:cubicBezTo>
                            <a:pt x="3547436" y="498421"/>
                            <a:pt x="3544753" y="478250"/>
                            <a:pt x="3552255" y="465135"/>
                          </a:cubicBezTo>
                          <a:cubicBezTo>
                            <a:pt x="3544604" y="462601"/>
                            <a:pt x="3536258" y="459720"/>
                            <a:pt x="3531687" y="454304"/>
                          </a:cubicBezTo>
                          <a:cubicBezTo>
                            <a:pt x="3522745" y="443723"/>
                            <a:pt x="3483745" y="424943"/>
                            <a:pt x="3466953" y="423751"/>
                          </a:cubicBezTo>
                          <a:cubicBezTo>
                            <a:pt x="3453788" y="422807"/>
                            <a:pt x="3453242" y="416150"/>
                            <a:pt x="3449664" y="414063"/>
                          </a:cubicBezTo>
                          <a:cubicBezTo>
                            <a:pt x="3447379" y="415355"/>
                            <a:pt x="3444746" y="416349"/>
                            <a:pt x="3441666" y="416895"/>
                          </a:cubicBezTo>
                          <a:cubicBezTo>
                            <a:pt x="3408827" y="422956"/>
                            <a:pt x="3375392" y="427676"/>
                            <a:pt x="3343597" y="414312"/>
                          </a:cubicBezTo>
                          <a:cubicBezTo>
                            <a:pt x="3336741" y="411430"/>
                            <a:pt x="3330879" y="406611"/>
                            <a:pt x="3327649" y="400451"/>
                          </a:cubicBezTo>
                          <a:cubicBezTo>
                            <a:pt x="3322185" y="399358"/>
                            <a:pt x="3317961" y="399258"/>
                            <a:pt x="3316620" y="401047"/>
                          </a:cubicBezTo>
                          <a:cubicBezTo>
                            <a:pt x="3311851" y="407307"/>
                            <a:pt x="3313888" y="416349"/>
                            <a:pt x="3309119" y="417889"/>
                          </a:cubicBezTo>
                          <a:cubicBezTo>
                            <a:pt x="3304349" y="419429"/>
                            <a:pt x="3309119" y="427278"/>
                            <a:pt x="3320445" y="439053"/>
                          </a:cubicBezTo>
                          <a:cubicBezTo>
                            <a:pt x="3331723" y="450827"/>
                            <a:pt x="3324867" y="459819"/>
                            <a:pt x="3314633" y="464936"/>
                          </a:cubicBezTo>
                          <a:cubicBezTo>
                            <a:pt x="3304349" y="470004"/>
                            <a:pt x="3287905" y="460216"/>
                            <a:pt x="3282788" y="451224"/>
                          </a:cubicBezTo>
                          <a:cubicBezTo>
                            <a:pt x="3277720" y="442381"/>
                            <a:pt x="3264108" y="445958"/>
                            <a:pt x="3260382" y="434929"/>
                          </a:cubicBezTo>
                          <a:cubicBezTo>
                            <a:pt x="3235342" y="447498"/>
                            <a:pt x="3205733" y="445412"/>
                            <a:pt x="3179353" y="436171"/>
                          </a:cubicBezTo>
                          <a:cubicBezTo>
                            <a:pt x="3167628" y="432048"/>
                            <a:pt x="3154314" y="427725"/>
                            <a:pt x="3141645" y="422111"/>
                          </a:cubicBezTo>
                          <a:cubicBezTo>
                            <a:pt x="3124853" y="423254"/>
                            <a:pt x="3107217" y="425688"/>
                            <a:pt x="3104037" y="428123"/>
                          </a:cubicBezTo>
                          <a:cubicBezTo>
                            <a:pt x="3097877" y="432842"/>
                            <a:pt x="3102348" y="451224"/>
                            <a:pt x="3099268" y="452814"/>
                          </a:cubicBezTo>
                          <a:cubicBezTo>
                            <a:pt x="3096188" y="454354"/>
                            <a:pt x="3093107" y="431650"/>
                            <a:pt x="3093107" y="427328"/>
                          </a:cubicBezTo>
                          <a:cubicBezTo>
                            <a:pt x="3093107" y="423006"/>
                            <a:pt x="3085904" y="419876"/>
                            <a:pt x="3075272" y="419876"/>
                          </a:cubicBezTo>
                          <a:cubicBezTo>
                            <a:pt x="3064640" y="419876"/>
                            <a:pt x="3058480" y="419478"/>
                            <a:pt x="3062951" y="414361"/>
                          </a:cubicBezTo>
                          <a:cubicBezTo>
                            <a:pt x="3067423" y="409294"/>
                            <a:pt x="3058828" y="404177"/>
                            <a:pt x="3067074" y="397520"/>
                          </a:cubicBezTo>
                          <a:cubicBezTo>
                            <a:pt x="3069112" y="395880"/>
                            <a:pt x="3069211" y="393346"/>
                            <a:pt x="3067869" y="390316"/>
                          </a:cubicBezTo>
                          <a:cubicBezTo>
                            <a:pt x="3051972" y="381622"/>
                            <a:pt x="3037664" y="377846"/>
                            <a:pt x="3019034" y="375461"/>
                          </a:cubicBezTo>
                          <a:cubicBezTo>
                            <a:pt x="2991213" y="371884"/>
                            <a:pt x="2963540" y="367562"/>
                            <a:pt x="2936216" y="361700"/>
                          </a:cubicBezTo>
                          <a:cubicBezTo>
                            <a:pt x="2921610" y="364581"/>
                            <a:pt x="2899105" y="363439"/>
                            <a:pt x="2887628" y="363787"/>
                          </a:cubicBezTo>
                          <a:cubicBezTo>
                            <a:pt x="2874612" y="364184"/>
                            <a:pt x="2885244" y="357924"/>
                            <a:pt x="2881468" y="350870"/>
                          </a:cubicBezTo>
                          <a:cubicBezTo>
                            <a:pt x="2880574" y="349230"/>
                            <a:pt x="2878686" y="347491"/>
                            <a:pt x="2876252" y="345852"/>
                          </a:cubicBezTo>
                          <a:cubicBezTo>
                            <a:pt x="2872526" y="344659"/>
                            <a:pt x="2868750" y="343517"/>
                            <a:pt x="2865024" y="342225"/>
                          </a:cubicBezTo>
                          <a:cubicBezTo>
                            <a:pt x="2862738" y="341430"/>
                            <a:pt x="2860752" y="340437"/>
                            <a:pt x="2858963" y="339244"/>
                          </a:cubicBezTo>
                          <a:cubicBezTo>
                            <a:pt x="2855784" y="338897"/>
                            <a:pt x="2853250" y="339344"/>
                            <a:pt x="2852355" y="341082"/>
                          </a:cubicBezTo>
                          <a:cubicBezTo>
                            <a:pt x="2849275" y="346945"/>
                            <a:pt x="2843462" y="341082"/>
                            <a:pt x="2843462" y="336760"/>
                          </a:cubicBezTo>
                          <a:cubicBezTo>
                            <a:pt x="2843462" y="332488"/>
                            <a:pt x="2822547" y="323843"/>
                            <a:pt x="2814350" y="325781"/>
                          </a:cubicBezTo>
                          <a:cubicBezTo>
                            <a:pt x="2806103" y="327718"/>
                            <a:pt x="2802377" y="317137"/>
                            <a:pt x="2811965" y="317137"/>
                          </a:cubicBezTo>
                          <a:cubicBezTo>
                            <a:pt x="2821554" y="317137"/>
                            <a:pt x="2837799" y="319471"/>
                            <a:pt x="2830894" y="307101"/>
                          </a:cubicBezTo>
                          <a:cubicBezTo>
                            <a:pt x="2824832" y="307697"/>
                            <a:pt x="2818721" y="307250"/>
                            <a:pt x="2812611" y="306207"/>
                          </a:cubicBezTo>
                          <a:cubicBezTo>
                            <a:pt x="2806649" y="308890"/>
                            <a:pt x="2798005" y="312864"/>
                            <a:pt x="2795173" y="313907"/>
                          </a:cubicBezTo>
                          <a:cubicBezTo>
                            <a:pt x="2777685" y="320415"/>
                            <a:pt x="2766010" y="307002"/>
                            <a:pt x="2764719" y="292246"/>
                          </a:cubicBezTo>
                          <a:cubicBezTo>
                            <a:pt x="2760397" y="292246"/>
                            <a:pt x="2757316" y="292445"/>
                            <a:pt x="2756174" y="292892"/>
                          </a:cubicBezTo>
                          <a:cubicBezTo>
                            <a:pt x="2750361" y="295227"/>
                            <a:pt x="2755826" y="304220"/>
                            <a:pt x="2742462" y="318776"/>
                          </a:cubicBezTo>
                          <a:cubicBezTo>
                            <a:pt x="2729098" y="333283"/>
                            <a:pt x="2716082" y="323496"/>
                            <a:pt x="2717821" y="316441"/>
                          </a:cubicBezTo>
                          <a:cubicBezTo>
                            <a:pt x="2719559" y="309386"/>
                            <a:pt x="2735954" y="310579"/>
                            <a:pt x="2735954" y="303524"/>
                          </a:cubicBezTo>
                          <a:cubicBezTo>
                            <a:pt x="2735954" y="296469"/>
                            <a:pt x="2713349" y="300394"/>
                            <a:pt x="2709922" y="294482"/>
                          </a:cubicBezTo>
                          <a:cubicBezTo>
                            <a:pt x="2708828" y="292644"/>
                            <a:pt x="2709027" y="291004"/>
                            <a:pt x="2709872" y="289713"/>
                          </a:cubicBezTo>
                          <a:cubicBezTo>
                            <a:pt x="2698246" y="290557"/>
                            <a:pt x="2690049" y="282211"/>
                            <a:pt x="2687217" y="271878"/>
                          </a:cubicBezTo>
                          <a:cubicBezTo>
                            <a:pt x="2676983" y="270139"/>
                            <a:pt x="2666898" y="268996"/>
                            <a:pt x="2659595" y="269841"/>
                          </a:cubicBezTo>
                          <a:cubicBezTo>
                            <a:pt x="2642157" y="271778"/>
                            <a:pt x="2634258" y="262389"/>
                            <a:pt x="2624670" y="261594"/>
                          </a:cubicBezTo>
                          <a:cubicBezTo>
                            <a:pt x="2615081" y="260799"/>
                            <a:pt x="2615081" y="267456"/>
                            <a:pt x="2619552" y="273716"/>
                          </a:cubicBezTo>
                          <a:cubicBezTo>
                            <a:pt x="2623974" y="279975"/>
                            <a:pt x="2610312" y="283900"/>
                            <a:pt x="2598984" y="281963"/>
                          </a:cubicBezTo>
                          <a:cubicBezTo>
                            <a:pt x="2596500" y="281516"/>
                            <a:pt x="2593768" y="281665"/>
                            <a:pt x="2591036" y="282161"/>
                          </a:cubicBezTo>
                          <a:cubicBezTo>
                            <a:pt x="2591333" y="284099"/>
                            <a:pt x="2591731" y="286036"/>
                            <a:pt x="2592278" y="288123"/>
                          </a:cubicBezTo>
                          <a:cubicBezTo>
                            <a:pt x="2593172" y="291501"/>
                            <a:pt x="2593867" y="294880"/>
                            <a:pt x="2594315" y="298258"/>
                          </a:cubicBezTo>
                          <a:cubicBezTo>
                            <a:pt x="2594961" y="298258"/>
                            <a:pt x="2595607" y="298407"/>
                            <a:pt x="2596203" y="298755"/>
                          </a:cubicBezTo>
                          <a:cubicBezTo>
                            <a:pt x="2598140" y="299848"/>
                            <a:pt x="2596898" y="301388"/>
                            <a:pt x="2594861" y="303127"/>
                          </a:cubicBezTo>
                          <a:cubicBezTo>
                            <a:pt x="2595209" y="307697"/>
                            <a:pt x="2595010" y="312168"/>
                            <a:pt x="2594116" y="316342"/>
                          </a:cubicBezTo>
                          <a:cubicBezTo>
                            <a:pt x="2597643" y="320962"/>
                            <a:pt x="2596947" y="327222"/>
                            <a:pt x="2597196" y="330898"/>
                          </a:cubicBezTo>
                          <a:cubicBezTo>
                            <a:pt x="2597445" y="334525"/>
                            <a:pt x="2589048" y="336760"/>
                            <a:pt x="2582888" y="334276"/>
                          </a:cubicBezTo>
                          <a:cubicBezTo>
                            <a:pt x="2580305" y="336263"/>
                            <a:pt x="2577224" y="338002"/>
                            <a:pt x="2573598" y="339393"/>
                          </a:cubicBezTo>
                          <a:cubicBezTo>
                            <a:pt x="2568729" y="341281"/>
                            <a:pt x="2563811" y="341778"/>
                            <a:pt x="2558893" y="341530"/>
                          </a:cubicBezTo>
                          <a:cubicBezTo>
                            <a:pt x="2558445" y="343417"/>
                            <a:pt x="2555713" y="345107"/>
                            <a:pt x="2549950" y="345802"/>
                          </a:cubicBezTo>
                          <a:cubicBezTo>
                            <a:pt x="2542597" y="346647"/>
                            <a:pt x="2540213" y="342424"/>
                            <a:pt x="2538275" y="338648"/>
                          </a:cubicBezTo>
                          <a:cubicBezTo>
                            <a:pt x="2534201" y="343815"/>
                            <a:pt x="2527942" y="347243"/>
                            <a:pt x="2519346" y="347044"/>
                          </a:cubicBezTo>
                          <a:cubicBezTo>
                            <a:pt x="2508914" y="346796"/>
                            <a:pt x="2498630" y="345852"/>
                            <a:pt x="2488396" y="344510"/>
                          </a:cubicBezTo>
                          <a:cubicBezTo>
                            <a:pt x="2479155" y="346051"/>
                            <a:pt x="2469517" y="346051"/>
                            <a:pt x="2458339" y="342275"/>
                          </a:cubicBezTo>
                          <a:cubicBezTo>
                            <a:pt x="2455259" y="341232"/>
                            <a:pt x="2452427" y="339890"/>
                            <a:pt x="2449645" y="338449"/>
                          </a:cubicBezTo>
                          <a:cubicBezTo>
                            <a:pt x="2447211" y="338052"/>
                            <a:pt x="2444776" y="337605"/>
                            <a:pt x="2442342" y="337207"/>
                          </a:cubicBezTo>
                          <a:cubicBezTo>
                            <a:pt x="2433201" y="335667"/>
                            <a:pt x="2424258" y="335170"/>
                            <a:pt x="2415515" y="334376"/>
                          </a:cubicBezTo>
                          <a:cubicBezTo>
                            <a:pt x="2413627" y="340933"/>
                            <a:pt x="2412037" y="346746"/>
                            <a:pt x="2408509" y="347392"/>
                          </a:cubicBezTo>
                          <a:cubicBezTo>
                            <a:pt x="2402349" y="348584"/>
                            <a:pt x="2399965" y="363836"/>
                            <a:pt x="2393804" y="367761"/>
                          </a:cubicBezTo>
                          <a:cubicBezTo>
                            <a:pt x="2387643" y="371686"/>
                            <a:pt x="2387296" y="361899"/>
                            <a:pt x="2379397" y="362644"/>
                          </a:cubicBezTo>
                          <a:cubicBezTo>
                            <a:pt x="2371497" y="363439"/>
                            <a:pt x="2346210" y="335220"/>
                            <a:pt x="2344819" y="326973"/>
                          </a:cubicBezTo>
                          <a:cubicBezTo>
                            <a:pt x="2343478" y="318726"/>
                            <a:pt x="2327729" y="303077"/>
                            <a:pt x="2323606" y="299947"/>
                          </a:cubicBezTo>
                          <a:cubicBezTo>
                            <a:pt x="2319482" y="296817"/>
                            <a:pt x="2327679" y="295227"/>
                            <a:pt x="2332846" y="300344"/>
                          </a:cubicBezTo>
                          <a:cubicBezTo>
                            <a:pt x="2337963" y="305412"/>
                            <a:pt x="2344471" y="305412"/>
                            <a:pt x="2349638" y="302282"/>
                          </a:cubicBezTo>
                          <a:cubicBezTo>
                            <a:pt x="2351476" y="301139"/>
                            <a:pt x="2352569" y="298506"/>
                            <a:pt x="2352818" y="295575"/>
                          </a:cubicBezTo>
                          <a:cubicBezTo>
                            <a:pt x="2346558" y="291501"/>
                            <a:pt x="2340845" y="286335"/>
                            <a:pt x="2335678" y="280323"/>
                          </a:cubicBezTo>
                          <a:cubicBezTo>
                            <a:pt x="2330412" y="274213"/>
                            <a:pt x="2326090" y="268251"/>
                            <a:pt x="2321916" y="262488"/>
                          </a:cubicBezTo>
                          <a:cubicBezTo>
                            <a:pt x="2319730" y="260054"/>
                            <a:pt x="2317693" y="257520"/>
                            <a:pt x="2315656" y="254986"/>
                          </a:cubicBezTo>
                          <a:cubicBezTo>
                            <a:pt x="2306664" y="263581"/>
                            <a:pt x="2292157" y="266611"/>
                            <a:pt x="2280483" y="255781"/>
                          </a:cubicBezTo>
                          <a:cubicBezTo>
                            <a:pt x="2262002" y="238592"/>
                            <a:pt x="2235174" y="234319"/>
                            <a:pt x="2209439" y="230941"/>
                          </a:cubicBezTo>
                          <a:cubicBezTo>
                            <a:pt x="2209638" y="231835"/>
                            <a:pt x="2209837" y="232729"/>
                            <a:pt x="2210234" y="233673"/>
                          </a:cubicBezTo>
                          <a:cubicBezTo>
                            <a:pt x="2214358" y="243858"/>
                            <a:pt x="2210582" y="245447"/>
                            <a:pt x="2209887" y="253645"/>
                          </a:cubicBezTo>
                          <a:cubicBezTo>
                            <a:pt x="2209191" y="261892"/>
                            <a:pt x="2205117" y="258364"/>
                            <a:pt x="2196175" y="254837"/>
                          </a:cubicBezTo>
                          <a:cubicBezTo>
                            <a:pt x="2187282" y="251310"/>
                            <a:pt x="2187282" y="263481"/>
                            <a:pt x="2168105" y="257967"/>
                          </a:cubicBezTo>
                          <a:cubicBezTo>
                            <a:pt x="2166813" y="257569"/>
                            <a:pt x="2165522" y="257271"/>
                            <a:pt x="2164329" y="257023"/>
                          </a:cubicBezTo>
                          <a:cubicBezTo>
                            <a:pt x="2161895" y="257818"/>
                            <a:pt x="2159411" y="258215"/>
                            <a:pt x="2156877" y="258166"/>
                          </a:cubicBezTo>
                          <a:cubicBezTo>
                            <a:pt x="2146643" y="257917"/>
                            <a:pt x="2137055" y="255334"/>
                            <a:pt x="2127417" y="252105"/>
                          </a:cubicBezTo>
                          <a:cubicBezTo>
                            <a:pt x="2126721" y="251856"/>
                            <a:pt x="2126076" y="251508"/>
                            <a:pt x="2125430" y="251210"/>
                          </a:cubicBezTo>
                          <a:cubicBezTo>
                            <a:pt x="2119170" y="254489"/>
                            <a:pt x="2096565" y="251757"/>
                            <a:pt x="2094479" y="244255"/>
                          </a:cubicBezTo>
                          <a:cubicBezTo>
                            <a:pt x="2094031" y="242616"/>
                            <a:pt x="2094031" y="241274"/>
                            <a:pt x="2094180" y="240082"/>
                          </a:cubicBezTo>
                          <a:cubicBezTo>
                            <a:pt x="2086232" y="237499"/>
                            <a:pt x="2077289" y="236902"/>
                            <a:pt x="2069290" y="235263"/>
                          </a:cubicBezTo>
                          <a:cubicBezTo>
                            <a:pt x="2057218" y="232779"/>
                            <a:pt x="2045593" y="228308"/>
                            <a:pt x="2035458" y="221154"/>
                          </a:cubicBezTo>
                          <a:cubicBezTo>
                            <a:pt x="2035060" y="220856"/>
                            <a:pt x="2034663" y="220557"/>
                            <a:pt x="2034266" y="220259"/>
                          </a:cubicBezTo>
                          <a:cubicBezTo>
                            <a:pt x="2016232" y="222346"/>
                            <a:pt x="1986672" y="225724"/>
                            <a:pt x="1982101" y="228159"/>
                          </a:cubicBezTo>
                          <a:cubicBezTo>
                            <a:pt x="1976984" y="230891"/>
                            <a:pt x="1986920" y="241473"/>
                            <a:pt x="1979021" y="242268"/>
                          </a:cubicBezTo>
                          <a:cubicBezTo>
                            <a:pt x="1971171" y="243063"/>
                            <a:pt x="1976636" y="225029"/>
                            <a:pt x="1975245" y="216384"/>
                          </a:cubicBezTo>
                          <a:cubicBezTo>
                            <a:pt x="1973904" y="207740"/>
                            <a:pt x="1961881" y="206597"/>
                            <a:pt x="1963570" y="213254"/>
                          </a:cubicBezTo>
                          <a:cubicBezTo>
                            <a:pt x="1965260" y="219912"/>
                            <a:pt x="1944742" y="222247"/>
                            <a:pt x="1939624" y="217179"/>
                          </a:cubicBezTo>
                          <a:cubicBezTo>
                            <a:pt x="1934507" y="212112"/>
                            <a:pt x="1926260" y="205405"/>
                            <a:pt x="1912896" y="201530"/>
                          </a:cubicBezTo>
                          <a:cubicBezTo>
                            <a:pt x="1899532" y="197605"/>
                            <a:pt x="1883088" y="214099"/>
                            <a:pt x="1886864" y="218769"/>
                          </a:cubicBezTo>
                          <a:cubicBezTo>
                            <a:pt x="1890639" y="223489"/>
                            <a:pt x="1900575" y="219961"/>
                            <a:pt x="1900873" y="223042"/>
                          </a:cubicBezTo>
                          <a:cubicBezTo>
                            <a:pt x="1901569" y="229500"/>
                            <a:pt x="1872456" y="226966"/>
                            <a:pt x="1872456" y="232431"/>
                          </a:cubicBezTo>
                          <a:cubicBezTo>
                            <a:pt x="1872456" y="237946"/>
                            <a:pt x="1845380" y="245348"/>
                            <a:pt x="1837183" y="246540"/>
                          </a:cubicBezTo>
                          <a:cubicBezTo>
                            <a:pt x="1814678" y="249770"/>
                            <a:pt x="1809809" y="249670"/>
                            <a:pt x="1799177" y="259855"/>
                          </a:cubicBezTo>
                          <a:cubicBezTo>
                            <a:pt x="1788546" y="270039"/>
                            <a:pt x="1796793" y="250863"/>
                            <a:pt x="1804990" y="241423"/>
                          </a:cubicBezTo>
                          <a:cubicBezTo>
                            <a:pt x="1813188" y="232034"/>
                            <a:pt x="1821782" y="235909"/>
                            <a:pt x="1826551" y="228506"/>
                          </a:cubicBezTo>
                          <a:cubicBezTo>
                            <a:pt x="1831320" y="221054"/>
                            <a:pt x="1838872" y="221849"/>
                            <a:pt x="1851888" y="219465"/>
                          </a:cubicBezTo>
                          <a:cubicBezTo>
                            <a:pt x="1864905" y="217130"/>
                            <a:pt x="1864209" y="208485"/>
                            <a:pt x="1870369" y="205355"/>
                          </a:cubicBezTo>
                          <a:cubicBezTo>
                            <a:pt x="1876530" y="202225"/>
                            <a:pt x="1891583" y="195568"/>
                            <a:pt x="1894316" y="188514"/>
                          </a:cubicBezTo>
                          <a:cubicBezTo>
                            <a:pt x="1897048" y="181459"/>
                            <a:pt x="1927900" y="169685"/>
                            <a:pt x="1934060" y="170082"/>
                          </a:cubicBezTo>
                          <a:cubicBezTo>
                            <a:pt x="1940220" y="170479"/>
                            <a:pt x="1941612" y="155973"/>
                            <a:pt x="1944990" y="155973"/>
                          </a:cubicBezTo>
                          <a:cubicBezTo>
                            <a:pt x="1948418" y="155973"/>
                            <a:pt x="1966253" y="146981"/>
                            <a:pt x="1973059" y="143453"/>
                          </a:cubicBezTo>
                          <a:cubicBezTo>
                            <a:pt x="1979915" y="139926"/>
                            <a:pt x="1983343" y="132474"/>
                            <a:pt x="1983691" y="127406"/>
                          </a:cubicBezTo>
                          <a:cubicBezTo>
                            <a:pt x="1984038" y="122339"/>
                            <a:pt x="1974450" y="123084"/>
                            <a:pt x="1973407" y="118365"/>
                          </a:cubicBezTo>
                          <a:cubicBezTo>
                            <a:pt x="1972364" y="113645"/>
                            <a:pt x="1977828" y="116825"/>
                            <a:pt x="1985032" y="113645"/>
                          </a:cubicBezTo>
                          <a:cubicBezTo>
                            <a:pt x="1992236" y="110515"/>
                            <a:pt x="1985032" y="99536"/>
                            <a:pt x="1979220" y="101523"/>
                          </a:cubicBezTo>
                          <a:cubicBezTo>
                            <a:pt x="1976239" y="102516"/>
                            <a:pt x="1977084" y="100976"/>
                            <a:pt x="1977978" y="98294"/>
                          </a:cubicBezTo>
                          <a:cubicBezTo>
                            <a:pt x="1971519" y="96157"/>
                            <a:pt x="1965210" y="93475"/>
                            <a:pt x="1959497" y="89798"/>
                          </a:cubicBezTo>
                          <a:cubicBezTo>
                            <a:pt x="1952889" y="85526"/>
                            <a:pt x="1948915" y="79067"/>
                            <a:pt x="1947722" y="72013"/>
                          </a:cubicBezTo>
                          <a:cubicBezTo>
                            <a:pt x="1926409" y="68883"/>
                            <a:pt x="1905643" y="64213"/>
                            <a:pt x="1884727" y="58897"/>
                          </a:cubicBezTo>
                          <a:cubicBezTo>
                            <a:pt x="1882343" y="58301"/>
                            <a:pt x="1880256" y="57407"/>
                            <a:pt x="1878368" y="56363"/>
                          </a:cubicBezTo>
                          <a:cubicBezTo>
                            <a:pt x="1871810" y="56562"/>
                            <a:pt x="1864159" y="55966"/>
                            <a:pt x="1860732" y="54873"/>
                          </a:cubicBezTo>
                          <a:cubicBezTo>
                            <a:pt x="1854571" y="52935"/>
                            <a:pt x="1846026" y="57605"/>
                            <a:pt x="1845678" y="64660"/>
                          </a:cubicBezTo>
                          <a:cubicBezTo>
                            <a:pt x="1845331" y="71715"/>
                            <a:pt x="1821037" y="68982"/>
                            <a:pt x="1816566" y="67790"/>
                          </a:cubicBezTo>
                          <a:cubicBezTo>
                            <a:pt x="1812144" y="66597"/>
                            <a:pt x="1833358" y="46626"/>
                            <a:pt x="1833358" y="43099"/>
                          </a:cubicBezTo>
                          <a:cubicBezTo>
                            <a:pt x="1833358" y="39571"/>
                            <a:pt x="1797389" y="43893"/>
                            <a:pt x="1795352" y="39969"/>
                          </a:cubicBezTo>
                          <a:cubicBezTo>
                            <a:pt x="1793315" y="36044"/>
                            <a:pt x="1775828" y="34852"/>
                            <a:pt x="1767978" y="35249"/>
                          </a:cubicBezTo>
                          <a:cubicBezTo>
                            <a:pt x="1760079" y="35646"/>
                            <a:pt x="1767630" y="32914"/>
                            <a:pt x="1774834" y="32119"/>
                          </a:cubicBezTo>
                          <a:cubicBezTo>
                            <a:pt x="1782038" y="31324"/>
                            <a:pt x="1788546" y="24270"/>
                            <a:pt x="1796396" y="22730"/>
                          </a:cubicBezTo>
                          <a:cubicBezTo>
                            <a:pt x="1804245" y="21140"/>
                            <a:pt x="1802556" y="18010"/>
                            <a:pt x="1799128" y="12545"/>
                          </a:cubicBezTo>
                          <a:cubicBezTo>
                            <a:pt x="1795700" y="7080"/>
                            <a:pt x="1787453" y="9813"/>
                            <a:pt x="1779603" y="7080"/>
                          </a:cubicBezTo>
                          <a:cubicBezTo>
                            <a:pt x="1771754" y="4348"/>
                            <a:pt x="1762166" y="423"/>
                            <a:pt x="1755310" y="26"/>
                          </a:cubicBezTo>
                          <a:cubicBezTo>
                            <a:pt x="1748454" y="-372"/>
                            <a:pt x="1740902" y="3950"/>
                            <a:pt x="1724806" y="7478"/>
                          </a:cubicBezTo>
                          <a:cubicBezTo>
                            <a:pt x="1708709" y="11005"/>
                            <a:pt x="1707368" y="25114"/>
                            <a:pt x="1699121" y="29436"/>
                          </a:cubicBezTo>
                          <a:cubicBezTo>
                            <a:pt x="1696985" y="30529"/>
                            <a:pt x="1694501" y="32517"/>
                            <a:pt x="1692017" y="34852"/>
                          </a:cubicBezTo>
                          <a:cubicBezTo>
                            <a:pt x="1695047" y="43844"/>
                            <a:pt x="1693606" y="54575"/>
                            <a:pt x="1687595" y="61828"/>
                          </a:cubicBezTo>
                          <a:cubicBezTo>
                            <a:pt x="1687595" y="62524"/>
                            <a:pt x="1687645" y="63170"/>
                            <a:pt x="1687793" y="63865"/>
                          </a:cubicBezTo>
                          <a:cubicBezTo>
                            <a:pt x="1688738" y="68485"/>
                            <a:pt x="1683769" y="69827"/>
                            <a:pt x="1677013" y="68932"/>
                          </a:cubicBezTo>
                          <a:cubicBezTo>
                            <a:pt x="1674628" y="69678"/>
                            <a:pt x="1672045" y="70075"/>
                            <a:pt x="1669163" y="70075"/>
                          </a:cubicBezTo>
                          <a:cubicBezTo>
                            <a:pt x="1665189" y="70075"/>
                            <a:pt x="1661662" y="69280"/>
                            <a:pt x="1658631" y="67939"/>
                          </a:cubicBezTo>
                          <a:cubicBezTo>
                            <a:pt x="1649043" y="68386"/>
                            <a:pt x="1639306" y="70125"/>
                            <a:pt x="1639504" y="74050"/>
                          </a:cubicBezTo>
                          <a:cubicBezTo>
                            <a:pt x="1639852" y="80707"/>
                            <a:pt x="1655600" y="83837"/>
                            <a:pt x="1654557" y="87364"/>
                          </a:cubicBezTo>
                          <a:cubicBezTo>
                            <a:pt x="1653514" y="90891"/>
                            <a:pt x="1642584" y="86966"/>
                            <a:pt x="1637119" y="83439"/>
                          </a:cubicBezTo>
                          <a:cubicBezTo>
                            <a:pt x="1631655" y="79912"/>
                            <a:pt x="1619284" y="81849"/>
                            <a:pt x="1616900" y="88507"/>
                          </a:cubicBezTo>
                          <a:cubicBezTo>
                            <a:pt x="1614514" y="95164"/>
                            <a:pt x="1604926" y="93574"/>
                            <a:pt x="1601846" y="92034"/>
                          </a:cubicBezTo>
                          <a:cubicBezTo>
                            <a:pt x="1599362" y="90792"/>
                            <a:pt x="1594494" y="93524"/>
                            <a:pt x="1590022" y="93624"/>
                          </a:cubicBezTo>
                          <a:cubicBezTo>
                            <a:pt x="1585800" y="96555"/>
                            <a:pt x="1580980" y="98095"/>
                            <a:pt x="1575714" y="98343"/>
                          </a:cubicBezTo>
                          <a:cubicBezTo>
                            <a:pt x="1570846" y="98542"/>
                            <a:pt x="1566175" y="96853"/>
                            <a:pt x="1562102" y="94170"/>
                          </a:cubicBezTo>
                          <a:cubicBezTo>
                            <a:pt x="1557283" y="99784"/>
                            <a:pt x="1550178" y="103510"/>
                            <a:pt x="1542876" y="103510"/>
                          </a:cubicBezTo>
                          <a:lnTo>
                            <a:pt x="1532294" y="103510"/>
                          </a:lnTo>
                          <a:cubicBezTo>
                            <a:pt x="1532542" y="103709"/>
                            <a:pt x="1532691" y="103957"/>
                            <a:pt x="1532741" y="104206"/>
                          </a:cubicBezTo>
                          <a:cubicBezTo>
                            <a:pt x="1533089" y="106988"/>
                            <a:pt x="1495430" y="106541"/>
                            <a:pt x="1494387" y="110863"/>
                          </a:cubicBezTo>
                          <a:cubicBezTo>
                            <a:pt x="1493891" y="112949"/>
                            <a:pt x="1490661" y="113993"/>
                            <a:pt x="1485842" y="114589"/>
                          </a:cubicBezTo>
                          <a:cubicBezTo>
                            <a:pt x="1459661" y="141615"/>
                            <a:pt x="1420810" y="145291"/>
                            <a:pt x="1385438" y="156668"/>
                          </a:cubicBezTo>
                          <a:cubicBezTo>
                            <a:pt x="1385338" y="156718"/>
                            <a:pt x="1385190" y="156718"/>
                            <a:pt x="1385090" y="156768"/>
                          </a:cubicBezTo>
                          <a:cubicBezTo>
                            <a:pt x="1389661" y="157513"/>
                            <a:pt x="1391598" y="162382"/>
                            <a:pt x="1388916" y="166108"/>
                          </a:cubicBezTo>
                          <a:cubicBezTo>
                            <a:pt x="1385835" y="170430"/>
                            <a:pt x="1372471" y="161040"/>
                            <a:pt x="1369043" y="164915"/>
                          </a:cubicBezTo>
                          <a:cubicBezTo>
                            <a:pt x="1365615" y="168840"/>
                            <a:pt x="1375551" y="173907"/>
                            <a:pt x="1381712" y="173162"/>
                          </a:cubicBezTo>
                          <a:cubicBezTo>
                            <a:pt x="1387872" y="172367"/>
                            <a:pt x="1391300" y="177087"/>
                            <a:pt x="1391996" y="182204"/>
                          </a:cubicBezTo>
                          <a:cubicBezTo>
                            <a:pt x="1392691" y="187272"/>
                            <a:pt x="1377588" y="179074"/>
                            <a:pt x="1374558" y="183396"/>
                          </a:cubicBezTo>
                          <a:cubicBezTo>
                            <a:pt x="1371478" y="187719"/>
                            <a:pt x="1376942" y="189656"/>
                            <a:pt x="1383451" y="190451"/>
                          </a:cubicBezTo>
                          <a:cubicBezTo>
                            <a:pt x="1389959" y="191246"/>
                            <a:pt x="1385190" y="193978"/>
                            <a:pt x="1391002" y="199841"/>
                          </a:cubicBezTo>
                          <a:cubicBezTo>
                            <a:pt x="1391449" y="200288"/>
                            <a:pt x="1391797" y="200735"/>
                            <a:pt x="1392095" y="201132"/>
                          </a:cubicBezTo>
                          <a:cubicBezTo>
                            <a:pt x="1395622" y="206001"/>
                            <a:pt x="1388965" y="207690"/>
                            <a:pt x="1389611" y="212360"/>
                          </a:cubicBezTo>
                          <a:cubicBezTo>
                            <a:pt x="1390257" y="217477"/>
                            <a:pt x="1383103" y="219415"/>
                            <a:pt x="1383103" y="214695"/>
                          </a:cubicBezTo>
                          <a:cubicBezTo>
                            <a:pt x="1383103" y="209976"/>
                            <a:pt x="1364969" y="208435"/>
                            <a:pt x="1361193" y="213503"/>
                          </a:cubicBezTo>
                          <a:cubicBezTo>
                            <a:pt x="1357418" y="218620"/>
                            <a:pt x="1354686" y="222545"/>
                            <a:pt x="1350214" y="217825"/>
                          </a:cubicBezTo>
                          <a:cubicBezTo>
                            <a:pt x="1349817" y="217378"/>
                            <a:pt x="1349271" y="217130"/>
                            <a:pt x="1348724" y="216881"/>
                          </a:cubicBezTo>
                          <a:cubicBezTo>
                            <a:pt x="1345743" y="218322"/>
                            <a:pt x="1342265" y="219216"/>
                            <a:pt x="1338291" y="219365"/>
                          </a:cubicBezTo>
                          <a:cubicBezTo>
                            <a:pt x="1318915" y="220011"/>
                            <a:pt x="1301080" y="231139"/>
                            <a:pt x="1281854" y="233872"/>
                          </a:cubicBezTo>
                          <a:cubicBezTo>
                            <a:pt x="1271918" y="235263"/>
                            <a:pt x="1262081" y="232878"/>
                            <a:pt x="1255921" y="225724"/>
                          </a:cubicBezTo>
                          <a:cubicBezTo>
                            <a:pt x="1247425" y="229351"/>
                            <a:pt x="1240321" y="242914"/>
                            <a:pt x="1248170" y="251906"/>
                          </a:cubicBezTo>
                          <a:cubicBezTo>
                            <a:pt x="1256070" y="260948"/>
                            <a:pt x="1248518" y="264823"/>
                            <a:pt x="1248518" y="270735"/>
                          </a:cubicBezTo>
                          <a:cubicBezTo>
                            <a:pt x="1248518" y="276597"/>
                            <a:pt x="1269086" y="288769"/>
                            <a:pt x="1280016" y="289912"/>
                          </a:cubicBezTo>
                          <a:cubicBezTo>
                            <a:pt x="1290995" y="291104"/>
                            <a:pt x="1299888" y="306356"/>
                            <a:pt x="1293380" y="315795"/>
                          </a:cubicBezTo>
                          <a:cubicBezTo>
                            <a:pt x="1286872" y="325185"/>
                            <a:pt x="1266999" y="313063"/>
                            <a:pt x="1253983" y="301288"/>
                          </a:cubicBezTo>
                          <a:cubicBezTo>
                            <a:pt x="1240967" y="289514"/>
                            <a:pt x="1210811" y="284844"/>
                            <a:pt x="1200924" y="285639"/>
                          </a:cubicBezTo>
                          <a:cubicBezTo>
                            <a:pt x="1190988" y="286384"/>
                            <a:pt x="1196801" y="275455"/>
                            <a:pt x="1184132" y="275802"/>
                          </a:cubicBezTo>
                          <a:cubicBezTo>
                            <a:pt x="1171464" y="276200"/>
                            <a:pt x="1160832" y="289117"/>
                            <a:pt x="1169377" y="289117"/>
                          </a:cubicBezTo>
                          <a:cubicBezTo>
                            <a:pt x="1177922" y="289117"/>
                            <a:pt x="1183437" y="288322"/>
                            <a:pt x="1178966" y="293041"/>
                          </a:cubicBezTo>
                          <a:cubicBezTo>
                            <a:pt x="1174494" y="297761"/>
                            <a:pt x="1181350" y="296569"/>
                            <a:pt x="1191634" y="301636"/>
                          </a:cubicBezTo>
                          <a:cubicBezTo>
                            <a:pt x="1201918" y="306753"/>
                            <a:pt x="1183089" y="313808"/>
                            <a:pt x="1172457" y="305561"/>
                          </a:cubicBezTo>
                          <a:cubicBezTo>
                            <a:pt x="1161825" y="297314"/>
                            <a:pt x="1150548" y="305163"/>
                            <a:pt x="1147468" y="311423"/>
                          </a:cubicBezTo>
                          <a:cubicBezTo>
                            <a:pt x="1144387" y="317683"/>
                            <a:pt x="1159789" y="335717"/>
                            <a:pt x="1178270" y="338847"/>
                          </a:cubicBezTo>
                          <a:cubicBezTo>
                            <a:pt x="1196751" y="341977"/>
                            <a:pt x="1190591" y="348634"/>
                            <a:pt x="1199185" y="352161"/>
                          </a:cubicBezTo>
                          <a:cubicBezTo>
                            <a:pt x="1207730" y="355689"/>
                            <a:pt x="1201570" y="359613"/>
                            <a:pt x="1195758" y="360011"/>
                          </a:cubicBezTo>
                          <a:cubicBezTo>
                            <a:pt x="1189895" y="360408"/>
                            <a:pt x="1178270" y="349826"/>
                            <a:pt x="1169029" y="344361"/>
                          </a:cubicBezTo>
                          <a:cubicBezTo>
                            <a:pt x="1159789" y="338897"/>
                            <a:pt x="1134799" y="346696"/>
                            <a:pt x="1129682" y="340437"/>
                          </a:cubicBezTo>
                          <a:cubicBezTo>
                            <a:pt x="1124565" y="334177"/>
                            <a:pt x="1133110" y="327917"/>
                            <a:pt x="1128291" y="323198"/>
                          </a:cubicBezTo>
                          <a:cubicBezTo>
                            <a:pt x="1123522" y="318478"/>
                            <a:pt x="1127645" y="307896"/>
                            <a:pt x="1133806" y="296916"/>
                          </a:cubicBezTo>
                          <a:cubicBezTo>
                            <a:pt x="1139966" y="285937"/>
                            <a:pt x="1132762" y="267158"/>
                            <a:pt x="1123870" y="263978"/>
                          </a:cubicBezTo>
                          <a:cubicBezTo>
                            <a:pt x="1114977" y="260848"/>
                            <a:pt x="1115673" y="271430"/>
                            <a:pt x="1117709" y="274560"/>
                          </a:cubicBezTo>
                          <a:cubicBezTo>
                            <a:pt x="1119746" y="277690"/>
                            <a:pt x="1118753" y="292594"/>
                            <a:pt x="1111897" y="302381"/>
                          </a:cubicBezTo>
                          <a:cubicBezTo>
                            <a:pt x="1105041" y="312168"/>
                            <a:pt x="1084175" y="312168"/>
                            <a:pt x="1084175" y="318826"/>
                          </a:cubicBezTo>
                          <a:cubicBezTo>
                            <a:pt x="1084175" y="325483"/>
                            <a:pt x="1070165" y="330600"/>
                            <a:pt x="1074934" y="335270"/>
                          </a:cubicBezTo>
                          <a:cubicBezTo>
                            <a:pt x="1079754" y="339990"/>
                            <a:pt x="1098582" y="364283"/>
                            <a:pt x="1101315" y="371735"/>
                          </a:cubicBezTo>
                          <a:cubicBezTo>
                            <a:pt x="1104047" y="379187"/>
                            <a:pt x="1084523" y="402686"/>
                            <a:pt x="1087603" y="416398"/>
                          </a:cubicBezTo>
                          <a:cubicBezTo>
                            <a:pt x="1090683" y="430110"/>
                            <a:pt x="1084870" y="436370"/>
                            <a:pt x="1088646" y="443027"/>
                          </a:cubicBezTo>
                          <a:cubicBezTo>
                            <a:pt x="1092422" y="449684"/>
                            <a:pt x="1100967" y="443822"/>
                            <a:pt x="1106482" y="446554"/>
                          </a:cubicBezTo>
                          <a:cubicBezTo>
                            <a:pt x="1111947" y="449287"/>
                            <a:pt x="1120839" y="442630"/>
                            <a:pt x="1133508" y="439897"/>
                          </a:cubicBezTo>
                          <a:cubicBezTo>
                            <a:pt x="1146176" y="437165"/>
                            <a:pt x="1169476" y="452466"/>
                            <a:pt x="1178021" y="457136"/>
                          </a:cubicBezTo>
                          <a:cubicBezTo>
                            <a:pt x="1186567" y="461856"/>
                            <a:pt x="1182145" y="469656"/>
                            <a:pt x="1186567" y="477505"/>
                          </a:cubicBezTo>
                          <a:cubicBezTo>
                            <a:pt x="1191038" y="485355"/>
                            <a:pt x="1176283" y="485355"/>
                            <a:pt x="1175935" y="497129"/>
                          </a:cubicBezTo>
                          <a:cubicBezTo>
                            <a:pt x="1175587" y="508903"/>
                            <a:pt x="1201620" y="513971"/>
                            <a:pt x="1202663" y="517498"/>
                          </a:cubicBezTo>
                          <a:cubicBezTo>
                            <a:pt x="1203706" y="521025"/>
                            <a:pt x="1184182" y="518293"/>
                            <a:pt x="1176631" y="515163"/>
                          </a:cubicBezTo>
                          <a:cubicBezTo>
                            <a:pt x="1169129" y="512033"/>
                            <a:pt x="1168433" y="500656"/>
                            <a:pt x="1166049" y="498321"/>
                          </a:cubicBezTo>
                          <a:cubicBezTo>
                            <a:pt x="1163664" y="495986"/>
                            <a:pt x="1171165" y="486547"/>
                            <a:pt x="1171861" y="479095"/>
                          </a:cubicBezTo>
                          <a:cubicBezTo>
                            <a:pt x="1172557" y="471643"/>
                            <a:pt x="1163316" y="467321"/>
                            <a:pt x="1160236" y="462253"/>
                          </a:cubicBezTo>
                          <a:cubicBezTo>
                            <a:pt x="1157156" y="457186"/>
                            <a:pt x="1151691" y="449734"/>
                            <a:pt x="1145531" y="451274"/>
                          </a:cubicBezTo>
                          <a:cubicBezTo>
                            <a:pt x="1139370" y="452864"/>
                            <a:pt x="1116765" y="455199"/>
                            <a:pt x="1109909" y="462253"/>
                          </a:cubicBezTo>
                          <a:cubicBezTo>
                            <a:pt x="1103054" y="469308"/>
                            <a:pt x="1110953" y="489280"/>
                            <a:pt x="1114728" y="499067"/>
                          </a:cubicBezTo>
                          <a:cubicBezTo>
                            <a:pt x="1118504" y="508854"/>
                            <a:pt x="1094856" y="522566"/>
                            <a:pt x="1095552" y="530415"/>
                          </a:cubicBezTo>
                          <a:cubicBezTo>
                            <a:pt x="1096247" y="538265"/>
                            <a:pt x="1088348" y="541792"/>
                            <a:pt x="1078114" y="548052"/>
                          </a:cubicBezTo>
                          <a:cubicBezTo>
                            <a:pt x="1067830" y="554311"/>
                            <a:pt x="1056553" y="559031"/>
                            <a:pt x="1056850" y="569216"/>
                          </a:cubicBezTo>
                          <a:cubicBezTo>
                            <a:pt x="1057198" y="579400"/>
                            <a:pt x="1043188" y="573935"/>
                            <a:pt x="1035985" y="569216"/>
                          </a:cubicBezTo>
                          <a:cubicBezTo>
                            <a:pt x="1028781" y="564496"/>
                            <a:pt x="1019541" y="571948"/>
                            <a:pt x="1009257" y="571551"/>
                          </a:cubicBezTo>
                          <a:cubicBezTo>
                            <a:pt x="998973" y="571153"/>
                            <a:pt x="998973" y="561366"/>
                            <a:pt x="990776" y="564893"/>
                          </a:cubicBezTo>
                          <a:cubicBezTo>
                            <a:pt x="982578" y="568421"/>
                            <a:pt x="977113" y="560621"/>
                            <a:pt x="979498" y="553517"/>
                          </a:cubicBezTo>
                          <a:cubicBezTo>
                            <a:pt x="981883" y="546462"/>
                            <a:pt x="991123" y="551927"/>
                            <a:pt x="991819" y="557044"/>
                          </a:cubicBezTo>
                          <a:cubicBezTo>
                            <a:pt x="992514" y="562111"/>
                            <a:pt x="998327" y="559776"/>
                            <a:pt x="1005183" y="555454"/>
                          </a:cubicBezTo>
                          <a:cubicBezTo>
                            <a:pt x="1012039" y="551132"/>
                            <a:pt x="1008611" y="560969"/>
                            <a:pt x="1018547" y="561714"/>
                          </a:cubicBezTo>
                          <a:cubicBezTo>
                            <a:pt x="1028483" y="562509"/>
                            <a:pt x="1022968" y="555852"/>
                            <a:pt x="1030520" y="556597"/>
                          </a:cubicBezTo>
                          <a:cubicBezTo>
                            <a:pt x="1038072" y="557392"/>
                            <a:pt x="1038369" y="554659"/>
                            <a:pt x="1035985" y="550337"/>
                          </a:cubicBezTo>
                          <a:cubicBezTo>
                            <a:pt x="1033600" y="546015"/>
                            <a:pt x="1041449" y="542885"/>
                            <a:pt x="1046268" y="540550"/>
                          </a:cubicBezTo>
                          <a:cubicBezTo>
                            <a:pt x="1051634" y="537917"/>
                            <a:pt x="1049001" y="529173"/>
                            <a:pt x="1053472" y="526441"/>
                          </a:cubicBezTo>
                          <a:cubicBezTo>
                            <a:pt x="1057894" y="523708"/>
                            <a:pt x="1054814" y="518194"/>
                            <a:pt x="1059633" y="517796"/>
                          </a:cubicBezTo>
                          <a:cubicBezTo>
                            <a:pt x="1064452" y="517399"/>
                            <a:pt x="1066489" y="509152"/>
                            <a:pt x="1070960" y="509152"/>
                          </a:cubicBezTo>
                          <a:cubicBezTo>
                            <a:pt x="1075382" y="509152"/>
                            <a:pt x="1077816" y="500905"/>
                            <a:pt x="1075083" y="496632"/>
                          </a:cubicBezTo>
                          <a:cubicBezTo>
                            <a:pt x="1072351" y="492310"/>
                            <a:pt x="1076822" y="480585"/>
                            <a:pt x="1081244" y="478996"/>
                          </a:cubicBezTo>
                          <a:cubicBezTo>
                            <a:pt x="1085665" y="477406"/>
                            <a:pt x="1086063" y="472736"/>
                            <a:pt x="1081939" y="469209"/>
                          </a:cubicBezTo>
                          <a:cubicBezTo>
                            <a:pt x="1077816" y="465681"/>
                            <a:pt x="1062763" y="453907"/>
                            <a:pt x="1063756" y="446505"/>
                          </a:cubicBezTo>
                          <a:cubicBezTo>
                            <a:pt x="1064800" y="439053"/>
                            <a:pt x="1061024" y="425341"/>
                            <a:pt x="1063060" y="419478"/>
                          </a:cubicBezTo>
                          <a:cubicBezTo>
                            <a:pt x="1065097" y="413616"/>
                            <a:pt x="1063409" y="401444"/>
                            <a:pt x="1062713" y="394390"/>
                          </a:cubicBezTo>
                          <a:cubicBezTo>
                            <a:pt x="1062017" y="387335"/>
                            <a:pt x="1066489" y="379486"/>
                            <a:pt x="1068575" y="366569"/>
                          </a:cubicBezTo>
                          <a:cubicBezTo>
                            <a:pt x="1070612" y="353652"/>
                            <a:pt x="1056602" y="339940"/>
                            <a:pt x="1049746" y="336413"/>
                          </a:cubicBezTo>
                          <a:cubicBezTo>
                            <a:pt x="1042890" y="332885"/>
                            <a:pt x="1047362" y="325831"/>
                            <a:pt x="1057298" y="316441"/>
                          </a:cubicBezTo>
                          <a:cubicBezTo>
                            <a:pt x="1067234" y="307051"/>
                            <a:pt x="1067930" y="277640"/>
                            <a:pt x="1067234" y="271381"/>
                          </a:cubicBezTo>
                          <a:cubicBezTo>
                            <a:pt x="1066538" y="265121"/>
                            <a:pt x="1046318" y="259606"/>
                            <a:pt x="1038469" y="260401"/>
                          </a:cubicBezTo>
                          <a:cubicBezTo>
                            <a:pt x="1033749" y="260898"/>
                            <a:pt x="1021478" y="260501"/>
                            <a:pt x="1010847" y="259805"/>
                          </a:cubicBezTo>
                          <a:cubicBezTo>
                            <a:pt x="1009555" y="260203"/>
                            <a:pt x="1008213" y="260401"/>
                            <a:pt x="1006872" y="260501"/>
                          </a:cubicBezTo>
                          <a:cubicBezTo>
                            <a:pt x="1008213" y="266015"/>
                            <a:pt x="1007617" y="272225"/>
                            <a:pt x="1004189" y="278584"/>
                          </a:cubicBezTo>
                          <a:cubicBezTo>
                            <a:pt x="990577" y="303822"/>
                            <a:pt x="984367" y="332488"/>
                            <a:pt x="953714" y="341927"/>
                          </a:cubicBezTo>
                          <a:cubicBezTo>
                            <a:pt x="952820" y="342225"/>
                            <a:pt x="951875" y="342424"/>
                            <a:pt x="950981" y="342573"/>
                          </a:cubicBezTo>
                          <a:cubicBezTo>
                            <a:pt x="946609" y="349727"/>
                            <a:pt x="942436" y="356980"/>
                            <a:pt x="938114" y="364134"/>
                          </a:cubicBezTo>
                          <a:cubicBezTo>
                            <a:pt x="938263" y="364184"/>
                            <a:pt x="938362" y="364184"/>
                            <a:pt x="938512" y="364283"/>
                          </a:cubicBezTo>
                          <a:cubicBezTo>
                            <a:pt x="942287" y="366618"/>
                            <a:pt x="938164" y="383112"/>
                            <a:pt x="935779" y="385447"/>
                          </a:cubicBezTo>
                          <a:cubicBezTo>
                            <a:pt x="933394" y="387782"/>
                            <a:pt x="940250" y="393694"/>
                            <a:pt x="934438" y="397967"/>
                          </a:cubicBezTo>
                          <a:cubicBezTo>
                            <a:pt x="928625" y="402289"/>
                            <a:pt x="923111" y="411281"/>
                            <a:pt x="926538" y="416001"/>
                          </a:cubicBezTo>
                          <a:cubicBezTo>
                            <a:pt x="929967" y="420720"/>
                            <a:pt x="946759" y="423055"/>
                            <a:pt x="953912" y="427775"/>
                          </a:cubicBezTo>
                          <a:cubicBezTo>
                            <a:pt x="961116" y="432495"/>
                            <a:pt x="958334" y="441089"/>
                            <a:pt x="963848" y="449336"/>
                          </a:cubicBezTo>
                          <a:cubicBezTo>
                            <a:pt x="969313" y="457583"/>
                            <a:pt x="975126" y="452466"/>
                            <a:pt x="977859" y="457583"/>
                          </a:cubicBezTo>
                          <a:cubicBezTo>
                            <a:pt x="980591" y="462651"/>
                            <a:pt x="967923" y="483070"/>
                            <a:pt x="963451" y="483815"/>
                          </a:cubicBezTo>
                          <a:cubicBezTo>
                            <a:pt x="959030" y="484610"/>
                            <a:pt x="940846" y="463048"/>
                            <a:pt x="935382" y="458378"/>
                          </a:cubicBezTo>
                          <a:cubicBezTo>
                            <a:pt x="929917" y="453659"/>
                            <a:pt x="908653" y="446207"/>
                            <a:pt x="898071" y="439947"/>
                          </a:cubicBezTo>
                          <a:cubicBezTo>
                            <a:pt x="887639" y="433786"/>
                            <a:pt x="879144" y="434383"/>
                            <a:pt x="867816" y="425837"/>
                          </a:cubicBezTo>
                          <a:cubicBezTo>
                            <a:pt x="863643" y="426831"/>
                            <a:pt x="859420" y="427527"/>
                            <a:pt x="855048" y="427775"/>
                          </a:cubicBezTo>
                          <a:cubicBezTo>
                            <a:pt x="842578" y="428570"/>
                            <a:pt x="830456" y="426434"/>
                            <a:pt x="819129" y="420969"/>
                          </a:cubicBezTo>
                          <a:cubicBezTo>
                            <a:pt x="814509" y="418733"/>
                            <a:pt x="809640" y="414808"/>
                            <a:pt x="804722" y="411132"/>
                          </a:cubicBezTo>
                          <a:cubicBezTo>
                            <a:pt x="794388" y="409592"/>
                            <a:pt x="787036" y="407456"/>
                            <a:pt x="782365" y="408201"/>
                          </a:cubicBezTo>
                          <a:cubicBezTo>
                            <a:pt x="775162" y="409393"/>
                            <a:pt x="777944" y="399954"/>
                            <a:pt x="765275" y="393694"/>
                          </a:cubicBezTo>
                          <a:cubicBezTo>
                            <a:pt x="752607" y="387434"/>
                            <a:pt x="744360" y="378790"/>
                            <a:pt x="737206" y="383112"/>
                          </a:cubicBezTo>
                          <a:cubicBezTo>
                            <a:pt x="730002" y="387385"/>
                            <a:pt x="732784" y="403084"/>
                            <a:pt x="743714" y="405021"/>
                          </a:cubicBezTo>
                          <a:cubicBezTo>
                            <a:pt x="754644" y="407009"/>
                            <a:pt x="749179" y="413666"/>
                            <a:pt x="760804" y="412871"/>
                          </a:cubicBezTo>
                          <a:cubicBezTo>
                            <a:pt x="772429" y="412076"/>
                            <a:pt x="775857" y="416796"/>
                            <a:pt x="775509" y="424993"/>
                          </a:cubicBezTo>
                          <a:cubicBezTo>
                            <a:pt x="775162" y="433240"/>
                            <a:pt x="780975" y="441437"/>
                            <a:pt x="786141" y="446952"/>
                          </a:cubicBezTo>
                          <a:cubicBezTo>
                            <a:pt x="791258" y="452466"/>
                            <a:pt x="788178" y="461459"/>
                            <a:pt x="778938" y="461459"/>
                          </a:cubicBezTo>
                          <a:cubicBezTo>
                            <a:pt x="769697" y="461459"/>
                            <a:pt x="759115" y="463048"/>
                            <a:pt x="763189" y="470451"/>
                          </a:cubicBezTo>
                          <a:cubicBezTo>
                            <a:pt x="767313" y="477903"/>
                            <a:pt x="760457" y="479840"/>
                            <a:pt x="751216" y="475965"/>
                          </a:cubicBezTo>
                          <a:cubicBezTo>
                            <a:pt x="741975" y="472040"/>
                            <a:pt x="747440" y="464588"/>
                            <a:pt x="751216" y="460266"/>
                          </a:cubicBezTo>
                          <a:cubicBezTo>
                            <a:pt x="754992" y="455994"/>
                            <a:pt x="742969" y="450479"/>
                            <a:pt x="737156" y="448144"/>
                          </a:cubicBezTo>
                          <a:cubicBezTo>
                            <a:pt x="731344" y="445809"/>
                            <a:pt x="708043" y="465383"/>
                            <a:pt x="701536" y="468513"/>
                          </a:cubicBezTo>
                          <a:cubicBezTo>
                            <a:pt x="695027" y="471643"/>
                            <a:pt x="678931" y="463794"/>
                            <a:pt x="662486" y="468513"/>
                          </a:cubicBezTo>
                          <a:cubicBezTo>
                            <a:pt x="646042" y="473233"/>
                            <a:pt x="647085" y="488137"/>
                            <a:pt x="640925" y="486547"/>
                          </a:cubicBezTo>
                          <a:cubicBezTo>
                            <a:pt x="634765" y="485007"/>
                            <a:pt x="616631" y="488485"/>
                            <a:pt x="609725" y="483815"/>
                          </a:cubicBezTo>
                          <a:cubicBezTo>
                            <a:pt x="602869" y="479145"/>
                            <a:pt x="608385" y="476412"/>
                            <a:pt x="615538" y="476760"/>
                          </a:cubicBezTo>
                          <a:cubicBezTo>
                            <a:pt x="622742" y="477158"/>
                            <a:pt x="625127" y="474425"/>
                            <a:pt x="621003" y="468911"/>
                          </a:cubicBezTo>
                          <a:cubicBezTo>
                            <a:pt x="616880" y="463396"/>
                            <a:pt x="626517" y="454801"/>
                            <a:pt x="626120" y="450877"/>
                          </a:cubicBezTo>
                          <a:cubicBezTo>
                            <a:pt x="625773" y="446952"/>
                            <a:pt x="599045" y="457136"/>
                            <a:pt x="594623" y="461459"/>
                          </a:cubicBezTo>
                          <a:cubicBezTo>
                            <a:pt x="590152" y="465781"/>
                            <a:pt x="594970" y="473630"/>
                            <a:pt x="590152" y="476363"/>
                          </a:cubicBezTo>
                          <a:cubicBezTo>
                            <a:pt x="585333" y="479095"/>
                            <a:pt x="585382" y="471643"/>
                            <a:pt x="579868" y="469308"/>
                          </a:cubicBezTo>
                          <a:cubicBezTo>
                            <a:pt x="574403" y="466973"/>
                            <a:pt x="534360" y="477555"/>
                            <a:pt x="526809" y="487342"/>
                          </a:cubicBezTo>
                          <a:cubicBezTo>
                            <a:pt x="519257" y="497129"/>
                            <a:pt x="504552" y="497527"/>
                            <a:pt x="504552" y="503041"/>
                          </a:cubicBezTo>
                          <a:cubicBezTo>
                            <a:pt x="504552" y="508556"/>
                            <a:pt x="486369" y="508109"/>
                            <a:pt x="479215" y="512033"/>
                          </a:cubicBezTo>
                          <a:cubicBezTo>
                            <a:pt x="472011" y="515958"/>
                            <a:pt x="476830" y="532005"/>
                            <a:pt x="474098" y="539854"/>
                          </a:cubicBezTo>
                          <a:cubicBezTo>
                            <a:pt x="471365" y="547704"/>
                            <a:pt x="443296" y="545319"/>
                            <a:pt x="434701" y="545717"/>
                          </a:cubicBezTo>
                          <a:cubicBezTo>
                            <a:pt x="426156" y="546114"/>
                            <a:pt x="423076" y="526888"/>
                            <a:pt x="416220" y="525745"/>
                          </a:cubicBezTo>
                          <a:cubicBezTo>
                            <a:pt x="409364" y="524553"/>
                            <a:pt x="413488" y="513623"/>
                            <a:pt x="415524" y="508903"/>
                          </a:cubicBezTo>
                          <a:cubicBezTo>
                            <a:pt x="417561" y="504184"/>
                            <a:pt x="423076" y="508109"/>
                            <a:pt x="431621" y="501849"/>
                          </a:cubicBezTo>
                          <a:cubicBezTo>
                            <a:pt x="440166" y="495539"/>
                            <a:pt x="448761" y="504979"/>
                            <a:pt x="452189" y="500656"/>
                          </a:cubicBezTo>
                          <a:cubicBezTo>
                            <a:pt x="455617" y="496334"/>
                            <a:pt x="439172" y="484957"/>
                            <a:pt x="438179" y="475170"/>
                          </a:cubicBezTo>
                          <a:cubicBezTo>
                            <a:pt x="437136" y="465383"/>
                            <a:pt x="419002" y="462651"/>
                            <a:pt x="408718" y="465781"/>
                          </a:cubicBezTo>
                          <a:cubicBezTo>
                            <a:pt x="404098" y="467172"/>
                            <a:pt x="399328" y="467370"/>
                            <a:pt x="394758" y="466824"/>
                          </a:cubicBezTo>
                          <a:cubicBezTo>
                            <a:pt x="393913" y="470600"/>
                            <a:pt x="392373" y="474127"/>
                            <a:pt x="390088" y="477158"/>
                          </a:cubicBezTo>
                          <a:cubicBezTo>
                            <a:pt x="391827" y="481331"/>
                            <a:pt x="389740" y="486895"/>
                            <a:pt x="390883" y="490869"/>
                          </a:cubicBezTo>
                          <a:cubicBezTo>
                            <a:pt x="392622" y="496732"/>
                            <a:pt x="388150" y="510096"/>
                            <a:pt x="381990" y="520280"/>
                          </a:cubicBezTo>
                          <a:cubicBezTo>
                            <a:pt x="375830" y="530465"/>
                            <a:pt x="380301" y="530067"/>
                            <a:pt x="389541" y="529670"/>
                          </a:cubicBezTo>
                          <a:cubicBezTo>
                            <a:pt x="398782" y="529322"/>
                            <a:pt x="398086" y="543034"/>
                            <a:pt x="398086" y="553169"/>
                          </a:cubicBezTo>
                          <a:cubicBezTo>
                            <a:pt x="398086" y="563353"/>
                            <a:pt x="390883" y="566086"/>
                            <a:pt x="390883" y="573538"/>
                          </a:cubicBezTo>
                          <a:cubicBezTo>
                            <a:pt x="390883" y="580990"/>
                            <a:pt x="383331" y="570010"/>
                            <a:pt x="380947" y="573140"/>
                          </a:cubicBezTo>
                          <a:cubicBezTo>
                            <a:pt x="378562" y="576270"/>
                            <a:pt x="375482" y="571551"/>
                            <a:pt x="374141" y="565291"/>
                          </a:cubicBezTo>
                          <a:cubicBezTo>
                            <a:pt x="372749" y="559031"/>
                            <a:pt x="358739" y="562558"/>
                            <a:pt x="350840" y="560174"/>
                          </a:cubicBezTo>
                          <a:cubicBezTo>
                            <a:pt x="342941" y="557839"/>
                            <a:pt x="339861" y="561763"/>
                            <a:pt x="336135" y="568421"/>
                          </a:cubicBezTo>
                          <a:cubicBezTo>
                            <a:pt x="332359" y="575078"/>
                            <a:pt x="321380" y="577810"/>
                            <a:pt x="315567" y="578605"/>
                          </a:cubicBezTo>
                          <a:cubicBezTo>
                            <a:pt x="309109" y="579499"/>
                            <a:pt x="299471" y="592317"/>
                            <a:pt x="293310" y="597037"/>
                          </a:cubicBezTo>
                          <a:cubicBezTo>
                            <a:pt x="287150" y="601756"/>
                            <a:pt x="286107" y="610749"/>
                            <a:pt x="294652" y="620138"/>
                          </a:cubicBezTo>
                          <a:cubicBezTo>
                            <a:pt x="303246" y="629528"/>
                            <a:pt x="304935" y="635837"/>
                            <a:pt x="304240" y="640905"/>
                          </a:cubicBezTo>
                          <a:cubicBezTo>
                            <a:pt x="303544" y="646022"/>
                            <a:pt x="280244" y="644432"/>
                            <a:pt x="276518" y="638967"/>
                          </a:cubicBezTo>
                          <a:cubicBezTo>
                            <a:pt x="272742" y="633502"/>
                            <a:pt x="257689" y="631515"/>
                            <a:pt x="252522" y="632707"/>
                          </a:cubicBezTo>
                          <a:cubicBezTo>
                            <a:pt x="247356" y="633900"/>
                            <a:pt x="233346" y="615071"/>
                            <a:pt x="226142" y="614673"/>
                          </a:cubicBezTo>
                          <a:cubicBezTo>
                            <a:pt x="218938" y="614276"/>
                            <a:pt x="214467" y="624460"/>
                            <a:pt x="212083" y="629528"/>
                          </a:cubicBezTo>
                          <a:cubicBezTo>
                            <a:pt x="209698" y="634645"/>
                            <a:pt x="215510" y="636235"/>
                            <a:pt x="218938" y="644829"/>
                          </a:cubicBezTo>
                          <a:cubicBezTo>
                            <a:pt x="222366" y="653474"/>
                            <a:pt x="235035" y="653822"/>
                            <a:pt x="241543" y="653822"/>
                          </a:cubicBezTo>
                          <a:cubicBezTo>
                            <a:pt x="248051" y="653822"/>
                            <a:pt x="245617" y="665198"/>
                            <a:pt x="243580" y="669868"/>
                          </a:cubicBezTo>
                          <a:cubicBezTo>
                            <a:pt x="241543" y="674588"/>
                            <a:pt x="229520" y="678115"/>
                            <a:pt x="226142" y="672998"/>
                          </a:cubicBezTo>
                          <a:cubicBezTo>
                            <a:pt x="222714" y="667931"/>
                            <a:pt x="208307" y="672998"/>
                            <a:pt x="208009" y="666739"/>
                          </a:cubicBezTo>
                          <a:cubicBezTo>
                            <a:pt x="207661" y="660479"/>
                            <a:pt x="197377" y="651089"/>
                            <a:pt x="186795" y="653027"/>
                          </a:cubicBezTo>
                          <a:cubicBezTo>
                            <a:pt x="176163" y="654964"/>
                            <a:pt x="174127" y="647164"/>
                            <a:pt x="174822" y="637725"/>
                          </a:cubicBezTo>
                          <a:cubicBezTo>
                            <a:pt x="175518" y="628335"/>
                            <a:pt x="169009" y="622871"/>
                            <a:pt x="169307" y="618548"/>
                          </a:cubicBezTo>
                          <a:cubicBezTo>
                            <a:pt x="169655" y="614226"/>
                            <a:pt x="164538" y="605631"/>
                            <a:pt x="170003" y="601309"/>
                          </a:cubicBezTo>
                          <a:cubicBezTo>
                            <a:pt x="175468" y="596987"/>
                            <a:pt x="171394" y="590330"/>
                            <a:pt x="171742" y="584468"/>
                          </a:cubicBezTo>
                          <a:cubicBezTo>
                            <a:pt x="172090" y="578605"/>
                            <a:pt x="162501" y="569563"/>
                            <a:pt x="153956" y="569563"/>
                          </a:cubicBezTo>
                          <a:cubicBezTo>
                            <a:pt x="145411" y="569563"/>
                            <a:pt x="147100" y="559776"/>
                            <a:pt x="139946" y="557789"/>
                          </a:cubicBezTo>
                          <a:cubicBezTo>
                            <a:pt x="132743" y="555852"/>
                            <a:pt x="118385" y="542090"/>
                            <a:pt x="117342" y="536228"/>
                          </a:cubicBezTo>
                          <a:cubicBezTo>
                            <a:pt x="116298" y="530365"/>
                            <a:pt x="105369" y="529521"/>
                            <a:pt x="109095" y="527583"/>
                          </a:cubicBezTo>
                          <a:cubicBezTo>
                            <a:pt x="112870" y="525646"/>
                            <a:pt x="121416" y="528378"/>
                            <a:pt x="127576" y="535433"/>
                          </a:cubicBezTo>
                          <a:cubicBezTo>
                            <a:pt x="133736" y="542487"/>
                            <a:pt x="143672" y="548747"/>
                            <a:pt x="159769" y="551132"/>
                          </a:cubicBezTo>
                          <a:cubicBezTo>
                            <a:pt x="175865" y="553467"/>
                            <a:pt x="182374" y="562111"/>
                            <a:pt x="200159" y="565639"/>
                          </a:cubicBezTo>
                          <a:cubicBezTo>
                            <a:pt x="217994" y="569166"/>
                            <a:pt x="228576" y="571501"/>
                            <a:pt x="254261" y="575873"/>
                          </a:cubicBezTo>
                          <a:cubicBezTo>
                            <a:pt x="279946" y="580195"/>
                            <a:pt x="314176" y="550387"/>
                            <a:pt x="321380" y="542140"/>
                          </a:cubicBezTo>
                          <a:cubicBezTo>
                            <a:pt x="327540" y="535085"/>
                            <a:pt x="321678" y="521771"/>
                            <a:pt x="319840" y="514120"/>
                          </a:cubicBezTo>
                          <a:cubicBezTo>
                            <a:pt x="308960" y="512928"/>
                            <a:pt x="299222" y="505525"/>
                            <a:pt x="291075" y="496185"/>
                          </a:cubicBezTo>
                          <a:cubicBezTo>
                            <a:pt x="290379" y="495390"/>
                            <a:pt x="289733" y="494744"/>
                            <a:pt x="289236" y="494297"/>
                          </a:cubicBezTo>
                          <a:cubicBezTo>
                            <a:pt x="287547" y="494148"/>
                            <a:pt x="285510" y="493900"/>
                            <a:pt x="284964" y="493850"/>
                          </a:cubicBezTo>
                          <a:cubicBezTo>
                            <a:pt x="273587" y="493055"/>
                            <a:pt x="263204" y="488733"/>
                            <a:pt x="256000" y="479443"/>
                          </a:cubicBezTo>
                          <a:cubicBezTo>
                            <a:pt x="252771" y="475319"/>
                            <a:pt x="250486" y="470649"/>
                            <a:pt x="249442" y="465830"/>
                          </a:cubicBezTo>
                          <a:cubicBezTo>
                            <a:pt x="245716" y="463098"/>
                            <a:pt x="241146" y="459571"/>
                            <a:pt x="235283" y="455099"/>
                          </a:cubicBezTo>
                          <a:cubicBezTo>
                            <a:pt x="230713" y="454454"/>
                            <a:pt x="226142" y="452367"/>
                            <a:pt x="221870" y="448542"/>
                          </a:cubicBezTo>
                          <a:cubicBezTo>
                            <a:pt x="226192" y="452466"/>
                            <a:pt x="211337" y="449138"/>
                            <a:pt x="208704" y="448542"/>
                          </a:cubicBezTo>
                          <a:cubicBezTo>
                            <a:pt x="203289" y="447349"/>
                            <a:pt x="198122" y="445263"/>
                            <a:pt x="193154" y="442779"/>
                          </a:cubicBezTo>
                          <a:cubicBezTo>
                            <a:pt x="186199" y="439351"/>
                            <a:pt x="179343" y="435674"/>
                            <a:pt x="172487" y="432048"/>
                          </a:cubicBezTo>
                          <a:cubicBezTo>
                            <a:pt x="171444" y="431899"/>
                            <a:pt x="170450" y="431402"/>
                            <a:pt x="169457" y="430458"/>
                          </a:cubicBezTo>
                          <a:cubicBezTo>
                            <a:pt x="167917" y="429613"/>
                            <a:pt x="166377" y="428818"/>
                            <a:pt x="164787" y="427974"/>
                          </a:cubicBezTo>
                          <a:cubicBezTo>
                            <a:pt x="162501" y="426781"/>
                            <a:pt x="160315" y="425490"/>
                            <a:pt x="158129" y="424198"/>
                          </a:cubicBezTo>
                          <a:cubicBezTo>
                            <a:pt x="155645" y="424645"/>
                            <a:pt x="153062" y="425887"/>
                            <a:pt x="150876" y="427725"/>
                          </a:cubicBezTo>
                          <a:cubicBezTo>
                            <a:pt x="145361" y="432445"/>
                            <a:pt x="139897" y="423403"/>
                            <a:pt x="129613" y="426136"/>
                          </a:cubicBezTo>
                          <a:cubicBezTo>
                            <a:pt x="119329" y="428868"/>
                            <a:pt x="113864" y="421068"/>
                            <a:pt x="116597" y="417541"/>
                          </a:cubicBezTo>
                          <a:cubicBezTo>
                            <a:pt x="119329" y="414014"/>
                            <a:pt x="134432" y="417143"/>
                            <a:pt x="133736" y="411281"/>
                          </a:cubicBezTo>
                          <a:cubicBezTo>
                            <a:pt x="133041" y="405419"/>
                            <a:pt x="127576" y="411281"/>
                            <a:pt x="118335" y="404226"/>
                          </a:cubicBezTo>
                          <a:cubicBezTo>
                            <a:pt x="109095" y="397172"/>
                            <a:pt x="103978" y="401892"/>
                            <a:pt x="101891" y="407754"/>
                          </a:cubicBezTo>
                          <a:cubicBezTo>
                            <a:pt x="99854" y="413616"/>
                            <a:pt x="92650" y="412026"/>
                            <a:pt x="87832" y="406959"/>
                          </a:cubicBezTo>
                          <a:cubicBezTo>
                            <a:pt x="87384" y="406462"/>
                            <a:pt x="86838" y="406065"/>
                            <a:pt x="86242" y="405667"/>
                          </a:cubicBezTo>
                          <a:cubicBezTo>
                            <a:pt x="84652" y="415454"/>
                            <a:pt x="79584" y="416448"/>
                            <a:pt x="74467" y="415156"/>
                          </a:cubicBezTo>
                          <a:cubicBezTo>
                            <a:pt x="68307" y="413566"/>
                            <a:pt x="62147" y="425341"/>
                            <a:pt x="55291" y="425341"/>
                          </a:cubicBezTo>
                          <a:cubicBezTo>
                            <a:pt x="48435" y="425341"/>
                            <a:pt x="40933" y="433935"/>
                            <a:pt x="39542" y="440990"/>
                          </a:cubicBezTo>
                          <a:cubicBezTo>
                            <a:pt x="38201" y="448045"/>
                            <a:pt x="30649" y="444120"/>
                            <a:pt x="30649" y="448840"/>
                          </a:cubicBezTo>
                          <a:cubicBezTo>
                            <a:pt x="30649" y="453559"/>
                            <a:pt x="30649" y="458229"/>
                            <a:pt x="27221" y="462949"/>
                          </a:cubicBezTo>
                          <a:cubicBezTo>
                            <a:pt x="23793" y="467669"/>
                            <a:pt x="27221" y="470004"/>
                            <a:pt x="30649" y="477853"/>
                          </a:cubicBezTo>
                          <a:cubicBezTo>
                            <a:pt x="34077" y="485703"/>
                            <a:pt x="41579" y="484908"/>
                            <a:pt x="45007" y="487243"/>
                          </a:cubicBezTo>
                          <a:cubicBezTo>
                            <a:pt x="48435" y="489578"/>
                            <a:pt x="61451" y="502147"/>
                            <a:pt x="61451" y="506817"/>
                          </a:cubicBezTo>
                          <a:cubicBezTo>
                            <a:pt x="61451" y="511536"/>
                            <a:pt x="51167" y="523261"/>
                            <a:pt x="47093" y="526441"/>
                          </a:cubicBezTo>
                          <a:cubicBezTo>
                            <a:pt x="42970" y="529521"/>
                            <a:pt x="37505" y="537420"/>
                            <a:pt x="40238" y="542090"/>
                          </a:cubicBezTo>
                          <a:cubicBezTo>
                            <a:pt x="42970" y="546810"/>
                            <a:pt x="54645" y="566384"/>
                            <a:pt x="62147" y="582083"/>
                          </a:cubicBezTo>
                          <a:cubicBezTo>
                            <a:pt x="69698" y="597782"/>
                            <a:pt x="59414" y="590727"/>
                            <a:pt x="54595" y="597732"/>
                          </a:cubicBezTo>
                          <a:cubicBezTo>
                            <a:pt x="49826" y="604787"/>
                            <a:pt x="56632" y="613431"/>
                            <a:pt x="58023" y="618151"/>
                          </a:cubicBezTo>
                          <a:cubicBezTo>
                            <a:pt x="59414" y="622871"/>
                            <a:pt x="51863" y="622076"/>
                            <a:pt x="52558" y="625951"/>
                          </a:cubicBezTo>
                          <a:cubicBezTo>
                            <a:pt x="53254" y="629876"/>
                            <a:pt x="63538" y="631465"/>
                            <a:pt x="64184" y="634595"/>
                          </a:cubicBezTo>
                          <a:cubicBezTo>
                            <a:pt x="64879" y="637725"/>
                            <a:pt x="57328" y="641650"/>
                            <a:pt x="60756" y="647910"/>
                          </a:cubicBezTo>
                          <a:cubicBezTo>
                            <a:pt x="64184" y="654219"/>
                            <a:pt x="72381" y="654169"/>
                            <a:pt x="73076" y="662019"/>
                          </a:cubicBezTo>
                          <a:cubicBezTo>
                            <a:pt x="73772" y="669868"/>
                            <a:pt x="58023" y="670614"/>
                            <a:pt x="58719" y="676923"/>
                          </a:cubicBezTo>
                          <a:cubicBezTo>
                            <a:pt x="59414" y="683183"/>
                            <a:pt x="79237" y="691032"/>
                            <a:pt x="88179" y="702757"/>
                          </a:cubicBezTo>
                          <a:cubicBezTo>
                            <a:pt x="97072" y="714531"/>
                            <a:pt x="96376" y="717661"/>
                            <a:pt x="94340" y="723921"/>
                          </a:cubicBezTo>
                          <a:cubicBezTo>
                            <a:pt x="90216" y="736540"/>
                            <a:pt x="65574" y="747420"/>
                            <a:pt x="60060" y="761529"/>
                          </a:cubicBezTo>
                          <a:cubicBezTo>
                            <a:pt x="54595" y="775638"/>
                            <a:pt x="34027" y="783438"/>
                            <a:pt x="24439" y="794467"/>
                          </a:cubicBezTo>
                          <a:cubicBezTo>
                            <a:pt x="20514" y="798938"/>
                            <a:pt x="16639" y="804950"/>
                            <a:pt x="13410" y="810564"/>
                          </a:cubicBezTo>
                          <a:cubicBezTo>
                            <a:pt x="17484" y="809371"/>
                            <a:pt x="20713" y="807980"/>
                            <a:pt x="23098" y="806589"/>
                          </a:cubicBezTo>
                          <a:cubicBezTo>
                            <a:pt x="28563" y="803410"/>
                            <a:pt x="32338" y="818711"/>
                            <a:pt x="37803" y="823828"/>
                          </a:cubicBezTo>
                          <a:cubicBezTo>
                            <a:pt x="43268" y="828946"/>
                            <a:pt x="54247" y="824226"/>
                            <a:pt x="57974" y="828946"/>
                          </a:cubicBezTo>
                          <a:cubicBezTo>
                            <a:pt x="61749" y="833665"/>
                            <a:pt x="54893" y="834013"/>
                            <a:pt x="47044" y="832473"/>
                          </a:cubicBezTo>
                          <a:cubicBezTo>
                            <a:pt x="39144" y="830933"/>
                            <a:pt x="37108" y="836398"/>
                            <a:pt x="24787" y="841068"/>
                          </a:cubicBezTo>
                          <a:cubicBezTo>
                            <a:pt x="15596" y="844595"/>
                            <a:pt x="16490" y="848321"/>
                            <a:pt x="13410" y="851302"/>
                          </a:cubicBezTo>
                          <a:cubicBezTo>
                            <a:pt x="18974" y="860542"/>
                            <a:pt x="11522" y="861685"/>
                            <a:pt x="8690" y="868690"/>
                          </a:cubicBezTo>
                          <a:cubicBezTo>
                            <a:pt x="5610" y="876341"/>
                            <a:pt x="1487" y="877533"/>
                            <a:pt x="990" y="882203"/>
                          </a:cubicBezTo>
                          <a:cubicBezTo>
                            <a:pt x="493" y="886923"/>
                            <a:pt x="2033" y="890450"/>
                            <a:pt x="2530" y="897505"/>
                          </a:cubicBezTo>
                          <a:cubicBezTo>
                            <a:pt x="3027" y="904559"/>
                            <a:pt x="4070" y="905752"/>
                            <a:pt x="7647" y="911614"/>
                          </a:cubicBezTo>
                          <a:cubicBezTo>
                            <a:pt x="11224" y="917476"/>
                            <a:pt x="4567" y="917476"/>
                            <a:pt x="1487" y="920457"/>
                          </a:cubicBezTo>
                          <a:cubicBezTo>
                            <a:pt x="-1593" y="923388"/>
                            <a:pt x="443" y="929847"/>
                            <a:pt x="4567" y="934566"/>
                          </a:cubicBezTo>
                          <a:cubicBezTo>
                            <a:pt x="8690" y="939286"/>
                            <a:pt x="8690" y="945148"/>
                            <a:pt x="7150" y="949272"/>
                          </a:cubicBezTo>
                          <a:cubicBezTo>
                            <a:pt x="5610" y="953395"/>
                            <a:pt x="10727" y="960450"/>
                            <a:pt x="14354" y="964573"/>
                          </a:cubicBezTo>
                          <a:cubicBezTo>
                            <a:pt x="17931" y="968697"/>
                            <a:pt x="17434" y="979875"/>
                            <a:pt x="20514" y="982806"/>
                          </a:cubicBezTo>
                          <a:cubicBezTo>
                            <a:pt x="23595" y="985737"/>
                            <a:pt x="27221" y="988668"/>
                            <a:pt x="32835" y="986930"/>
                          </a:cubicBezTo>
                          <a:cubicBezTo>
                            <a:pt x="38499" y="985191"/>
                            <a:pt x="42076" y="988122"/>
                            <a:pt x="44659" y="993388"/>
                          </a:cubicBezTo>
                          <a:cubicBezTo>
                            <a:pt x="47242" y="998654"/>
                            <a:pt x="51316" y="996319"/>
                            <a:pt x="56980" y="993388"/>
                          </a:cubicBezTo>
                          <a:cubicBezTo>
                            <a:pt x="62594" y="990457"/>
                            <a:pt x="75461" y="998654"/>
                            <a:pt x="78541" y="1000443"/>
                          </a:cubicBezTo>
                          <a:cubicBezTo>
                            <a:pt x="81622" y="1002182"/>
                            <a:pt x="80081" y="1012217"/>
                            <a:pt x="80578" y="1018676"/>
                          </a:cubicBezTo>
                          <a:cubicBezTo>
                            <a:pt x="81075" y="1025134"/>
                            <a:pt x="77498" y="1033381"/>
                            <a:pt x="83162" y="1037504"/>
                          </a:cubicBezTo>
                          <a:cubicBezTo>
                            <a:pt x="88825" y="1041628"/>
                            <a:pt x="87285" y="1051018"/>
                            <a:pt x="93942" y="1053949"/>
                          </a:cubicBezTo>
                          <a:cubicBezTo>
                            <a:pt x="100649" y="1056880"/>
                            <a:pt x="103183" y="1067462"/>
                            <a:pt x="107306" y="1068654"/>
                          </a:cubicBezTo>
                          <a:cubicBezTo>
                            <a:pt x="111430" y="1069797"/>
                            <a:pt x="119130" y="1076901"/>
                            <a:pt x="120124" y="1082167"/>
                          </a:cubicBezTo>
                          <a:cubicBezTo>
                            <a:pt x="121167" y="1087433"/>
                            <a:pt x="112920" y="1092153"/>
                            <a:pt x="108300" y="1094488"/>
                          </a:cubicBezTo>
                          <a:cubicBezTo>
                            <a:pt x="103680" y="1096823"/>
                            <a:pt x="94936" y="1087433"/>
                            <a:pt x="91856" y="1091557"/>
                          </a:cubicBezTo>
                          <a:cubicBezTo>
                            <a:pt x="88776" y="1095680"/>
                            <a:pt x="92899" y="1103331"/>
                            <a:pt x="95433" y="1116248"/>
                          </a:cubicBezTo>
                          <a:cubicBezTo>
                            <a:pt x="98016" y="1129165"/>
                            <a:pt x="100053" y="1130357"/>
                            <a:pt x="105220" y="1130357"/>
                          </a:cubicBezTo>
                          <a:cubicBezTo>
                            <a:pt x="110386" y="1130357"/>
                            <a:pt x="112423" y="1126234"/>
                            <a:pt x="116000" y="1123899"/>
                          </a:cubicBezTo>
                          <a:cubicBezTo>
                            <a:pt x="119577" y="1121564"/>
                            <a:pt x="127824" y="1125091"/>
                            <a:pt x="131401" y="1123303"/>
                          </a:cubicBezTo>
                          <a:cubicBezTo>
                            <a:pt x="134978" y="1121514"/>
                            <a:pt x="147845" y="1120968"/>
                            <a:pt x="150429" y="1125638"/>
                          </a:cubicBezTo>
                          <a:cubicBezTo>
                            <a:pt x="153012" y="1130357"/>
                            <a:pt x="155546" y="1141536"/>
                            <a:pt x="153509" y="1145609"/>
                          </a:cubicBezTo>
                          <a:cubicBezTo>
                            <a:pt x="151472" y="1149733"/>
                            <a:pt x="156093" y="1154403"/>
                            <a:pt x="158676" y="1160315"/>
                          </a:cubicBezTo>
                          <a:cubicBezTo>
                            <a:pt x="161210" y="1166177"/>
                            <a:pt x="172040" y="1163246"/>
                            <a:pt x="175617" y="1165034"/>
                          </a:cubicBezTo>
                          <a:cubicBezTo>
                            <a:pt x="179194" y="1166823"/>
                            <a:pt x="187441" y="1179690"/>
                            <a:pt x="185901" y="1185602"/>
                          </a:cubicBezTo>
                          <a:cubicBezTo>
                            <a:pt x="184361" y="1191465"/>
                            <a:pt x="191018" y="1192657"/>
                            <a:pt x="194645" y="1190868"/>
                          </a:cubicBezTo>
                          <a:cubicBezTo>
                            <a:pt x="198222" y="1189080"/>
                            <a:pt x="201848" y="1193800"/>
                            <a:pt x="205922" y="1196731"/>
                          </a:cubicBezTo>
                          <a:cubicBezTo>
                            <a:pt x="209996" y="1199662"/>
                            <a:pt x="213623" y="1198519"/>
                            <a:pt x="217746" y="1195538"/>
                          </a:cubicBezTo>
                          <a:cubicBezTo>
                            <a:pt x="221870" y="1192607"/>
                            <a:pt x="228527" y="1190272"/>
                            <a:pt x="230564" y="1194346"/>
                          </a:cubicBezTo>
                          <a:cubicBezTo>
                            <a:pt x="232600" y="1198470"/>
                            <a:pt x="240848" y="1206120"/>
                            <a:pt x="240848" y="1208455"/>
                          </a:cubicBezTo>
                          <a:cubicBezTo>
                            <a:pt x="240848" y="1210790"/>
                            <a:pt x="253715" y="1208455"/>
                            <a:pt x="259826" y="1211983"/>
                          </a:cubicBezTo>
                          <a:cubicBezTo>
                            <a:pt x="265986" y="1215510"/>
                            <a:pt x="272693" y="1213721"/>
                            <a:pt x="279350" y="1217845"/>
                          </a:cubicBezTo>
                          <a:cubicBezTo>
                            <a:pt x="286007" y="1221968"/>
                            <a:pt x="292168" y="1222564"/>
                            <a:pt x="292714" y="1227234"/>
                          </a:cubicBezTo>
                          <a:cubicBezTo>
                            <a:pt x="293211" y="1231954"/>
                            <a:pt x="286057" y="1236028"/>
                            <a:pt x="286057" y="1238413"/>
                          </a:cubicBezTo>
                          <a:cubicBezTo>
                            <a:pt x="286057" y="1240748"/>
                            <a:pt x="291720" y="1242536"/>
                            <a:pt x="291720" y="1246063"/>
                          </a:cubicBezTo>
                          <a:cubicBezTo>
                            <a:pt x="291720" y="1249591"/>
                            <a:pt x="284517" y="1249591"/>
                            <a:pt x="283523" y="1252522"/>
                          </a:cubicBezTo>
                          <a:cubicBezTo>
                            <a:pt x="282480" y="1255453"/>
                            <a:pt x="287647" y="1259577"/>
                            <a:pt x="288640" y="1262508"/>
                          </a:cubicBezTo>
                          <a:cubicBezTo>
                            <a:pt x="289684" y="1265439"/>
                            <a:pt x="284517" y="1275425"/>
                            <a:pt x="284517" y="1278356"/>
                          </a:cubicBezTo>
                          <a:cubicBezTo>
                            <a:pt x="284517" y="1281287"/>
                            <a:pt x="269116" y="1277760"/>
                            <a:pt x="265539" y="1277760"/>
                          </a:cubicBezTo>
                          <a:cubicBezTo>
                            <a:pt x="261962" y="1277760"/>
                            <a:pt x="251132" y="1291273"/>
                            <a:pt x="247554" y="1291869"/>
                          </a:cubicBezTo>
                          <a:cubicBezTo>
                            <a:pt x="244474" y="1292366"/>
                            <a:pt x="245915" y="1298874"/>
                            <a:pt x="247058" y="1304438"/>
                          </a:cubicBezTo>
                          <a:cubicBezTo>
                            <a:pt x="258136" y="1302004"/>
                            <a:pt x="269464" y="1301010"/>
                            <a:pt x="270706" y="1303842"/>
                          </a:cubicBezTo>
                          <a:cubicBezTo>
                            <a:pt x="272742" y="1308561"/>
                            <a:pt x="246710" y="1321081"/>
                            <a:pt x="241940" y="1323019"/>
                          </a:cubicBezTo>
                          <a:cubicBezTo>
                            <a:pt x="237122" y="1324956"/>
                            <a:pt x="251181" y="1333203"/>
                            <a:pt x="250833" y="1337923"/>
                          </a:cubicBezTo>
                          <a:cubicBezTo>
                            <a:pt x="250486" y="1342642"/>
                            <a:pt x="235780" y="1343785"/>
                            <a:pt x="237122" y="1353175"/>
                          </a:cubicBezTo>
                          <a:cubicBezTo>
                            <a:pt x="238512" y="1362564"/>
                            <a:pt x="232352" y="1364552"/>
                            <a:pt x="224453" y="1364552"/>
                          </a:cubicBezTo>
                          <a:cubicBezTo>
                            <a:pt x="216554" y="1364552"/>
                            <a:pt x="214517" y="1370016"/>
                            <a:pt x="218293" y="1370811"/>
                          </a:cubicBezTo>
                          <a:cubicBezTo>
                            <a:pt x="222068" y="1371606"/>
                            <a:pt x="221720" y="1383381"/>
                            <a:pt x="236426" y="1387653"/>
                          </a:cubicBezTo>
                          <a:cubicBezTo>
                            <a:pt x="251132" y="1391975"/>
                            <a:pt x="266880" y="1407625"/>
                            <a:pt x="279549" y="1423324"/>
                          </a:cubicBezTo>
                          <a:cubicBezTo>
                            <a:pt x="281337" y="1425510"/>
                            <a:pt x="283374" y="1427248"/>
                            <a:pt x="285560" y="1428739"/>
                          </a:cubicBezTo>
                          <a:cubicBezTo>
                            <a:pt x="289236" y="1426205"/>
                            <a:pt x="292416" y="1424417"/>
                            <a:pt x="294254" y="1424119"/>
                          </a:cubicBezTo>
                          <a:cubicBezTo>
                            <a:pt x="301458" y="1422926"/>
                            <a:pt x="314822" y="1427646"/>
                            <a:pt x="321976" y="1433508"/>
                          </a:cubicBezTo>
                          <a:cubicBezTo>
                            <a:pt x="329179" y="1439370"/>
                            <a:pt x="354865" y="1432316"/>
                            <a:pt x="357945" y="1437035"/>
                          </a:cubicBezTo>
                          <a:cubicBezTo>
                            <a:pt x="361025" y="1441755"/>
                            <a:pt x="367185" y="1447617"/>
                            <a:pt x="372352" y="1447617"/>
                          </a:cubicBezTo>
                          <a:cubicBezTo>
                            <a:pt x="377469" y="1447617"/>
                            <a:pt x="382636" y="1459392"/>
                            <a:pt x="386710" y="1455864"/>
                          </a:cubicBezTo>
                          <a:cubicBezTo>
                            <a:pt x="390833" y="1452337"/>
                            <a:pt x="406234" y="1452337"/>
                            <a:pt x="410358" y="1452337"/>
                          </a:cubicBezTo>
                          <a:cubicBezTo>
                            <a:pt x="414481" y="1452337"/>
                            <a:pt x="414481" y="1455864"/>
                            <a:pt x="418555" y="1455864"/>
                          </a:cubicBezTo>
                          <a:cubicBezTo>
                            <a:pt x="422678" y="1455864"/>
                            <a:pt x="422678" y="1473501"/>
                            <a:pt x="425758" y="1472309"/>
                          </a:cubicBezTo>
                          <a:cubicBezTo>
                            <a:pt x="428839" y="1471116"/>
                            <a:pt x="440116" y="1482891"/>
                            <a:pt x="447320" y="1484083"/>
                          </a:cubicBezTo>
                          <a:cubicBezTo>
                            <a:pt x="454524" y="1485275"/>
                            <a:pt x="461678" y="1499335"/>
                            <a:pt x="464758" y="1498192"/>
                          </a:cubicBezTo>
                          <a:cubicBezTo>
                            <a:pt x="467838" y="1497000"/>
                            <a:pt x="473005" y="1504054"/>
                            <a:pt x="475042" y="1498192"/>
                          </a:cubicBezTo>
                          <a:cubicBezTo>
                            <a:pt x="477029" y="1492628"/>
                            <a:pt x="487164" y="1495311"/>
                            <a:pt x="489995" y="1485673"/>
                          </a:cubicBezTo>
                          <a:cubicBezTo>
                            <a:pt x="476979" y="1467440"/>
                            <a:pt x="463019" y="1447220"/>
                            <a:pt x="463416" y="1439420"/>
                          </a:cubicBezTo>
                          <a:cubicBezTo>
                            <a:pt x="464112" y="1426106"/>
                            <a:pt x="468881" y="1417461"/>
                            <a:pt x="454524" y="1403352"/>
                          </a:cubicBezTo>
                          <a:cubicBezTo>
                            <a:pt x="440166" y="1389243"/>
                            <a:pt x="455915" y="1379853"/>
                            <a:pt x="466199" y="1364949"/>
                          </a:cubicBezTo>
                          <a:cubicBezTo>
                            <a:pt x="475390" y="1351635"/>
                            <a:pt x="494914" y="1345822"/>
                            <a:pt x="507284" y="1336333"/>
                          </a:cubicBezTo>
                          <a:cubicBezTo>
                            <a:pt x="504800" y="1334346"/>
                            <a:pt x="502217" y="1332508"/>
                            <a:pt x="499733" y="1331266"/>
                          </a:cubicBezTo>
                          <a:cubicBezTo>
                            <a:pt x="490492" y="1326546"/>
                            <a:pt x="487412" y="1321876"/>
                            <a:pt x="494616" y="1319491"/>
                          </a:cubicBezTo>
                          <a:cubicBezTo>
                            <a:pt x="501819" y="1317156"/>
                            <a:pt x="498739" y="1312437"/>
                            <a:pt x="491536" y="1303047"/>
                          </a:cubicBezTo>
                          <a:cubicBezTo>
                            <a:pt x="484332" y="1293657"/>
                            <a:pt x="481252" y="1284218"/>
                            <a:pt x="477128" y="1284218"/>
                          </a:cubicBezTo>
                          <a:cubicBezTo>
                            <a:pt x="473005" y="1284218"/>
                            <a:pt x="466844" y="1283076"/>
                            <a:pt x="460684" y="1285410"/>
                          </a:cubicBezTo>
                          <a:cubicBezTo>
                            <a:pt x="454524" y="1287745"/>
                            <a:pt x="455567" y="1279548"/>
                            <a:pt x="456560" y="1271301"/>
                          </a:cubicBezTo>
                          <a:cubicBezTo>
                            <a:pt x="457604" y="1263054"/>
                            <a:pt x="445283" y="1264247"/>
                            <a:pt x="443196" y="1260719"/>
                          </a:cubicBezTo>
                          <a:cubicBezTo>
                            <a:pt x="441160" y="1257192"/>
                            <a:pt x="446277" y="1245467"/>
                            <a:pt x="448363" y="1244275"/>
                          </a:cubicBezTo>
                          <a:cubicBezTo>
                            <a:pt x="450400" y="1243083"/>
                            <a:pt x="456560" y="1239555"/>
                            <a:pt x="456560" y="1236028"/>
                          </a:cubicBezTo>
                          <a:cubicBezTo>
                            <a:pt x="456560" y="1232501"/>
                            <a:pt x="445283" y="1231308"/>
                            <a:pt x="449357" y="1223111"/>
                          </a:cubicBezTo>
                          <a:cubicBezTo>
                            <a:pt x="453480" y="1214864"/>
                            <a:pt x="461678" y="1214864"/>
                            <a:pt x="461678" y="1206667"/>
                          </a:cubicBezTo>
                          <a:cubicBezTo>
                            <a:pt x="461678" y="1198420"/>
                            <a:pt x="467838" y="1191365"/>
                            <a:pt x="475042" y="1197277"/>
                          </a:cubicBezTo>
                          <a:cubicBezTo>
                            <a:pt x="482245" y="1203140"/>
                            <a:pt x="485326" y="1218441"/>
                            <a:pt x="493523" y="1214914"/>
                          </a:cubicBezTo>
                          <a:cubicBezTo>
                            <a:pt x="501770" y="1211386"/>
                            <a:pt x="496603" y="1203140"/>
                            <a:pt x="495560" y="1198470"/>
                          </a:cubicBezTo>
                          <a:cubicBezTo>
                            <a:pt x="494516" y="1193750"/>
                            <a:pt x="492479" y="1186695"/>
                            <a:pt x="501720" y="1184360"/>
                          </a:cubicBezTo>
                          <a:cubicBezTo>
                            <a:pt x="510961" y="1182025"/>
                            <a:pt x="506887" y="1171443"/>
                            <a:pt x="514041" y="1171443"/>
                          </a:cubicBezTo>
                          <a:cubicBezTo>
                            <a:pt x="521245" y="1171443"/>
                            <a:pt x="534609" y="1160861"/>
                            <a:pt x="538683" y="1158526"/>
                          </a:cubicBezTo>
                          <a:cubicBezTo>
                            <a:pt x="542806" y="1156191"/>
                            <a:pt x="552046" y="1150279"/>
                            <a:pt x="556120" y="1152664"/>
                          </a:cubicBezTo>
                          <a:cubicBezTo>
                            <a:pt x="560244" y="1154999"/>
                            <a:pt x="565361" y="1160911"/>
                            <a:pt x="568441" y="1152664"/>
                          </a:cubicBezTo>
                          <a:cubicBezTo>
                            <a:pt x="571521" y="1144417"/>
                            <a:pt x="583842" y="1147944"/>
                            <a:pt x="584885" y="1152664"/>
                          </a:cubicBezTo>
                          <a:cubicBezTo>
                            <a:pt x="585929" y="1157384"/>
                            <a:pt x="605453" y="1157384"/>
                            <a:pt x="611613" y="1162054"/>
                          </a:cubicBezTo>
                          <a:cubicBezTo>
                            <a:pt x="617774" y="1166773"/>
                            <a:pt x="631138" y="1176163"/>
                            <a:pt x="631138" y="1180883"/>
                          </a:cubicBezTo>
                          <a:cubicBezTo>
                            <a:pt x="631138" y="1185602"/>
                            <a:pt x="637298" y="1192657"/>
                            <a:pt x="637298" y="1184410"/>
                          </a:cubicBezTo>
                          <a:cubicBezTo>
                            <a:pt x="637298" y="1176163"/>
                            <a:pt x="642416" y="1178548"/>
                            <a:pt x="650663" y="1184410"/>
                          </a:cubicBezTo>
                          <a:cubicBezTo>
                            <a:pt x="658909" y="1190272"/>
                            <a:pt x="670187" y="1187937"/>
                            <a:pt x="672224" y="1182075"/>
                          </a:cubicBezTo>
                          <a:cubicBezTo>
                            <a:pt x="674261" y="1176213"/>
                            <a:pt x="689662" y="1169158"/>
                            <a:pt x="694828" y="1173828"/>
                          </a:cubicBezTo>
                          <a:cubicBezTo>
                            <a:pt x="699945" y="1178548"/>
                            <a:pt x="702032" y="1182075"/>
                            <a:pt x="708193" y="1175020"/>
                          </a:cubicBezTo>
                          <a:cubicBezTo>
                            <a:pt x="714353" y="1167966"/>
                            <a:pt x="728760" y="1169158"/>
                            <a:pt x="730797" y="1176163"/>
                          </a:cubicBezTo>
                          <a:cubicBezTo>
                            <a:pt x="732834" y="1183218"/>
                            <a:pt x="740038" y="1184410"/>
                            <a:pt x="746198" y="1184410"/>
                          </a:cubicBezTo>
                          <a:cubicBezTo>
                            <a:pt x="752359" y="1184410"/>
                            <a:pt x="753402" y="1194992"/>
                            <a:pt x="757476" y="1192657"/>
                          </a:cubicBezTo>
                          <a:cubicBezTo>
                            <a:pt x="761599" y="1190322"/>
                            <a:pt x="760556" y="1178548"/>
                            <a:pt x="765722" y="1179740"/>
                          </a:cubicBezTo>
                          <a:cubicBezTo>
                            <a:pt x="770840" y="1180932"/>
                            <a:pt x="774963" y="1187987"/>
                            <a:pt x="783160" y="1187987"/>
                          </a:cubicBezTo>
                          <a:cubicBezTo>
                            <a:pt x="791407" y="1187987"/>
                            <a:pt x="797518" y="1185652"/>
                            <a:pt x="797518" y="1178597"/>
                          </a:cubicBezTo>
                          <a:cubicBezTo>
                            <a:pt x="797518" y="1171543"/>
                            <a:pt x="796525" y="1159768"/>
                            <a:pt x="791358" y="1159768"/>
                          </a:cubicBezTo>
                          <a:cubicBezTo>
                            <a:pt x="786241" y="1159768"/>
                            <a:pt x="781074" y="1153906"/>
                            <a:pt x="774913" y="1153906"/>
                          </a:cubicBezTo>
                          <a:cubicBezTo>
                            <a:pt x="768753" y="1153906"/>
                            <a:pt x="762593" y="1142132"/>
                            <a:pt x="768753" y="1139797"/>
                          </a:cubicBezTo>
                          <a:cubicBezTo>
                            <a:pt x="774913" y="1137462"/>
                            <a:pt x="785197" y="1131550"/>
                            <a:pt x="783111" y="1125687"/>
                          </a:cubicBezTo>
                          <a:cubicBezTo>
                            <a:pt x="781074" y="1119825"/>
                            <a:pt x="779037" y="1108051"/>
                            <a:pt x="787234" y="1106859"/>
                          </a:cubicBezTo>
                          <a:cubicBezTo>
                            <a:pt x="795481" y="1105666"/>
                            <a:pt x="812919" y="1105666"/>
                            <a:pt x="811876" y="1102139"/>
                          </a:cubicBezTo>
                          <a:cubicBezTo>
                            <a:pt x="810833" y="1098612"/>
                            <a:pt x="794438" y="1096277"/>
                            <a:pt x="791308" y="1090365"/>
                          </a:cubicBezTo>
                          <a:cubicBezTo>
                            <a:pt x="788228" y="1084502"/>
                            <a:pt x="787185" y="1070393"/>
                            <a:pt x="790265" y="1068008"/>
                          </a:cubicBezTo>
                          <a:cubicBezTo>
                            <a:pt x="793345" y="1065673"/>
                            <a:pt x="803629" y="1069201"/>
                            <a:pt x="809789" y="1066816"/>
                          </a:cubicBezTo>
                          <a:cubicBezTo>
                            <a:pt x="815949" y="1064481"/>
                            <a:pt x="829314" y="1070343"/>
                            <a:pt x="837511" y="1063289"/>
                          </a:cubicBezTo>
                          <a:cubicBezTo>
                            <a:pt x="845708" y="1056234"/>
                            <a:pt x="863196" y="1055042"/>
                            <a:pt x="872436" y="1055042"/>
                          </a:cubicBezTo>
                          <a:cubicBezTo>
                            <a:pt x="881677" y="1055042"/>
                            <a:pt x="888881" y="1047987"/>
                            <a:pt x="896084" y="1046795"/>
                          </a:cubicBezTo>
                          <a:cubicBezTo>
                            <a:pt x="903288" y="1045602"/>
                            <a:pt x="923806" y="1042075"/>
                            <a:pt x="928973" y="1039740"/>
                          </a:cubicBezTo>
                          <a:cubicBezTo>
                            <a:pt x="934140" y="1037405"/>
                            <a:pt x="961861" y="1032685"/>
                            <a:pt x="962855" y="1026823"/>
                          </a:cubicBezTo>
                          <a:cubicBezTo>
                            <a:pt x="963898" y="1020961"/>
                            <a:pt x="985957" y="1016241"/>
                            <a:pt x="991620" y="1019172"/>
                          </a:cubicBezTo>
                          <a:cubicBezTo>
                            <a:pt x="997283" y="1022104"/>
                            <a:pt x="1004487" y="1024488"/>
                            <a:pt x="1009605" y="1022104"/>
                          </a:cubicBezTo>
                          <a:cubicBezTo>
                            <a:pt x="1014721" y="1019769"/>
                            <a:pt x="1025552" y="1026227"/>
                            <a:pt x="1024509" y="1032685"/>
                          </a:cubicBezTo>
                          <a:cubicBezTo>
                            <a:pt x="1023465" y="1039144"/>
                            <a:pt x="1029129" y="1046198"/>
                            <a:pt x="1028632" y="1051465"/>
                          </a:cubicBezTo>
                          <a:cubicBezTo>
                            <a:pt x="1028086" y="1056781"/>
                            <a:pt x="1022968" y="1058519"/>
                            <a:pt x="1026049" y="1062643"/>
                          </a:cubicBezTo>
                          <a:cubicBezTo>
                            <a:pt x="1029129" y="1066766"/>
                            <a:pt x="1042990" y="1063835"/>
                            <a:pt x="1047113" y="1058519"/>
                          </a:cubicBezTo>
                          <a:cubicBezTo>
                            <a:pt x="1051236" y="1053204"/>
                            <a:pt x="1055857" y="1060854"/>
                            <a:pt x="1055857" y="1064978"/>
                          </a:cubicBezTo>
                          <a:cubicBezTo>
                            <a:pt x="1055857" y="1069101"/>
                            <a:pt x="1062514" y="1072032"/>
                            <a:pt x="1062514" y="1066717"/>
                          </a:cubicBezTo>
                          <a:cubicBezTo>
                            <a:pt x="1062514" y="1061401"/>
                            <a:pt x="1070761" y="1064978"/>
                            <a:pt x="1073295" y="1068505"/>
                          </a:cubicBezTo>
                          <a:cubicBezTo>
                            <a:pt x="1075878" y="1072032"/>
                            <a:pt x="1085616" y="1064382"/>
                            <a:pt x="1085616" y="1070294"/>
                          </a:cubicBezTo>
                          <a:cubicBezTo>
                            <a:pt x="1085616" y="1076156"/>
                            <a:pt x="1071208" y="1080876"/>
                            <a:pt x="1077368" y="1087334"/>
                          </a:cubicBezTo>
                          <a:cubicBezTo>
                            <a:pt x="1083529" y="1093793"/>
                            <a:pt x="1087106" y="1079683"/>
                            <a:pt x="1094856" y="1082614"/>
                          </a:cubicBezTo>
                          <a:cubicBezTo>
                            <a:pt x="1102557" y="1085546"/>
                            <a:pt x="1112840" y="1072629"/>
                            <a:pt x="1120044" y="1070840"/>
                          </a:cubicBezTo>
                          <a:cubicBezTo>
                            <a:pt x="1127248" y="1069052"/>
                            <a:pt x="1134949" y="1061450"/>
                            <a:pt x="1141109" y="1057327"/>
                          </a:cubicBezTo>
                          <a:cubicBezTo>
                            <a:pt x="1147269" y="1053204"/>
                            <a:pt x="1160633" y="1054396"/>
                            <a:pt x="1156510" y="1059116"/>
                          </a:cubicBezTo>
                          <a:cubicBezTo>
                            <a:pt x="1152387" y="1063835"/>
                            <a:pt x="1147766" y="1072629"/>
                            <a:pt x="1163217" y="1079087"/>
                          </a:cubicBezTo>
                          <a:cubicBezTo>
                            <a:pt x="1178617" y="1085546"/>
                            <a:pt x="1196105" y="1119676"/>
                            <a:pt x="1205843" y="1136667"/>
                          </a:cubicBezTo>
                          <a:cubicBezTo>
                            <a:pt x="1215630" y="1153707"/>
                            <a:pt x="1224870" y="1184311"/>
                            <a:pt x="1229988" y="1184311"/>
                          </a:cubicBezTo>
                          <a:cubicBezTo>
                            <a:pt x="1235104" y="1184311"/>
                            <a:pt x="1236694" y="1169009"/>
                            <a:pt x="1243351" y="1167270"/>
                          </a:cubicBezTo>
                          <a:cubicBezTo>
                            <a:pt x="1250008" y="1165482"/>
                            <a:pt x="1254132" y="1180187"/>
                            <a:pt x="1261336" y="1181976"/>
                          </a:cubicBezTo>
                          <a:cubicBezTo>
                            <a:pt x="1268540" y="1183714"/>
                            <a:pt x="1278277" y="1188434"/>
                            <a:pt x="1283941" y="1186099"/>
                          </a:cubicBezTo>
                          <a:cubicBezTo>
                            <a:pt x="1289604" y="1183764"/>
                            <a:pt x="1302422" y="1175517"/>
                            <a:pt x="1307042" y="1178498"/>
                          </a:cubicBezTo>
                          <a:cubicBezTo>
                            <a:pt x="1311662" y="1181429"/>
                            <a:pt x="1317822" y="1181429"/>
                            <a:pt x="1321946" y="1192607"/>
                          </a:cubicBezTo>
                          <a:cubicBezTo>
                            <a:pt x="1326020" y="1203785"/>
                            <a:pt x="1332230" y="1206120"/>
                            <a:pt x="1336303" y="1206120"/>
                          </a:cubicBezTo>
                          <a:cubicBezTo>
                            <a:pt x="1340378" y="1206120"/>
                            <a:pt x="1341271" y="1211386"/>
                            <a:pt x="1341271" y="1216106"/>
                          </a:cubicBezTo>
                          <a:cubicBezTo>
                            <a:pt x="1341271" y="1220826"/>
                            <a:pt x="1348823" y="1227085"/>
                            <a:pt x="1352897" y="1227085"/>
                          </a:cubicBezTo>
                          <a:cubicBezTo>
                            <a:pt x="1357020" y="1227085"/>
                            <a:pt x="1367950" y="1225496"/>
                            <a:pt x="1371378" y="1223161"/>
                          </a:cubicBezTo>
                          <a:cubicBezTo>
                            <a:pt x="1374806" y="1220826"/>
                            <a:pt x="1378930" y="1218491"/>
                            <a:pt x="1379576" y="1223956"/>
                          </a:cubicBezTo>
                          <a:cubicBezTo>
                            <a:pt x="1380271" y="1229420"/>
                            <a:pt x="1386432" y="1238065"/>
                            <a:pt x="1390555" y="1238065"/>
                          </a:cubicBezTo>
                          <a:cubicBezTo>
                            <a:pt x="1394678" y="1238065"/>
                            <a:pt x="1402875" y="1241990"/>
                            <a:pt x="1403571" y="1238065"/>
                          </a:cubicBezTo>
                          <a:cubicBezTo>
                            <a:pt x="1404267" y="1234140"/>
                            <a:pt x="1415196" y="1231805"/>
                            <a:pt x="1419320" y="1231010"/>
                          </a:cubicBezTo>
                          <a:cubicBezTo>
                            <a:pt x="1423443" y="1230215"/>
                            <a:pt x="1437801" y="1227085"/>
                            <a:pt x="1440534" y="1220031"/>
                          </a:cubicBezTo>
                          <a:cubicBezTo>
                            <a:pt x="1443266" y="1212976"/>
                            <a:pt x="1454891" y="1212976"/>
                            <a:pt x="1458369" y="1208257"/>
                          </a:cubicBezTo>
                          <a:cubicBezTo>
                            <a:pt x="1461797" y="1203537"/>
                            <a:pt x="1471385" y="1201202"/>
                            <a:pt x="1473422" y="1196482"/>
                          </a:cubicBezTo>
                          <a:cubicBezTo>
                            <a:pt x="1475459" y="1191763"/>
                            <a:pt x="1487780" y="1192558"/>
                            <a:pt x="1489171" y="1188633"/>
                          </a:cubicBezTo>
                          <a:cubicBezTo>
                            <a:pt x="1490512" y="1184708"/>
                            <a:pt x="1500796" y="1183913"/>
                            <a:pt x="1505615" y="1185503"/>
                          </a:cubicBezTo>
                          <a:cubicBezTo>
                            <a:pt x="1510384" y="1187093"/>
                            <a:pt x="1534380" y="1192558"/>
                            <a:pt x="1537808" y="1191763"/>
                          </a:cubicBezTo>
                          <a:cubicBezTo>
                            <a:pt x="1541236" y="1190968"/>
                            <a:pt x="1541931" y="1205872"/>
                            <a:pt x="1545310" y="1206667"/>
                          </a:cubicBezTo>
                          <a:cubicBezTo>
                            <a:pt x="1548738" y="1207462"/>
                            <a:pt x="1561059" y="1218441"/>
                            <a:pt x="1564486" y="1215311"/>
                          </a:cubicBezTo>
                          <a:cubicBezTo>
                            <a:pt x="1567914" y="1212181"/>
                            <a:pt x="1576112" y="1209002"/>
                            <a:pt x="1582967" y="1213721"/>
                          </a:cubicBezTo>
                          <a:cubicBezTo>
                            <a:pt x="1589823" y="1218441"/>
                            <a:pt x="1596679" y="1224701"/>
                            <a:pt x="1599412" y="1219236"/>
                          </a:cubicBezTo>
                          <a:cubicBezTo>
                            <a:pt x="1602144" y="1213721"/>
                            <a:pt x="1616552" y="1211386"/>
                            <a:pt x="1618589" y="1208257"/>
                          </a:cubicBezTo>
                          <a:cubicBezTo>
                            <a:pt x="1620626" y="1205127"/>
                            <a:pt x="1622712" y="1195737"/>
                            <a:pt x="1619235" y="1192558"/>
                          </a:cubicBezTo>
                          <a:cubicBezTo>
                            <a:pt x="1615806" y="1189428"/>
                            <a:pt x="1612428" y="1176908"/>
                            <a:pt x="1611037" y="1170599"/>
                          </a:cubicBezTo>
                          <a:cubicBezTo>
                            <a:pt x="1609646" y="1164339"/>
                            <a:pt x="1619235" y="1162749"/>
                            <a:pt x="1620626" y="1157284"/>
                          </a:cubicBezTo>
                          <a:cubicBezTo>
                            <a:pt x="1621967" y="1151819"/>
                            <a:pt x="1630214" y="1151025"/>
                            <a:pt x="1632946" y="1147895"/>
                          </a:cubicBezTo>
                          <a:cubicBezTo>
                            <a:pt x="1635678" y="1144765"/>
                            <a:pt x="1636374" y="1137710"/>
                            <a:pt x="1641193" y="1139300"/>
                          </a:cubicBezTo>
                          <a:cubicBezTo>
                            <a:pt x="1645963" y="1140890"/>
                            <a:pt x="1656246" y="1144765"/>
                            <a:pt x="1658283" y="1147149"/>
                          </a:cubicBezTo>
                          <a:cubicBezTo>
                            <a:pt x="1660320" y="1149484"/>
                            <a:pt x="1667872" y="1151074"/>
                            <a:pt x="1672641" y="1151074"/>
                          </a:cubicBezTo>
                          <a:cubicBezTo>
                            <a:pt x="1677460" y="1151074"/>
                            <a:pt x="1684962" y="1155794"/>
                            <a:pt x="1689781" y="1158924"/>
                          </a:cubicBezTo>
                          <a:cubicBezTo>
                            <a:pt x="1694600" y="1162054"/>
                            <a:pt x="1709653" y="1162054"/>
                            <a:pt x="1712386" y="1166773"/>
                          </a:cubicBezTo>
                          <a:cubicBezTo>
                            <a:pt x="1715118" y="1171443"/>
                            <a:pt x="1711690" y="1184807"/>
                            <a:pt x="1715118" y="1189527"/>
                          </a:cubicBezTo>
                          <a:cubicBezTo>
                            <a:pt x="1718546" y="1194247"/>
                            <a:pt x="1726743" y="1204382"/>
                            <a:pt x="1729475" y="1202047"/>
                          </a:cubicBezTo>
                          <a:cubicBezTo>
                            <a:pt x="1732208" y="1199712"/>
                            <a:pt x="1745224" y="1209896"/>
                            <a:pt x="1750043" y="1209101"/>
                          </a:cubicBezTo>
                          <a:cubicBezTo>
                            <a:pt x="1754813" y="1208306"/>
                            <a:pt x="1762364" y="1199712"/>
                            <a:pt x="1766488" y="1199712"/>
                          </a:cubicBezTo>
                          <a:cubicBezTo>
                            <a:pt x="1770611" y="1199712"/>
                            <a:pt x="1783627" y="1195787"/>
                            <a:pt x="1787701" y="1196582"/>
                          </a:cubicBezTo>
                          <a:cubicBezTo>
                            <a:pt x="1791775" y="1197377"/>
                            <a:pt x="1806878" y="1203636"/>
                            <a:pt x="1808964" y="1202047"/>
                          </a:cubicBezTo>
                          <a:cubicBezTo>
                            <a:pt x="1811001" y="1200457"/>
                            <a:pt x="1824713" y="1202841"/>
                            <a:pt x="1826750" y="1207561"/>
                          </a:cubicBezTo>
                          <a:cubicBezTo>
                            <a:pt x="1828787" y="1212231"/>
                            <a:pt x="1845927" y="1212231"/>
                            <a:pt x="1845927" y="1217745"/>
                          </a:cubicBezTo>
                          <a:cubicBezTo>
                            <a:pt x="1845927" y="1223210"/>
                            <a:pt x="1855515" y="1226340"/>
                            <a:pt x="1858248" y="1232650"/>
                          </a:cubicBezTo>
                          <a:cubicBezTo>
                            <a:pt x="1860980" y="1238909"/>
                            <a:pt x="1883585" y="1235034"/>
                            <a:pt x="1887708" y="1238909"/>
                          </a:cubicBezTo>
                          <a:cubicBezTo>
                            <a:pt x="1891832" y="1242834"/>
                            <a:pt x="1917814" y="1242039"/>
                            <a:pt x="1918510" y="1238909"/>
                          </a:cubicBezTo>
                          <a:cubicBezTo>
                            <a:pt x="1919156" y="1235780"/>
                            <a:pt x="1943847" y="1234190"/>
                            <a:pt x="1948616" y="1230265"/>
                          </a:cubicBezTo>
                          <a:cubicBezTo>
                            <a:pt x="1953436" y="1226340"/>
                            <a:pt x="1966402" y="1227930"/>
                            <a:pt x="1967098" y="1222415"/>
                          </a:cubicBezTo>
                          <a:cubicBezTo>
                            <a:pt x="1967793" y="1216901"/>
                            <a:pt x="1980114" y="1213026"/>
                            <a:pt x="1985579" y="1208306"/>
                          </a:cubicBezTo>
                          <a:cubicBezTo>
                            <a:pt x="1991044" y="1203587"/>
                            <a:pt x="2012953" y="1204382"/>
                            <a:pt x="2014344" y="1209896"/>
                          </a:cubicBezTo>
                          <a:cubicBezTo>
                            <a:pt x="2015685" y="1215410"/>
                            <a:pt x="2028701" y="1216951"/>
                            <a:pt x="2034216" y="1214616"/>
                          </a:cubicBezTo>
                          <a:cubicBezTo>
                            <a:pt x="2039681" y="1212281"/>
                            <a:pt x="2054088" y="1215410"/>
                            <a:pt x="2056125" y="1220875"/>
                          </a:cubicBezTo>
                          <a:cubicBezTo>
                            <a:pt x="2058162" y="1226340"/>
                            <a:pt x="2074607" y="1229520"/>
                            <a:pt x="2078730" y="1227930"/>
                          </a:cubicBezTo>
                          <a:cubicBezTo>
                            <a:pt x="2082853" y="1226340"/>
                            <a:pt x="2095820" y="1215410"/>
                            <a:pt x="2100639" y="1214616"/>
                          </a:cubicBezTo>
                          <a:cubicBezTo>
                            <a:pt x="2105458" y="1213821"/>
                            <a:pt x="2112264" y="1208356"/>
                            <a:pt x="2110923" y="1202841"/>
                          </a:cubicBezTo>
                          <a:cubicBezTo>
                            <a:pt x="2109581" y="1197327"/>
                            <a:pt x="2120511" y="1181677"/>
                            <a:pt x="2121902" y="1175418"/>
                          </a:cubicBezTo>
                          <a:cubicBezTo>
                            <a:pt x="2123243" y="1169158"/>
                            <a:pt x="2132882" y="1151919"/>
                            <a:pt x="2136260" y="1150329"/>
                          </a:cubicBezTo>
                          <a:cubicBezTo>
                            <a:pt x="2139688" y="1148789"/>
                            <a:pt x="2147240" y="1141685"/>
                            <a:pt x="2146544" y="1137015"/>
                          </a:cubicBezTo>
                          <a:cubicBezTo>
                            <a:pt x="2145848" y="1132295"/>
                            <a:pt x="2143811" y="1118186"/>
                            <a:pt x="2139688" y="1118186"/>
                          </a:cubicBezTo>
                          <a:cubicBezTo>
                            <a:pt x="2135564" y="1118186"/>
                            <a:pt x="2128062" y="1118981"/>
                            <a:pt x="2137651" y="1104076"/>
                          </a:cubicBezTo>
                          <a:cubicBezTo>
                            <a:pt x="2147240" y="1089172"/>
                            <a:pt x="2164379" y="1093097"/>
                            <a:pt x="2167112" y="1093097"/>
                          </a:cubicBezTo>
                          <a:cubicBezTo>
                            <a:pt x="2169844" y="1093097"/>
                            <a:pt x="2191753" y="1086837"/>
                            <a:pt x="2201341" y="1089967"/>
                          </a:cubicBezTo>
                          <a:cubicBezTo>
                            <a:pt x="2210930" y="1093097"/>
                            <a:pt x="2217090" y="1088427"/>
                            <a:pt x="2227374" y="1094687"/>
                          </a:cubicBezTo>
                          <a:cubicBezTo>
                            <a:pt x="2237658" y="1100947"/>
                            <a:pt x="2252065" y="1098612"/>
                            <a:pt x="2255443" y="1104076"/>
                          </a:cubicBezTo>
                          <a:cubicBezTo>
                            <a:pt x="2258872" y="1109591"/>
                            <a:pt x="2272584" y="1114261"/>
                            <a:pt x="2270497" y="1123700"/>
                          </a:cubicBezTo>
                          <a:cubicBezTo>
                            <a:pt x="2268460" y="1133090"/>
                            <a:pt x="2278048" y="1127625"/>
                            <a:pt x="2281476" y="1147994"/>
                          </a:cubicBezTo>
                          <a:cubicBezTo>
                            <a:pt x="2284904" y="1168363"/>
                            <a:pt x="2293102" y="1169953"/>
                            <a:pt x="2295188" y="1179342"/>
                          </a:cubicBezTo>
                          <a:cubicBezTo>
                            <a:pt x="2297225" y="1188732"/>
                            <a:pt x="2308204" y="1206021"/>
                            <a:pt x="2306863" y="1211486"/>
                          </a:cubicBezTo>
                          <a:cubicBezTo>
                            <a:pt x="2305472" y="1216951"/>
                            <a:pt x="2304131" y="1225595"/>
                            <a:pt x="2315756" y="1226390"/>
                          </a:cubicBezTo>
                          <a:cubicBezTo>
                            <a:pt x="2327430" y="1227185"/>
                            <a:pt x="2335628" y="1237369"/>
                            <a:pt x="2338361" y="1235780"/>
                          </a:cubicBezTo>
                          <a:cubicBezTo>
                            <a:pt x="2341093" y="1234190"/>
                            <a:pt x="2354804" y="1239704"/>
                            <a:pt x="2361660" y="1247554"/>
                          </a:cubicBezTo>
                          <a:cubicBezTo>
                            <a:pt x="2368516" y="1255403"/>
                            <a:pt x="2378801" y="1251479"/>
                            <a:pt x="2378105" y="1260123"/>
                          </a:cubicBezTo>
                          <a:cubicBezTo>
                            <a:pt x="2377409" y="1268718"/>
                            <a:pt x="2383619" y="1275772"/>
                            <a:pt x="2382874" y="1282827"/>
                          </a:cubicBezTo>
                          <a:cubicBezTo>
                            <a:pt x="2382178" y="1289882"/>
                            <a:pt x="2395890" y="1294601"/>
                            <a:pt x="2405479" y="1293012"/>
                          </a:cubicBezTo>
                          <a:cubicBezTo>
                            <a:pt x="2415067" y="1291422"/>
                            <a:pt x="2421923" y="1296936"/>
                            <a:pt x="2426047" y="1287497"/>
                          </a:cubicBezTo>
                          <a:cubicBezTo>
                            <a:pt x="2430170" y="1278107"/>
                            <a:pt x="2443832" y="1282032"/>
                            <a:pt x="2448651" y="1278107"/>
                          </a:cubicBezTo>
                          <a:cubicBezTo>
                            <a:pt x="2453421" y="1274183"/>
                            <a:pt x="2467828" y="1269463"/>
                            <a:pt x="2467132" y="1283572"/>
                          </a:cubicBezTo>
                          <a:cubicBezTo>
                            <a:pt x="2466437" y="1297682"/>
                            <a:pt x="2474684" y="1300811"/>
                            <a:pt x="2467828" y="1305531"/>
                          </a:cubicBezTo>
                          <a:cubicBezTo>
                            <a:pt x="2460972" y="1310251"/>
                            <a:pt x="2457544" y="1330620"/>
                            <a:pt x="2455507" y="1339214"/>
                          </a:cubicBezTo>
                          <a:cubicBezTo>
                            <a:pt x="2453421" y="1347809"/>
                            <a:pt x="2443186" y="1350194"/>
                            <a:pt x="2441795" y="1359584"/>
                          </a:cubicBezTo>
                          <a:cubicBezTo>
                            <a:pt x="2440405" y="1368973"/>
                            <a:pt x="2430816" y="1369768"/>
                            <a:pt x="2430816" y="1376823"/>
                          </a:cubicBezTo>
                          <a:cubicBezTo>
                            <a:pt x="2430816" y="1383877"/>
                            <a:pt x="2417154" y="1382337"/>
                            <a:pt x="2410248" y="1376823"/>
                          </a:cubicBezTo>
                          <a:cubicBezTo>
                            <a:pt x="2403442" y="1371308"/>
                            <a:pt x="2396586" y="1387007"/>
                            <a:pt x="2391071" y="1387007"/>
                          </a:cubicBezTo>
                          <a:cubicBezTo>
                            <a:pt x="2385557" y="1387007"/>
                            <a:pt x="2386253" y="1400321"/>
                            <a:pt x="2387643" y="1405836"/>
                          </a:cubicBezTo>
                          <a:cubicBezTo>
                            <a:pt x="2389034" y="1411301"/>
                            <a:pt x="2385607" y="1418356"/>
                            <a:pt x="2389034" y="1427795"/>
                          </a:cubicBezTo>
                          <a:cubicBezTo>
                            <a:pt x="2390873" y="1432862"/>
                            <a:pt x="2389730" y="1442451"/>
                            <a:pt x="2390674" y="1453132"/>
                          </a:cubicBezTo>
                          <a:cubicBezTo>
                            <a:pt x="2399020" y="1446226"/>
                            <a:pt x="2406572" y="1441109"/>
                            <a:pt x="2409950" y="1441109"/>
                          </a:cubicBezTo>
                          <a:cubicBezTo>
                            <a:pt x="2418495" y="1441109"/>
                            <a:pt x="2427090" y="1457951"/>
                            <a:pt x="2436679" y="1458348"/>
                          </a:cubicBezTo>
                          <a:cubicBezTo>
                            <a:pt x="2446267" y="1458746"/>
                            <a:pt x="2489737" y="1425460"/>
                            <a:pt x="2490085" y="1419995"/>
                          </a:cubicBezTo>
                          <a:cubicBezTo>
                            <a:pt x="2490433" y="1414530"/>
                            <a:pt x="2515770" y="1386659"/>
                            <a:pt x="2527743" y="1372202"/>
                          </a:cubicBezTo>
                          <a:cubicBezTo>
                            <a:pt x="2539716" y="1357696"/>
                            <a:pt x="2555464" y="1336532"/>
                            <a:pt x="2561674" y="1320087"/>
                          </a:cubicBezTo>
                          <a:cubicBezTo>
                            <a:pt x="2565450" y="1309953"/>
                            <a:pt x="2582242" y="1290279"/>
                            <a:pt x="2586316" y="1282479"/>
                          </a:cubicBezTo>
                          <a:cubicBezTo>
                            <a:pt x="2590440" y="1274630"/>
                            <a:pt x="2593172" y="1273835"/>
                            <a:pt x="2600723" y="1255453"/>
                          </a:cubicBezTo>
                          <a:cubicBezTo>
                            <a:pt x="2608225" y="1237022"/>
                            <a:pt x="2608225" y="1188831"/>
                            <a:pt x="2610659" y="1185702"/>
                          </a:cubicBezTo>
                          <a:cubicBezTo>
                            <a:pt x="2613044" y="1182572"/>
                            <a:pt x="2611703" y="1174325"/>
                            <a:pt x="2615131" y="1169257"/>
                          </a:cubicBezTo>
                          <a:cubicBezTo>
                            <a:pt x="2618559" y="1164190"/>
                            <a:pt x="2616820" y="1157135"/>
                            <a:pt x="2623676" y="1150428"/>
                          </a:cubicBezTo>
                          <a:cubicBezTo>
                            <a:pt x="2630531" y="1143771"/>
                            <a:pt x="2629141" y="1137909"/>
                            <a:pt x="2627451" y="1132792"/>
                          </a:cubicBezTo>
                          <a:cubicBezTo>
                            <a:pt x="2625762" y="1127724"/>
                            <a:pt x="2627799" y="1116348"/>
                            <a:pt x="2626061" y="1112820"/>
                          </a:cubicBezTo>
                          <a:cubicBezTo>
                            <a:pt x="2624371" y="1109293"/>
                            <a:pt x="2624670" y="1107753"/>
                            <a:pt x="2628793" y="1104971"/>
                          </a:cubicBezTo>
                          <a:cubicBezTo>
                            <a:pt x="2632917" y="1102238"/>
                            <a:pt x="2626061" y="1095184"/>
                            <a:pt x="2620248" y="1092054"/>
                          </a:cubicBezTo>
                          <a:cubicBezTo>
                            <a:pt x="2614435" y="1088924"/>
                            <a:pt x="2606884" y="1086191"/>
                            <a:pt x="2606189" y="1078739"/>
                          </a:cubicBezTo>
                          <a:cubicBezTo>
                            <a:pt x="2605493" y="1071287"/>
                            <a:pt x="2595607" y="1062295"/>
                            <a:pt x="2588055" y="1063040"/>
                          </a:cubicBezTo>
                          <a:cubicBezTo>
                            <a:pt x="2585521" y="1063289"/>
                            <a:pt x="2582242" y="1062842"/>
                            <a:pt x="2579063" y="1062345"/>
                          </a:cubicBezTo>
                          <a:cubicBezTo>
                            <a:pt x="2576231" y="1064978"/>
                            <a:pt x="2572753" y="1066915"/>
                            <a:pt x="2568779" y="1067760"/>
                          </a:cubicBezTo>
                          <a:cubicBezTo>
                            <a:pt x="2568630" y="1071287"/>
                            <a:pt x="2566593" y="1073672"/>
                            <a:pt x="2563811" y="1072827"/>
                          </a:cubicBezTo>
                          <a:cubicBezTo>
                            <a:pt x="2560035" y="1071635"/>
                            <a:pt x="2558296" y="1075162"/>
                            <a:pt x="2553875" y="1083012"/>
                          </a:cubicBezTo>
                          <a:cubicBezTo>
                            <a:pt x="2549453" y="1090861"/>
                            <a:pt x="2533654" y="1091607"/>
                            <a:pt x="2540858" y="1084204"/>
                          </a:cubicBezTo>
                          <a:cubicBezTo>
                            <a:pt x="2548062" y="1076752"/>
                            <a:pt x="2538474" y="1076355"/>
                            <a:pt x="2539815" y="1068555"/>
                          </a:cubicBezTo>
                          <a:cubicBezTo>
                            <a:pt x="2540262" y="1066170"/>
                            <a:pt x="2541057" y="1063785"/>
                            <a:pt x="2541802" y="1061749"/>
                          </a:cubicBezTo>
                          <a:cubicBezTo>
                            <a:pt x="2540262" y="1061053"/>
                            <a:pt x="2538722" y="1060308"/>
                            <a:pt x="2537282" y="1059563"/>
                          </a:cubicBezTo>
                          <a:cubicBezTo>
                            <a:pt x="2531320" y="1065226"/>
                            <a:pt x="2530723" y="1075361"/>
                            <a:pt x="2524762" y="1076802"/>
                          </a:cubicBezTo>
                          <a:cubicBezTo>
                            <a:pt x="2518254" y="1078342"/>
                            <a:pt x="2520291" y="1055638"/>
                            <a:pt x="2522029" y="1049776"/>
                          </a:cubicBezTo>
                          <a:cubicBezTo>
                            <a:pt x="2522079" y="1049527"/>
                            <a:pt x="2522129" y="1049328"/>
                            <a:pt x="2522129" y="1049130"/>
                          </a:cubicBezTo>
                          <a:cubicBezTo>
                            <a:pt x="2521483" y="1048533"/>
                            <a:pt x="2520837" y="1047888"/>
                            <a:pt x="2520191" y="1047291"/>
                          </a:cubicBezTo>
                          <a:cubicBezTo>
                            <a:pt x="2516068" y="1046795"/>
                            <a:pt x="2506082" y="1049825"/>
                            <a:pt x="2495649" y="1048981"/>
                          </a:cubicBezTo>
                          <a:cubicBezTo>
                            <a:pt x="2481242" y="1047788"/>
                            <a:pt x="2485018" y="1036411"/>
                            <a:pt x="2496643" y="1029407"/>
                          </a:cubicBezTo>
                          <a:cubicBezTo>
                            <a:pt x="2503052" y="1025532"/>
                            <a:pt x="2505287" y="1021805"/>
                            <a:pt x="2507026" y="1018725"/>
                          </a:cubicBezTo>
                          <a:cubicBezTo>
                            <a:pt x="2508218" y="1007001"/>
                            <a:pt x="2516912" y="996766"/>
                            <a:pt x="2531369" y="996121"/>
                          </a:cubicBezTo>
                          <a:cubicBezTo>
                            <a:pt x="2531668" y="996121"/>
                            <a:pt x="2534499" y="995524"/>
                            <a:pt x="2537530" y="994879"/>
                          </a:cubicBezTo>
                          <a:cubicBezTo>
                            <a:pt x="2534996" y="986135"/>
                            <a:pt x="2536934" y="976199"/>
                            <a:pt x="2541156" y="968498"/>
                          </a:cubicBezTo>
                          <a:cubicBezTo>
                            <a:pt x="2549801" y="952700"/>
                            <a:pt x="2567437" y="937199"/>
                            <a:pt x="2581547" y="926121"/>
                          </a:cubicBezTo>
                          <a:cubicBezTo>
                            <a:pt x="2598687" y="912657"/>
                            <a:pt x="2608275" y="894524"/>
                            <a:pt x="2624272" y="880365"/>
                          </a:cubicBezTo>
                          <a:cubicBezTo>
                            <a:pt x="2643001" y="863722"/>
                            <a:pt x="2667891" y="859300"/>
                            <a:pt x="2691838" y="863374"/>
                          </a:cubicBezTo>
                          <a:cubicBezTo>
                            <a:pt x="2692135" y="863424"/>
                            <a:pt x="2692484" y="863523"/>
                            <a:pt x="2692781" y="863573"/>
                          </a:cubicBezTo>
                          <a:cubicBezTo>
                            <a:pt x="2709226" y="862877"/>
                            <a:pt x="2728452" y="867150"/>
                            <a:pt x="2732625" y="871919"/>
                          </a:cubicBezTo>
                          <a:cubicBezTo>
                            <a:pt x="2732774" y="872068"/>
                            <a:pt x="2732923" y="872168"/>
                            <a:pt x="2733072" y="872317"/>
                          </a:cubicBezTo>
                          <a:cubicBezTo>
                            <a:pt x="2741816" y="871273"/>
                            <a:pt x="2750262" y="866603"/>
                            <a:pt x="2758807" y="864716"/>
                          </a:cubicBezTo>
                          <a:cubicBezTo>
                            <a:pt x="2772469" y="861635"/>
                            <a:pt x="2786479" y="862877"/>
                            <a:pt x="2797756" y="869584"/>
                          </a:cubicBezTo>
                          <a:cubicBezTo>
                            <a:pt x="2801582" y="869435"/>
                            <a:pt x="2804911" y="867448"/>
                            <a:pt x="2807643" y="861337"/>
                          </a:cubicBezTo>
                          <a:cubicBezTo>
                            <a:pt x="2812462" y="850755"/>
                            <a:pt x="2835067" y="852743"/>
                            <a:pt x="2840184" y="857015"/>
                          </a:cubicBezTo>
                          <a:cubicBezTo>
                            <a:pt x="2845350" y="861337"/>
                            <a:pt x="2849424" y="867200"/>
                            <a:pt x="2857671" y="860940"/>
                          </a:cubicBezTo>
                          <a:cubicBezTo>
                            <a:pt x="2865868" y="854680"/>
                            <a:pt x="2865868" y="869187"/>
                            <a:pt x="2873768" y="870329"/>
                          </a:cubicBezTo>
                          <a:cubicBezTo>
                            <a:pt x="2881667" y="871522"/>
                            <a:pt x="2876500" y="879322"/>
                            <a:pt x="2869644" y="878576"/>
                          </a:cubicBezTo>
                          <a:cubicBezTo>
                            <a:pt x="2862788" y="877781"/>
                            <a:pt x="2854243" y="882501"/>
                            <a:pt x="2862142" y="887618"/>
                          </a:cubicBezTo>
                          <a:cubicBezTo>
                            <a:pt x="2870042" y="892686"/>
                            <a:pt x="2879282" y="882899"/>
                            <a:pt x="2885443" y="883693"/>
                          </a:cubicBezTo>
                          <a:cubicBezTo>
                            <a:pt x="2886238" y="883793"/>
                            <a:pt x="2887032" y="883892"/>
                            <a:pt x="2887927" y="883992"/>
                          </a:cubicBezTo>
                          <a:cubicBezTo>
                            <a:pt x="2894336" y="875049"/>
                            <a:pt x="2904321" y="873807"/>
                            <a:pt x="2913114" y="877334"/>
                          </a:cubicBezTo>
                          <a:cubicBezTo>
                            <a:pt x="2919076" y="875745"/>
                            <a:pt x="2921511" y="883346"/>
                            <a:pt x="2926180" y="878626"/>
                          </a:cubicBezTo>
                          <a:cubicBezTo>
                            <a:pt x="2931645" y="873112"/>
                            <a:pt x="2943967" y="871571"/>
                            <a:pt x="2950177" y="871969"/>
                          </a:cubicBezTo>
                          <a:cubicBezTo>
                            <a:pt x="2956337" y="872366"/>
                            <a:pt x="2951220" y="863722"/>
                            <a:pt x="2940936" y="863722"/>
                          </a:cubicBezTo>
                          <a:cubicBezTo>
                            <a:pt x="2930652" y="863722"/>
                            <a:pt x="2931000" y="857462"/>
                            <a:pt x="2939197" y="841366"/>
                          </a:cubicBezTo>
                          <a:cubicBezTo>
                            <a:pt x="2947394" y="825319"/>
                            <a:pt x="2963143" y="816674"/>
                            <a:pt x="2973079" y="806887"/>
                          </a:cubicBezTo>
                          <a:cubicBezTo>
                            <a:pt x="2983015" y="797100"/>
                            <a:pt x="2990219" y="801820"/>
                            <a:pt x="2990219" y="795510"/>
                          </a:cubicBezTo>
                          <a:cubicBezTo>
                            <a:pt x="2990219" y="789251"/>
                            <a:pt x="2994988" y="771614"/>
                            <a:pt x="3002539" y="771266"/>
                          </a:cubicBezTo>
                          <a:cubicBezTo>
                            <a:pt x="3010041" y="770869"/>
                            <a:pt x="3028870" y="774794"/>
                            <a:pt x="3040545" y="767342"/>
                          </a:cubicBezTo>
                          <a:cubicBezTo>
                            <a:pt x="3052170" y="759890"/>
                            <a:pt x="3051127" y="772856"/>
                            <a:pt x="3055946" y="774794"/>
                          </a:cubicBezTo>
                          <a:cubicBezTo>
                            <a:pt x="3060716" y="776731"/>
                            <a:pt x="3067224" y="763417"/>
                            <a:pt x="3072688" y="767342"/>
                          </a:cubicBezTo>
                          <a:cubicBezTo>
                            <a:pt x="3078203" y="771266"/>
                            <a:pt x="3064492" y="780656"/>
                            <a:pt x="3061411" y="792033"/>
                          </a:cubicBezTo>
                          <a:cubicBezTo>
                            <a:pt x="3058331" y="803410"/>
                            <a:pt x="3068615" y="799087"/>
                            <a:pt x="3074428" y="802217"/>
                          </a:cubicBezTo>
                          <a:cubicBezTo>
                            <a:pt x="3080240" y="805347"/>
                            <a:pt x="3066876" y="810067"/>
                            <a:pt x="3068267" y="813197"/>
                          </a:cubicBezTo>
                          <a:cubicBezTo>
                            <a:pt x="3069608" y="816327"/>
                            <a:pt x="3081284" y="816327"/>
                            <a:pt x="3096336" y="799087"/>
                          </a:cubicBezTo>
                          <a:cubicBezTo>
                            <a:pt x="3111390" y="781848"/>
                            <a:pt x="3125102" y="777129"/>
                            <a:pt x="3134690" y="778321"/>
                          </a:cubicBezTo>
                          <a:cubicBezTo>
                            <a:pt x="3144278" y="779513"/>
                            <a:pt x="3138764" y="768534"/>
                            <a:pt x="3139459" y="752437"/>
                          </a:cubicBezTo>
                          <a:cubicBezTo>
                            <a:pt x="3140155" y="736391"/>
                            <a:pt x="3169565" y="731671"/>
                            <a:pt x="3179204" y="736391"/>
                          </a:cubicBezTo>
                          <a:cubicBezTo>
                            <a:pt x="3188792" y="741110"/>
                            <a:pt x="3188097" y="745383"/>
                            <a:pt x="3178856" y="742650"/>
                          </a:cubicBezTo>
                          <a:cubicBezTo>
                            <a:pt x="3169615" y="739918"/>
                            <a:pt x="3161070" y="749308"/>
                            <a:pt x="3161418" y="762622"/>
                          </a:cubicBezTo>
                          <a:cubicBezTo>
                            <a:pt x="3161766" y="775936"/>
                            <a:pt x="3153171" y="780259"/>
                            <a:pt x="3157692" y="785376"/>
                          </a:cubicBezTo>
                          <a:cubicBezTo>
                            <a:pt x="3162113" y="790443"/>
                            <a:pt x="3151184" y="791635"/>
                            <a:pt x="3150836" y="797150"/>
                          </a:cubicBezTo>
                          <a:cubicBezTo>
                            <a:pt x="3150488" y="802615"/>
                            <a:pt x="3150836" y="806937"/>
                            <a:pt x="3143980" y="809272"/>
                          </a:cubicBezTo>
                          <a:cubicBezTo>
                            <a:pt x="3137174" y="811607"/>
                            <a:pt x="3114172" y="814339"/>
                            <a:pt x="3113526" y="824524"/>
                          </a:cubicBezTo>
                          <a:cubicBezTo>
                            <a:pt x="3112831" y="834758"/>
                            <a:pt x="3100510" y="835901"/>
                            <a:pt x="3094697" y="848420"/>
                          </a:cubicBezTo>
                          <a:cubicBezTo>
                            <a:pt x="3088884" y="860989"/>
                            <a:pt x="3066627" y="868392"/>
                            <a:pt x="3051922" y="893481"/>
                          </a:cubicBezTo>
                          <a:cubicBezTo>
                            <a:pt x="3037216" y="918569"/>
                            <a:pt x="3013916" y="918569"/>
                            <a:pt x="3013916" y="923239"/>
                          </a:cubicBezTo>
                          <a:cubicBezTo>
                            <a:pt x="3013916" y="927959"/>
                            <a:pt x="2997820" y="927561"/>
                            <a:pt x="2992355" y="928356"/>
                          </a:cubicBezTo>
                          <a:cubicBezTo>
                            <a:pt x="2986891" y="929151"/>
                            <a:pt x="2997472" y="944403"/>
                            <a:pt x="2984456" y="960500"/>
                          </a:cubicBezTo>
                          <a:cubicBezTo>
                            <a:pt x="2983562" y="961593"/>
                            <a:pt x="2982767" y="962785"/>
                            <a:pt x="2981873" y="963977"/>
                          </a:cubicBezTo>
                          <a:cubicBezTo>
                            <a:pt x="2982320" y="965915"/>
                            <a:pt x="2982568" y="967902"/>
                            <a:pt x="2982519" y="970088"/>
                          </a:cubicBezTo>
                          <a:cubicBezTo>
                            <a:pt x="2992852" y="974659"/>
                            <a:pt x="3000503" y="985340"/>
                            <a:pt x="2997025" y="999598"/>
                          </a:cubicBezTo>
                          <a:cubicBezTo>
                            <a:pt x="2986145" y="1044261"/>
                            <a:pt x="2981227" y="1089321"/>
                            <a:pt x="2979389" y="1135226"/>
                          </a:cubicBezTo>
                          <a:cubicBezTo>
                            <a:pt x="2979389" y="1135425"/>
                            <a:pt x="2979339" y="1135574"/>
                            <a:pt x="2979339" y="1135773"/>
                          </a:cubicBezTo>
                          <a:cubicBezTo>
                            <a:pt x="2980283" y="1147547"/>
                            <a:pt x="2979935" y="1160514"/>
                            <a:pt x="2983065" y="1164289"/>
                          </a:cubicBezTo>
                          <a:cubicBezTo>
                            <a:pt x="2987834" y="1170152"/>
                            <a:pt x="2986145" y="1179939"/>
                            <a:pt x="2989225" y="1183466"/>
                          </a:cubicBezTo>
                          <a:cubicBezTo>
                            <a:pt x="2992306" y="1186993"/>
                            <a:pt x="3004974" y="1167767"/>
                            <a:pt x="3013519" y="1159570"/>
                          </a:cubicBezTo>
                          <a:cubicBezTo>
                            <a:pt x="3022114" y="1151323"/>
                            <a:pt x="3019332" y="1148590"/>
                            <a:pt x="3025194" y="1144268"/>
                          </a:cubicBezTo>
                          <a:cubicBezTo>
                            <a:pt x="3031006" y="1139946"/>
                            <a:pt x="3028622" y="1121912"/>
                            <a:pt x="3030311" y="1117242"/>
                          </a:cubicBezTo>
                          <a:cubicBezTo>
                            <a:pt x="3032000" y="1112522"/>
                            <a:pt x="3042632" y="1110187"/>
                            <a:pt x="3046060" y="1105120"/>
                          </a:cubicBezTo>
                          <a:cubicBezTo>
                            <a:pt x="3048146" y="1101990"/>
                            <a:pt x="3052319" y="1101990"/>
                            <a:pt x="3056294" y="1101940"/>
                          </a:cubicBezTo>
                          <a:cubicBezTo>
                            <a:pt x="3059573" y="1099456"/>
                            <a:pt x="3062405" y="1096922"/>
                            <a:pt x="3064889" y="1094140"/>
                          </a:cubicBezTo>
                          <a:cubicBezTo>
                            <a:pt x="3064193" y="1089321"/>
                            <a:pt x="3062106" y="1083161"/>
                            <a:pt x="3061113" y="1078839"/>
                          </a:cubicBezTo>
                          <a:cubicBezTo>
                            <a:pt x="3060815" y="1077497"/>
                            <a:pt x="3061063" y="1076106"/>
                            <a:pt x="3061709" y="1074616"/>
                          </a:cubicBezTo>
                          <a:cubicBezTo>
                            <a:pt x="3055052" y="1064729"/>
                            <a:pt x="3054853" y="1050272"/>
                            <a:pt x="3064243" y="1041479"/>
                          </a:cubicBezTo>
                          <a:cubicBezTo>
                            <a:pt x="3075421" y="1030996"/>
                            <a:pt x="3088437" y="1021855"/>
                            <a:pt x="3102646" y="1016142"/>
                          </a:cubicBezTo>
                          <a:cubicBezTo>
                            <a:pt x="3104186" y="1006802"/>
                            <a:pt x="3109750" y="1000393"/>
                            <a:pt x="3116656" y="996915"/>
                          </a:cubicBezTo>
                          <a:cubicBezTo>
                            <a:pt x="3119041" y="993686"/>
                            <a:pt x="3121475" y="991302"/>
                            <a:pt x="3123462" y="990656"/>
                          </a:cubicBezTo>
                          <a:cubicBezTo>
                            <a:pt x="3130666" y="988321"/>
                            <a:pt x="3134442" y="996518"/>
                            <a:pt x="3141248" y="989463"/>
                          </a:cubicBezTo>
                          <a:cubicBezTo>
                            <a:pt x="3148104" y="982409"/>
                            <a:pt x="3135087" y="971032"/>
                            <a:pt x="3130269" y="971827"/>
                          </a:cubicBezTo>
                          <a:cubicBezTo>
                            <a:pt x="3125499" y="972622"/>
                            <a:pt x="3123760" y="951855"/>
                            <a:pt x="3135038" y="942068"/>
                          </a:cubicBezTo>
                          <a:cubicBezTo>
                            <a:pt x="3146365" y="932281"/>
                            <a:pt x="3141894" y="930294"/>
                            <a:pt x="3134342" y="927959"/>
                          </a:cubicBezTo>
                          <a:cubicBezTo>
                            <a:pt x="3126840" y="925624"/>
                            <a:pt x="3125449" y="928754"/>
                            <a:pt x="3119637" y="929151"/>
                          </a:cubicBezTo>
                          <a:cubicBezTo>
                            <a:pt x="3113824" y="929549"/>
                            <a:pt x="3108011" y="915439"/>
                            <a:pt x="3116904" y="901728"/>
                          </a:cubicBezTo>
                          <a:cubicBezTo>
                            <a:pt x="3125797" y="888016"/>
                            <a:pt x="3134342" y="889556"/>
                            <a:pt x="3136429" y="878229"/>
                          </a:cubicBezTo>
                          <a:cubicBezTo>
                            <a:pt x="3138465" y="866852"/>
                            <a:pt x="3150787" y="850755"/>
                            <a:pt x="3153867" y="844893"/>
                          </a:cubicBezTo>
                          <a:cubicBezTo>
                            <a:pt x="3156947" y="839031"/>
                            <a:pt x="3169268" y="844893"/>
                            <a:pt x="3174087" y="843701"/>
                          </a:cubicBezTo>
                          <a:cubicBezTo>
                            <a:pt x="3178856" y="842508"/>
                            <a:pt x="3177167" y="854283"/>
                            <a:pt x="3182980" y="848371"/>
                          </a:cubicBezTo>
                          <a:cubicBezTo>
                            <a:pt x="3188792" y="842508"/>
                            <a:pt x="3198380" y="822934"/>
                            <a:pt x="3206279" y="822934"/>
                          </a:cubicBezTo>
                          <a:cubicBezTo>
                            <a:pt x="3210751" y="822934"/>
                            <a:pt x="3211049" y="827654"/>
                            <a:pt x="3210801" y="833268"/>
                          </a:cubicBezTo>
                          <a:cubicBezTo>
                            <a:pt x="3216315" y="833119"/>
                            <a:pt x="3221780" y="834460"/>
                            <a:pt x="3226152" y="837491"/>
                          </a:cubicBezTo>
                          <a:cubicBezTo>
                            <a:pt x="3228089" y="835702"/>
                            <a:pt x="3230176" y="833864"/>
                            <a:pt x="3232610" y="831976"/>
                          </a:cubicBezTo>
                          <a:cubicBezTo>
                            <a:pt x="3247664" y="820202"/>
                            <a:pt x="3280552" y="821394"/>
                            <a:pt x="3290488" y="826859"/>
                          </a:cubicBezTo>
                          <a:cubicBezTo>
                            <a:pt x="3293817" y="828697"/>
                            <a:pt x="3296251" y="831380"/>
                            <a:pt x="3298188" y="834112"/>
                          </a:cubicBezTo>
                          <a:cubicBezTo>
                            <a:pt x="3311404" y="826958"/>
                            <a:pt x="3323128" y="816327"/>
                            <a:pt x="3334952" y="807334"/>
                          </a:cubicBezTo>
                          <a:cubicBezTo>
                            <a:pt x="3360140" y="788207"/>
                            <a:pt x="3387067" y="771217"/>
                            <a:pt x="3417322" y="765603"/>
                          </a:cubicBezTo>
                          <a:cubicBezTo>
                            <a:pt x="3438834" y="759989"/>
                            <a:pt x="3466506" y="743743"/>
                            <a:pt x="3465165" y="738676"/>
                          </a:cubicBezTo>
                          <a:cubicBezTo>
                            <a:pt x="3463824" y="733559"/>
                            <a:pt x="3473362" y="731224"/>
                            <a:pt x="3474405" y="736341"/>
                          </a:cubicBezTo>
                          <a:cubicBezTo>
                            <a:pt x="3475449" y="741408"/>
                            <a:pt x="3483646" y="739471"/>
                            <a:pt x="3494973" y="742203"/>
                          </a:cubicBezTo>
                          <a:cubicBezTo>
                            <a:pt x="3506251" y="744936"/>
                            <a:pt x="3511418" y="750053"/>
                            <a:pt x="3520311" y="739868"/>
                          </a:cubicBezTo>
                          <a:cubicBezTo>
                            <a:pt x="3524185" y="735447"/>
                            <a:pt x="3524484" y="732267"/>
                            <a:pt x="3523639" y="729485"/>
                          </a:cubicBezTo>
                          <a:cubicBezTo>
                            <a:pt x="3520261" y="728392"/>
                            <a:pt x="3516683" y="727697"/>
                            <a:pt x="3512809" y="727051"/>
                          </a:cubicBezTo>
                          <a:cubicBezTo>
                            <a:pt x="3502326" y="725312"/>
                            <a:pt x="3496761" y="717860"/>
                            <a:pt x="3495222" y="709215"/>
                          </a:cubicBezTo>
                          <a:cubicBezTo>
                            <a:pt x="3485335" y="700720"/>
                            <a:pt x="3476790" y="690933"/>
                            <a:pt x="3471226" y="679159"/>
                          </a:cubicBezTo>
                          <a:cubicBezTo>
                            <a:pt x="3466456" y="669024"/>
                            <a:pt x="3468047" y="656455"/>
                            <a:pt x="3474654" y="648406"/>
                          </a:cubicBezTo>
                          <a:cubicBezTo>
                            <a:pt x="3473561" y="647562"/>
                            <a:pt x="3472021" y="647612"/>
                            <a:pt x="3469636" y="649301"/>
                          </a:cubicBezTo>
                          <a:cubicBezTo>
                            <a:pt x="3463128" y="654020"/>
                            <a:pt x="3452198" y="651685"/>
                            <a:pt x="3450112" y="644631"/>
                          </a:cubicBezTo>
                          <a:cubicBezTo>
                            <a:pt x="3448025" y="637576"/>
                            <a:pt x="3462780" y="632459"/>
                            <a:pt x="3473064" y="637179"/>
                          </a:cubicBezTo>
                          <a:cubicBezTo>
                            <a:pt x="3477585" y="639265"/>
                            <a:pt x="3479522" y="641302"/>
                            <a:pt x="3480715" y="643289"/>
                          </a:cubicBezTo>
                          <a:cubicBezTo>
                            <a:pt x="3484093" y="641352"/>
                            <a:pt x="3488067" y="640259"/>
                            <a:pt x="3492638" y="640408"/>
                          </a:cubicBezTo>
                          <a:cubicBezTo>
                            <a:pt x="3495718" y="634546"/>
                            <a:pt x="3500935" y="629876"/>
                            <a:pt x="3507741" y="628435"/>
                          </a:cubicBezTo>
                          <a:cubicBezTo>
                            <a:pt x="3520012" y="625802"/>
                            <a:pt x="3532184" y="624659"/>
                            <a:pt x="3544256" y="624460"/>
                          </a:cubicBezTo>
                          <a:cubicBezTo>
                            <a:pt x="3544654" y="621281"/>
                            <a:pt x="3544555" y="618996"/>
                            <a:pt x="3549075" y="616412"/>
                          </a:cubicBezTo>
                          <a:cubicBezTo>
                            <a:pt x="3555931" y="612487"/>
                            <a:pt x="3550765" y="604290"/>
                            <a:pt x="3544952" y="600763"/>
                          </a:cubicBezTo>
                          <a:cubicBezTo>
                            <a:pt x="3539139" y="597235"/>
                            <a:pt x="3540481" y="587846"/>
                            <a:pt x="3546641" y="587846"/>
                          </a:cubicBezTo>
                          <a:cubicBezTo>
                            <a:pt x="3552801" y="587846"/>
                            <a:pt x="3551112" y="579599"/>
                            <a:pt x="3555186" y="579201"/>
                          </a:cubicBezTo>
                          <a:cubicBezTo>
                            <a:pt x="3559310" y="578804"/>
                            <a:pt x="3559956" y="582729"/>
                            <a:pt x="3567507" y="578407"/>
                          </a:cubicBezTo>
                          <a:cubicBezTo>
                            <a:pt x="3575058" y="574084"/>
                            <a:pt x="3567855" y="585064"/>
                            <a:pt x="3564427" y="592516"/>
                          </a:cubicBezTo>
                          <a:cubicBezTo>
                            <a:pt x="3560999" y="599968"/>
                            <a:pt x="3571630" y="606228"/>
                            <a:pt x="3572624" y="610550"/>
                          </a:cubicBezTo>
                          <a:cubicBezTo>
                            <a:pt x="3573667" y="614872"/>
                            <a:pt x="3588373" y="616412"/>
                            <a:pt x="3596570" y="611345"/>
                          </a:cubicBezTo>
                          <a:cubicBezTo>
                            <a:pt x="3604817" y="606277"/>
                            <a:pt x="3631148" y="617604"/>
                            <a:pt x="3632886" y="625057"/>
                          </a:cubicBezTo>
                          <a:cubicBezTo>
                            <a:pt x="3633880" y="629329"/>
                            <a:pt x="3635569" y="634098"/>
                            <a:pt x="3638898" y="638619"/>
                          </a:cubicBezTo>
                          <a:cubicBezTo>
                            <a:pt x="3647642" y="640805"/>
                            <a:pt x="3656336" y="643041"/>
                            <a:pt x="3665079" y="645227"/>
                          </a:cubicBezTo>
                          <a:cubicBezTo>
                            <a:pt x="3676257" y="648009"/>
                            <a:pt x="3681821" y="656057"/>
                            <a:pt x="3682865" y="664950"/>
                          </a:cubicBezTo>
                          <a:cubicBezTo>
                            <a:pt x="3683412" y="664900"/>
                            <a:pt x="3684008" y="664801"/>
                            <a:pt x="3684604" y="664652"/>
                          </a:cubicBezTo>
                          <a:cubicBezTo>
                            <a:pt x="3690764" y="663112"/>
                            <a:pt x="3694192" y="670912"/>
                            <a:pt x="3698614" y="666192"/>
                          </a:cubicBezTo>
                          <a:cubicBezTo>
                            <a:pt x="3703085" y="661472"/>
                            <a:pt x="3705469" y="668924"/>
                            <a:pt x="3711282" y="663062"/>
                          </a:cubicBezTo>
                          <a:cubicBezTo>
                            <a:pt x="3717095" y="657200"/>
                            <a:pt x="3698614" y="653275"/>
                            <a:pt x="3700999" y="648555"/>
                          </a:cubicBezTo>
                          <a:cubicBezTo>
                            <a:pt x="3703383" y="643836"/>
                            <a:pt x="3707159" y="652083"/>
                            <a:pt x="3712276" y="651685"/>
                          </a:cubicBezTo>
                          <a:cubicBezTo>
                            <a:pt x="3717393" y="651288"/>
                            <a:pt x="3710885" y="639911"/>
                            <a:pt x="3714661" y="638768"/>
                          </a:cubicBezTo>
                          <a:cubicBezTo>
                            <a:pt x="3718437" y="637576"/>
                            <a:pt x="3715356" y="614077"/>
                            <a:pt x="3711233" y="612537"/>
                          </a:cubicBezTo>
                          <a:cubicBezTo>
                            <a:pt x="3707109" y="610997"/>
                            <a:pt x="3710537" y="602750"/>
                            <a:pt x="3718437" y="609407"/>
                          </a:cubicBezTo>
                          <a:cubicBezTo>
                            <a:pt x="3726286" y="616064"/>
                            <a:pt x="3738656" y="615667"/>
                            <a:pt x="3744469" y="615667"/>
                          </a:cubicBezTo>
                          <a:cubicBezTo>
                            <a:pt x="3750331" y="615667"/>
                            <a:pt x="3744817" y="609407"/>
                            <a:pt x="3739004" y="608215"/>
                          </a:cubicBezTo>
                          <a:cubicBezTo>
                            <a:pt x="3733142" y="607022"/>
                            <a:pt x="3740048" y="601558"/>
                            <a:pt x="3744121" y="605880"/>
                          </a:cubicBezTo>
                          <a:cubicBezTo>
                            <a:pt x="3748245" y="610202"/>
                            <a:pt x="3756094" y="612140"/>
                            <a:pt x="3756790" y="607470"/>
                          </a:cubicBezTo>
                          <a:cubicBezTo>
                            <a:pt x="3757485" y="602750"/>
                            <a:pt x="3761609" y="592565"/>
                            <a:pt x="3768762" y="592963"/>
                          </a:cubicBezTo>
                          <a:cubicBezTo>
                            <a:pt x="3769359" y="593013"/>
                            <a:pt x="3769856" y="592963"/>
                            <a:pt x="3770402" y="592913"/>
                          </a:cubicBezTo>
                          <a:cubicBezTo>
                            <a:pt x="3739749" y="568768"/>
                            <a:pt x="3703631" y="554659"/>
                            <a:pt x="3667613" y="540401"/>
                          </a:cubicBezTo>
                          <a:close/>
                          <a:moveTo>
                            <a:pt x="1861824" y="1100052"/>
                          </a:moveTo>
                          <a:cubicBezTo>
                            <a:pt x="1842300" y="1120024"/>
                            <a:pt x="1803251" y="1124743"/>
                            <a:pt x="1803251" y="1141188"/>
                          </a:cubicBezTo>
                          <a:cubicBezTo>
                            <a:pt x="1803251" y="1157632"/>
                            <a:pt x="1756005" y="1165879"/>
                            <a:pt x="1751881" y="1158824"/>
                          </a:cubicBezTo>
                          <a:cubicBezTo>
                            <a:pt x="1748304" y="1152664"/>
                            <a:pt x="1786807" y="1150577"/>
                            <a:pt x="1796047" y="1127078"/>
                          </a:cubicBezTo>
                          <a:cubicBezTo>
                            <a:pt x="1805288" y="1103580"/>
                            <a:pt x="1840363" y="1091458"/>
                            <a:pt x="1857701" y="1060059"/>
                          </a:cubicBezTo>
                          <a:cubicBezTo>
                            <a:pt x="1870022" y="1037753"/>
                            <a:pt x="1880305" y="1003622"/>
                            <a:pt x="1887509" y="1006007"/>
                          </a:cubicBezTo>
                          <a:cubicBezTo>
                            <a:pt x="1894713" y="1008342"/>
                            <a:pt x="1881349" y="1080031"/>
                            <a:pt x="1861824" y="110005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6" name="Google Shape;926;p8"/>
                    <p:cNvSpPr/>
                    <p:nvPr/>
                  </p:nvSpPr>
                  <p:spPr>
                    <a:xfrm>
                      <a:off x="8216763" y="2054010"/>
                      <a:ext cx="16486" cy="18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86" h="18529" extrusionOk="0">
                          <a:moveTo>
                            <a:pt x="0" y="16146"/>
                          </a:moveTo>
                          <a:cubicBezTo>
                            <a:pt x="6756" y="21859"/>
                            <a:pt x="15451" y="16544"/>
                            <a:pt x="16444" y="8197"/>
                          </a:cubicBezTo>
                          <a:cubicBezTo>
                            <a:pt x="16842" y="5018"/>
                            <a:pt x="14407" y="2236"/>
                            <a:pt x="10731" y="0"/>
                          </a:cubicBezTo>
                          <a:cubicBezTo>
                            <a:pt x="9091" y="6260"/>
                            <a:pt x="5266" y="12023"/>
                            <a:pt x="0" y="16146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7" name="Google Shape;927;p8"/>
                    <p:cNvSpPr/>
                    <p:nvPr/>
                  </p:nvSpPr>
                  <p:spPr>
                    <a:xfrm>
                      <a:off x="5411304" y="1452727"/>
                      <a:ext cx="99263" cy="439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9263" h="43902" extrusionOk="0">
                          <a:moveTo>
                            <a:pt x="93497" y="0"/>
                          </a:moveTo>
                          <a:cubicBezTo>
                            <a:pt x="92106" y="199"/>
                            <a:pt x="90665" y="348"/>
                            <a:pt x="89275" y="596"/>
                          </a:cubicBezTo>
                          <a:cubicBezTo>
                            <a:pt x="76954" y="2385"/>
                            <a:pt x="64683" y="4620"/>
                            <a:pt x="52461" y="7154"/>
                          </a:cubicBezTo>
                          <a:cubicBezTo>
                            <a:pt x="52809" y="7750"/>
                            <a:pt x="53306" y="8297"/>
                            <a:pt x="53902" y="8793"/>
                          </a:cubicBezTo>
                          <a:cubicBezTo>
                            <a:pt x="63490" y="16643"/>
                            <a:pt x="27174" y="14258"/>
                            <a:pt x="22404" y="22108"/>
                          </a:cubicBezTo>
                          <a:cubicBezTo>
                            <a:pt x="17635" y="29957"/>
                            <a:pt x="-3479" y="27126"/>
                            <a:pt x="495" y="36217"/>
                          </a:cubicBezTo>
                          <a:cubicBezTo>
                            <a:pt x="4619" y="45607"/>
                            <a:pt x="38849" y="46402"/>
                            <a:pt x="38849" y="38552"/>
                          </a:cubicBezTo>
                          <a:cubicBezTo>
                            <a:pt x="38849" y="30703"/>
                            <a:pt x="56684" y="37757"/>
                            <a:pt x="57330" y="30703"/>
                          </a:cubicBezTo>
                          <a:cubicBezTo>
                            <a:pt x="58025" y="23648"/>
                            <a:pt x="65577" y="15848"/>
                            <a:pt x="84704" y="14258"/>
                          </a:cubicBezTo>
                          <a:cubicBezTo>
                            <a:pt x="100701" y="12967"/>
                            <a:pt x="103334" y="7303"/>
                            <a:pt x="93497" y="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8" name="Google Shape;928;p8"/>
                    <p:cNvSpPr/>
                    <p:nvPr/>
                  </p:nvSpPr>
                  <p:spPr>
                    <a:xfrm>
                      <a:off x="5617079" y="1419514"/>
                      <a:ext cx="71490" cy="153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1490" h="15377" extrusionOk="0">
                          <a:moveTo>
                            <a:pt x="63740" y="2212"/>
                          </a:moveTo>
                          <a:cubicBezTo>
                            <a:pt x="52810" y="-123"/>
                            <a:pt x="41980" y="-471"/>
                            <a:pt x="31249" y="523"/>
                          </a:cubicBezTo>
                          <a:cubicBezTo>
                            <a:pt x="31448" y="3951"/>
                            <a:pt x="17239" y="4249"/>
                            <a:pt x="7750" y="4696"/>
                          </a:cubicBezTo>
                          <a:cubicBezTo>
                            <a:pt x="5465" y="5292"/>
                            <a:pt x="3180" y="5888"/>
                            <a:pt x="895" y="6534"/>
                          </a:cubicBezTo>
                          <a:cubicBezTo>
                            <a:pt x="596" y="6634"/>
                            <a:pt x="298" y="6733"/>
                            <a:pt x="0" y="6832"/>
                          </a:cubicBezTo>
                          <a:cubicBezTo>
                            <a:pt x="2534" y="11254"/>
                            <a:pt x="14209" y="15377"/>
                            <a:pt x="29659" y="15377"/>
                          </a:cubicBezTo>
                          <a:cubicBezTo>
                            <a:pt x="46104" y="15377"/>
                            <a:pt x="41285" y="3603"/>
                            <a:pt x="52264" y="5193"/>
                          </a:cubicBezTo>
                          <a:cubicBezTo>
                            <a:pt x="59319" y="6187"/>
                            <a:pt x="67814" y="6236"/>
                            <a:pt x="71490" y="4001"/>
                          </a:cubicBezTo>
                          <a:cubicBezTo>
                            <a:pt x="68907" y="3355"/>
                            <a:pt x="66323" y="2759"/>
                            <a:pt x="63740" y="221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29" name="Google Shape;929;p8"/>
                    <p:cNvSpPr/>
                    <p:nvPr/>
                  </p:nvSpPr>
                  <p:spPr>
                    <a:xfrm>
                      <a:off x="5616447" y="1474128"/>
                      <a:ext cx="78247" cy="301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247" h="30196" extrusionOk="0">
                          <a:moveTo>
                            <a:pt x="33670" y="3042"/>
                          </a:moveTo>
                          <a:cubicBezTo>
                            <a:pt x="35707" y="9301"/>
                            <a:pt x="30241" y="10096"/>
                            <a:pt x="16530" y="10096"/>
                          </a:cubicBezTo>
                          <a:cubicBezTo>
                            <a:pt x="2818" y="10096"/>
                            <a:pt x="-4336" y="18939"/>
                            <a:pt x="2818" y="25746"/>
                          </a:cubicBezTo>
                          <a:cubicBezTo>
                            <a:pt x="11065" y="33595"/>
                            <a:pt x="47332" y="30465"/>
                            <a:pt x="53492" y="21026"/>
                          </a:cubicBezTo>
                          <a:cubicBezTo>
                            <a:pt x="59653" y="11636"/>
                            <a:pt x="75401" y="19486"/>
                            <a:pt x="78134" y="10047"/>
                          </a:cubicBezTo>
                          <a:cubicBezTo>
                            <a:pt x="80916" y="707"/>
                            <a:pt x="31633" y="-3218"/>
                            <a:pt x="33670" y="304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0" name="Google Shape;930;p8"/>
                    <p:cNvSpPr/>
                    <p:nvPr/>
                  </p:nvSpPr>
                  <p:spPr>
                    <a:xfrm>
                      <a:off x="5576886" y="1432146"/>
                      <a:ext cx="81599" cy="343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599" h="34397" extrusionOk="0">
                          <a:moveTo>
                            <a:pt x="81478" y="17600"/>
                          </a:moveTo>
                          <a:cubicBezTo>
                            <a:pt x="83514" y="1156"/>
                            <a:pt x="59569" y="14470"/>
                            <a:pt x="41733" y="5826"/>
                          </a:cubicBezTo>
                          <a:cubicBezTo>
                            <a:pt x="23947" y="-2769"/>
                            <a:pt x="13415" y="-2173"/>
                            <a:pt x="25289" y="9750"/>
                          </a:cubicBezTo>
                          <a:cubicBezTo>
                            <a:pt x="30803" y="15265"/>
                            <a:pt x="-5215" y="19537"/>
                            <a:pt x="648" y="26195"/>
                          </a:cubicBezTo>
                          <a:cubicBezTo>
                            <a:pt x="13664" y="41148"/>
                            <a:pt x="79391" y="34094"/>
                            <a:pt x="81478" y="1760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1" name="Google Shape;931;p8"/>
                    <p:cNvSpPr/>
                    <p:nvPr/>
                  </p:nvSpPr>
                  <p:spPr>
                    <a:xfrm>
                      <a:off x="5509720" y="1685417"/>
                      <a:ext cx="411005" cy="3296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005" h="329686" extrusionOk="0">
                          <a:moveTo>
                            <a:pt x="406834" y="4932"/>
                          </a:moveTo>
                          <a:cubicBezTo>
                            <a:pt x="391085" y="-9178"/>
                            <a:pt x="346572" y="10446"/>
                            <a:pt x="335592" y="20631"/>
                          </a:cubicBezTo>
                          <a:cubicBezTo>
                            <a:pt x="324613" y="30815"/>
                            <a:pt x="308914" y="23761"/>
                            <a:pt x="297934" y="30815"/>
                          </a:cubicBezTo>
                          <a:cubicBezTo>
                            <a:pt x="289886" y="35982"/>
                            <a:pt x="275280" y="40702"/>
                            <a:pt x="263456" y="39509"/>
                          </a:cubicBezTo>
                          <a:cubicBezTo>
                            <a:pt x="259282" y="41199"/>
                            <a:pt x="254464" y="41844"/>
                            <a:pt x="249148" y="40900"/>
                          </a:cubicBezTo>
                          <a:cubicBezTo>
                            <a:pt x="247956" y="40702"/>
                            <a:pt x="246764" y="40602"/>
                            <a:pt x="245571" y="40453"/>
                          </a:cubicBezTo>
                          <a:cubicBezTo>
                            <a:pt x="239609" y="40056"/>
                            <a:pt x="233499" y="41298"/>
                            <a:pt x="227338" y="43186"/>
                          </a:cubicBezTo>
                          <a:cubicBezTo>
                            <a:pt x="223314" y="48005"/>
                            <a:pt x="217104" y="51085"/>
                            <a:pt x="208708" y="50389"/>
                          </a:cubicBezTo>
                          <a:cubicBezTo>
                            <a:pt x="208410" y="50389"/>
                            <a:pt x="208112" y="50389"/>
                            <a:pt x="207814" y="50340"/>
                          </a:cubicBezTo>
                          <a:cubicBezTo>
                            <a:pt x="202995" y="52128"/>
                            <a:pt x="198226" y="53718"/>
                            <a:pt x="193555" y="54612"/>
                          </a:cubicBezTo>
                          <a:cubicBezTo>
                            <a:pt x="192015" y="54910"/>
                            <a:pt x="190425" y="55109"/>
                            <a:pt x="188786" y="55258"/>
                          </a:cubicBezTo>
                          <a:cubicBezTo>
                            <a:pt x="174478" y="64449"/>
                            <a:pt x="161163" y="76372"/>
                            <a:pt x="147452" y="87451"/>
                          </a:cubicBezTo>
                          <a:cubicBezTo>
                            <a:pt x="139354" y="94009"/>
                            <a:pt x="130113" y="94704"/>
                            <a:pt x="122164" y="91972"/>
                          </a:cubicBezTo>
                          <a:cubicBezTo>
                            <a:pt x="118786" y="95201"/>
                            <a:pt x="115458" y="98530"/>
                            <a:pt x="112278" y="101858"/>
                          </a:cubicBezTo>
                          <a:cubicBezTo>
                            <a:pt x="112974" y="103846"/>
                            <a:pt x="114066" y="105783"/>
                            <a:pt x="115806" y="107621"/>
                          </a:cubicBezTo>
                          <a:cubicBezTo>
                            <a:pt x="125394" y="117806"/>
                            <a:pt x="98020" y="118601"/>
                            <a:pt x="102789" y="124861"/>
                          </a:cubicBezTo>
                          <a:cubicBezTo>
                            <a:pt x="107608" y="131120"/>
                            <a:pt x="92505" y="135045"/>
                            <a:pt x="95933" y="142100"/>
                          </a:cubicBezTo>
                          <a:cubicBezTo>
                            <a:pt x="99262" y="148956"/>
                            <a:pt x="87090" y="151390"/>
                            <a:pt x="76955" y="153675"/>
                          </a:cubicBezTo>
                          <a:cubicBezTo>
                            <a:pt x="76458" y="156855"/>
                            <a:pt x="75366" y="159985"/>
                            <a:pt x="73925" y="162966"/>
                          </a:cubicBezTo>
                          <a:cubicBezTo>
                            <a:pt x="72484" y="165946"/>
                            <a:pt x="70646" y="168728"/>
                            <a:pt x="68658" y="171362"/>
                          </a:cubicBezTo>
                          <a:cubicBezTo>
                            <a:pt x="69851" y="172107"/>
                            <a:pt x="71341" y="172604"/>
                            <a:pt x="73329" y="172703"/>
                          </a:cubicBezTo>
                          <a:cubicBezTo>
                            <a:pt x="86345" y="173498"/>
                            <a:pt x="65777" y="175833"/>
                            <a:pt x="67168" y="187607"/>
                          </a:cubicBezTo>
                          <a:cubicBezTo>
                            <a:pt x="68510" y="199381"/>
                            <a:pt x="45905" y="191532"/>
                            <a:pt x="46600" y="199381"/>
                          </a:cubicBezTo>
                          <a:cubicBezTo>
                            <a:pt x="47296" y="207231"/>
                            <a:pt x="43172" y="212696"/>
                            <a:pt x="30156" y="212696"/>
                          </a:cubicBezTo>
                          <a:cubicBezTo>
                            <a:pt x="28417" y="212696"/>
                            <a:pt x="27275" y="212894"/>
                            <a:pt x="26579" y="213193"/>
                          </a:cubicBezTo>
                          <a:cubicBezTo>
                            <a:pt x="26529" y="214136"/>
                            <a:pt x="26480" y="215031"/>
                            <a:pt x="26331" y="215975"/>
                          </a:cubicBezTo>
                          <a:cubicBezTo>
                            <a:pt x="28765" y="219452"/>
                            <a:pt x="36813" y="225265"/>
                            <a:pt x="37658" y="230730"/>
                          </a:cubicBezTo>
                          <a:cubicBezTo>
                            <a:pt x="39049" y="239374"/>
                            <a:pt x="24641" y="233065"/>
                            <a:pt x="23995" y="246429"/>
                          </a:cubicBezTo>
                          <a:cubicBezTo>
                            <a:pt x="23598" y="253732"/>
                            <a:pt x="16047" y="253036"/>
                            <a:pt x="8694" y="253732"/>
                          </a:cubicBezTo>
                          <a:cubicBezTo>
                            <a:pt x="7750" y="258054"/>
                            <a:pt x="6806" y="262426"/>
                            <a:pt x="5713" y="266748"/>
                          </a:cubicBezTo>
                          <a:cubicBezTo>
                            <a:pt x="4670" y="270723"/>
                            <a:pt x="2633" y="274200"/>
                            <a:pt x="0" y="277082"/>
                          </a:cubicBezTo>
                          <a:cubicBezTo>
                            <a:pt x="4918" y="279466"/>
                            <a:pt x="12470" y="278920"/>
                            <a:pt x="18531" y="279367"/>
                          </a:cubicBezTo>
                          <a:cubicBezTo>
                            <a:pt x="29461" y="280162"/>
                            <a:pt x="14407" y="291887"/>
                            <a:pt x="22655" y="298941"/>
                          </a:cubicBezTo>
                          <a:cubicBezTo>
                            <a:pt x="30851" y="305996"/>
                            <a:pt x="37012" y="303661"/>
                            <a:pt x="31547" y="290346"/>
                          </a:cubicBezTo>
                          <a:cubicBezTo>
                            <a:pt x="26082" y="277032"/>
                            <a:pt x="60312" y="295066"/>
                            <a:pt x="50028" y="305251"/>
                          </a:cubicBezTo>
                          <a:cubicBezTo>
                            <a:pt x="39744" y="315435"/>
                            <a:pt x="66473" y="323285"/>
                            <a:pt x="79489" y="324030"/>
                          </a:cubicBezTo>
                          <a:cubicBezTo>
                            <a:pt x="92505" y="324825"/>
                            <a:pt x="138659" y="336351"/>
                            <a:pt x="139751" y="324030"/>
                          </a:cubicBezTo>
                          <a:cubicBezTo>
                            <a:pt x="140447" y="316180"/>
                            <a:pt x="122661" y="309126"/>
                            <a:pt x="108254" y="291887"/>
                          </a:cubicBezTo>
                          <a:cubicBezTo>
                            <a:pt x="93896" y="274647"/>
                            <a:pt x="83612" y="246429"/>
                            <a:pt x="100057" y="234704"/>
                          </a:cubicBezTo>
                          <a:cubicBezTo>
                            <a:pt x="116501" y="222930"/>
                            <a:pt x="102094" y="217465"/>
                            <a:pt x="118538" y="204151"/>
                          </a:cubicBezTo>
                          <a:cubicBezTo>
                            <a:pt x="126288" y="197841"/>
                            <a:pt x="128226" y="191780"/>
                            <a:pt x="129616" y="186912"/>
                          </a:cubicBezTo>
                          <a:cubicBezTo>
                            <a:pt x="121071" y="177770"/>
                            <a:pt x="118438" y="163462"/>
                            <a:pt x="130262" y="152483"/>
                          </a:cubicBezTo>
                          <a:cubicBezTo>
                            <a:pt x="140646" y="142845"/>
                            <a:pt x="152469" y="137082"/>
                            <a:pt x="165883" y="133008"/>
                          </a:cubicBezTo>
                          <a:cubicBezTo>
                            <a:pt x="165883" y="132958"/>
                            <a:pt x="165883" y="132909"/>
                            <a:pt x="165834" y="132859"/>
                          </a:cubicBezTo>
                          <a:cubicBezTo>
                            <a:pt x="164293" y="128189"/>
                            <a:pt x="173087" y="130922"/>
                            <a:pt x="180788" y="128686"/>
                          </a:cubicBezTo>
                          <a:cubicBezTo>
                            <a:pt x="181583" y="128388"/>
                            <a:pt x="182377" y="128090"/>
                            <a:pt x="183172" y="127742"/>
                          </a:cubicBezTo>
                          <a:cubicBezTo>
                            <a:pt x="184861" y="126947"/>
                            <a:pt x="186451" y="125854"/>
                            <a:pt x="187743" y="124215"/>
                          </a:cubicBezTo>
                          <a:cubicBezTo>
                            <a:pt x="189531" y="121979"/>
                            <a:pt x="191966" y="120638"/>
                            <a:pt x="194649" y="119694"/>
                          </a:cubicBezTo>
                          <a:cubicBezTo>
                            <a:pt x="200461" y="114775"/>
                            <a:pt x="206969" y="113335"/>
                            <a:pt x="213030" y="114328"/>
                          </a:cubicBezTo>
                          <a:cubicBezTo>
                            <a:pt x="215365" y="112888"/>
                            <a:pt x="217303" y="110900"/>
                            <a:pt x="218594" y="107820"/>
                          </a:cubicBezTo>
                          <a:cubicBezTo>
                            <a:pt x="224059" y="94506"/>
                            <a:pt x="302852" y="63903"/>
                            <a:pt x="347367" y="52178"/>
                          </a:cubicBezTo>
                          <a:cubicBezTo>
                            <a:pt x="391781" y="40205"/>
                            <a:pt x="422583" y="19041"/>
                            <a:pt x="406834" y="493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932" name="Google Shape;932;p8"/>
                  <p:cNvGrpSpPr/>
                  <p:nvPr/>
                </p:nvGrpSpPr>
                <p:grpSpPr>
                  <a:xfrm>
                    <a:off x="4766250" y="1419514"/>
                    <a:ext cx="3949206" cy="1723469"/>
                    <a:chOff x="4766250" y="1419514"/>
                    <a:chExt cx="3949206" cy="1723469"/>
                  </a:xfrm>
                </p:grpSpPr>
                <p:sp>
                  <p:nvSpPr>
                    <p:cNvPr id="933" name="Google Shape;933;p8"/>
                    <p:cNvSpPr/>
                    <p:nvPr/>
                  </p:nvSpPr>
                  <p:spPr>
                    <a:xfrm>
                      <a:off x="6430531" y="1449299"/>
                      <a:ext cx="119405" cy="797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405" h="79786" extrusionOk="0">
                          <a:moveTo>
                            <a:pt x="118853" y="30802"/>
                          </a:moveTo>
                          <a:cubicBezTo>
                            <a:pt x="114183" y="35820"/>
                            <a:pt x="107626" y="38999"/>
                            <a:pt x="100422" y="39297"/>
                          </a:cubicBezTo>
                          <a:cubicBezTo>
                            <a:pt x="86760" y="39943"/>
                            <a:pt x="75184" y="27026"/>
                            <a:pt x="75184" y="13563"/>
                          </a:cubicBezTo>
                          <a:lnTo>
                            <a:pt x="75184" y="5365"/>
                          </a:lnTo>
                          <a:cubicBezTo>
                            <a:pt x="74389" y="4769"/>
                            <a:pt x="73743" y="4074"/>
                            <a:pt x="72998" y="3428"/>
                          </a:cubicBezTo>
                          <a:cubicBezTo>
                            <a:pt x="67583" y="5962"/>
                            <a:pt x="61422" y="6707"/>
                            <a:pt x="55809" y="4918"/>
                          </a:cubicBezTo>
                          <a:cubicBezTo>
                            <a:pt x="48705" y="2683"/>
                            <a:pt x="41203" y="2136"/>
                            <a:pt x="34048" y="0"/>
                          </a:cubicBezTo>
                          <a:cubicBezTo>
                            <a:pt x="30372" y="2881"/>
                            <a:pt x="30224" y="5713"/>
                            <a:pt x="34645" y="8247"/>
                          </a:cubicBezTo>
                          <a:cubicBezTo>
                            <a:pt x="44233" y="13762"/>
                            <a:pt x="34645" y="27076"/>
                            <a:pt x="24361" y="26281"/>
                          </a:cubicBezTo>
                          <a:cubicBezTo>
                            <a:pt x="14077" y="25486"/>
                            <a:pt x="12040" y="38055"/>
                            <a:pt x="25057" y="44315"/>
                          </a:cubicBezTo>
                          <a:cubicBezTo>
                            <a:pt x="38073" y="50575"/>
                            <a:pt x="33304" y="54500"/>
                            <a:pt x="19592" y="54500"/>
                          </a:cubicBezTo>
                          <a:cubicBezTo>
                            <a:pt x="5930" y="54500"/>
                            <a:pt x="-5845" y="59766"/>
                            <a:pt x="3147" y="63889"/>
                          </a:cubicBezTo>
                          <a:cubicBezTo>
                            <a:pt x="10003" y="67019"/>
                            <a:pt x="9308" y="75663"/>
                            <a:pt x="23715" y="79539"/>
                          </a:cubicBezTo>
                          <a:cubicBezTo>
                            <a:pt x="24162" y="79638"/>
                            <a:pt x="24610" y="79737"/>
                            <a:pt x="25057" y="79787"/>
                          </a:cubicBezTo>
                          <a:cubicBezTo>
                            <a:pt x="29578" y="75117"/>
                            <a:pt x="36086" y="72981"/>
                            <a:pt x="42345" y="72732"/>
                          </a:cubicBezTo>
                          <a:cubicBezTo>
                            <a:pt x="43438" y="72683"/>
                            <a:pt x="44630" y="72782"/>
                            <a:pt x="45774" y="72931"/>
                          </a:cubicBezTo>
                          <a:cubicBezTo>
                            <a:pt x="49500" y="69205"/>
                            <a:pt x="51685" y="64634"/>
                            <a:pt x="51139" y="60710"/>
                          </a:cubicBezTo>
                          <a:cubicBezTo>
                            <a:pt x="49748" y="51320"/>
                            <a:pt x="101117" y="42676"/>
                            <a:pt x="114829" y="38751"/>
                          </a:cubicBezTo>
                          <a:cubicBezTo>
                            <a:pt x="119797" y="37409"/>
                            <a:pt x="119946" y="34280"/>
                            <a:pt x="118853" y="3080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4" name="Google Shape;934;p8"/>
                    <p:cNvSpPr/>
                    <p:nvPr/>
                  </p:nvSpPr>
                  <p:spPr>
                    <a:xfrm>
                      <a:off x="6595639" y="1553429"/>
                      <a:ext cx="143565" cy="742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565" h="74289" extrusionOk="0">
                          <a:moveTo>
                            <a:pt x="134980" y="24145"/>
                          </a:moveTo>
                          <a:cubicBezTo>
                            <a:pt x="130359" y="25834"/>
                            <a:pt x="125293" y="26132"/>
                            <a:pt x="120523" y="24393"/>
                          </a:cubicBezTo>
                          <a:cubicBezTo>
                            <a:pt x="109345" y="20270"/>
                            <a:pt x="97918" y="16891"/>
                            <a:pt x="86840" y="12669"/>
                          </a:cubicBezTo>
                          <a:cubicBezTo>
                            <a:pt x="83660" y="14854"/>
                            <a:pt x="81126" y="17488"/>
                            <a:pt x="79735" y="20170"/>
                          </a:cubicBezTo>
                          <a:cubicBezTo>
                            <a:pt x="75363" y="28765"/>
                            <a:pt x="70445" y="22307"/>
                            <a:pt x="79536" y="9787"/>
                          </a:cubicBezTo>
                          <a:cubicBezTo>
                            <a:pt x="76755" y="8595"/>
                            <a:pt x="74022" y="7303"/>
                            <a:pt x="71339" y="5962"/>
                          </a:cubicBezTo>
                          <a:cubicBezTo>
                            <a:pt x="64781" y="7700"/>
                            <a:pt x="57478" y="6955"/>
                            <a:pt x="51318" y="3825"/>
                          </a:cubicBezTo>
                          <a:cubicBezTo>
                            <a:pt x="48884" y="2583"/>
                            <a:pt x="46400" y="1292"/>
                            <a:pt x="44015" y="0"/>
                          </a:cubicBezTo>
                          <a:cubicBezTo>
                            <a:pt x="43369" y="7899"/>
                            <a:pt x="35271" y="11923"/>
                            <a:pt x="35917" y="20170"/>
                          </a:cubicBezTo>
                          <a:cubicBezTo>
                            <a:pt x="36612" y="28765"/>
                            <a:pt x="19473" y="15451"/>
                            <a:pt x="18777" y="35074"/>
                          </a:cubicBezTo>
                          <a:cubicBezTo>
                            <a:pt x="18081" y="54698"/>
                            <a:pt x="-7752" y="66075"/>
                            <a:pt x="2333" y="72683"/>
                          </a:cubicBezTo>
                          <a:cubicBezTo>
                            <a:pt x="11921" y="78942"/>
                            <a:pt x="42723" y="64833"/>
                            <a:pt x="63291" y="65628"/>
                          </a:cubicBezTo>
                          <a:cubicBezTo>
                            <a:pt x="83858" y="66423"/>
                            <a:pt x="141339" y="47594"/>
                            <a:pt x="143425" y="35074"/>
                          </a:cubicBezTo>
                          <a:cubicBezTo>
                            <a:pt x="144370" y="29560"/>
                            <a:pt x="140445" y="26629"/>
                            <a:pt x="134980" y="2414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5" name="Google Shape;935;p8"/>
                    <p:cNvSpPr/>
                    <p:nvPr/>
                  </p:nvSpPr>
                  <p:spPr>
                    <a:xfrm>
                      <a:off x="6484949" y="1497375"/>
                      <a:ext cx="122660" cy="80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660" h="80844" extrusionOk="0">
                          <a:moveTo>
                            <a:pt x="122661" y="31512"/>
                          </a:moveTo>
                          <a:cubicBezTo>
                            <a:pt x="120177" y="26991"/>
                            <a:pt x="118985" y="21973"/>
                            <a:pt x="119531" y="16707"/>
                          </a:cubicBezTo>
                          <a:cubicBezTo>
                            <a:pt x="109744" y="7864"/>
                            <a:pt x="88381" y="4585"/>
                            <a:pt x="88381" y="14273"/>
                          </a:cubicBezTo>
                          <a:cubicBezTo>
                            <a:pt x="88381" y="28382"/>
                            <a:pt x="75365" y="11143"/>
                            <a:pt x="71242" y="2498"/>
                          </a:cubicBezTo>
                          <a:cubicBezTo>
                            <a:pt x="67118" y="-6096"/>
                            <a:pt x="6856" y="9553"/>
                            <a:pt x="6856" y="18197"/>
                          </a:cubicBezTo>
                          <a:cubicBezTo>
                            <a:pt x="6856" y="21476"/>
                            <a:pt x="3627" y="24805"/>
                            <a:pt x="0" y="27935"/>
                          </a:cubicBezTo>
                          <a:cubicBezTo>
                            <a:pt x="2136" y="29127"/>
                            <a:pt x="4123" y="30618"/>
                            <a:pt x="5713" y="32207"/>
                          </a:cubicBezTo>
                          <a:cubicBezTo>
                            <a:pt x="9389" y="35983"/>
                            <a:pt x="12768" y="42442"/>
                            <a:pt x="13115" y="48205"/>
                          </a:cubicBezTo>
                          <a:cubicBezTo>
                            <a:pt x="13662" y="48403"/>
                            <a:pt x="14209" y="48552"/>
                            <a:pt x="14755" y="48751"/>
                          </a:cubicBezTo>
                          <a:cubicBezTo>
                            <a:pt x="22406" y="51633"/>
                            <a:pt x="29013" y="57346"/>
                            <a:pt x="31795" y="65046"/>
                          </a:cubicBezTo>
                          <a:cubicBezTo>
                            <a:pt x="36813" y="64251"/>
                            <a:pt x="44613" y="66338"/>
                            <a:pt x="53505" y="69319"/>
                          </a:cubicBezTo>
                          <a:cubicBezTo>
                            <a:pt x="57729" y="68921"/>
                            <a:pt x="61902" y="68524"/>
                            <a:pt x="66124" y="68425"/>
                          </a:cubicBezTo>
                          <a:cubicBezTo>
                            <a:pt x="76160" y="68226"/>
                            <a:pt x="83115" y="72995"/>
                            <a:pt x="86941" y="79702"/>
                          </a:cubicBezTo>
                          <a:cubicBezTo>
                            <a:pt x="90369" y="80398"/>
                            <a:pt x="93648" y="80845"/>
                            <a:pt x="96579" y="80845"/>
                          </a:cubicBezTo>
                          <a:cubicBezTo>
                            <a:pt x="116451" y="80845"/>
                            <a:pt x="118488" y="62065"/>
                            <a:pt x="112328" y="61271"/>
                          </a:cubicBezTo>
                          <a:cubicBezTo>
                            <a:pt x="106217" y="60525"/>
                            <a:pt x="111732" y="49546"/>
                            <a:pt x="122661" y="31512"/>
                          </a:cubicBezTo>
                          <a:cubicBezTo>
                            <a:pt x="122661" y="31512"/>
                            <a:pt x="122661" y="31512"/>
                            <a:pt x="122661" y="3151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6" name="Google Shape;936;p8"/>
                    <p:cNvSpPr/>
                    <p:nvPr/>
                  </p:nvSpPr>
                  <p:spPr>
                    <a:xfrm>
                      <a:off x="6404953" y="1431316"/>
                      <a:ext cx="32918" cy="149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918" h="14922" extrusionOk="0">
                          <a:moveTo>
                            <a:pt x="32800" y="6705"/>
                          </a:moveTo>
                          <a:cubicBezTo>
                            <a:pt x="35532" y="-5069"/>
                            <a:pt x="-9926" y="48"/>
                            <a:pt x="1998" y="11375"/>
                          </a:cubicBezTo>
                          <a:cubicBezTo>
                            <a:pt x="6072" y="15300"/>
                            <a:pt x="30067" y="18430"/>
                            <a:pt x="32800" y="670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7" name="Google Shape;937;p8"/>
                    <p:cNvSpPr/>
                    <p:nvPr/>
                  </p:nvSpPr>
                  <p:spPr>
                    <a:xfrm>
                      <a:off x="6147583" y="1892571"/>
                      <a:ext cx="19763" cy="166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63" h="16635" extrusionOk="0">
                          <a:moveTo>
                            <a:pt x="1824" y="13292"/>
                          </a:moveTo>
                          <a:cubicBezTo>
                            <a:pt x="12803" y="19551"/>
                            <a:pt x="21001" y="17216"/>
                            <a:pt x="19609" y="4647"/>
                          </a:cubicBezTo>
                          <a:cubicBezTo>
                            <a:pt x="18268" y="-7872"/>
                            <a:pt x="-6870" y="8324"/>
                            <a:pt x="1824" y="1329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8" name="Google Shape;938;p8"/>
                    <p:cNvSpPr/>
                    <p:nvPr/>
                  </p:nvSpPr>
                  <p:spPr>
                    <a:xfrm>
                      <a:off x="7544237" y="1831909"/>
                      <a:ext cx="25636" cy="158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636" h="15817" extrusionOk="0">
                          <a:moveTo>
                            <a:pt x="25636" y="4202"/>
                          </a:moveTo>
                          <a:cubicBezTo>
                            <a:pt x="25636" y="-7572"/>
                            <a:pt x="-11674" y="8525"/>
                            <a:pt x="3727" y="14387"/>
                          </a:cubicBezTo>
                          <a:cubicBezTo>
                            <a:pt x="11924" y="17566"/>
                            <a:pt x="25636" y="15977"/>
                            <a:pt x="25636" y="420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39" name="Google Shape;939;p8"/>
                    <p:cNvSpPr/>
                    <p:nvPr/>
                  </p:nvSpPr>
                  <p:spPr>
                    <a:xfrm>
                      <a:off x="7686973" y="1766162"/>
                      <a:ext cx="113727" cy="41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727" h="41681" extrusionOk="0">
                          <a:moveTo>
                            <a:pt x="37903" y="28466"/>
                          </a:moveTo>
                          <a:cubicBezTo>
                            <a:pt x="54745" y="33882"/>
                            <a:pt x="71586" y="39148"/>
                            <a:pt x="88975" y="41681"/>
                          </a:cubicBezTo>
                          <a:cubicBezTo>
                            <a:pt x="103829" y="39545"/>
                            <a:pt x="113269" y="34875"/>
                            <a:pt x="113715" y="29957"/>
                          </a:cubicBezTo>
                          <a:cubicBezTo>
                            <a:pt x="114411" y="22107"/>
                            <a:pt x="84950" y="10383"/>
                            <a:pt x="76058" y="16642"/>
                          </a:cubicBezTo>
                          <a:cubicBezTo>
                            <a:pt x="67165" y="22902"/>
                            <a:pt x="60309" y="6458"/>
                            <a:pt x="49330" y="10383"/>
                          </a:cubicBezTo>
                          <a:cubicBezTo>
                            <a:pt x="38350" y="14307"/>
                            <a:pt x="23296" y="13513"/>
                            <a:pt x="17832" y="2533"/>
                          </a:cubicBezTo>
                          <a:cubicBezTo>
                            <a:pt x="12367" y="-8446"/>
                            <a:pt x="-6164" y="19772"/>
                            <a:pt x="2083" y="20567"/>
                          </a:cubicBezTo>
                          <a:cubicBezTo>
                            <a:pt x="9088" y="21263"/>
                            <a:pt x="14652" y="24939"/>
                            <a:pt x="21111" y="29112"/>
                          </a:cubicBezTo>
                          <a:cubicBezTo>
                            <a:pt x="25781" y="26926"/>
                            <a:pt x="31444" y="26429"/>
                            <a:pt x="37903" y="28466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0" name="Google Shape;940;p8"/>
                    <p:cNvSpPr/>
                    <p:nvPr/>
                  </p:nvSpPr>
                  <p:spPr>
                    <a:xfrm>
                      <a:off x="8450206" y="1975843"/>
                      <a:ext cx="89793" cy="324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9793" h="32440" extrusionOk="0">
                          <a:moveTo>
                            <a:pt x="36671" y="23519"/>
                          </a:moveTo>
                          <a:cubicBezTo>
                            <a:pt x="54456" y="20091"/>
                            <a:pt x="71745" y="19693"/>
                            <a:pt x="89133" y="20488"/>
                          </a:cubicBezTo>
                          <a:cubicBezTo>
                            <a:pt x="92362" y="15123"/>
                            <a:pt x="83967" y="4342"/>
                            <a:pt x="59325" y="566"/>
                          </a:cubicBezTo>
                          <a:cubicBezTo>
                            <a:pt x="28523" y="-4153"/>
                            <a:pt x="-11569" y="21929"/>
                            <a:pt x="3136" y="30325"/>
                          </a:cubicBezTo>
                          <a:cubicBezTo>
                            <a:pt x="13023" y="35989"/>
                            <a:pt x="20028" y="28636"/>
                            <a:pt x="27281" y="27295"/>
                          </a:cubicBezTo>
                          <a:cubicBezTo>
                            <a:pt x="29864" y="25556"/>
                            <a:pt x="32945" y="24214"/>
                            <a:pt x="36671" y="23519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1" name="Google Shape;941;p8"/>
                    <p:cNvSpPr/>
                    <p:nvPr/>
                  </p:nvSpPr>
                  <p:spPr>
                    <a:xfrm>
                      <a:off x="5778163" y="1443784"/>
                      <a:ext cx="52245" cy="16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245" h="16952" extrusionOk="0">
                          <a:moveTo>
                            <a:pt x="30883" y="0"/>
                          </a:moveTo>
                          <a:cubicBezTo>
                            <a:pt x="30038" y="397"/>
                            <a:pt x="29094" y="596"/>
                            <a:pt x="28100" y="447"/>
                          </a:cubicBezTo>
                          <a:cubicBezTo>
                            <a:pt x="21245" y="-348"/>
                            <a:pt x="-4639" y="5415"/>
                            <a:pt x="727" y="12221"/>
                          </a:cubicBezTo>
                          <a:cubicBezTo>
                            <a:pt x="6887" y="20071"/>
                            <a:pt x="26064" y="16146"/>
                            <a:pt x="39080" y="14556"/>
                          </a:cubicBezTo>
                          <a:cubicBezTo>
                            <a:pt x="44694" y="13861"/>
                            <a:pt x="48966" y="12569"/>
                            <a:pt x="52245" y="10930"/>
                          </a:cubicBezTo>
                          <a:cubicBezTo>
                            <a:pt x="44942" y="7651"/>
                            <a:pt x="37937" y="3825"/>
                            <a:pt x="30883" y="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2" name="Google Shape;942;p8"/>
                    <p:cNvSpPr/>
                    <p:nvPr/>
                  </p:nvSpPr>
                  <p:spPr>
                    <a:xfrm>
                      <a:off x="7495969" y="1739997"/>
                      <a:ext cx="165256" cy="665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5256" h="66554" extrusionOk="0">
                          <a:moveTo>
                            <a:pt x="151952" y="11459"/>
                          </a:moveTo>
                          <a:cubicBezTo>
                            <a:pt x="143209" y="5398"/>
                            <a:pt x="133024" y="4852"/>
                            <a:pt x="123336" y="4355"/>
                          </a:cubicBezTo>
                          <a:cubicBezTo>
                            <a:pt x="119362" y="10217"/>
                            <a:pt x="112754" y="14142"/>
                            <a:pt x="103464" y="13794"/>
                          </a:cubicBezTo>
                          <a:cubicBezTo>
                            <a:pt x="91740" y="13347"/>
                            <a:pt x="80462" y="10913"/>
                            <a:pt x="69284" y="8180"/>
                          </a:cubicBezTo>
                          <a:cubicBezTo>
                            <a:pt x="69234" y="8727"/>
                            <a:pt x="69135" y="9273"/>
                            <a:pt x="69085" y="9869"/>
                          </a:cubicBezTo>
                          <a:cubicBezTo>
                            <a:pt x="68688" y="19557"/>
                            <a:pt x="59397" y="12403"/>
                            <a:pt x="48666" y="3262"/>
                          </a:cubicBezTo>
                          <a:cubicBezTo>
                            <a:pt x="43052" y="2020"/>
                            <a:pt x="37389" y="977"/>
                            <a:pt x="31676" y="281"/>
                          </a:cubicBezTo>
                          <a:cubicBezTo>
                            <a:pt x="-319" y="-3445"/>
                            <a:pt x="-6678" y="30686"/>
                            <a:pt x="6338" y="54433"/>
                          </a:cubicBezTo>
                          <a:cubicBezTo>
                            <a:pt x="8624" y="58606"/>
                            <a:pt x="11009" y="62630"/>
                            <a:pt x="13443" y="66555"/>
                          </a:cubicBezTo>
                          <a:cubicBezTo>
                            <a:pt x="21789" y="65412"/>
                            <a:pt x="32769" y="60544"/>
                            <a:pt x="38283" y="58407"/>
                          </a:cubicBezTo>
                          <a:cubicBezTo>
                            <a:pt x="46481" y="55277"/>
                            <a:pt x="47176" y="72517"/>
                            <a:pt x="60193" y="63127"/>
                          </a:cubicBezTo>
                          <a:cubicBezTo>
                            <a:pt x="73209" y="53737"/>
                            <a:pt x="86225" y="58407"/>
                            <a:pt x="101278" y="58407"/>
                          </a:cubicBezTo>
                          <a:cubicBezTo>
                            <a:pt x="116331" y="58407"/>
                            <a:pt x="98546" y="37243"/>
                            <a:pt x="99241" y="27854"/>
                          </a:cubicBezTo>
                          <a:cubicBezTo>
                            <a:pt x="99937" y="18464"/>
                            <a:pt x="117027" y="24724"/>
                            <a:pt x="111562" y="32573"/>
                          </a:cubicBezTo>
                          <a:cubicBezTo>
                            <a:pt x="106097" y="40423"/>
                            <a:pt x="119809" y="58457"/>
                            <a:pt x="141668" y="56867"/>
                          </a:cubicBezTo>
                          <a:cubicBezTo>
                            <a:pt x="163577" y="55327"/>
                            <a:pt x="147133" y="39628"/>
                            <a:pt x="158113" y="34163"/>
                          </a:cubicBezTo>
                          <a:cubicBezTo>
                            <a:pt x="169092" y="28748"/>
                            <a:pt x="167701" y="22488"/>
                            <a:pt x="151952" y="11459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3" name="Google Shape;943;p8"/>
                    <p:cNvSpPr/>
                    <p:nvPr/>
                  </p:nvSpPr>
                  <p:spPr>
                    <a:xfrm>
                      <a:off x="7555925" y="1854433"/>
                      <a:ext cx="72383" cy="342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383" h="34293" extrusionOk="0">
                          <a:moveTo>
                            <a:pt x="68746" y="33395"/>
                          </a:moveTo>
                          <a:cubicBezTo>
                            <a:pt x="81066" y="30266"/>
                            <a:pt x="59853" y="4432"/>
                            <a:pt x="38590" y="507"/>
                          </a:cubicBezTo>
                          <a:cubicBezTo>
                            <a:pt x="17376" y="-3418"/>
                            <a:pt x="-2397" y="16603"/>
                            <a:pt x="237" y="20876"/>
                          </a:cubicBezTo>
                          <a:cubicBezTo>
                            <a:pt x="6397" y="31060"/>
                            <a:pt x="56375" y="36575"/>
                            <a:pt x="68746" y="3339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4" name="Google Shape;944;p8"/>
                    <p:cNvSpPr/>
                    <p:nvPr/>
                  </p:nvSpPr>
                  <p:spPr>
                    <a:xfrm>
                      <a:off x="5699868" y="1442154"/>
                      <a:ext cx="68399" cy="354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399" h="35413" extrusionOk="0">
                          <a:moveTo>
                            <a:pt x="67396" y="20111"/>
                          </a:moveTo>
                          <a:cubicBezTo>
                            <a:pt x="72166" y="13057"/>
                            <a:pt x="58454" y="13057"/>
                            <a:pt x="57112" y="6002"/>
                          </a:cubicBezTo>
                          <a:cubicBezTo>
                            <a:pt x="55771" y="-1053"/>
                            <a:pt x="17368" y="-2593"/>
                            <a:pt x="19454" y="5207"/>
                          </a:cubicBezTo>
                          <a:cubicBezTo>
                            <a:pt x="21491" y="13057"/>
                            <a:pt x="-7075" y="21552"/>
                            <a:pt x="1669" y="29501"/>
                          </a:cubicBezTo>
                          <a:cubicBezTo>
                            <a:pt x="18063" y="44455"/>
                            <a:pt x="62577" y="27166"/>
                            <a:pt x="67396" y="20111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5" name="Google Shape;945;p8"/>
                    <p:cNvSpPr/>
                    <p:nvPr/>
                  </p:nvSpPr>
                  <p:spPr>
                    <a:xfrm>
                      <a:off x="5431232" y="2066534"/>
                      <a:ext cx="50441" cy="351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441" h="35107" extrusionOk="0">
                          <a:moveTo>
                            <a:pt x="4514" y="28214"/>
                          </a:moveTo>
                          <a:cubicBezTo>
                            <a:pt x="22995" y="47788"/>
                            <a:pt x="38794" y="19619"/>
                            <a:pt x="47686" y="18030"/>
                          </a:cubicBezTo>
                          <a:cubicBezTo>
                            <a:pt x="56629" y="16490"/>
                            <a:pt x="42222" y="5460"/>
                            <a:pt x="27118" y="791"/>
                          </a:cubicBezTo>
                          <a:cubicBezTo>
                            <a:pt x="12065" y="-3929"/>
                            <a:pt x="-9446" y="13409"/>
                            <a:pt x="4514" y="2821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6" name="Google Shape;946;p8"/>
                    <p:cNvSpPr/>
                    <p:nvPr/>
                  </p:nvSpPr>
                  <p:spPr>
                    <a:xfrm>
                      <a:off x="4766250" y="2657423"/>
                      <a:ext cx="72782" cy="357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782" h="35704" extrusionOk="0">
                          <a:moveTo>
                            <a:pt x="59964" y="8055"/>
                          </a:moveTo>
                          <a:cubicBezTo>
                            <a:pt x="56884" y="9794"/>
                            <a:pt x="48637" y="6266"/>
                            <a:pt x="46104" y="2193"/>
                          </a:cubicBezTo>
                          <a:cubicBezTo>
                            <a:pt x="44067" y="-1136"/>
                            <a:pt x="37658" y="156"/>
                            <a:pt x="32044" y="752"/>
                          </a:cubicBezTo>
                          <a:cubicBezTo>
                            <a:pt x="33336" y="1646"/>
                            <a:pt x="34677" y="2789"/>
                            <a:pt x="35671" y="4776"/>
                          </a:cubicBezTo>
                          <a:cubicBezTo>
                            <a:pt x="38751" y="11036"/>
                            <a:pt x="23350" y="11831"/>
                            <a:pt x="28119" y="19283"/>
                          </a:cubicBezTo>
                          <a:cubicBezTo>
                            <a:pt x="32889" y="26735"/>
                            <a:pt x="17140" y="27132"/>
                            <a:pt x="17140" y="19283"/>
                          </a:cubicBezTo>
                          <a:cubicBezTo>
                            <a:pt x="17140" y="11433"/>
                            <a:pt x="696" y="15358"/>
                            <a:pt x="1391" y="20475"/>
                          </a:cubicBezTo>
                          <a:cubicBezTo>
                            <a:pt x="1640" y="22313"/>
                            <a:pt x="1143" y="24549"/>
                            <a:pt x="0" y="26735"/>
                          </a:cubicBezTo>
                          <a:cubicBezTo>
                            <a:pt x="4471" y="28573"/>
                            <a:pt x="9688" y="30709"/>
                            <a:pt x="11725" y="31604"/>
                          </a:cubicBezTo>
                          <a:cubicBezTo>
                            <a:pt x="14805" y="33044"/>
                            <a:pt x="55891" y="37913"/>
                            <a:pt x="71938" y="34535"/>
                          </a:cubicBezTo>
                          <a:cubicBezTo>
                            <a:pt x="71093" y="31107"/>
                            <a:pt x="72782" y="20873"/>
                            <a:pt x="72782" y="16948"/>
                          </a:cubicBezTo>
                          <a:cubicBezTo>
                            <a:pt x="72782" y="12178"/>
                            <a:pt x="63045" y="6316"/>
                            <a:pt x="59964" y="8055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7" name="Google Shape;947;p8"/>
                    <p:cNvSpPr/>
                    <p:nvPr/>
                  </p:nvSpPr>
                  <p:spPr>
                    <a:xfrm>
                      <a:off x="5411304" y="1452727"/>
                      <a:ext cx="99263" cy="439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9263" h="43902" extrusionOk="0">
                          <a:moveTo>
                            <a:pt x="93497" y="0"/>
                          </a:moveTo>
                          <a:cubicBezTo>
                            <a:pt x="92106" y="199"/>
                            <a:pt x="90665" y="348"/>
                            <a:pt x="89275" y="596"/>
                          </a:cubicBezTo>
                          <a:cubicBezTo>
                            <a:pt x="76954" y="2385"/>
                            <a:pt x="64683" y="4620"/>
                            <a:pt x="52461" y="7154"/>
                          </a:cubicBezTo>
                          <a:cubicBezTo>
                            <a:pt x="52809" y="7750"/>
                            <a:pt x="53306" y="8297"/>
                            <a:pt x="53902" y="8793"/>
                          </a:cubicBezTo>
                          <a:cubicBezTo>
                            <a:pt x="63490" y="16643"/>
                            <a:pt x="27174" y="14258"/>
                            <a:pt x="22404" y="22108"/>
                          </a:cubicBezTo>
                          <a:cubicBezTo>
                            <a:pt x="17635" y="29957"/>
                            <a:pt x="-3479" y="27126"/>
                            <a:pt x="495" y="36217"/>
                          </a:cubicBezTo>
                          <a:cubicBezTo>
                            <a:pt x="4619" y="45607"/>
                            <a:pt x="38849" y="46402"/>
                            <a:pt x="38849" y="38552"/>
                          </a:cubicBezTo>
                          <a:cubicBezTo>
                            <a:pt x="38849" y="30703"/>
                            <a:pt x="56684" y="37757"/>
                            <a:pt x="57330" y="30703"/>
                          </a:cubicBezTo>
                          <a:cubicBezTo>
                            <a:pt x="58025" y="23648"/>
                            <a:pt x="65577" y="15848"/>
                            <a:pt x="84704" y="14258"/>
                          </a:cubicBezTo>
                          <a:cubicBezTo>
                            <a:pt x="100701" y="12967"/>
                            <a:pt x="103334" y="7303"/>
                            <a:pt x="93497" y="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8" name="Google Shape;948;p8"/>
                    <p:cNvSpPr/>
                    <p:nvPr/>
                  </p:nvSpPr>
                  <p:spPr>
                    <a:xfrm>
                      <a:off x="4945054" y="1642431"/>
                      <a:ext cx="3770402" cy="1500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70402" h="1500552" extrusionOk="0">
                          <a:moveTo>
                            <a:pt x="3667613" y="540401"/>
                          </a:moveTo>
                          <a:cubicBezTo>
                            <a:pt x="3665924" y="540997"/>
                            <a:pt x="3664881" y="541792"/>
                            <a:pt x="3664831" y="542835"/>
                          </a:cubicBezTo>
                          <a:cubicBezTo>
                            <a:pt x="3664483" y="548350"/>
                            <a:pt x="3671339" y="548698"/>
                            <a:pt x="3675463" y="555007"/>
                          </a:cubicBezTo>
                          <a:cubicBezTo>
                            <a:pt x="3679586" y="561267"/>
                            <a:pt x="3669948" y="564794"/>
                            <a:pt x="3672035" y="571849"/>
                          </a:cubicBezTo>
                          <a:cubicBezTo>
                            <a:pt x="3674072" y="578903"/>
                            <a:pt x="3661751" y="568321"/>
                            <a:pt x="3657329" y="564397"/>
                          </a:cubicBezTo>
                          <a:cubicBezTo>
                            <a:pt x="3652908" y="560472"/>
                            <a:pt x="3654945" y="545170"/>
                            <a:pt x="3656286" y="537370"/>
                          </a:cubicBezTo>
                          <a:cubicBezTo>
                            <a:pt x="3656385" y="536725"/>
                            <a:pt x="3656336" y="536277"/>
                            <a:pt x="3656336" y="535731"/>
                          </a:cubicBezTo>
                          <a:cubicBezTo>
                            <a:pt x="3648536" y="531856"/>
                            <a:pt x="3643071" y="523957"/>
                            <a:pt x="3641034" y="515511"/>
                          </a:cubicBezTo>
                          <a:cubicBezTo>
                            <a:pt x="3640786" y="515312"/>
                            <a:pt x="3640537" y="515113"/>
                            <a:pt x="3640289" y="514915"/>
                          </a:cubicBezTo>
                          <a:cubicBezTo>
                            <a:pt x="3632936" y="513623"/>
                            <a:pt x="3625384" y="513176"/>
                            <a:pt x="3619174" y="512431"/>
                          </a:cubicBezTo>
                          <a:cubicBezTo>
                            <a:pt x="3601538" y="510344"/>
                            <a:pt x="3582958" y="509947"/>
                            <a:pt x="3565917" y="504432"/>
                          </a:cubicBezTo>
                          <a:cubicBezTo>
                            <a:pt x="3547436" y="498421"/>
                            <a:pt x="3544753" y="478250"/>
                            <a:pt x="3552255" y="465135"/>
                          </a:cubicBezTo>
                          <a:cubicBezTo>
                            <a:pt x="3544604" y="462601"/>
                            <a:pt x="3536258" y="459720"/>
                            <a:pt x="3531687" y="454304"/>
                          </a:cubicBezTo>
                          <a:cubicBezTo>
                            <a:pt x="3522745" y="443723"/>
                            <a:pt x="3483745" y="424943"/>
                            <a:pt x="3466953" y="423751"/>
                          </a:cubicBezTo>
                          <a:cubicBezTo>
                            <a:pt x="3453788" y="422807"/>
                            <a:pt x="3453242" y="416150"/>
                            <a:pt x="3449664" y="414063"/>
                          </a:cubicBezTo>
                          <a:cubicBezTo>
                            <a:pt x="3447379" y="415355"/>
                            <a:pt x="3444746" y="416349"/>
                            <a:pt x="3441666" y="416895"/>
                          </a:cubicBezTo>
                          <a:cubicBezTo>
                            <a:pt x="3408827" y="422956"/>
                            <a:pt x="3375392" y="427676"/>
                            <a:pt x="3343597" y="414312"/>
                          </a:cubicBezTo>
                          <a:cubicBezTo>
                            <a:pt x="3336741" y="411430"/>
                            <a:pt x="3330879" y="406611"/>
                            <a:pt x="3327649" y="400451"/>
                          </a:cubicBezTo>
                          <a:cubicBezTo>
                            <a:pt x="3322185" y="399358"/>
                            <a:pt x="3317961" y="399258"/>
                            <a:pt x="3316620" y="401047"/>
                          </a:cubicBezTo>
                          <a:cubicBezTo>
                            <a:pt x="3311851" y="407307"/>
                            <a:pt x="3313888" y="416349"/>
                            <a:pt x="3309119" y="417889"/>
                          </a:cubicBezTo>
                          <a:cubicBezTo>
                            <a:pt x="3304349" y="419429"/>
                            <a:pt x="3309119" y="427278"/>
                            <a:pt x="3320445" y="439053"/>
                          </a:cubicBezTo>
                          <a:cubicBezTo>
                            <a:pt x="3331723" y="450827"/>
                            <a:pt x="3324867" y="459819"/>
                            <a:pt x="3314633" y="464936"/>
                          </a:cubicBezTo>
                          <a:cubicBezTo>
                            <a:pt x="3304349" y="470004"/>
                            <a:pt x="3287905" y="460216"/>
                            <a:pt x="3282788" y="451224"/>
                          </a:cubicBezTo>
                          <a:cubicBezTo>
                            <a:pt x="3277720" y="442381"/>
                            <a:pt x="3264108" y="445958"/>
                            <a:pt x="3260382" y="434929"/>
                          </a:cubicBezTo>
                          <a:cubicBezTo>
                            <a:pt x="3235342" y="447498"/>
                            <a:pt x="3205733" y="445412"/>
                            <a:pt x="3179353" y="436171"/>
                          </a:cubicBezTo>
                          <a:cubicBezTo>
                            <a:pt x="3167628" y="432048"/>
                            <a:pt x="3154314" y="427725"/>
                            <a:pt x="3141645" y="422111"/>
                          </a:cubicBezTo>
                          <a:cubicBezTo>
                            <a:pt x="3124853" y="423254"/>
                            <a:pt x="3107217" y="425688"/>
                            <a:pt x="3104037" y="428123"/>
                          </a:cubicBezTo>
                          <a:cubicBezTo>
                            <a:pt x="3097877" y="432842"/>
                            <a:pt x="3102348" y="451224"/>
                            <a:pt x="3099268" y="452814"/>
                          </a:cubicBezTo>
                          <a:cubicBezTo>
                            <a:pt x="3096188" y="454354"/>
                            <a:pt x="3093107" y="431650"/>
                            <a:pt x="3093107" y="427328"/>
                          </a:cubicBezTo>
                          <a:cubicBezTo>
                            <a:pt x="3093107" y="423006"/>
                            <a:pt x="3085904" y="419876"/>
                            <a:pt x="3075272" y="419876"/>
                          </a:cubicBezTo>
                          <a:cubicBezTo>
                            <a:pt x="3064640" y="419876"/>
                            <a:pt x="3058480" y="419478"/>
                            <a:pt x="3062951" y="414361"/>
                          </a:cubicBezTo>
                          <a:cubicBezTo>
                            <a:pt x="3067423" y="409294"/>
                            <a:pt x="3058828" y="404177"/>
                            <a:pt x="3067074" y="397520"/>
                          </a:cubicBezTo>
                          <a:cubicBezTo>
                            <a:pt x="3069112" y="395880"/>
                            <a:pt x="3069211" y="393346"/>
                            <a:pt x="3067869" y="390316"/>
                          </a:cubicBezTo>
                          <a:cubicBezTo>
                            <a:pt x="3051972" y="381622"/>
                            <a:pt x="3037664" y="377846"/>
                            <a:pt x="3019034" y="375461"/>
                          </a:cubicBezTo>
                          <a:cubicBezTo>
                            <a:pt x="2991213" y="371884"/>
                            <a:pt x="2963540" y="367562"/>
                            <a:pt x="2936216" y="361700"/>
                          </a:cubicBezTo>
                          <a:cubicBezTo>
                            <a:pt x="2921610" y="364581"/>
                            <a:pt x="2899105" y="363439"/>
                            <a:pt x="2887628" y="363787"/>
                          </a:cubicBezTo>
                          <a:cubicBezTo>
                            <a:pt x="2874612" y="364184"/>
                            <a:pt x="2885244" y="357924"/>
                            <a:pt x="2881468" y="350870"/>
                          </a:cubicBezTo>
                          <a:cubicBezTo>
                            <a:pt x="2880574" y="349230"/>
                            <a:pt x="2878686" y="347491"/>
                            <a:pt x="2876252" y="345852"/>
                          </a:cubicBezTo>
                          <a:cubicBezTo>
                            <a:pt x="2872526" y="344659"/>
                            <a:pt x="2868750" y="343517"/>
                            <a:pt x="2865024" y="342225"/>
                          </a:cubicBezTo>
                          <a:cubicBezTo>
                            <a:pt x="2862738" y="341430"/>
                            <a:pt x="2860752" y="340437"/>
                            <a:pt x="2858963" y="339244"/>
                          </a:cubicBezTo>
                          <a:cubicBezTo>
                            <a:pt x="2855784" y="338897"/>
                            <a:pt x="2853250" y="339344"/>
                            <a:pt x="2852355" y="341082"/>
                          </a:cubicBezTo>
                          <a:cubicBezTo>
                            <a:pt x="2849275" y="346945"/>
                            <a:pt x="2843462" y="341082"/>
                            <a:pt x="2843462" y="336760"/>
                          </a:cubicBezTo>
                          <a:cubicBezTo>
                            <a:pt x="2843462" y="332488"/>
                            <a:pt x="2822547" y="323843"/>
                            <a:pt x="2814350" y="325781"/>
                          </a:cubicBezTo>
                          <a:cubicBezTo>
                            <a:pt x="2806103" y="327718"/>
                            <a:pt x="2802377" y="317137"/>
                            <a:pt x="2811965" y="317137"/>
                          </a:cubicBezTo>
                          <a:cubicBezTo>
                            <a:pt x="2821554" y="317137"/>
                            <a:pt x="2837799" y="319471"/>
                            <a:pt x="2830894" y="307101"/>
                          </a:cubicBezTo>
                          <a:cubicBezTo>
                            <a:pt x="2824832" y="307697"/>
                            <a:pt x="2818721" y="307250"/>
                            <a:pt x="2812611" y="306207"/>
                          </a:cubicBezTo>
                          <a:cubicBezTo>
                            <a:pt x="2806649" y="308890"/>
                            <a:pt x="2798005" y="312864"/>
                            <a:pt x="2795173" y="313907"/>
                          </a:cubicBezTo>
                          <a:cubicBezTo>
                            <a:pt x="2777685" y="320415"/>
                            <a:pt x="2766010" y="307002"/>
                            <a:pt x="2764719" y="292246"/>
                          </a:cubicBezTo>
                          <a:cubicBezTo>
                            <a:pt x="2760397" y="292246"/>
                            <a:pt x="2757316" y="292445"/>
                            <a:pt x="2756174" y="292892"/>
                          </a:cubicBezTo>
                          <a:cubicBezTo>
                            <a:pt x="2750361" y="295227"/>
                            <a:pt x="2755826" y="304220"/>
                            <a:pt x="2742462" y="318776"/>
                          </a:cubicBezTo>
                          <a:cubicBezTo>
                            <a:pt x="2729098" y="333283"/>
                            <a:pt x="2716082" y="323496"/>
                            <a:pt x="2717821" y="316441"/>
                          </a:cubicBezTo>
                          <a:cubicBezTo>
                            <a:pt x="2719559" y="309386"/>
                            <a:pt x="2735954" y="310579"/>
                            <a:pt x="2735954" y="303524"/>
                          </a:cubicBezTo>
                          <a:cubicBezTo>
                            <a:pt x="2735954" y="296469"/>
                            <a:pt x="2713349" y="300394"/>
                            <a:pt x="2709922" y="294482"/>
                          </a:cubicBezTo>
                          <a:cubicBezTo>
                            <a:pt x="2708828" y="292644"/>
                            <a:pt x="2709027" y="291004"/>
                            <a:pt x="2709872" y="289713"/>
                          </a:cubicBezTo>
                          <a:cubicBezTo>
                            <a:pt x="2698246" y="290557"/>
                            <a:pt x="2690049" y="282211"/>
                            <a:pt x="2687217" y="271878"/>
                          </a:cubicBezTo>
                          <a:cubicBezTo>
                            <a:pt x="2676983" y="270139"/>
                            <a:pt x="2666898" y="268996"/>
                            <a:pt x="2659595" y="269841"/>
                          </a:cubicBezTo>
                          <a:cubicBezTo>
                            <a:pt x="2642157" y="271778"/>
                            <a:pt x="2634258" y="262389"/>
                            <a:pt x="2624670" y="261594"/>
                          </a:cubicBezTo>
                          <a:cubicBezTo>
                            <a:pt x="2615081" y="260799"/>
                            <a:pt x="2615081" y="267456"/>
                            <a:pt x="2619552" y="273716"/>
                          </a:cubicBezTo>
                          <a:cubicBezTo>
                            <a:pt x="2623974" y="279975"/>
                            <a:pt x="2610312" y="283900"/>
                            <a:pt x="2598984" y="281963"/>
                          </a:cubicBezTo>
                          <a:cubicBezTo>
                            <a:pt x="2596500" y="281516"/>
                            <a:pt x="2593768" y="281665"/>
                            <a:pt x="2591036" y="282161"/>
                          </a:cubicBezTo>
                          <a:cubicBezTo>
                            <a:pt x="2591333" y="284099"/>
                            <a:pt x="2591731" y="286036"/>
                            <a:pt x="2592278" y="288123"/>
                          </a:cubicBezTo>
                          <a:cubicBezTo>
                            <a:pt x="2593172" y="291501"/>
                            <a:pt x="2593867" y="294880"/>
                            <a:pt x="2594315" y="298258"/>
                          </a:cubicBezTo>
                          <a:cubicBezTo>
                            <a:pt x="2594961" y="298258"/>
                            <a:pt x="2595607" y="298407"/>
                            <a:pt x="2596203" y="298755"/>
                          </a:cubicBezTo>
                          <a:cubicBezTo>
                            <a:pt x="2598140" y="299848"/>
                            <a:pt x="2596898" y="301388"/>
                            <a:pt x="2594861" y="303127"/>
                          </a:cubicBezTo>
                          <a:cubicBezTo>
                            <a:pt x="2595209" y="307697"/>
                            <a:pt x="2595010" y="312168"/>
                            <a:pt x="2594116" y="316342"/>
                          </a:cubicBezTo>
                          <a:cubicBezTo>
                            <a:pt x="2597643" y="320962"/>
                            <a:pt x="2596947" y="327222"/>
                            <a:pt x="2597196" y="330898"/>
                          </a:cubicBezTo>
                          <a:cubicBezTo>
                            <a:pt x="2597445" y="334525"/>
                            <a:pt x="2589048" y="336760"/>
                            <a:pt x="2582888" y="334276"/>
                          </a:cubicBezTo>
                          <a:cubicBezTo>
                            <a:pt x="2580305" y="336263"/>
                            <a:pt x="2577224" y="338002"/>
                            <a:pt x="2573598" y="339393"/>
                          </a:cubicBezTo>
                          <a:cubicBezTo>
                            <a:pt x="2568729" y="341281"/>
                            <a:pt x="2563811" y="341778"/>
                            <a:pt x="2558893" y="341530"/>
                          </a:cubicBezTo>
                          <a:cubicBezTo>
                            <a:pt x="2558445" y="343417"/>
                            <a:pt x="2555713" y="345107"/>
                            <a:pt x="2549950" y="345802"/>
                          </a:cubicBezTo>
                          <a:cubicBezTo>
                            <a:pt x="2542597" y="346647"/>
                            <a:pt x="2540213" y="342424"/>
                            <a:pt x="2538275" y="338648"/>
                          </a:cubicBezTo>
                          <a:cubicBezTo>
                            <a:pt x="2534201" y="343815"/>
                            <a:pt x="2527942" y="347243"/>
                            <a:pt x="2519346" y="347044"/>
                          </a:cubicBezTo>
                          <a:cubicBezTo>
                            <a:pt x="2508914" y="346796"/>
                            <a:pt x="2498630" y="345852"/>
                            <a:pt x="2488396" y="344510"/>
                          </a:cubicBezTo>
                          <a:cubicBezTo>
                            <a:pt x="2479155" y="346051"/>
                            <a:pt x="2469517" y="346051"/>
                            <a:pt x="2458339" y="342275"/>
                          </a:cubicBezTo>
                          <a:cubicBezTo>
                            <a:pt x="2455259" y="341232"/>
                            <a:pt x="2452427" y="339890"/>
                            <a:pt x="2449645" y="338449"/>
                          </a:cubicBezTo>
                          <a:cubicBezTo>
                            <a:pt x="2447211" y="338052"/>
                            <a:pt x="2444776" y="337605"/>
                            <a:pt x="2442342" y="337207"/>
                          </a:cubicBezTo>
                          <a:cubicBezTo>
                            <a:pt x="2433201" y="335667"/>
                            <a:pt x="2424258" y="335170"/>
                            <a:pt x="2415515" y="334376"/>
                          </a:cubicBezTo>
                          <a:cubicBezTo>
                            <a:pt x="2413627" y="340933"/>
                            <a:pt x="2412037" y="346746"/>
                            <a:pt x="2408509" y="347392"/>
                          </a:cubicBezTo>
                          <a:cubicBezTo>
                            <a:pt x="2402349" y="348584"/>
                            <a:pt x="2399965" y="363836"/>
                            <a:pt x="2393804" y="367761"/>
                          </a:cubicBezTo>
                          <a:cubicBezTo>
                            <a:pt x="2387643" y="371686"/>
                            <a:pt x="2387296" y="361899"/>
                            <a:pt x="2379397" y="362644"/>
                          </a:cubicBezTo>
                          <a:cubicBezTo>
                            <a:pt x="2371497" y="363439"/>
                            <a:pt x="2346210" y="335220"/>
                            <a:pt x="2344819" y="326973"/>
                          </a:cubicBezTo>
                          <a:cubicBezTo>
                            <a:pt x="2343478" y="318726"/>
                            <a:pt x="2327729" y="303077"/>
                            <a:pt x="2323606" y="299947"/>
                          </a:cubicBezTo>
                          <a:cubicBezTo>
                            <a:pt x="2319482" y="296817"/>
                            <a:pt x="2327679" y="295227"/>
                            <a:pt x="2332846" y="300344"/>
                          </a:cubicBezTo>
                          <a:cubicBezTo>
                            <a:pt x="2337963" y="305412"/>
                            <a:pt x="2344471" y="305412"/>
                            <a:pt x="2349638" y="302282"/>
                          </a:cubicBezTo>
                          <a:cubicBezTo>
                            <a:pt x="2351476" y="301139"/>
                            <a:pt x="2352569" y="298506"/>
                            <a:pt x="2352818" y="295575"/>
                          </a:cubicBezTo>
                          <a:cubicBezTo>
                            <a:pt x="2346558" y="291501"/>
                            <a:pt x="2340845" y="286335"/>
                            <a:pt x="2335678" y="280323"/>
                          </a:cubicBezTo>
                          <a:cubicBezTo>
                            <a:pt x="2330412" y="274213"/>
                            <a:pt x="2326090" y="268251"/>
                            <a:pt x="2321916" y="262488"/>
                          </a:cubicBezTo>
                          <a:cubicBezTo>
                            <a:pt x="2319730" y="260054"/>
                            <a:pt x="2317693" y="257520"/>
                            <a:pt x="2315656" y="254986"/>
                          </a:cubicBezTo>
                          <a:cubicBezTo>
                            <a:pt x="2306664" y="263581"/>
                            <a:pt x="2292157" y="266611"/>
                            <a:pt x="2280483" y="255781"/>
                          </a:cubicBezTo>
                          <a:cubicBezTo>
                            <a:pt x="2262002" y="238592"/>
                            <a:pt x="2235174" y="234319"/>
                            <a:pt x="2209439" y="230941"/>
                          </a:cubicBezTo>
                          <a:cubicBezTo>
                            <a:pt x="2209638" y="231835"/>
                            <a:pt x="2209837" y="232729"/>
                            <a:pt x="2210234" y="233673"/>
                          </a:cubicBezTo>
                          <a:cubicBezTo>
                            <a:pt x="2214358" y="243858"/>
                            <a:pt x="2210582" y="245447"/>
                            <a:pt x="2209887" y="253645"/>
                          </a:cubicBezTo>
                          <a:cubicBezTo>
                            <a:pt x="2209191" y="261892"/>
                            <a:pt x="2205117" y="258364"/>
                            <a:pt x="2196175" y="254837"/>
                          </a:cubicBezTo>
                          <a:cubicBezTo>
                            <a:pt x="2187282" y="251310"/>
                            <a:pt x="2187282" y="263481"/>
                            <a:pt x="2168105" y="257967"/>
                          </a:cubicBezTo>
                          <a:cubicBezTo>
                            <a:pt x="2166813" y="257569"/>
                            <a:pt x="2165522" y="257271"/>
                            <a:pt x="2164329" y="257023"/>
                          </a:cubicBezTo>
                          <a:cubicBezTo>
                            <a:pt x="2161895" y="257818"/>
                            <a:pt x="2159411" y="258215"/>
                            <a:pt x="2156877" y="258166"/>
                          </a:cubicBezTo>
                          <a:cubicBezTo>
                            <a:pt x="2146643" y="257917"/>
                            <a:pt x="2137055" y="255334"/>
                            <a:pt x="2127417" y="252105"/>
                          </a:cubicBezTo>
                          <a:cubicBezTo>
                            <a:pt x="2126721" y="251856"/>
                            <a:pt x="2126076" y="251508"/>
                            <a:pt x="2125430" y="251210"/>
                          </a:cubicBezTo>
                          <a:cubicBezTo>
                            <a:pt x="2119170" y="254489"/>
                            <a:pt x="2096565" y="251757"/>
                            <a:pt x="2094479" y="244255"/>
                          </a:cubicBezTo>
                          <a:cubicBezTo>
                            <a:pt x="2094031" y="242616"/>
                            <a:pt x="2094031" y="241274"/>
                            <a:pt x="2094180" y="240082"/>
                          </a:cubicBezTo>
                          <a:cubicBezTo>
                            <a:pt x="2086232" y="237499"/>
                            <a:pt x="2077289" y="236902"/>
                            <a:pt x="2069290" y="235263"/>
                          </a:cubicBezTo>
                          <a:cubicBezTo>
                            <a:pt x="2057218" y="232779"/>
                            <a:pt x="2045593" y="228308"/>
                            <a:pt x="2035458" y="221154"/>
                          </a:cubicBezTo>
                          <a:cubicBezTo>
                            <a:pt x="2035060" y="220856"/>
                            <a:pt x="2034663" y="220557"/>
                            <a:pt x="2034266" y="220259"/>
                          </a:cubicBezTo>
                          <a:cubicBezTo>
                            <a:pt x="2016232" y="222346"/>
                            <a:pt x="1986672" y="225724"/>
                            <a:pt x="1982101" y="228159"/>
                          </a:cubicBezTo>
                          <a:cubicBezTo>
                            <a:pt x="1976984" y="230891"/>
                            <a:pt x="1986920" y="241473"/>
                            <a:pt x="1979021" y="242268"/>
                          </a:cubicBezTo>
                          <a:cubicBezTo>
                            <a:pt x="1971171" y="243063"/>
                            <a:pt x="1976636" y="225029"/>
                            <a:pt x="1975245" y="216384"/>
                          </a:cubicBezTo>
                          <a:cubicBezTo>
                            <a:pt x="1973904" y="207740"/>
                            <a:pt x="1961881" y="206597"/>
                            <a:pt x="1963570" y="213254"/>
                          </a:cubicBezTo>
                          <a:cubicBezTo>
                            <a:pt x="1965260" y="219912"/>
                            <a:pt x="1944742" y="222247"/>
                            <a:pt x="1939624" y="217179"/>
                          </a:cubicBezTo>
                          <a:cubicBezTo>
                            <a:pt x="1934507" y="212112"/>
                            <a:pt x="1926260" y="205405"/>
                            <a:pt x="1912896" y="201530"/>
                          </a:cubicBezTo>
                          <a:cubicBezTo>
                            <a:pt x="1899532" y="197605"/>
                            <a:pt x="1883088" y="214099"/>
                            <a:pt x="1886864" y="218769"/>
                          </a:cubicBezTo>
                          <a:cubicBezTo>
                            <a:pt x="1890639" y="223489"/>
                            <a:pt x="1900575" y="219961"/>
                            <a:pt x="1900873" y="223042"/>
                          </a:cubicBezTo>
                          <a:cubicBezTo>
                            <a:pt x="1901569" y="229500"/>
                            <a:pt x="1872456" y="226966"/>
                            <a:pt x="1872456" y="232431"/>
                          </a:cubicBezTo>
                          <a:cubicBezTo>
                            <a:pt x="1872456" y="237946"/>
                            <a:pt x="1845380" y="245348"/>
                            <a:pt x="1837183" y="246540"/>
                          </a:cubicBezTo>
                          <a:cubicBezTo>
                            <a:pt x="1814678" y="249770"/>
                            <a:pt x="1809809" y="249670"/>
                            <a:pt x="1799177" y="259855"/>
                          </a:cubicBezTo>
                          <a:cubicBezTo>
                            <a:pt x="1788546" y="270039"/>
                            <a:pt x="1796793" y="250863"/>
                            <a:pt x="1804990" y="241423"/>
                          </a:cubicBezTo>
                          <a:cubicBezTo>
                            <a:pt x="1813188" y="232034"/>
                            <a:pt x="1821782" y="235909"/>
                            <a:pt x="1826551" y="228506"/>
                          </a:cubicBezTo>
                          <a:cubicBezTo>
                            <a:pt x="1831320" y="221054"/>
                            <a:pt x="1838872" y="221849"/>
                            <a:pt x="1851888" y="219465"/>
                          </a:cubicBezTo>
                          <a:cubicBezTo>
                            <a:pt x="1864905" y="217130"/>
                            <a:pt x="1864209" y="208485"/>
                            <a:pt x="1870369" y="205355"/>
                          </a:cubicBezTo>
                          <a:cubicBezTo>
                            <a:pt x="1876530" y="202225"/>
                            <a:pt x="1891583" y="195568"/>
                            <a:pt x="1894316" y="188514"/>
                          </a:cubicBezTo>
                          <a:cubicBezTo>
                            <a:pt x="1897048" y="181459"/>
                            <a:pt x="1927900" y="169685"/>
                            <a:pt x="1934060" y="170082"/>
                          </a:cubicBezTo>
                          <a:cubicBezTo>
                            <a:pt x="1940220" y="170479"/>
                            <a:pt x="1941612" y="155973"/>
                            <a:pt x="1944990" y="155973"/>
                          </a:cubicBezTo>
                          <a:cubicBezTo>
                            <a:pt x="1948418" y="155973"/>
                            <a:pt x="1966253" y="146981"/>
                            <a:pt x="1973059" y="143453"/>
                          </a:cubicBezTo>
                          <a:cubicBezTo>
                            <a:pt x="1979915" y="139926"/>
                            <a:pt x="1983343" y="132474"/>
                            <a:pt x="1983691" y="127406"/>
                          </a:cubicBezTo>
                          <a:cubicBezTo>
                            <a:pt x="1984038" y="122339"/>
                            <a:pt x="1974450" y="123084"/>
                            <a:pt x="1973407" y="118365"/>
                          </a:cubicBezTo>
                          <a:cubicBezTo>
                            <a:pt x="1972364" y="113645"/>
                            <a:pt x="1977828" y="116825"/>
                            <a:pt x="1985032" y="113645"/>
                          </a:cubicBezTo>
                          <a:cubicBezTo>
                            <a:pt x="1992236" y="110515"/>
                            <a:pt x="1985032" y="99536"/>
                            <a:pt x="1979220" y="101523"/>
                          </a:cubicBezTo>
                          <a:cubicBezTo>
                            <a:pt x="1976239" y="102516"/>
                            <a:pt x="1977084" y="100976"/>
                            <a:pt x="1977978" y="98294"/>
                          </a:cubicBezTo>
                          <a:cubicBezTo>
                            <a:pt x="1971519" y="96157"/>
                            <a:pt x="1965210" y="93475"/>
                            <a:pt x="1959497" y="89798"/>
                          </a:cubicBezTo>
                          <a:cubicBezTo>
                            <a:pt x="1952889" y="85526"/>
                            <a:pt x="1948915" y="79067"/>
                            <a:pt x="1947722" y="72013"/>
                          </a:cubicBezTo>
                          <a:cubicBezTo>
                            <a:pt x="1926409" y="68883"/>
                            <a:pt x="1905643" y="64213"/>
                            <a:pt x="1884727" y="58897"/>
                          </a:cubicBezTo>
                          <a:cubicBezTo>
                            <a:pt x="1882343" y="58301"/>
                            <a:pt x="1880256" y="57407"/>
                            <a:pt x="1878368" y="56363"/>
                          </a:cubicBezTo>
                          <a:cubicBezTo>
                            <a:pt x="1871810" y="56562"/>
                            <a:pt x="1864159" y="55966"/>
                            <a:pt x="1860732" y="54873"/>
                          </a:cubicBezTo>
                          <a:cubicBezTo>
                            <a:pt x="1854571" y="52935"/>
                            <a:pt x="1846026" y="57605"/>
                            <a:pt x="1845678" y="64660"/>
                          </a:cubicBezTo>
                          <a:cubicBezTo>
                            <a:pt x="1845331" y="71715"/>
                            <a:pt x="1821037" y="68982"/>
                            <a:pt x="1816566" y="67790"/>
                          </a:cubicBezTo>
                          <a:cubicBezTo>
                            <a:pt x="1812144" y="66597"/>
                            <a:pt x="1833358" y="46626"/>
                            <a:pt x="1833358" y="43099"/>
                          </a:cubicBezTo>
                          <a:cubicBezTo>
                            <a:pt x="1833358" y="39571"/>
                            <a:pt x="1797389" y="43893"/>
                            <a:pt x="1795352" y="39969"/>
                          </a:cubicBezTo>
                          <a:cubicBezTo>
                            <a:pt x="1793315" y="36044"/>
                            <a:pt x="1775828" y="34852"/>
                            <a:pt x="1767978" y="35249"/>
                          </a:cubicBezTo>
                          <a:cubicBezTo>
                            <a:pt x="1760079" y="35646"/>
                            <a:pt x="1767630" y="32914"/>
                            <a:pt x="1774834" y="32119"/>
                          </a:cubicBezTo>
                          <a:cubicBezTo>
                            <a:pt x="1782038" y="31324"/>
                            <a:pt x="1788546" y="24270"/>
                            <a:pt x="1796396" y="22730"/>
                          </a:cubicBezTo>
                          <a:cubicBezTo>
                            <a:pt x="1804245" y="21140"/>
                            <a:pt x="1802556" y="18010"/>
                            <a:pt x="1799128" y="12545"/>
                          </a:cubicBezTo>
                          <a:cubicBezTo>
                            <a:pt x="1795700" y="7080"/>
                            <a:pt x="1787453" y="9813"/>
                            <a:pt x="1779603" y="7080"/>
                          </a:cubicBezTo>
                          <a:cubicBezTo>
                            <a:pt x="1771754" y="4348"/>
                            <a:pt x="1762166" y="423"/>
                            <a:pt x="1755310" y="26"/>
                          </a:cubicBezTo>
                          <a:cubicBezTo>
                            <a:pt x="1748454" y="-372"/>
                            <a:pt x="1740902" y="3950"/>
                            <a:pt x="1724806" y="7478"/>
                          </a:cubicBezTo>
                          <a:cubicBezTo>
                            <a:pt x="1708709" y="11005"/>
                            <a:pt x="1707368" y="25114"/>
                            <a:pt x="1699121" y="29436"/>
                          </a:cubicBezTo>
                          <a:cubicBezTo>
                            <a:pt x="1696985" y="30529"/>
                            <a:pt x="1694501" y="32517"/>
                            <a:pt x="1692017" y="34852"/>
                          </a:cubicBezTo>
                          <a:cubicBezTo>
                            <a:pt x="1695047" y="43844"/>
                            <a:pt x="1693606" y="54575"/>
                            <a:pt x="1687595" y="61828"/>
                          </a:cubicBezTo>
                          <a:cubicBezTo>
                            <a:pt x="1687595" y="62524"/>
                            <a:pt x="1687645" y="63170"/>
                            <a:pt x="1687793" y="63865"/>
                          </a:cubicBezTo>
                          <a:cubicBezTo>
                            <a:pt x="1688738" y="68485"/>
                            <a:pt x="1683769" y="69827"/>
                            <a:pt x="1677013" y="68932"/>
                          </a:cubicBezTo>
                          <a:cubicBezTo>
                            <a:pt x="1674628" y="69678"/>
                            <a:pt x="1672045" y="70075"/>
                            <a:pt x="1669163" y="70075"/>
                          </a:cubicBezTo>
                          <a:cubicBezTo>
                            <a:pt x="1665189" y="70075"/>
                            <a:pt x="1661662" y="69280"/>
                            <a:pt x="1658631" y="67939"/>
                          </a:cubicBezTo>
                          <a:cubicBezTo>
                            <a:pt x="1649043" y="68386"/>
                            <a:pt x="1639306" y="70125"/>
                            <a:pt x="1639504" y="74050"/>
                          </a:cubicBezTo>
                          <a:cubicBezTo>
                            <a:pt x="1639852" y="80707"/>
                            <a:pt x="1655600" y="83837"/>
                            <a:pt x="1654557" y="87364"/>
                          </a:cubicBezTo>
                          <a:cubicBezTo>
                            <a:pt x="1653514" y="90891"/>
                            <a:pt x="1642584" y="86966"/>
                            <a:pt x="1637119" y="83439"/>
                          </a:cubicBezTo>
                          <a:cubicBezTo>
                            <a:pt x="1631655" y="79912"/>
                            <a:pt x="1619284" y="81849"/>
                            <a:pt x="1616900" y="88507"/>
                          </a:cubicBezTo>
                          <a:cubicBezTo>
                            <a:pt x="1614514" y="95164"/>
                            <a:pt x="1604926" y="93574"/>
                            <a:pt x="1601846" y="92034"/>
                          </a:cubicBezTo>
                          <a:cubicBezTo>
                            <a:pt x="1599362" y="90792"/>
                            <a:pt x="1594494" y="93524"/>
                            <a:pt x="1590022" y="93624"/>
                          </a:cubicBezTo>
                          <a:cubicBezTo>
                            <a:pt x="1585800" y="96555"/>
                            <a:pt x="1580980" y="98095"/>
                            <a:pt x="1575714" y="98343"/>
                          </a:cubicBezTo>
                          <a:cubicBezTo>
                            <a:pt x="1570846" y="98542"/>
                            <a:pt x="1566175" y="96853"/>
                            <a:pt x="1562102" y="94170"/>
                          </a:cubicBezTo>
                          <a:cubicBezTo>
                            <a:pt x="1557283" y="99784"/>
                            <a:pt x="1550178" y="103510"/>
                            <a:pt x="1542876" y="103510"/>
                          </a:cubicBezTo>
                          <a:lnTo>
                            <a:pt x="1532294" y="103510"/>
                          </a:lnTo>
                          <a:cubicBezTo>
                            <a:pt x="1532542" y="103709"/>
                            <a:pt x="1532691" y="103957"/>
                            <a:pt x="1532741" y="104206"/>
                          </a:cubicBezTo>
                          <a:cubicBezTo>
                            <a:pt x="1533089" y="106988"/>
                            <a:pt x="1495430" y="106541"/>
                            <a:pt x="1494387" y="110863"/>
                          </a:cubicBezTo>
                          <a:cubicBezTo>
                            <a:pt x="1493891" y="112949"/>
                            <a:pt x="1490661" y="113993"/>
                            <a:pt x="1485842" y="114589"/>
                          </a:cubicBezTo>
                          <a:cubicBezTo>
                            <a:pt x="1459661" y="141615"/>
                            <a:pt x="1420810" y="145291"/>
                            <a:pt x="1385438" y="156668"/>
                          </a:cubicBezTo>
                          <a:cubicBezTo>
                            <a:pt x="1385338" y="156718"/>
                            <a:pt x="1385190" y="156718"/>
                            <a:pt x="1385090" y="156768"/>
                          </a:cubicBezTo>
                          <a:cubicBezTo>
                            <a:pt x="1389661" y="157513"/>
                            <a:pt x="1391598" y="162382"/>
                            <a:pt x="1388916" y="166108"/>
                          </a:cubicBezTo>
                          <a:cubicBezTo>
                            <a:pt x="1385835" y="170430"/>
                            <a:pt x="1372471" y="161040"/>
                            <a:pt x="1369043" y="164915"/>
                          </a:cubicBezTo>
                          <a:cubicBezTo>
                            <a:pt x="1365615" y="168840"/>
                            <a:pt x="1375551" y="173907"/>
                            <a:pt x="1381712" y="173162"/>
                          </a:cubicBezTo>
                          <a:cubicBezTo>
                            <a:pt x="1387872" y="172367"/>
                            <a:pt x="1391300" y="177087"/>
                            <a:pt x="1391996" y="182204"/>
                          </a:cubicBezTo>
                          <a:cubicBezTo>
                            <a:pt x="1392691" y="187272"/>
                            <a:pt x="1377588" y="179074"/>
                            <a:pt x="1374558" y="183396"/>
                          </a:cubicBezTo>
                          <a:cubicBezTo>
                            <a:pt x="1371478" y="187719"/>
                            <a:pt x="1376942" y="189656"/>
                            <a:pt x="1383451" y="190451"/>
                          </a:cubicBezTo>
                          <a:cubicBezTo>
                            <a:pt x="1389959" y="191246"/>
                            <a:pt x="1385190" y="193978"/>
                            <a:pt x="1391002" y="199841"/>
                          </a:cubicBezTo>
                          <a:cubicBezTo>
                            <a:pt x="1391449" y="200288"/>
                            <a:pt x="1391797" y="200735"/>
                            <a:pt x="1392095" y="201132"/>
                          </a:cubicBezTo>
                          <a:cubicBezTo>
                            <a:pt x="1395622" y="206001"/>
                            <a:pt x="1388965" y="207690"/>
                            <a:pt x="1389611" y="212360"/>
                          </a:cubicBezTo>
                          <a:cubicBezTo>
                            <a:pt x="1390257" y="217477"/>
                            <a:pt x="1383103" y="219415"/>
                            <a:pt x="1383103" y="214695"/>
                          </a:cubicBezTo>
                          <a:cubicBezTo>
                            <a:pt x="1383103" y="209976"/>
                            <a:pt x="1364969" y="208435"/>
                            <a:pt x="1361193" y="213503"/>
                          </a:cubicBezTo>
                          <a:cubicBezTo>
                            <a:pt x="1357418" y="218620"/>
                            <a:pt x="1354686" y="222545"/>
                            <a:pt x="1350214" y="217825"/>
                          </a:cubicBezTo>
                          <a:cubicBezTo>
                            <a:pt x="1349817" y="217378"/>
                            <a:pt x="1349271" y="217130"/>
                            <a:pt x="1348724" y="216881"/>
                          </a:cubicBezTo>
                          <a:cubicBezTo>
                            <a:pt x="1345743" y="218322"/>
                            <a:pt x="1342265" y="219216"/>
                            <a:pt x="1338291" y="219365"/>
                          </a:cubicBezTo>
                          <a:cubicBezTo>
                            <a:pt x="1318915" y="220011"/>
                            <a:pt x="1301080" y="231139"/>
                            <a:pt x="1281854" y="233872"/>
                          </a:cubicBezTo>
                          <a:cubicBezTo>
                            <a:pt x="1271918" y="235263"/>
                            <a:pt x="1262081" y="232878"/>
                            <a:pt x="1255921" y="225724"/>
                          </a:cubicBezTo>
                          <a:cubicBezTo>
                            <a:pt x="1247425" y="229351"/>
                            <a:pt x="1240321" y="242914"/>
                            <a:pt x="1248170" y="251906"/>
                          </a:cubicBezTo>
                          <a:cubicBezTo>
                            <a:pt x="1256070" y="260948"/>
                            <a:pt x="1248518" y="264823"/>
                            <a:pt x="1248518" y="270735"/>
                          </a:cubicBezTo>
                          <a:cubicBezTo>
                            <a:pt x="1248518" y="276597"/>
                            <a:pt x="1269086" y="288769"/>
                            <a:pt x="1280016" y="289912"/>
                          </a:cubicBezTo>
                          <a:cubicBezTo>
                            <a:pt x="1290995" y="291104"/>
                            <a:pt x="1299888" y="306356"/>
                            <a:pt x="1293380" y="315795"/>
                          </a:cubicBezTo>
                          <a:cubicBezTo>
                            <a:pt x="1286872" y="325185"/>
                            <a:pt x="1266999" y="313063"/>
                            <a:pt x="1253983" y="301288"/>
                          </a:cubicBezTo>
                          <a:cubicBezTo>
                            <a:pt x="1240967" y="289514"/>
                            <a:pt x="1210811" y="284844"/>
                            <a:pt x="1200924" y="285639"/>
                          </a:cubicBezTo>
                          <a:cubicBezTo>
                            <a:pt x="1190988" y="286384"/>
                            <a:pt x="1196801" y="275455"/>
                            <a:pt x="1184132" y="275802"/>
                          </a:cubicBezTo>
                          <a:cubicBezTo>
                            <a:pt x="1171464" y="276200"/>
                            <a:pt x="1160832" y="289117"/>
                            <a:pt x="1169377" y="289117"/>
                          </a:cubicBezTo>
                          <a:cubicBezTo>
                            <a:pt x="1177922" y="289117"/>
                            <a:pt x="1183437" y="288322"/>
                            <a:pt x="1178966" y="293041"/>
                          </a:cubicBezTo>
                          <a:cubicBezTo>
                            <a:pt x="1174494" y="297761"/>
                            <a:pt x="1181350" y="296569"/>
                            <a:pt x="1191634" y="301636"/>
                          </a:cubicBezTo>
                          <a:cubicBezTo>
                            <a:pt x="1201918" y="306753"/>
                            <a:pt x="1183089" y="313808"/>
                            <a:pt x="1172457" y="305561"/>
                          </a:cubicBezTo>
                          <a:cubicBezTo>
                            <a:pt x="1161825" y="297314"/>
                            <a:pt x="1150548" y="305163"/>
                            <a:pt x="1147468" y="311423"/>
                          </a:cubicBezTo>
                          <a:cubicBezTo>
                            <a:pt x="1144387" y="317683"/>
                            <a:pt x="1159789" y="335717"/>
                            <a:pt x="1178270" y="338847"/>
                          </a:cubicBezTo>
                          <a:cubicBezTo>
                            <a:pt x="1196751" y="341977"/>
                            <a:pt x="1190591" y="348634"/>
                            <a:pt x="1199185" y="352161"/>
                          </a:cubicBezTo>
                          <a:cubicBezTo>
                            <a:pt x="1207730" y="355689"/>
                            <a:pt x="1201570" y="359613"/>
                            <a:pt x="1195758" y="360011"/>
                          </a:cubicBezTo>
                          <a:cubicBezTo>
                            <a:pt x="1189895" y="360408"/>
                            <a:pt x="1178270" y="349826"/>
                            <a:pt x="1169029" y="344361"/>
                          </a:cubicBezTo>
                          <a:cubicBezTo>
                            <a:pt x="1159789" y="338897"/>
                            <a:pt x="1134799" y="346696"/>
                            <a:pt x="1129682" y="340437"/>
                          </a:cubicBezTo>
                          <a:cubicBezTo>
                            <a:pt x="1124565" y="334177"/>
                            <a:pt x="1133110" y="327917"/>
                            <a:pt x="1128291" y="323198"/>
                          </a:cubicBezTo>
                          <a:cubicBezTo>
                            <a:pt x="1123522" y="318478"/>
                            <a:pt x="1127645" y="307896"/>
                            <a:pt x="1133806" y="296916"/>
                          </a:cubicBezTo>
                          <a:cubicBezTo>
                            <a:pt x="1139966" y="285937"/>
                            <a:pt x="1132762" y="267158"/>
                            <a:pt x="1123870" y="263978"/>
                          </a:cubicBezTo>
                          <a:cubicBezTo>
                            <a:pt x="1114977" y="260848"/>
                            <a:pt x="1115673" y="271430"/>
                            <a:pt x="1117709" y="274560"/>
                          </a:cubicBezTo>
                          <a:cubicBezTo>
                            <a:pt x="1119746" y="277690"/>
                            <a:pt x="1118753" y="292594"/>
                            <a:pt x="1111897" y="302381"/>
                          </a:cubicBezTo>
                          <a:cubicBezTo>
                            <a:pt x="1105041" y="312168"/>
                            <a:pt x="1084175" y="312168"/>
                            <a:pt x="1084175" y="318826"/>
                          </a:cubicBezTo>
                          <a:cubicBezTo>
                            <a:pt x="1084175" y="325483"/>
                            <a:pt x="1070165" y="330600"/>
                            <a:pt x="1074934" y="335270"/>
                          </a:cubicBezTo>
                          <a:cubicBezTo>
                            <a:pt x="1079754" y="339990"/>
                            <a:pt x="1098582" y="364283"/>
                            <a:pt x="1101315" y="371735"/>
                          </a:cubicBezTo>
                          <a:cubicBezTo>
                            <a:pt x="1104047" y="379187"/>
                            <a:pt x="1084523" y="402686"/>
                            <a:pt x="1087603" y="416398"/>
                          </a:cubicBezTo>
                          <a:cubicBezTo>
                            <a:pt x="1090683" y="430110"/>
                            <a:pt x="1084870" y="436370"/>
                            <a:pt x="1088646" y="443027"/>
                          </a:cubicBezTo>
                          <a:cubicBezTo>
                            <a:pt x="1092422" y="449684"/>
                            <a:pt x="1100967" y="443822"/>
                            <a:pt x="1106482" y="446554"/>
                          </a:cubicBezTo>
                          <a:cubicBezTo>
                            <a:pt x="1111947" y="449287"/>
                            <a:pt x="1120839" y="442630"/>
                            <a:pt x="1133508" y="439897"/>
                          </a:cubicBezTo>
                          <a:cubicBezTo>
                            <a:pt x="1146176" y="437165"/>
                            <a:pt x="1169476" y="452466"/>
                            <a:pt x="1178021" y="457136"/>
                          </a:cubicBezTo>
                          <a:cubicBezTo>
                            <a:pt x="1186567" y="461856"/>
                            <a:pt x="1182145" y="469656"/>
                            <a:pt x="1186567" y="477505"/>
                          </a:cubicBezTo>
                          <a:cubicBezTo>
                            <a:pt x="1191038" y="485355"/>
                            <a:pt x="1176283" y="485355"/>
                            <a:pt x="1175935" y="497129"/>
                          </a:cubicBezTo>
                          <a:cubicBezTo>
                            <a:pt x="1175587" y="508903"/>
                            <a:pt x="1201620" y="513971"/>
                            <a:pt x="1202663" y="517498"/>
                          </a:cubicBezTo>
                          <a:cubicBezTo>
                            <a:pt x="1203706" y="521025"/>
                            <a:pt x="1184182" y="518293"/>
                            <a:pt x="1176631" y="515163"/>
                          </a:cubicBezTo>
                          <a:cubicBezTo>
                            <a:pt x="1169129" y="512033"/>
                            <a:pt x="1168433" y="500656"/>
                            <a:pt x="1166049" y="498321"/>
                          </a:cubicBezTo>
                          <a:cubicBezTo>
                            <a:pt x="1163664" y="495986"/>
                            <a:pt x="1171165" y="486547"/>
                            <a:pt x="1171861" y="479095"/>
                          </a:cubicBezTo>
                          <a:cubicBezTo>
                            <a:pt x="1172557" y="471643"/>
                            <a:pt x="1163316" y="467321"/>
                            <a:pt x="1160236" y="462253"/>
                          </a:cubicBezTo>
                          <a:cubicBezTo>
                            <a:pt x="1157156" y="457186"/>
                            <a:pt x="1151691" y="449734"/>
                            <a:pt x="1145531" y="451274"/>
                          </a:cubicBezTo>
                          <a:cubicBezTo>
                            <a:pt x="1139370" y="452864"/>
                            <a:pt x="1116765" y="455199"/>
                            <a:pt x="1109909" y="462253"/>
                          </a:cubicBezTo>
                          <a:cubicBezTo>
                            <a:pt x="1103054" y="469308"/>
                            <a:pt x="1110953" y="489280"/>
                            <a:pt x="1114728" y="499067"/>
                          </a:cubicBezTo>
                          <a:cubicBezTo>
                            <a:pt x="1118504" y="508854"/>
                            <a:pt x="1094856" y="522566"/>
                            <a:pt x="1095552" y="530415"/>
                          </a:cubicBezTo>
                          <a:cubicBezTo>
                            <a:pt x="1096247" y="538265"/>
                            <a:pt x="1088348" y="541792"/>
                            <a:pt x="1078114" y="548052"/>
                          </a:cubicBezTo>
                          <a:cubicBezTo>
                            <a:pt x="1067830" y="554311"/>
                            <a:pt x="1056553" y="559031"/>
                            <a:pt x="1056850" y="569216"/>
                          </a:cubicBezTo>
                          <a:cubicBezTo>
                            <a:pt x="1057198" y="579400"/>
                            <a:pt x="1043188" y="573935"/>
                            <a:pt x="1035985" y="569216"/>
                          </a:cubicBezTo>
                          <a:cubicBezTo>
                            <a:pt x="1028781" y="564496"/>
                            <a:pt x="1019541" y="571948"/>
                            <a:pt x="1009257" y="571551"/>
                          </a:cubicBezTo>
                          <a:cubicBezTo>
                            <a:pt x="998973" y="571153"/>
                            <a:pt x="998973" y="561366"/>
                            <a:pt x="990776" y="564893"/>
                          </a:cubicBezTo>
                          <a:cubicBezTo>
                            <a:pt x="982578" y="568421"/>
                            <a:pt x="977113" y="560621"/>
                            <a:pt x="979498" y="553517"/>
                          </a:cubicBezTo>
                          <a:cubicBezTo>
                            <a:pt x="981883" y="546462"/>
                            <a:pt x="991123" y="551927"/>
                            <a:pt x="991819" y="557044"/>
                          </a:cubicBezTo>
                          <a:cubicBezTo>
                            <a:pt x="992514" y="562111"/>
                            <a:pt x="998327" y="559776"/>
                            <a:pt x="1005183" y="555454"/>
                          </a:cubicBezTo>
                          <a:cubicBezTo>
                            <a:pt x="1012039" y="551132"/>
                            <a:pt x="1008611" y="560969"/>
                            <a:pt x="1018547" y="561714"/>
                          </a:cubicBezTo>
                          <a:cubicBezTo>
                            <a:pt x="1028483" y="562509"/>
                            <a:pt x="1022968" y="555852"/>
                            <a:pt x="1030520" y="556597"/>
                          </a:cubicBezTo>
                          <a:cubicBezTo>
                            <a:pt x="1038072" y="557392"/>
                            <a:pt x="1038369" y="554659"/>
                            <a:pt x="1035985" y="550337"/>
                          </a:cubicBezTo>
                          <a:cubicBezTo>
                            <a:pt x="1033600" y="546015"/>
                            <a:pt x="1041449" y="542885"/>
                            <a:pt x="1046268" y="540550"/>
                          </a:cubicBezTo>
                          <a:cubicBezTo>
                            <a:pt x="1051634" y="537917"/>
                            <a:pt x="1049001" y="529173"/>
                            <a:pt x="1053472" y="526441"/>
                          </a:cubicBezTo>
                          <a:cubicBezTo>
                            <a:pt x="1057894" y="523708"/>
                            <a:pt x="1054814" y="518194"/>
                            <a:pt x="1059633" y="517796"/>
                          </a:cubicBezTo>
                          <a:cubicBezTo>
                            <a:pt x="1064452" y="517399"/>
                            <a:pt x="1066489" y="509152"/>
                            <a:pt x="1070960" y="509152"/>
                          </a:cubicBezTo>
                          <a:cubicBezTo>
                            <a:pt x="1075382" y="509152"/>
                            <a:pt x="1077816" y="500905"/>
                            <a:pt x="1075083" y="496632"/>
                          </a:cubicBezTo>
                          <a:cubicBezTo>
                            <a:pt x="1072351" y="492310"/>
                            <a:pt x="1076822" y="480585"/>
                            <a:pt x="1081244" y="478996"/>
                          </a:cubicBezTo>
                          <a:cubicBezTo>
                            <a:pt x="1085665" y="477406"/>
                            <a:pt x="1086063" y="472736"/>
                            <a:pt x="1081939" y="469209"/>
                          </a:cubicBezTo>
                          <a:cubicBezTo>
                            <a:pt x="1077816" y="465681"/>
                            <a:pt x="1062763" y="453907"/>
                            <a:pt x="1063756" y="446505"/>
                          </a:cubicBezTo>
                          <a:cubicBezTo>
                            <a:pt x="1064800" y="439053"/>
                            <a:pt x="1061024" y="425341"/>
                            <a:pt x="1063060" y="419478"/>
                          </a:cubicBezTo>
                          <a:cubicBezTo>
                            <a:pt x="1065097" y="413616"/>
                            <a:pt x="1063409" y="401444"/>
                            <a:pt x="1062713" y="394390"/>
                          </a:cubicBezTo>
                          <a:cubicBezTo>
                            <a:pt x="1062017" y="387335"/>
                            <a:pt x="1066489" y="379486"/>
                            <a:pt x="1068575" y="366569"/>
                          </a:cubicBezTo>
                          <a:cubicBezTo>
                            <a:pt x="1070612" y="353652"/>
                            <a:pt x="1056602" y="339940"/>
                            <a:pt x="1049746" y="336413"/>
                          </a:cubicBezTo>
                          <a:cubicBezTo>
                            <a:pt x="1042890" y="332885"/>
                            <a:pt x="1047362" y="325831"/>
                            <a:pt x="1057298" y="316441"/>
                          </a:cubicBezTo>
                          <a:cubicBezTo>
                            <a:pt x="1067234" y="307051"/>
                            <a:pt x="1067930" y="277640"/>
                            <a:pt x="1067234" y="271381"/>
                          </a:cubicBezTo>
                          <a:cubicBezTo>
                            <a:pt x="1066538" y="265121"/>
                            <a:pt x="1046318" y="259606"/>
                            <a:pt x="1038469" y="260401"/>
                          </a:cubicBezTo>
                          <a:cubicBezTo>
                            <a:pt x="1033749" y="260898"/>
                            <a:pt x="1021478" y="260501"/>
                            <a:pt x="1010847" y="259805"/>
                          </a:cubicBezTo>
                          <a:cubicBezTo>
                            <a:pt x="1009555" y="260203"/>
                            <a:pt x="1008213" y="260401"/>
                            <a:pt x="1006872" y="260501"/>
                          </a:cubicBezTo>
                          <a:cubicBezTo>
                            <a:pt x="1008213" y="266015"/>
                            <a:pt x="1007617" y="272225"/>
                            <a:pt x="1004189" y="278584"/>
                          </a:cubicBezTo>
                          <a:cubicBezTo>
                            <a:pt x="990577" y="303822"/>
                            <a:pt x="984367" y="332488"/>
                            <a:pt x="953714" y="341927"/>
                          </a:cubicBezTo>
                          <a:cubicBezTo>
                            <a:pt x="952820" y="342225"/>
                            <a:pt x="951875" y="342424"/>
                            <a:pt x="950981" y="342573"/>
                          </a:cubicBezTo>
                          <a:cubicBezTo>
                            <a:pt x="946609" y="349727"/>
                            <a:pt x="942436" y="356980"/>
                            <a:pt x="938114" y="364134"/>
                          </a:cubicBezTo>
                          <a:cubicBezTo>
                            <a:pt x="938263" y="364184"/>
                            <a:pt x="938362" y="364184"/>
                            <a:pt x="938512" y="364283"/>
                          </a:cubicBezTo>
                          <a:cubicBezTo>
                            <a:pt x="942287" y="366618"/>
                            <a:pt x="938164" y="383112"/>
                            <a:pt x="935779" y="385447"/>
                          </a:cubicBezTo>
                          <a:cubicBezTo>
                            <a:pt x="933394" y="387782"/>
                            <a:pt x="940250" y="393694"/>
                            <a:pt x="934438" y="397967"/>
                          </a:cubicBezTo>
                          <a:cubicBezTo>
                            <a:pt x="928625" y="402289"/>
                            <a:pt x="923111" y="411281"/>
                            <a:pt x="926538" y="416001"/>
                          </a:cubicBezTo>
                          <a:cubicBezTo>
                            <a:pt x="929967" y="420720"/>
                            <a:pt x="946759" y="423055"/>
                            <a:pt x="953912" y="427775"/>
                          </a:cubicBezTo>
                          <a:cubicBezTo>
                            <a:pt x="961116" y="432495"/>
                            <a:pt x="958334" y="441089"/>
                            <a:pt x="963848" y="449336"/>
                          </a:cubicBezTo>
                          <a:cubicBezTo>
                            <a:pt x="969313" y="457583"/>
                            <a:pt x="975126" y="452466"/>
                            <a:pt x="977859" y="457583"/>
                          </a:cubicBezTo>
                          <a:cubicBezTo>
                            <a:pt x="980591" y="462651"/>
                            <a:pt x="967923" y="483070"/>
                            <a:pt x="963451" y="483815"/>
                          </a:cubicBezTo>
                          <a:cubicBezTo>
                            <a:pt x="959030" y="484610"/>
                            <a:pt x="940846" y="463048"/>
                            <a:pt x="935382" y="458378"/>
                          </a:cubicBezTo>
                          <a:cubicBezTo>
                            <a:pt x="929917" y="453659"/>
                            <a:pt x="908653" y="446207"/>
                            <a:pt x="898071" y="439947"/>
                          </a:cubicBezTo>
                          <a:cubicBezTo>
                            <a:pt x="887639" y="433786"/>
                            <a:pt x="879144" y="434383"/>
                            <a:pt x="867816" y="425837"/>
                          </a:cubicBezTo>
                          <a:cubicBezTo>
                            <a:pt x="863643" y="426831"/>
                            <a:pt x="859420" y="427527"/>
                            <a:pt x="855048" y="427775"/>
                          </a:cubicBezTo>
                          <a:cubicBezTo>
                            <a:pt x="842578" y="428570"/>
                            <a:pt x="830456" y="426434"/>
                            <a:pt x="819129" y="420969"/>
                          </a:cubicBezTo>
                          <a:cubicBezTo>
                            <a:pt x="814509" y="418733"/>
                            <a:pt x="809640" y="414808"/>
                            <a:pt x="804722" y="411132"/>
                          </a:cubicBezTo>
                          <a:cubicBezTo>
                            <a:pt x="794388" y="409592"/>
                            <a:pt x="787036" y="407456"/>
                            <a:pt x="782365" y="408201"/>
                          </a:cubicBezTo>
                          <a:cubicBezTo>
                            <a:pt x="775162" y="409393"/>
                            <a:pt x="777944" y="399954"/>
                            <a:pt x="765275" y="393694"/>
                          </a:cubicBezTo>
                          <a:cubicBezTo>
                            <a:pt x="752607" y="387434"/>
                            <a:pt x="744360" y="378790"/>
                            <a:pt x="737206" y="383112"/>
                          </a:cubicBezTo>
                          <a:cubicBezTo>
                            <a:pt x="730002" y="387385"/>
                            <a:pt x="732784" y="403084"/>
                            <a:pt x="743714" y="405021"/>
                          </a:cubicBezTo>
                          <a:cubicBezTo>
                            <a:pt x="754644" y="407009"/>
                            <a:pt x="749179" y="413666"/>
                            <a:pt x="760804" y="412871"/>
                          </a:cubicBezTo>
                          <a:cubicBezTo>
                            <a:pt x="772429" y="412076"/>
                            <a:pt x="775857" y="416796"/>
                            <a:pt x="775509" y="424993"/>
                          </a:cubicBezTo>
                          <a:cubicBezTo>
                            <a:pt x="775162" y="433240"/>
                            <a:pt x="780975" y="441437"/>
                            <a:pt x="786141" y="446952"/>
                          </a:cubicBezTo>
                          <a:cubicBezTo>
                            <a:pt x="791258" y="452466"/>
                            <a:pt x="788178" y="461459"/>
                            <a:pt x="778938" y="461459"/>
                          </a:cubicBezTo>
                          <a:cubicBezTo>
                            <a:pt x="769697" y="461459"/>
                            <a:pt x="759115" y="463048"/>
                            <a:pt x="763189" y="470451"/>
                          </a:cubicBezTo>
                          <a:cubicBezTo>
                            <a:pt x="767313" y="477903"/>
                            <a:pt x="760457" y="479840"/>
                            <a:pt x="751216" y="475965"/>
                          </a:cubicBezTo>
                          <a:cubicBezTo>
                            <a:pt x="741975" y="472040"/>
                            <a:pt x="747440" y="464588"/>
                            <a:pt x="751216" y="460266"/>
                          </a:cubicBezTo>
                          <a:cubicBezTo>
                            <a:pt x="754992" y="455994"/>
                            <a:pt x="742969" y="450479"/>
                            <a:pt x="737156" y="448144"/>
                          </a:cubicBezTo>
                          <a:cubicBezTo>
                            <a:pt x="731344" y="445809"/>
                            <a:pt x="708043" y="465383"/>
                            <a:pt x="701536" y="468513"/>
                          </a:cubicBezTo>
                          <a:cubicBezTo>
                            <a:pt x="695027" y="471643"/>
                            <a:pt x="678931" y="463794"/>
                            <a:pt x="662486" y="468513"/>
                          </a:cubicBezTo>
                          <a:cubicBezTo>
                            <a:pt x="646042" y="473233"/>
                            <a:pt x="647085" y="488137"/>
                            <a:pt x="640925" y="486547"/>
                          </a:cubicBezTo>
                          <a:cubicBezTo>
                            <a:pt x="634765" y="485007"/>
                            <a:pt x="616631" y="488485"/>
                            <a:pt x="609725" y="483815"/>
                          </a:cubicBezTo>
                          <a:cubicBezTo>
                            <a:pt x="602869" y="479145"/>
                            <a:pt x="608385" y="476412"/>
                            <a:pt x="615538" y="476760"/>
                          </a:cubicBezTo>
                          <a:cubicBezTo>
                            <a:pt x="622742" y="477158"/>
                            <a:pt x="625127" y="474425"/>
                            <a:pt x="621003" y="468911"/>
                          </a:cubicBezTo>
                          <a:cubicBezTo>
                            <a:pt x="616880" y="463396"/>
                            <a:pt x="626517" y="454801"/>
                            <a:pt x="626120" y="450877"/>
                          </a:cubicBezTo>
                          <a:cubicBezTo>
                            <a:pt x="625773" y="446952"/>
                            <a:pt x="599045" y="457136"/>
                            <a:pt x="594623" y="461459"/>
                          </a:cubicBezTo>
                          <a:cubicBezTo>
                            <a:pt x="590152" y="465781"/>
                            <a:pt x="594970" y="473630"/>
                            <a:pt x="590152" y="476363"/>
                          </a:cubicBezTo>
                          <a:cubicBezTo>
                            <a:pt x="585333" y="479095"/>
                            <a:pt x="585382" y="471643"/>
                            <a:pt x="579868" y="469308"/>
                          </a:cubicBezTo>
                          <a:cubicBezTo>
                            <a:pt x="574403" y="466973"/>
                            <a:pt x="534360" y="477555"/>
                            <a:pt x="526809" y="487342"/>
                          </a:cubicBezTo>
                          <a:cubicBezTo>
                            <a:pt x="519257" y="497129"/>
                            <a:pt x="504552" y="497527"/>
                            <a:pt x="504552" y="503041"/>
                          </a:cubicBezTo>
                          <a:cubicBezTo>
                            <a:pt x="504552" y="508556"/>
                            <a:pt x="486369" y="508109"/>
                            <a:pt x="479215" y="512033"/>
                          </a:cubicBezTo>
                          <a:cubicBezTo>
                            <a:pt x="472011" y="515958"/>
                            <a:pt x="476830" y="532005"/>
                            <a:pt x="474098" y="539854"/>
                          </a:cubicBezTo>
                          <a:cubicBezTo>
                            <a:pt x="471365" y="547704"/>
                            <a:pt x="443296" y="545319"/>
                            <a:pt x="434701" y="545717"/>
                          </a:cubicBezTo>
                          <a:cubicBezTo>
                            <a:pt x="426156" y="546114"/>
                            <a:pt x="423076" y="526888"/>
                            <a:pt x="416220" y="525745"/>
                          </a:cubicBezTo>
                          <a:cubicBezTo>
                            <a:pt x="409364" y="524553"/>
                            <a:pt x="413488" y="513623"/>
                            <a:pt x="415524" y="508903"/>
                          </a:cubicBezTo>
                          <a:cubicBezTo>
                            <a:pt x="417561" y="504184"/>
                            <a:pt x="423076" y="508109"/>
                            <a:pt x="431621" y="501849"/>
                          </a:cubicBezTo>
                          <a:cubicBezTo>
                            <a:pt x="440166" y="495539"/>
                            <a:pt x="448761" y="504979"/>
                            <a:pt x="452189" y="500656"/>
                          </a:cubicBezTo>
                          <a:cubicBezTo>
                            <a:pt x="455617" y="496334"/>
                            <a:pt x="439172" y="484957"/>
                            <a:pt x="438179" y="475170"/>
                          </a:cubicBezTo>
                          <a:cubicBezTo>
                            <a:pt x="437136" y="465383"/>
                            <a:pt x="419002" y="462651"/>
                            <a:pt x="408718" y="465781"/>
                          </a:cubicBezTo>
                          <a:cubicBezTo>
                            <a:pt x="404098" y="467172"/>
                            <a:pt x="399328" y="467370"/>
                            <a:pt x="394758" y="466824"/>
                          </a:cubicBezTo>
                          <a:cubicBezTo>
                            <a:pt x="393913" y="470600"/>
                            <a:pt x="392373" y="474127"/>
                            <a:pt x="390088" y="477158"/>
                          </a:cubicBezTo>
                          <a:cubicBezTo>
                            <a:pt x="391827" y="481331"/>
                            <a:pt x="389740" y="486895"/>
                            <a:pt x="390883" y="490869"/>
                          </a:cubicBezTo>
                          <a:cubicBezTo>
                            <a:pt x="392622" y="496732"/>
                            <a:pt x="388150" y="510096"/>
                            <a:pt x="381990" y="520280"/>
                          </a:cubicBezTo>
                          <a:cubicBezTo>
                            <a:pt x="375830" y="530465"/>
                            <a:pt x="380301" y="530067"/>
                            <a:pt x="389541" y="529670"/>
                          </a:cubicBezTo>
                          <a:cubicBezTo>
                            <a:pt x="398782" y="529322"/>
                            <a:pt x="398086" y="543034"/>
                            <a:pt x="398086" y="553169"/>
                          </a:cubicBezTo>
                          <a:cubicBezTo>
                            <a:pt x="398086" y="563353"/>
                            <a:pt x="390883" y="566086"/>
                            <a:pt x="390883" y="573538"/>
                          </a:cubicBezTo>
                          <a:cubicBezTo>
                            <a:pt x="390883" y="580990"/>
                            <a:pt x="383331" y="570010"/>
                            <a:pt x="380947" y="573140"/>
                          </a:cubicBezTo>
                          <a:cubicBezTo>
                            <a:pt x="378562" y="576270"/>
                            <a:pt x="375482" y="571551"/>
                            <a:pt x="374141" y="565291"/>
                          </a:cubicBezTo>
                          <a:cubicBezTo>
                            <a:pt x="372749" y="559031"/>
                            <a:pt x="358739" y="562558"/>
                            <a:pt x="350840" y="560174"/>
                          </a:cubicBezTo>
                          <a:cubicBezTo>
                            <a:pt x="342941" y="557839"/>
                            <a:pt x="339861" y="561763"/>
                            <a:pt x="336135" y="568421"/>
                          </a:cubicBezTo>
                          <a:cubicBezTo>
                            <a:pt x="332359" y="575078"/>
                            <a:pt x="321380" y="577810"/>
                            <a:pt x="315567" y="578605"/>
                          </a:cubicBezTo>
                          <a:cubicBezTo>
                            <a:pt x="309109" y="579499"/>
                            <a:pt x="299471" y="592317"/>
                            <a:pt x="293310" y="597037"/>
                          </a:cubicBezTo>
                          <a:cubicBezTo>
                            <a:pt x="287150" y="601756"/>
                            <a:pt x="286107" y="610749"/>
                            <a:pt x="294652" y="620138"/>
                          </a:cubicBezTo>
                          <a:cubicBezTo>
                            <a:pt x="303246" y="629528"/>
                            <a:pt x="304935" y="635837"/>
                            <a:pt x="304240" y="640905"/>
                          </a:cubicBezTo>
                          <a:cubicBezTo>
                            <a:pt x="303544" y="646022"/>
                            <a:pt x="280244" y="644432"/>
                            <a:pt x="276518" y="638967"/>
                          </a:cubicBezTo>
                          <a:cubicBezTo>
                            <a:pt x="272742" y="633502"/>
                            <a:pt x="257689" y="631515"/>
                            <a:pt x="252522" y="632707"/>
                          </a:cubicBezTo>
                          <a:cubicBezTo>
                            <a:pt x="247356" y="633900"/>
                            <a:pt x="233346" y="615071"/>
                            <a:pt x="226142" y="614673"/>
                          </a:cubicBezTo>
                          <a:cubicBezTo>
                            <a:pt x="218938" y="614276"/>
                            <a:pt x="214467" y="624460"/>
                            <a:pt x="212083" y="629528"/>
                          </a:cubicBezTo>
                          <a:cubicBezTo>
                            <a:pt x="209698" y="634645"/>
                            <a:pt x="215510" y="636235"/>
                            <a:pt x="218938" y="644829"/>
                          </a:cubicBezTo>
                          <a:cubicBezTo>
                            <a:pt x="222366" y="653474"/>
                            <a:pt x="235035" y="653822"/>
                            <a:pt x="241543" y="653822"/>
                          </a:cubicBezTo>
                          <a:cubicBezTo>
                            <a:pt x="248051" y="653822"/>
                            <a:pt x="245617" y="665198"/>
                            <a:pt x="243580" y="669868"/>
                          </a:cubicBezTo>
                          <a:cubicBezTo>
                            <a:pt x="241543" y="674588"/>
                            <a:pt x="229520" y="678115"/>
                            <a:pt x="226142" y="672998"/>
                          </a:cubicBezTo>
                          <a:cubicBezTo>
                            <a:pt x="222714" y="667931"/>
                            <a:pt x="208307" y="672998"/>
                            <a:pt x="208009" y="666739"/>
                          </a:cubicBezTo>
                          <a:cubicBezTo>
                            <a:pt x="207661" y="660479"/>
                            <a:pt x="197377" y="651089"/>
                            <a:pt x="186795" y="653027"/>
                          </a:cubicBezTo>
                          <a:cubicBezTo>
                            <a:pt x="176163" y="654964"/>
                            <a:pt x="174127" y="647164"/>
                            <a:pt x="174822" y="637725"/>
                          </a:cubicBezTo>
                          <a:cubicBezTo>
                            <a:pt x="175518" y="628335"/>
                            <a:pt x="169009" y="622871"/>
                            <a:pt x="169307" y="618548"/>
                          </a:cubicBezTo>
                          <a:cubicBezTo>
                            <a:pt x="169655" y="614226"/>
                            <a:pt x="164538" y="605631"/>
                            <a:pt x="170003" y="601309"/>
                          </a:cubicBezTo>
                          <a:cubicBezTo>
                            <a:pt x="175468" y="596987"/>
                            <a:pt x="171394" y="590330"/>
                            <a:pt x="171742" y="584468"/>
                          </a:cubicBezTo>
                          <a:cubicBezTo>
                            <a:pt x="172090" y="578605"/>
                            <a:pt x="162501" y="569563"/>
                            <a:pt x="153956" y="569563"/>
                          </a:cubicBezTo>
                          <a:cubicBezTo>
                            <a:pt x="145411" y="569563"/>
                            <a:pt x="147100" y="559776"/>
                            <a:pt x="139946" y="557789"/>
                          </a:cubicBezTo>
                          <a:cubicBezTo>
                            <a:pt x="132743" y="555852"/>
                            <a:pt x="118385" y="542090"/>
                            <a:pt x="117342" y="536228"/>
                          </a:cubicBezTo>
                          <a:cubicBezTo>
                            <a:pt x="116298" y="530365"/>
                            <a:pt x="105369" y="529521"/>
                            <a:pt x="109095" y="527583"/>
                          </a:cubicBezTo>
                          <a:cubicBezTo>
                            <a:pt x="112870" y="525646"/>
                            <a:pt x="121416" y="528378"/>
                            <a:pt x="127576" y="535433"/>
                          </a:cubicBezTo>
                          <a:cubicBezTo>
                            <a:pt x="133736" y="542487"/>
                            <a:pt x="143672" y="548747"/>
                            <a:pt x="159769" y="551132"/>
                          </a:cubicBezTo>
                          <a:cubicBezTo>
                            <a:pt x="175865" y="553467"/>
                            <a:pt x="182374" y="562111"/>
                            <a:pt x="200159" y="565639"/>
                          </a:cubicBezTo>
                          <a:cubicBezTo>
                            <a:pt x="217994" y="569166"/>
                            <a:pt x="228576" y="571501"/>
                            <a:pt x="254261" y="575873"/>
                          </a:cubicBezTo>
                          <a:cubicBezTo>
                            <a:pt x="279946" y="580195"/>
                            <a:pt x="314176" y="550387"/>
                            <a:pt x="321380" y="542140"/>
                          </a:cubicBezTo>
                          <a:cubicBezTo>
                            <a:pt x="327540" y="535085"/>
                            <a:pt x="321678" y="521771"/>
                            <a:pt x="319840" y="514120"/>
                          </a:cubicBezTo>
                          <a:cubicBezTo>
                            <a:pt x="308960" y="512928"/>
                            <a:pt x="299222" y="505525"/>
                            <a:pt x="291075" y="496185"/>
                          </a:cubicBezTo>
                          <a:cubicBezTo>
                            <a:pt x="290379" y="495390"/>
                            <a:pt x="289733" y="494744"/>
                            <a:pt x="289236" y="494297"/>
                          </a:cubicBezTo>
                          <a:cubicBezTo>
                            <a:pt x="287547" y="494148"/>
                            <a:pt x="285510" y="493900"/>
                            <a:pt x="284964" y="493850"/>
                          </a:cubicBezTo>
                          <a:cubicBezTo>
                            <a:pt x="273587" y="493055"/>
                            <a:pt x="263204" y="488733"/>
                            <a:pt x="256000" y="479443"/>
                          </a:cubicBezTo>
                          <a:cubicBezTo>
                            <a:pt x="252771" y="475319"/>
                            <a:pt x="250486" y="470649"/>
                            <a:pt x="249442" y="465830"/>
                          </a:cubicBezTo>
                          <a:cubicBezTo>
                            <a:pt x="245716" y="463098"/>
                            <a:pt x="241146" y="459571"/>
                            <a:pt x="235283" y="455099"/>
                          </a:cubicBezTo>
                          <a:cubicBezTo>
                            <a:pt x="230713" y="454454"/>
                            <a:pt x="226142" y="452367"/>
                            <a:pt x="221870" y="448542"/>
                          </a:cubicBezTo>
                          <a:cubicBezTo>
                            <a:pt x="226192" y="452466"/>
                            <a:pt x="211337" y="449138"/>
                            <a:pt x="208704" y="448542"/>
                          </a:cubicBezTo>
                          <a:cubicBezTo>
                            <a:pt x="203289" y="447349"/>
                            <a:pt x="198122" y="445263"/>
                            <a:pt x="193154" y="442779"/>
                          </a:cubicBezTo>
                          <a:cubicBezTo>
                            <a:pt x="186199" y="439351"/>
                            <a:pt x="179343" y="435674"/>
                            <a:pt x="172487" y="432048"/>
                          </a:cubicBezTo>
                          <a:cubicBezTo>
                            <a:pt x="171444" y="431899"/>
                            <a:pt x="170450" y="431402"/>
                            <a:pt x="169457" y="430458"/>
                          </a:cubicBezTo>
                          <a:cubicBezTo>
                            <a:pt x="167917" y="429613"/>
                            <a:pt x="166377" y="428818"/>
                            <a:pt x="164787" y="427974"/>
                          </a:cubicBezTo>
                          <a:cubicBezTo>
                            <a:pt x="162501" y="426781"/>
                            <a:pt x="160315" y="425490"/>
                            <a:pt x="158129" y="424198"/>
                          </a:cubicBezTo>
                          <a:cubicBezTo>
                            <a:pt x="155645" y="424645"/>
                            <a:pt x="153062" y="425887"/>
                            <a:pt x="150876" y="427725"/>
                          </a:cubicBezTo>
                          <a:cubicBezTo>
                            <a:pt x="145361" y="432445"/>
                            <a:pt x="139897" y="423403"/>
                            <a:pt x="129613" y="426136"/>
                          </a:cubicBezTo>
                          <a:cubicBezTo>
                            <a:pt x="119329" y="428868"/>
                            <a:pt x="113864" y="421068"/>
                            <a:pt x="116597" y="417541"/>
                          </a:cubicBezTo>
                          <a:cubicBezTo>
                            <a:pt x="119329" y="414014"/>
                            <a:pt x="134432" y="417143"/>
                            <a:pt x="133736" y="411281"/>
                          </a:cubicBezTo>
                          <a:cubicBezTo>
                            <a:pt x="133041" y="405419"/>
                            <a:pt x="127576" y="411281"/>
                            <a:pt x="118335" y="404226"/>
                          </a:cubicBezTo>
                          <a:cubicBezTo>
                            <a:pt x="109095" y="397172"/>
                            <a:pt x="103978" y="401892"/>
                            <a:pt x="101891" y="407754"/>
                          </a:cubicBezTo>
                          <a:cubicBezTo>
                            <a:pt x="99854" y="413616"/>
                            <a:pt x="92650" y="412026"/>
                            <a:pt x="87832" y="406959"/>
                          </a:cubicBezTo>
                          <a:cubicBezTo>
                            <a:pt x="87384" y="406462"/>
                            <a:pt x="86838" y="406065"/>
                            <a:pt x="86242" y="405667"/>
                          </a:cubicBezTo>
                          <a:cubicBezTo>
                            <a:pt x="84652" y="415454"/>
                            <a:pt x="79584" y="416448"/>
                            <a:pt x="74467" y="415156"/>
                          </a:cubicBezTo>
                          <a:cubicBezTo>
                            <a:pt x="68307" y="413566"/>
                            <a:pt x="62147" y="425341"/>
                            <a:pt x="55291" y="425341"/>
                          </a:cubicBezTo>
                          <a:cubicBezTo>
                            <a:pt x="48435" y="425341"/>
                            <a:pt x="40933" y="433935"/>
                            <a:pt x="39542" y="440990"/>
                          </a:cubicBezTo>
                          <a:cubicBezTo>
                            <a:pt x="38201" y="448045"/>
                            <a:pt x="30649" y="444120"/>
                            <a:pt x="30649" y="448840"/>
                          </a:cubicBezTo>
                          <a:cubicBezTo>
                            <a:pt x="30649" y="453559"/>
                            <a:pt x="30649" y="458229"/>
                            <a:pt x="27221" y="462949"/>
                          </a:cubicBezTo>
                          <a:cubicBezTo>
                            <a:pt x="23793" y="467669"/>
                            <a:pt x="27221" y="470004"/>
                            <a:pt x="30649" y="477853"/>
                          </a:cubicBezTo>
                          <a:cubicBezTo>
                            <a:pt x="34077" y="485703"/>
                            <a:pt x="41579" y="484908"/>
                            <a:pt x="45007" y="487243"/>
                          </a:cubicBezTo>
                          <a:cubicBezTo>
                            <a:pt x="48435" y="489578"/>
                            <a:pt x="61451" y="502147"/>
                            <a:pt x="61451" y="506817"/>
                          </a:cubicBezTo>
                          <a:cubicBezTo>
                            <a:pt x="61451" y="511536"/>
                            <a:pt x="51167" y="523261"/>
                            <a:pt x="47093" y="526441"/>
                          </a:cubicBezTo>
                          <a:cubicBezTo>
                            <a:pt x="42970" y="529521"/>
                            <a:pt x="37505" y="537420"/>
                            <a:pt x="40238" y="542090"/>
                          </a:cubicBezTo>
                          <a:cubicBezTo>
                            <a:pt x="42970" y="546810"/>
                            <a:pt x="54645" y="566384"/>
                            <a:pt x="62147" y="582083"/>
                          </a:cubicBezTo>
                          <a:cubicBezTo>
                            <a:pt x="69698" y="597782"/>
                            <a:pt x="59414" y="590727"/>
                            <a:pt x="54595" y="597732"/>
                          </a:cubicBezTo>
                          <a:cubicBezTo>
                            <a:pt x="49826" y="604787"/>
                            <a:pt x="56632" y="613431"/>
                            <a:pt x="58023" y="618151"/>
                          </a:cubicBezTo>
                          <a:cubicBezTo>
                            <a:pt x="59414" y="622871"/>
                            <a:pt x="51863" y="622076"/>
                            <a:pt x="52558" y="625951"/>
                          </a:cubicBezTo>
                          <a:cubicBezTo>
                            <a:pt x="53254" y="629876"/>
                            <a:pt x="63538" y="631465"/>
                            <a:pt x="64184" y="634595"/>
                          </a:cubicBezTo>
                          <a:cubicBezTo>
                            <a:pt x="64879" y="637725"/>
                            <a:pt x="57328" y="641650"/>
                            <a:pt x="60756" y="647910"/>
                          </a:cubicBezTo>
                          <a:cubicBezTo>
                            <a:pt x="64184" y="654219"/>
                            <a:pt x="72381" y="654169"/>
                            <a:pt x="73076" y="662019"/>
                          </a:cubicBezTo>
                          <a:cubicBezTo>
                            <a:pt x="73772" y="669868"/>
                            <a:pt x="58023" y="670614"/>
                            <a:pt x="58719" y="676923"/>
                          </a:cubicBezTo>
                          <a:cubicBezTo>
                            <a:pt x="59414" y="683183"/>
                            <a:pt x="79237" y="691032"/>
                            <a:pt x="88179" y="702757"/>
                          </a:cubicBezTo>
                          <a:cubicBezTo>
                            <a:pt x="97072" y="714531"/>
                            <a:pt x="96376" y="717661"/>
                            <a:pt x="94340" y="723921"/>
                          </a:cubicBezTo>
                          <a:cubicBezTo>
                            <a:pt x="90216" y="736540"/>
                            <a:pt x="65574" y="747420"/>
                            <a:pt x="60060" y="761529"/>
                          </a:cubicBezTo>
                          <a:cubicBezTo>
                            <a:pt x="54595" y="775638"/>
                            <a:pt x="34027" y="783438"/>
                            <a:pt x="24439" y="794467"/>
                          </a:cubicBezTo>
                          <a:cubicBezTo>
                            <a:pt x="20514" y="798938"/>
                            <a:pt x="16639" y="804950"/>
                            <a:pt x="13410" y="810564"/>
                          </a:cubicBezTo>
                          <a:cubicBezTo>
                            <a:pt x="17484" y="809371"/>
                            <a:pt x="20713" y="807980"/>
                            <a:pt x="23098" y="806589"/>
                          </a:cubicBezTo>
                          <a:cubicBezTo>
                            <a:pt x="28563" y="803410"/>
                            <a:pt x="32338" y="818711"/>
                            <a:pt x="37803" y="823828"/>
                          </a:cubicBezTo>
                          <a:cubicBezTo>
                            <a:pt x="43268" y="828946"/>
                            <a:pt x="54247" y="824226"/>
                            <a:pt x="57974" y="828946"/>
                          </a:cubicBezTo>
                          <a:cubicBezTo>
                            <a:pt x="61749" y="833665"/>
                            <a:pt x="54893" y="834013"/>
                            <a:pt x="47044" y="832473"/>
                          </a:cubicBezTo>
                          <a:cubicBezTo>
                            <a:pt x="39144" y="830933"/>
                            <a:pt x="37108" y="836398"/>
                            <a:pt x="24787" y="841068"/>
                          </a:cubicBezTo>
                          <a:cubicBezTo>
                            <a:pt x="15596" y="844595"/>
                            <a:pt x="16490" y="848321"/>
                            <a:pt x="13410" y="851302"/>
                          </a:cubicBezTo>
                          <a:cubicBezTo>
                            <a:pt x="18974" y="860542"/>
                            <a:pt x="11522" y="861685"/>
                            <a:pt x="8690" y="868690"/>
                          </a:cubicBezTo>
                          <a:cubicBezTo>
                            <a:pt x="5610" y="876341"/>
                            <a:pt x="1487" y="877533"/>
                            <a:pt x="990" y="882203"/>
                          </a:cubicBezTo>
                          <a:cubicBezTo>
                            <a:pt x="493" y="886923"/>
                            <a:pt x="2033" y="890450"/>
                            <a:pt x="2530" y="897505"/>
                          </a:cubicBezTo>
                          <a:cubicBezTo>
                            <a:pt x="3027" y="904559"/>
                            <a:pt x="4070" y="905752"/>
                            <a:pt x="7647" y="911614"/>
                          </a:cubicBezTo>
                          <a:cubicBezTo>
                            <a:pt x="11224" y="917476"/>
                            <a:pt x="4567" y="917476"/>
                            <a:pt x="1487" y="920457"/>
                          </a:cubicBezTo>
                          <a:cubicBezTo>
                            <a:pt x="-1593" y="923388"/>
                            <a:pt x="443" y="929847"/>
                            <a:pt x="4567" y="934566"/>
                          </a:cubicBezTo>
                          <a:cubicBezTo>
                            <a:pt x="8690" y="939286"/>
                            <a:pt x="8690" y="945148"/>
                            <a:pt x="7150" y="949272"/>
                          </a:cubicBezTo>
                          <a:cubicBezTo>
                            <a:pt x="5610" y="953395"/>
                            <a:pt x="10727" y="960450"/>
                            <a:pt x="14354" y="964573"/>
                          </a:cubicBezTo>
                          <a:cubicBezTo>
                            <a:pt x="17931" y="968697"/>
                            <a:pt x="17434" y="979875"/>
                            <a:pt x="20514" y="982806"/>
                          </a:cubicBezTo>
                          <a:cubicBezTo>
                            <a:pt x="23595" y="985737"/>
                            <a:pt x="27221" y="988668"/>
                            <a:pt x="32835" y="986930"/>
                          </a:cubicBezTo>
                          <a:cubicBezTo>
                            <a:pt x="38499" y="985191"/>
                            <a:pt x="42076" y="988122"/>
                            <a:pt x="44659" y="993388"/>
                          </a:cubicBezTo>
                          <a:cubicBezTo>
                            <a:pt x="47242" y="998654"/>
                            <a:pt x="51316" y="996319"/>
                            <a:pt x="56980" y="993388"/>
                          </a:cubicBezTo>
                          <a:cubicBezTo>
                            <a:pt x="62594" y="990457"/>
                            <a:pt x="75461" y="998654"/>
                            <a:pt x="78541" y="1000443"/>
                          </a:cubicBezTo>
                          <a:cubicBezTo>
                            <a:pt x="81622" y="1002182"/>
                            <a:pt x="80081" y="1012217"/>
                            <a:pt x="80578" y="1018676"/>
                          </a:cubicBezTo>
                          <a:cubicBezTo>
                            <a:pt x="81075" y="1025134"/>
                            <a:pt x="77498" y="1033381"/>
                            <a:pt x="83162" y="1037504"/>
                          </a:cubicBezTo>
                          <a:cubicBezTo>
                            <a:pt x="88825" y="1041628"/>
                            <a:pt x="87285" y="1051018"/>
                            <a:pt x="93942" y="1053949"/>
                          </a:cubicBezTo>
                          <a:cubicBezTo>
                            <a:pt x="100649" y="1056880"/>
                            <a:pt x="103183" y="1067462"/>
                            <a:pt x="107306" y="1068654"/>
                          </a:cubicBezTo>
                          <a:cubicBezTo>
                            <a:pt x="111430" y="1069797"/>
                            <a:pt x="119130" y="1076901"/>
                            <a:pt x="120124" y="1082167"/>
                          </a:cubicBezTo>
                          <a:cubicBezTo>
                            <a:pt x="121167" y="1087433"/>
                            <a:pt x="112920" y="1092153"/>
                            <a:pt x="108300" y="1094488"/>
                          </a:cubicBezTo>
                          <a:cubicBezTo>
                            <a:pt x="103680" y="1096823"/>
                            <a:pt x="94936" y="1087433"/>
                            <a:pt x="91856" y="1091557"/>
                          </a:cubicBezTo>
                          <a:cubicBezTo>
                            <a:pt x="88776" y="1095680"/>
                            <a:pt x="92899" y="1103331"/>
                            <a:pt x="95433" y="1116248"/>
                          </a:cubicBezTo>
                          <a:cubicBezTo>
                            <a:pt x="98016" y="1129165"/>
                            <a:pt x="100053" y="1130357"/>
                            <a:pt x="105220" y="1130357"/>
                          </a:cubicBezTo>
                          <a:cubicBezTo>
                            <a:pt x="110386" y="1130357"/>
                            <a:pt x="112423" y="1126234"/>
                            <a:pt x="116000" y="1123899"/>
                          </a:cubicBezTo>
                          <a:cubicBezTo>
                            <a:pt x="119577" y="1121564"/>
                            <a:pt x="127824" y="1125091"/>
                            <a:pt x="131401" y="1123303"/>
                          </a:cubicBezTo>
                          <a:cubicBezTo>
                            <a:pt x="134978" y="1121514"/>
                            <a:pt x="147845" y="1120968"/>
                            <a:pt x="150429" y="1125638"/>
                          </a:cubicBezTo>
                          <a:cubicBezTo>
                            <a:pt x="153012" y="1130357"/>
                            <a:pt x="155546" y="1141536"/>
                            <a:pt x="153509" y="1145609"/>
                          </a:cubicBezTo>
                          <a:cubicBezTo>
                            <a:pt x="151472" y="1149733"/>
                            <a:pt x="156093" y="1154403"/>
                            <a:pt x="158676" y="1160315"/>
                          </a:cubicBezTo>
                          <a:cubicBezTo>
                            <a:pt x="161210" y="1166177"/>
                            <a:pt x="172040" y="1163246"/>
                            <a:pt x="175617" y="1165034"/>
                          </a:cubicBezTo>
                          <a:cubicBezTo>
                            <a:pt x="179194" y="1166823"/>
                            <a:pt x="187441" y="1179690"/>
                            <a:pt x="185901" y="1185602"/>
                          </a:cubicBezTo>
                          <a:cubicBezTo>
                            <a:pt x="184361" y="1191465"/>
                            <a:pt x="191018" y="1192657"/>
                            <a:pt x="194645" y="1190868"/>
                          </a:cubicBezTo>
                          <a:cubicBezTo>
                            <a:pt x="198222" y="1189080"/>
                            <a:pt x="201848" y="1193800"/>
                            <a:pt x="205922" y="1196731"/>
                          </a:cubicBezTo>
                          <a:cubicBezTo>
                            <a:pt x="209996" y="1199662"/>
                            <a:pt x="213623" y="1198519"/>
                            <a:pt x="217746" y="1195538"/>
                          </a:cubicBezTo>
                          <a:cubicBezTo>
                            <a:pt x="221870" y="1192607"/>
                            <a:pt x="228527" y="1190272"/>
                            <a:pt x="230564" y="1194346"/>
                          </a:cubicBezTo>
                          <a:cubicBezTo>
                            <a:pt x="232600" y="1198470"/>
                            <a:pt x="240848" y="1206120"/>
                            <a:pt x="240848" y="1208455"/>
                          </a:cubicBezTo>
                          <a:cubicBezTo>
                            <a:pt x="240848" y="1210790"/>
                            <a:pt x="253715" y="1208455"/>
                            <a:pt x="259826" y="1211983"/>
                          </a:cubicBezTo>
                          <a:cubicBezTo>
                            <a:pt x="265986" y="1215510"/>
                            <a:pt x="272693" y="1213721"/>
                            <a:pt x="279350" y="1217845"/>
                          </a:cubicBezTo>
                          <a:cubicBezTo>
                            <a:pt x="286007" y="1221968"/>
                            <a:pt x="292168" y="1222564"/>
                            <a:pt x="292714" y="1227234"/>
                          </a:cubicBezTo>
                          <a:cubicBezTo>
                            <a:pt x="293211" y="1231954"/>
                            <a:pt x="286057" y="1236028"/>
                            <a:pt x="286057" y="1238413"/>
                          </a:cubicBezTo>
                          <a:cubicBezTo>
                            <a:pt x="286057" y="1240748"/>
                            <a:pt x="291720" y="1242536"/>
                            <a:pt x="291720" y="1246063"/>
                          </a:cubicBezTo>
                          <a:cubicBezTo>
                            <a:pt x="291720" y="1249591"/>
                            <a:pt x="284517" y="1249591"/>
                            <a:pt x="283523" y="1252522"/>
                          </a:cubicBezTo>
                          <a:cubicBezTo>
                            <a:pt x="282480" y="1255453"/>
                            <a:pt x="287647" y="1259577"/>
                            <a:pt x="288640" y="1262508"/>
                          </a:cubicBezTo>
                          <a:cubicBezTo>
                            <a:pt x="289684" y="1265439"/>
                            <a:pt x="284517" y="1275425"/>
                            <a:pt x="284517" y="1278356"/>
                          </a:cubicBezTo>
                          <a:cubicBezTo>
                            <a:pt x="284517" y="1281287"/>
                            <a:pt x="269116" y="1277760"/>
                            <a:pt x="265539" y="1277760"/>
                          </a:cubicBezTo>
                          <a:cubicBezTo>
                            <a:pt x="261962" y="1277760"/>
                            <a:pt x="251132" y="1291273"/>
                            <a:pt x="247554" y="1291869"/>
                          </a:cubicBezTo>
                          <a:cubicBezTo>
                            <a:pt x="244474" y="1292366"/>
                            <a:pt x="245915" y="1298874"/>
                            <a:pt x="247058" y="1304438"/>
                          </a:cubicBezTo>
                          <a:cubicBezTo>
                            <a:pt x="258136" y="1302004"/>
                            <a:pt x="269464" y="1301010"/>
                            <a:pt x="270706" y="1303842"/>
                          </a:cubicBezTo>
                          <a:cubicBezTo>
                            <a:pt x="272742" y="1308561"/>
                            <a:pt x="246710" y="1321081"/>
                            <a:pt x="241940" y="1323019"/>
                          </a:cubicBezTo>
                          <a:cubicBezTo>
                            <a:pt x="237122" y="1324956"/>
                            <a:pt x="251181" y="1333203"/>
                            <a:pt x="250833" y="1337923"/>
                          </a:cubicBezTo>
                          <a:cubicBezTo>
                            <a:pt x="250486" y="1342642"/>
                            <a:pt x="235780" y="1343785"/>
                            <a:pt x="237122" y="1353175"/>
                          </a:cubicBezTo>
                          <a:cubicBezTo>
                            <a:pt x="238512" y="1362564"/>
                            <a:pt x="232352" y="1364552"/>
                            <a:pt x="224453" y="1364552"/>
                          </a:cubicBezTo>
                          <a:cubicBezTo>
                            <a:pt x="216554" y="1364552"/>
                            <a:pt x="214517" y="1370016"/>
                            <a:pt x="218293" y="1370811"/>
                          </a:cubicBezTo>
                          <a:cubicBezTo>
                            <a:pt x="222068" y="1371606"/>
                            <a:pt x="221720" y="1383381"/>
                            <a:pt x="236426" y="1387653"/>
                          </a:cubicBezTo>
                          <a:cubicBezTo>
                            <a:pt x="251132" y="1391975"/>
                            <a:pt x="266880" y="1407625"/>
                            <a:pt x="279549" y="1423324"/>
                          </a:cubicBezTo>
                          <a:cubicBezTo>
                            <a:pt x="281337" y="1425510"/>
                            <a:pt x="283374" y="1427248"/>
                            <a:pt x="285560" y="1428739"/>
                          </a:cubicBezTo>
                          <a:cubicBezTo>
                            <a:pt x="289236" y="1426205"/>
                            <a:pt x="292416" y="1424417"/>
                            <a:pt x="294254" y="1424119"/>
                          </a:cubicBezTo>
                          <a:cubicBezTo>
                            <a:pt x="301458" y="1422926"/>
                            <a:pt x="314822" y="1427646"/>
                            <a:pt x="321976" y="1433508"/>
                          </a:cubicBezTo>
                          <a:cubicBezTo>
                            <a:pt x="329179" y="1439370"/>
                            <a:pt x="354865" y="1432316"/>
                            <a:pt x="357945" y="1437035"/>
                          </a:cubicBezTo>
                          <a:cubicBezTo>
                            <a:pt x="361025" y="1441755"/>
                            <a:pt x="367185" y="1447617"/>
                            <a:pt x="372352" y="1447617"/>
                          </a:cubicBezTo>
                          <a:cubicBezTo>
                            <a:pt x="377469" y="1447617"/>
                            <a:pt x="382636" y="1459392"/>
                            <a:pt x="386710" y="1455864"/>
                          </a:cubicBezTo>
                          <a:cubicBezTo>
                            <a:pt x="390833" y="1452337"/>
                            <a:pt x="406234" y="1452337"/>
                            <a:pt x="410358" y="1452337"/>
                          </a:cubicBezTo>
                          <a:cubicBezTo>
                            <a:pt x="414481" y="1452337"/>
                            <a:pt x="414481" y="1455864"/>
                            <a:pt x="418555" y="1455864"/>
                          </a:cubicBezTo>
                          <a:cubicBezTo>
                            <a:pt x="422678" y="1455864"/>
                            <a:pt x="422678" y="1473501"/>
                            <a:pt x="425758" y="1472309"/>
                          </a:cubicBezTo>
                          <a:cubicBezTo>
                            <a:pt x="428839" y="1471116"/>
                            <a:pt x="440116" y="1482891"/>
                            <a:pt x="447320" y="1484083"/>
                          </a:cubicBezTo>
                          <a:cubicBezTo>
                            <a:pt x="454524" y="1485275"/>
                            <a:pt x="461678" y="1499335"/>
                            <a:pt x="464758" y="1498192"/>
                          </a:cubicBezTo>
                          <a:cubicBezTo>
                            <a:pt x="467838" y="1497000"/>
                            <a:pt x="473005" y="1504054"/>
                            <a:pt x="475042" y="1498192"/>
                          </a:cubicBezTo>
                          <a:cubicBezTo>
                            <a:pt x="477029" y="1492628"/>
                            <a:pt x="487164" y="1495311"/>
                            <a:pt x="489995" y="1485673"/>
                          </a:cubicBezTo>
                          <a:cubicBezTo>
                            <a:pt x="476979" y="1467440"/>
                            <a:pt x="463019" y="1447220"/>
                            <a:pt x="463416" y="1439420"/>
                          </a:cubicBezTo>
                          <a:cubicBezTo>
                            <a:pt x="464112" y="1426106"/>
                            <a:pt x="468881" y="1417461"/>
                            <a:pt x="454524" y="1403352"/>
                          </a:cubicBezTo>
                          <a:cubicBezTo>
                            <a:pt x="440166" y="1389243"/>
                            <a:pt x="455915" y="1379853"/>
                            <a:pt x="466199" y="1364949"/>
                          </a:cubicBezTo>
                          <a:cubicBezTo>
                            <a:pt x="475390" y="1351635"/>
                            <a:pt x="494914" y="1345822"/>
                            <a:pt x="507284" y="1336333"/>
                          </a:cubicBezTo>
                          <a:cubicBezTo>
                            <a:pt x="504800" y="1334346"/>
                            <a:pt x="502217" y="1332508"/>
                            <a:pt x="499733" y="1331266"/>
                          </a:cubicBezTo>
                          <a:cubicBezTo>
                            <a:pt x="490492" y="1326546"/>
                            <a:pt x="487412" y="1321876"/>
                            <a:pt x="494616" y="1319491"/>
                          </a:cubicBezTo>
                          <a:cubicBezTo>
                            <a:pt x="501819" y="1317156"/>
                            <a:pt x="498739" y="1312437"/>
                            <a:pt x="491536" y="1303047"/>
                          </a:cubicBezTo>
                          <a:cubicBezTo>
                            <a:pt x="484332" y="1293657"/>
                            <a:pt x="481252" y="1284218"/>
                            <a:pt x="477128" y="1284218"/>
                          </a:cubicBezTo>
                          <a:cubicBezTo>
                            <a:pt x="473005" y="1284218"/>
                            <a:pt x="466844" y="1283076"/>
                            <a:pt x="460684" y="1285410"/>
                          </a:cubicBezTo>
                          <a:cubicBezTo>
                            <a:pt x="454524" y="1287745"/>
                            <a:pt x="455567" y="1279548"/>
                            <a:pt x="456560" y="1271301"/>
                          </a:cubicBezTo>
                          <a:cubicBezTo>
                            <a:pt x="457604" y="1263054"/>
                            <a:pt x="445283" y="1264247"/>
                            <a:pt x="443196" y="1260719"/>
                          </a:cubicBezTo>
                          <a:cubicBezTo>
                            <a:pt x="441160" y="1257192"/>
                            <a:pt x="446277" y="1245467"/>
                            <a:pt x="448363" y="1244275"/>
                          </a:cubicBezTo>
                          <a:cubicBezTo>
                            <a:pt x="450400" y="1243083"/>
                            <a:pt x="456560" y="1239555"/>
                            <a:pt x="456560" y="1236028"/>
                          </a:cubicBezTo>
                          <a:cubicBezTo>
                            <a:pt x="456560" y="1232501"/>
                            <a:pt x="445283" y="1231308"/>
                            <a:pt x="449357" y="1223111"/>
                          </a:cubicBezTo>
                          <a:cubicBezTo>
                            <a:pt x="453480" y="1214864"/>
                            <a:pt x="461678" y="1214864"/>
                            <a:pt x="461678" y="1206667"/>
                          </a:cubicBezTo>
                          <a:cubicBezTo>
                            <a:pt x="461678" y="1198420"/>
                            <a:pt x="467838" y="1191365"/>
                            <a:pt x="475042" y="1197277"/>
                          </a:cubicBezTo>
                          <a:cubicBezTo>
                            <a:pt x="482245" y="1203140"/>
                            <a:pt x="485326" y="1218441"/>
                            <a:pt x="493523" y="1214914"/>
                          </a:cubicBezTo>
                          <a:cubicBezTo>
                            <a:pt x="501770" y="1211386"/>
                            <a:pt x="496603" y="1203140"/>
                            <a:pt x="495560" y="1198470"/>
                          </a:cubicBezTo>
                          <a:cubicBezTo>
                            <a:pt x="494516" y="1193750"/>
                            <a:pt x="492479" y="1186695"/>
                            <a:pt x="501720" y="1184360"/>
                          </a:cubicBezTo>
                          <a:cubicBezTo>
                            <a:pt x="510961" y="1182025"/>
                            <a:pt x="506887" y="1171443"/>
                            <a:pt x="514041" y="1171443"/>
                          </a:cubicBezTo>
                          <a:cubicBezTo>
                            <a:pt x="521245" y="1171443"/>
                            <a:pt x="534609" y="1160861"/>
                            <a:pt x="538683" y="1158526"/>
                          </a:cubicBezTo>
                          <a:cubicBezTo>
                            <a:pt x="542806" y="1156191"/>
                            <a:pt x="552046" y="1150279"/>
                            <a:pt x="556120" y="1152664"/>
                          </a:cubicBezTo>
                          <a:cubicBezTo>
                            <a:pt x="560244" y="1154999"/>
                            <a:pt x="565361" y="1160911"/>
                            <a:pt x="568441" y="1152664"/>
                          </a:cubicBezTo>
                          <a:cubicBezTo>
                            <a:pt x="571521" y="1144417"/>
                            <a:pt x="583842" y="1147944"/>
                            <a:pt x="584885" y="1152664"/>
                          </a:cubicBezTo>
                          <a:cubicBezTo>
                            <a:pt x="585929" y="1157384"/>
                            <a:pt x="605453" y="1157384"/>
                            <a:pt x="611613" y="1162054"/>
                          </a:cubicBezTo>
                          <a:cubicBezTo>
                            <a:pt x="617774" y="1166773"/>
                            <a:pt x="631138" y="1176163"/>
                            <a:pt x="631138" y="1180883"/>
                          </a:cubicBezTo>
                          <a:cubicBezTo>
                            <a:pt x="631138" y="1185602"/>
                            <a:pt x="637298" y="1192657"/>
                            <a:pt x="637298" y="1184410"/>
                          </a:cubicBezTo>
                          <a:cubicBezTo>
                            <a:pt x="637298" y="1176163"/>
                            <a:pt x="642416" y="1178548"/>
                            <a:pt x="650663" y="1184410"/>
                          </a:cubicBezTo>
                          <a:cubicBezTo>
                            <a:pt x="658909" y="1190272"/>
                            <a:pt x="670187" y="1187937"/>
                            <a:pt x="672224" y="1182075"/>
                          </a:cubicBezTo>
                          <a:cubicBezTo>
                            <a:pt x="674261" y="1176213"/>
                            <a:pt x="689662" y="1169158"/>
                            <a:pt x="694828" y="1173828"/>
                          </a:cubicBezTo>
                          <a:cubicBezTo>
                            <a:pt x="699945" y="1178548"/>
                            <a:pt x="702032" y="1182075"/>
                            <a:pt x="708193" y="1175020"/>
                          </a:cubicBezTo>
                          <a:cubicBezTo>
                            <a:pt x="714353" y="1167966"/>
                            <a:pt x="728760" y="1169158"/>
                            <a:pt x="730797" y="1176163"/>
                          </a:cubicBezTo>
                          <a:cubicBezTo>
                            <a:pt x="732834" y="1183218"/>
                            <a:pt x="740038" y="1184410"/>
                            <a:pt x="746198" y="1184410"/>
                          </a:cubicBezTo>
                          <a:cubicBezTo>
                            <a:pt x="752359" y="1184410"/>
                            <a:pt x="753402" y="1194992"/>
                            <a:pt x="757476" y="1192657"/>
                          </a:cubicBezTo>
                          <a:cubicBezTo>
                            <a:pt x="761599" y="1190322"/>
                            <a:pt x="760556" y="1178548"/>
                            <a:pt x="765722" y="1179740"/>
                          </a:cubicBezTo>
                          <a:cubicBezTo>
                            <a:pt x="770840" y="1180932"/>
                            <a:pt x="774963" y="1187987"/>
                            <a:pt x="783160" y="1187987"/>
                          </a:cubicBezTo>
                          <a:cubicBezTo>
                            <a:pt x="791407" y="1187987"/>
                            <a:pt x="797518" y="1185652"/>
                            <a:pt x="797518" y="1178597"/>
                          </a:cubicBezTo>
                          <a:cubicBezTo>
                            <a:pt x="797518" y="1171543"/>
                            <a:pt x="796525" y="1159768"/>
                            <a:pt x="791358" y="1159768"/>
                          </a:cubicBezTo>
                          <a:cubicBezTo>
                            <a:pt x="786241" y="1159768"/>
                            <a:pt x="781074" y="1153906"/>
                            <a:pt x="774913" y="1153906"/>
                          </a:cubicBezTo>
                          <a:cubicBezTo>
                            <a:pt x="768753" y="1153906"/>
                            <a:pt x="762593" y="1142132"/>
                            <a:pt x="768753" y="1139797"/>
                          </a:cubicBezTo>
                          <a:cubicBezTo>
                            <a:pt x="774913" y="1137462"/>
                            <a:pt x="785197" y="1131550"/>
                            <a:pt x="783111" y="1125687"/>
                          </a:cubicBezTo>
                          <a:cubicBezTo>
                            <a:pt x="781074" y="1119825"/>
                            <a:pt x="779037" y="1108051"/>
                            <a:pt x="787234" y="1106859"/>
                          </a:cubicBezTo>
                          <a:cubicBezTo>
                            <a:pt x="795481" y="1105666"/>
                            <a:pt x="812919" y="1105666"/>
                            <a:pt x="811876" y="1102139"/>
                          </a:cubicBezTo>
                          <a:cubicBezTo>
                            <a:pt x="810833" y="1098612"/>
                            <a:pt x="794438" y="1096277"/>
                            <a:pt x="791308" y="1090365"/>
                          </a:cubicBezTo>
                          <a:cubicBezTo>
                            <a:pt x="788228" y="1084502"/>
                            <a:pt x="787185" y="1070393"/>
                            <a:pt x="790265" y="1068008"/>
                          </a:cubicBezTo>
                          <a:cubicBezTo>
                            <a:pt x="793345" y="1065673"/>
                            <a:pt x="803629" y="1069201"/>
                            <a:pt x="809789" y="1066816"/>
                          </a:cubicBezTo>
                          <a:cubicBezTo>
                            <a:pt x="815949" y="1064481"/>
                            <a:pt x="829314" y="1070343"/>
                            <a:pt x="837511" y="1063289"/>
                          </a:cubicBezTo>
                          <a:cubicBezTo>
                            <a:pt x="845708" y="1056234"/>
                            <a:pt x="863196" y="1055042"/>
                            <a:pt x="872436" y="1055042"/>
                          </a:cubicBezTo>
                          <a:cubicBezTo>
                            <a:pt x="881677" y="1055042"/>
                            <a:pt x="888881" y="1047987"/>
                            <a:pt x="896084" y="1046795"/>
                          </a:cubicBezTo>
                          <a:cubicBezTo>
                            <a:pt x="903288" y="1045602"/>
                            <a:pt x="923806" y="1042075"/>
                            <a:pt x="928973" y="1039740"/>
                          </a:cubicBezTo>
                          <a:cubicBezTo>
                            <a:pt x="934140" y="1037405"/>
                            <a:pt x="961861" y="1032685"/>
                            <a:pt x="962855" y="1026823"/>
                          </a:cubicBezTo>
                          <a:cubicBezTo>
                            <a:pt x="963898" y="1020961"/>
                            <a:pt x="985957" y="1016241"/>
                            <a:pt x="991620" y="1019172"/>
                          </a:cubicBezTo>
                          <a:cubicBezTo>
                            <a:pt x="997283" y="1022104"/>
                            <a:pt x="1004487" y="1024488"/>
                            <a:pt x="1009605" y="1022104"/>
                          </a:cubicBezTo>
                          <a:cubicBezTo>
                            <a:pt x="1014721" y="1019769"/>
                            <a:pt x="1025552" y="1026227"/>
                            <a:pt x="1024509" y="1032685"/>
                          </a:cubicBezTo>
                          <a:cubicBezTo>
                            <a:pt x="1023465" y="1039144"/>
                            <a:pt x="1029129" y="1046198"/>
                            <a:pt x="1028632" y="1051465"/>
                          </a:cubicBezTo>
                          <a:cubicBezTo>
                            <a:pt x="1028086" y="1056781"/>
                            <a:pt x="1022968" y="1058519"/>
                            <a:pt x="1026049" y="1062643"/>
                          </a:cubicBezTo>
                          <a:cubicBezTo>
                            <a:pt x="1029129" y="1066766"/>
                            <a:pt x="1042990" y="1063835"/>
                            <a:pt x="1047113" y="1058519"/>
                          </a:cubicBezTo>
                          <a:cubicBezTo>
                            <a:pt x="1051236" y="1053204"/>
                            <a:pt x="1055857" y="1060854"/>
                            <a:pt x="1055857" y="1064978"/>
                          </a:cubicBezTo>
                          <a:cubicBezTo>
                            <a:pt x="1055857" y="1069101"/>
                            <a:pt x="1062514" y="1072032"/>
                            <a:pt x="1062514" y="1066717"/>
                          </a:cubicBezTo>
                          <a:cubicBezTo>
                            <a:pt x="1062514" y="1061401"/>
                            <a:pt x="1070761" y="1064978"/>
                            <a:pt x="1073295" y="1068505"/>
                          </a:cubicBezTo>
                          <a:cubicBezTo>
                            <a:pt x="1075878" y="1072032"/>
                            <a:pt x="1085616" y="1064382"/>
                            <a:pt x="1085616" y="1070294"/>
                          </a:cubicBezTo>
                          <a:cubicBezTo>
                            <a:pt x="1085616" y="1076156"/>
                            <a:pt x="1071208" y="1080876"/>
                            <a:pt x="1077368" y="1087334"/>
                          </a:cubicBezTo>
                          <a:cubicBezTo>
                            <a:pt x="1083529" y="1093793"/>
                            <a:pt x="1087106" y="1079683"/>
                            <a:pt x="1094856" y="1082614"/>
                          </a:cubicBezTo>
                          <a:cubicBezTo>
                            <a:pt x="1102557" y="1085546"/>
                            <a:pt x="1112840" y="1072629"/>
                            <a:pt x="1120044" y="1070840"/>
                          </a:cubicBezTo>
                          <a:cubicBezTo>
                            <a:pt x="1127248" y="1069052"/>
                            <a:pt x="1134949" y="1061450"/>
                            <a:pt x="1141109" y="1057327"/>
                          </a:cubicBezTo>
                          <a:cubicBezTo>
                            <a:pt x="1147269" y="1053204"/>
                            <a:pt x="1160633" y="1054396"/>
                            <a:pt x="1156510" y="1059116"/>
                          </a:cubicBezTo>
                          <a:cubicBezTo>
                            <a:pt x="1152387" y="1063835"/>
                            <a:pt x="1147766" y="1072629"/>
                            <a:pt x="1163217" y="1079087"/>
                          </a:cubicBezTo>
                          <a:cubicBezTo>
                            <a:pt x="1178617" y="1085546"/>
                            <a:pt x="1196105" y="1119676"/>
                            <a:pt x="1205843" y="1136667"/>
                          </a:cubicBezTo>
                          <a:cubicBezTo>
                            <a:pt x="1215630" y="1153707"/>
                            <a:pt x="1224870" y="1184311"/>
                            <a:pt x="1229988" y="1184311"/>
                          </a:cubicBezTo>
                          <a:cubicBezTo>
                            <a:pt x="1235104" y="1184311"/>
                            <a:pt x="1236694" y="1169009"/>
                            <a:pt x="1243351" y="1167270"/>
                          </a:cubicBezTo>
                          <a:cubicBezTo>
                            <a:pt x="1250008" y="1165482"/>
                            <a:pt x="1254132" y="1180187"/>
                            <a:pt x="1261336" y="1181976"/>
                          </a:cubicBezTo>
                          <a:cubicBezTo>
                            <a:pt x="1268540" y="1183714"/>
                            <a:pt x="1278277" y="1188434"/>
                            <a:pt x="1283941" y="1186099"/>
                          </a:cubicBezTo>
                          <a:cubicBezTo>
                            <a:pt x="1289604" y="1183764"/>
                            <a:pt x="1302422" y="1175517"/>
                            <a:pt x="1307042" y="1178498"/>
                          </a:cubicBezTo>
                          <a:cubicBezTo>
                            <a:pt x="1311662" y="1181429"/>
                            <a:pt x="1317822" y="1181429"/>
                            <a:pt x="1321946" y="1192607"/>
                          </a:cubicBezTo>
                          <a:cubicBezTo>
                            <a:pt x="1326020" y="1203785"/>
                            <a:pt x="1332230" y="1206120"/>
                            <a:pt x="1336303" y="1206120"/>
                          </a:cubicBezTo>
                          <a:cubicBezTo>
                            <a:pt x="1340378" y="1206120"/>
                            <a:pt x="1341271" y="1211386"/>
                            <a:pt x="1341271" y="1216106"/>
                          </a:cubicBezTo>
                          <a:cubicBezTo>
                            <a:pt x="1341271" y="1220826"/>
                            <a:pt x="1348823" y="1227085"/>
                            <a:pt x="1352897" y="1227085"/>
                          </a:cubicBezTo>
                          <a:cubicBezTo>
                            <a:pt x="1357020" y="1227085"/>
                            <a:pt x="1367950" y="1225496"/>
                            <a:pt x="1371378" y="1223161"/>
                          </a:cubicBezTo>
                          <a:cubicBezTo>
                            <a:pt x="1374806" y="1220826"/>
                            <a:pt x="1378930" y="1218491"/>
                            <a:pt x="1379576" y="1223956"/>
                          </a:cubicBezTo>
                          <a:cubicBezTo>
                            <a:pt x="1380271" y="1229420"/>
                            <a:pt x="1386432" y="1238065"/>
                            <a:pt x="1390555" y="1238065"/>
                          </a:cubicBezTo>
                          <a:cubicBezTo>
                            <a:pt x="1394678" y="1238065"/>
                            <a:pt x="1402875" y="1241990"/>
                            <a:pt x="1403571" y="1238065"/>
                          </a:cubicBezTo>
                          <a:cubicBezTo>
                            <a:pt x="1404267" y="1234140"/>
                            <a:pt x="1415196" y="1231805"/>
                            <a:pt x="1419320" y="1231010"/>
                          </a:cubicBezTo>
                          <a:cubicBezTo>
                            <a:pt x="1423443" y="1230215"/>
                            <a:pt x="1437801" y="1227085"/>
                            <a:pt x="1440534" y="1220031"/>
                          </a:cubicBezTo>
                          <a:cubicBezTo>
                            <a:pt x="1443266" y="1212976"/>
                            <a:pt x="1454891" y="1212976"/>
                            <a:pt x="1458369" y="1208257"/>
                          </a:cubicBezTo>
                          <a:cubicBezTo>
                            <a:pt x="1461797" y="1203537"/>
                            <a:pt x="1471385" y="1201202"/>
                            <a:pt x="1473422" y="1196482"/>
                          </a:cubicBezTo>
                          <a:cubicBezTo>
                            <a:pt x="1475459" y="1191763"/>
                            <a:pt x="1487780" y="1192558"/>
                            <a:pt x="1489171" y="1188633"/>
                          </a:cubicBezTo>
                          <a:cubicBezTo>
                            <a:pt x="1490512" y="1184708"/>
                            <a:pt x="1500796" y="1183913"/>
                            <a:pt x="1505615" y="1185503"/>
                          </a:cubicBezTo>
                          <a:cubicBezTo>
                            <a:pt x="1510384" y="1187093"/>
                            <a:pt x="1534380" y="1192558"/>
                            <a:pt x="1537808" y="1191763"/>
                          </a:cubicBezTo>
                          <a:cubicBezTo>
                            <a:pt x="1541236" y="1190968"/>
                            <a:pt x="1541931" y="1205872"/>
                            <a:pt x="1545310" y="1206667"/>
                          </a:cubicBezTo>
                          <a:cubicBezTo>
                            <a:pt x="1548738" y="1207462"/>
                            <a:pt x="1561059" y="1218441"/>
                            <a:pt x="1564486" y="1215311"/>
                          </a:cubicBezTo>
                          <a:cubicBezTo>
                            <a:pt x="1567914" y="1212181"/>
                            <a:pt x="1576112" y="1209002"/>
                            <a:pt x="1582967" y="1213721"/>
                          </a:cubicBezTo>
                          <a:cubicBezTo>
                            <a:pt x="1589823" y="1218441"/>
                            <a:pt x="1596679" y="1224701"/>
                            <a:pt x="1599412" y="1219236"/>
                          </a:cubicBezTo>
                          <a:cubicBezTo>
                            <a:pt x="1602144" y="1213721"/>
                            <a:pt x="1616552" y="1211386"/>
                            <a:pt x="1618589" y="1208257"/>
                          </a:cubicBezTo>
                          <a:cubicBezTo>
                            <a:pt x="1620626" y="1205127"/>
                            <a:pt x="1622712" y="1195737"/>
                            <a:pt x="1619235" y="1192558"/>
                          </a:cubicBezTo>
                          <a:cubicBezTo>
                            <a:pt x="1615806" y="1189428"/>
                            <a:pt x="1612428" y="1176908"/>
                            <a:pt x="1611037" y="1170599"/>
                          </a:cubicBezTo>
                          <a:cubicBezTo>
                            <a:pt x="1609646" y="1164339"/>
                            <a:pt x="1619235" y="1162749"/>
                            <a:pt x="1620626" y="1157284"/>
                          </a:cubicBezTo>
                          <a:cubicBezTo>
                            <a:pt x="1621967" y="1151819"/>
                            <a:pt x="1630214" y="1151025"/>
                            <a:pt x="1632946" y="1147895"/>
                          </a:cubicBezTo>
                          <a:cubicBezTo>
                            <a:pt x="1635678" y="1144765"/>
                            <a:pt x="1636374" y="1137710"/>
                            <a:pt x="1641193" y="1139300"/>
                          </a:cubicBezTo>
                          <a:cubicBezTo>
                            <a:pt x="1645963" y="1140890"/>
                            <a:pt x="1656246" y="1144765"/>
                            <a:pt x="1658283" y="1147149"/>
                          </a:cubicBezTo>
                          <a:cubicBezTo>
                            <a:pt x="1660320" y="1149484"/>
                            <a:pt x="1667872" y="1151074"/>
                            <a:pt x="1672641" y="1151074"/>
                          </a:cubicBezTo>
                          <a:cubicBezTo>
                            <a:pt x="1677460" y="1151074"/>
                            <a:pt x="1684962" y="1155794"/>
                            <a:pt x="1689781" y="1158924"/>
                          </a:cubicBezTo>
                          <a:cubicBezTo>
                            <a:pt x="1694600" y="1162054"/>
                            <a:pt x="1709653" y="1162054"/>
                            <a:pt x="1712386" y="1166773"/>
                          </a:cubicBezTo>
                          <a:cubicBezTo>
                            <a:pt x="1715118" y="1171443"/>
                            <a:pt x="1711690" y="1184807"/>
                            <a:pt x="1715118" y="1189527"/>
                          </a:cubicBezTo>
                          <a:cubicBezTo>
                            <a:pt x="1718546" y="1194247"/>
                            <a:pt x="1726743" y="1204382"/>
                            <a:pt x="1729475" y="1202047"/>
                          </a:cubicBezTo>
                          <a:cubicBezTo>
                            <a:pt x="1732208" y="1199712"/>
                            <a:pt x="1745224" y="1209896"/>
                            <a:pt x="1750043" y="1209101"/>
                          </a:cubicBezTo>
                          <a:cubicBezTo>
                            <a:pt x="1754813" y="1208306"/>
                            <a:pt x="1762364" y="1199712"/>
                            <a:pt x="1766488" y="1199712"/>
                          </a:cubicBezTo>
                          <a:cubicBezTo>
                            <a:pt x="1770611" y="1199712"/>
                            <a:pt x="1783627" y="1195787"/>
                            <a:pt x="1787701" y="1196582"/>
                          </a:cubicBezTo>
                          <a:cubicBezTo>
                            <a:pt x="1791775" y="1197377"/>
                            <a:pt x="1806878" y="1203636"/>
                            <a:pt x="1808964" y="1202047"/>
                          </a:cubicBezTo>
                          <a:cubicBezTo>
                            <a:pt x="1811001" y="1200457"/>
                            <a:pt x="1824713" y="1202841"/>
                            <a:pt x="1826750" y="1207561"/>
                          </a:cubicBezTo>
                          <a:cubicBezTo>
                            <a:pt x="1828787" y="1212231"/>
                            <a:pt x="1845927" y="1212231"/>
                            <a:pt x="1845927" y="1217745"/>
                          </a:cubicBezTo>
                          <a:cubicBezTo>
                            <a:pt x="1845927" y="1223210"/>
                            <a:pt x="1855515" y="1226340"/>
                            <a:pt x="1858248" y="1232650"/>
                          </a:cubicBezTo>
                          <a:cubicBezTo>
                            <a:pt x="1860980" y="1238909"/>
                            <a:pt x="1883585" y="1235034"/>
                            <a:pt x="1887708" y="1238909"/>
                          </a:cubicBezTo>
                          <a:cubicBezTo>
                            <a:pt x="1891832" y="1242834"/>
                            <a:pt x="1917814" y="1242039"/>
                            <a:pt x="1918510" y="1238909"/>
                          </a:cubicBezTo>
                          <a:cubicBezTo>
                            <a:pt x="1919156" y="1235780"/>
                            <a:pt x="1943847" y="1234190"/>
                            <a:pt x="1948616" y="1230265"/>
                          </a:cubicBezTo>
                          <a:cubicBezTo>
                            <a:pt x="1953436" y="1226340"/>
                            <a:pt x="1966402" y="1227930"/>
                            <a:pt x="1967098" y="1222415"/>
                          </a:cubicBezTo>
                          <a:cubicBezTo>
                            <a:pt x="1967793" y="1216901"/>
                            <a:pt x="1980114" y="1213026"/>
                            <a:pt x="1985579" y="1208306"/>
                          </a:cubicBezTo>
                          <a:cubicBezTo>
                            <a:pt x="1991044" y="1203587"/>
                            <a:pt x="2012953" y="1204382"/>
                            <a:pt x="2014344" y="1209896"/>
                          </a:cubicBezTo>
                          <a:cubicBezTo>
                            <a:pt x="2015685" y="1215410"/>
                            <a:pt x="2028701" y="1216951"/>
                            <a:pt x="2034216" y="1214616"/>
                          </a:cubicBezTo>
                          <a:cubicBezTo>
                            <a:pt x="2039681" y="1212281"/>
                            <a:pt x="2054088" y="1215410"/>
                            <a:pt x="2056125" y="1220875"/>
                          </a:cubicBezTo>
                          <a:cubicBezTo>
                            <a:pt x="2058162" y="1226340"/>
                            <a:pt x="2074607" y="1229520"/>
                            <a:pt x="2078730" y="1227930"/>
                          </a:cubicBezTo>
                          <a:cubicBezTo>
                            <a:pt x="2082853" y="1226340"/>
                            <a:pt x="2095820" y="1215410"/>
                            <a:pt x="2100639" y="1214616"/>
                          </a:cubicBezTo>
                          <a:cubicBezTo>
                            <a:pt x="2105458" y="1213821"/>
                            <a:pt x="2112264" y="1208356"/>
                            <a:pt x="2110923" y="1202841"/>
                          </a:cubicBezTo>
                          <a:cubicBezTo>
                            <a:pt x="2109581" y="1197327"/>
                            <a:pt x="2120511" y="1181677"/>
                            <a:pt x="2121902" y="1175418"/>
                          </a:cubicBezTo>
                          <a:cubicBezTo>
                            <a:pt x="2123243" y="1169158"/>
                            <a:pt x="2132882" y="1151919"/>
                            <a:pt x="2136260" y="1150329"/>
                          </a:cubicBezTo>
                          <a:cubicBezTo>
                            <a:pt x="2139688" y="1148789"/>
                            <a:pt x="2147240" y="1141685"/>
                            <a:pt x="2146544" y="1137015"/>
                          </a:cubicBezTo>
                          <a:cubicBezTo>
                            <a:pt x="2145848" y="1132295"/>
                            <a:pt x="2143811" y="1118186"/>
                            <a:pt x="2139688" y="1118186"/>
                          </a:cubicBezTo>
                          <a:cubicBezTo>
                            <a:pt x="2135564" y="1118186"/>
                            <a:pt x="2128062" y="1118981"/>
                            <a:pt x="2137651" y="1104076"/>
                          </a:cubicBezTo>
                          <a:cubicBezTo>
                            <a:pt x="2147240" y="1089172"/>
                            <a:pt x="2164379" y="1093097"/>
                            <a:pt x="2167112" y="1093097"/>
                          </a:cubicBezTo>
                          <a:cubicBezTo>
                            <a:pt x="2169844" y="1093097"/>
                            <a:pt x="2191753" y="1086837"/>
                            <a:pt x="2201341" y="1089967"/>
                          </a:cubicBezTo>
                          <a:cubicBezTo>
                            <a:pt x="2210930" y="1093097"/>
                            <a:pt x="2217090" y="1088427"/>
                            <a:pt x="2227374" y="1094687"/>
                          </a:cubicBezTo>
                          <a:cubicBezTo>
                            <a:pt x="2237658" y="1100947"/>
                            <a:pt x="2252065" y="1098612"/>
                            <a:pt x="2255443" y="1104076"/>
                          </a:cubicBezTo>
                          <a:cubicBezTo>
                            <a:pt x="2258872" y="1109591"/>
                            <a:pt x="2272584" y="1114261"/>
                            <a:pt x="2270497" y="1123700"/>
                          </a:cubicBezTo>
                          <a:cubicBezTo>
                            <a:pt x="2268460" y="1133090"/>
                            <a:pt x="2278048" y="1127625"/>
                            <a:pt x="2281476" y="1147994"/>
                          </a:cubicBezTo>
                          <a:cubicBezTo>
                            <a:pt x="2284904" y="1168363"/>
                            <a:pt x="2293102" y="1169953"/>
                            <a:pt x="2295188" y="1179342"/>
                          </a:cubicBezTo>
                          <a:cubicBezTo>
                            <a:pt x="2297225" y="1188732"/>
                            <a:pt x="2308204" y="1206021"/>
                            <a:pt x="2306863" y="1211486"/>
                          </a:cubicBezTo>
                          <a:cubicBezTo>
                            <a:pt x="2305472" y="1216951"/>
                            <a:pt x="2304131" y="1225595"/>
                            <a:pt x="2315756" y="1226390"/>
                          </a:cubicBezTo>
                          <a:cubicBezTo>
                            <a:pt x="2327430" y="1227185"/>
                            <a:pt x="2335628" y="1237369"/>
                            <a:pt x="2338361" y="1235780"/>
                          </a:cubicBezTo>
                          <a:cubicBezTo>
                            <a:pt x="2341093" y="1234190"/>
                            <a:pt x="2354804" y="1239704"/>
                            <a:pt x="2361660" y="1247554"/>
                          </a:cubicBezTo>
                          <a:cubicBezTo>
                            <a:pt x="2368516" y="1255403"/>
                            <a:pt x="2378801" y="1251479"/>
                            <a:pt x="2378105" y="1260123"/>
                          </a:cubicBezTo>
                          <a:cubicBezTo>
                            <a:pt x="2377409" y="1268718"/>
                            <a:pt x="2383619" y="1275772"/>
                            <a:pt x="2382874" y="1282827"/>
                          </a:cubicBezTo>
                          <a:cubicBezTo>
                            <a:pt x="2382178" y="1289882"/>
                            <a:pt x="2395890" y="1294601"/>
                            <a:pt x="2405479" y="1293012"/>
                          </a:cubicBezTo>
                          <a:cubicBezTo>
                            <a:pt x="2415067" y="1291422"/>
                            <a:pt x="2421923" y="1296936"/>
                            <a:pt x="2426047" y="1287497"/>
                          </a:cubicBezTo>
                          <a:cubicBezTo>
                            <a:pt x="2430170" y="1278107"/>
                            <a:pt x="2443832" y="1282032"/>
                            <a:pt x="2448651" y="1278107"/>
                          </a:cubicBezTo>
                          <a:cubicBezTo>
                            <a:pt x="2453421" y="1274183"/>
                            <a:pt x="2467828" y="1269463"/>
                            <a:pt x="2467132" y="1283572"/>
                          </a:cubicBezTo>
                          <a:cubicBezTo>
                            <a:pt x="2466437" y="1297682"/>
                            <a:pt x="2474684" y="1300811"/>
                            <a:pt x="2467828" y="1305531"/>
                          </a:cubicBezTo>
                          <a:cubicBezTo>
                            <a:pt x="2460972" y="1310251"/>
                            <a:pt x="2457544" y="1330620"/>
                            <a:pt x="2455507" y="1339214"/>
                          </a:cubicBezTo>
                          <a:cubicBezTo>
                            <a:pt x="2453421" y="1347809"/>
                            <a:pt x="2443186" y="1350194"/>
                            <a:pt x="2441795" y="1359584"/>
                          </a:cubicBezTo>
                          <a:cubicBezTo>
                            <a:pt x="2440405" y="1368973"/>
                            <a:pt x="2430816" y="1369768"/>
                            <a:pt x="2430816" y="1376823"/>
                          </a:cubicBezTo>
                          <a:cubicBezTo>
                            <a:pt x="2430816" y="1383877"/>
                            <a:pt x="2417154" y="1382337"/>
                            <a:pt x="2410248" y="1376823"/>
                          </a:cubicBezTo>
                          <a:cubicBezTo>
                            <a:pt x="2403442" y="1371308"/>
                            <a:pt x="2396586" y="1387007"/>
                            <a:pt x="2391071" y="1387007"/>
                          </a:cubicBezTo>
                          <a:cubicBezTo>
                            <a:pt x="2385557" y="1387007"/>
                            <a:pt x="2386253" y="1400321"/>
                            <a:pt x="2387643" y="1405836"/>
                          </a:cubicBezTo>
                          <a:cubicBezTo>
                            <a:pt x="2389034" y="1411301"/>
                            <a:pt x="2385607" y="1418356"/>
                            <a:pt x="2389034" y="1427795"/>
                          </a:cubicBezTo>
                          <a:cubicBezTo>
                            <a:pt x="2390873" y="1432862"/>
                            <a:pt x="2389730" y="1442451"/>
                            <a:pt x="2390674" y="1453132"/>
                          </a:cubicBezTo>
                          <a:cubicBezTo>
                            <a:pt x="2399020" y="1446226"/>
                            <a:pt x="2406572" y="1441109"/>
                            <a:pt x="2409950" y="1441109"/>
                          </a:cubicBezTo>
                          <a:cubicBezTo>
                            <a:pt x="2418495" y="1441109"/>
                            <a:pt x="2427090" y="1457951"/>
                            <a:pt x="2436679" y="1458348"/>
                          </a:cubicBezTo>
                          <a:cubicBezTo>
                            <a:pt x="2446267" y="1458746"/>
                            <a:pt x="2489737" y="1425460"/>
                            <a:pt x="2490085" y="1419995"/>
                          </a:cubicBezTo>
                          <a:cubicBezTo>
                            <a:pt x="2490433" y="1414530"/>
                            <a:pt x="2515770" y="1386659"/>
                            <a:pt x="2527743" y="1372202"/>
                          </a:cubicBezTo>
                          <a:cubicBezTo>
                            <a:pt x="2539716" y="1357696"/>
                            <a:pt x="2555464" y="1336532"/>
                            <a:pt x="2561674" y="1320087"/>
                          </a:cubicBezTo>
                          <a:cubicBezTo>
                            <a:pt x="2565450" y="1309953"/>
                            <a:pt x="2582242" y="1290279"/>
                            <a:pt x="2586316" y="1282479"/>
                          </a:cubicBezTo>
                          <a:cubicBezTo>
                            <a:pt x="2590440" y="1274630"/>
                            <a:pt x="2593172" y="1273835"/>
                            <a:pt x="2600723" y="1255453"/>
                          </a:cubicBezTo>
                          <a:cubicBezTo>
                            <a:pt x="2608225" y="1237022"/>
                            <a:pt x="2608225" y="1188831"/>
                            <a:pt x="2610659" y="1185702"/>
                          </a:cubicBezTo>
                          <a:cubicBezTo>
                            <a:pt x="2613044" y="1182572"/>
                            <a:pt x="2611703" y="1174325"/>
                            <a:pt x="2615131" y="1169257"/>
                          </a:cubicBezTo>
                          <a:cubicBezTo>
                            <a:pt x="2618559" y="1164190"/>
                            <a:pt x="2616820" y="1157135"/>
                            <a:pt x="2623676" y="1150428"/>
                          </a:cubicBezTo>
                          <a:cubicBezTo>
                            <a:pt x="2630531" y="1143771"/>
                            <a:pt x="2629141" y="1137909"/>
                            <a:pt x="2627451" y="1132792"/>
                          </a:cubicBezTo>
                          <a:cubicBezTo>
                            <a:pt x="2625762" y="1127724"/>
                            <a:pt x="2627799" y="1116348"/>
                            <a:pt x="2626061" y="1112820"/>
                          </a:cubicBezTo>
                          <a:cubicBezTo>
                            <a:pt x="2624371" y="1109293"/>
                            <a:pt x="2624670" y="1107753"/>
                            <a:pt x="2628793" y="1104971"/>
                          </a:cubicBezTo>
                          <a:cubicBezTo>
                            <a:pt x="2632917" y="1102238"/>
                            <a:pt x="2626061" y="1095184"/>
                            <a:pt x="2620248" y="1092054"/>
                          </a:cubicBezTo>
                          <a:cubicBezTo>
                            <a:pt x="2614435" y="1088924"/>
                            <a:pt x="2606884" y="1086191"/>
                            <a:pt x="2606189" y="1078739"/>
                          </a:cubicBezTo>
                          <a:cubicBezTo>
                            <a:pt x="2605493" y="1071287"/>
                            <a:pt x="2595607" y="1062295"/>
                            <a:pt x="2588055" y="1063040"/>
                          </a:cubicBezTo>
                          <a:cubicBezTo>
                            <a:pt x="2585521" y="1063289"/>
                            <a:pt x="2582242" y="1062842"/>
                            <a:pt x="2579063" y="1062345"/>
                          </a:cubicBezTo>
                          <a:cubicBezTo>
                            <a:pt x="2576231" y="1064978"/>
                            <a:pt x="2572753" y="1066915"/>
                            <a:pt x="2568779" y="1067760"/>
                          </a:cubicBezTo>
                          <a:cubicBezTo>
                            <a:pt x="2568630" y="1071287"/>
                            <a:pt x="2566593" y="1073672"/>
                            <a:pt x="2563811" y="1072827"/>
                          </a:cubicBezTo>
                          <a:cubicBezTo>
                            <a:pt x="2560035" y="1071635"/>
                            <a:pt x="2558296" y="1075162"/>
                            <a:pt x="2553875" y="1083012"/>
                          </a:cubicBezTo>
                          <a:cubicBezTo>
                            <a:pt x="2549453" y="1090861"/>
                            <a:pt x="2533654" y="1091607"/>
                            <a:pt x="2540858" y="1084204"/>
                          </a:cubicBezTo>
                          <a:cubicBezTo>
                            <a:pt x="2548062" y="1076752"/>
                            <a:pt x="2538474" y="1076355"/>
                            <a:pt x="2539815" y="1068555"/>
                          </a:cubicBezTo>
                          <a:cubicBezTo>
                            <a:pt x="2540262" y="1066170"/>
                            <a:pt x="2541057" y="1063785"/>
                            <a:pt x="2541802" y="1061749"/>
                          </a:cubicBezTo>
                          <a:cubicBezTo>
                            <a:pt x="2540262" y="1061053"/>
                            <a:pt x="2538722" y="1060308"/>
                            <a:pt x="2537282" y="1059563"/>
                          </a:cubicBezTo>
                          <a:cubicBezTo>
                            <a:pt x="2531320" y="1065226"/>
                            <a:pt x="2530723" y="1075361"/>
                            <a:pt x="2524762" y="1076802"/>
                          </a:cubicBezTo>
                          <a:cubicBezTo>
                            <a:pt x="2518254" y="1078342"/>
                            <a:pt x="2520291" y="1055638"/>
                            <a:pt x="2522029" y="1049776"/>
                          </a:cubicBezTo>
                          <a:cubicBezTo>
                            <a:pt x="2522079" y="1049527"/>
                            <a:pt x="2522129" y="1049328"/>
                            <a:pt x="2522129" y="1049130"/>
                          </a:cubicBezTo>
                          <a:cubicBezTo>
                            <a:pt x="2521483" y="1048533"/>
                            <a:pt x="2520837" y="1047888"/>
                            <a:pt x="2520191" y="1047291"/>
                          </a:cubicBezTo>
                          <a:cubicBezTo>
                            <a:pt x="2516068" y="1046795"/>
                            <a:pt x="2506082" y="1049825"/>
                            <a:pt x="2495649" y="1048981"/>
                          </a:cubicBezTo>
                          <a:cubicBezTo>
                            <a:pt x="2481242" y="1047788"/>
                            <a:pt x="2485018" y="1036411"/>
                            <a:pt x="2496643" y="1029407"/>
                          </a:cubicBezTo>
                          <a:cubicBezTo>
                            <a:pt x="2503052" y="1025532"/>
                            <a:pt x="2505287" y="1021805"/>
                            <a:pt x="2507026" y="1018725"/>
                          </a:cubicBezTo>
                          <a:cubicBezTo>
                            <a:pt x="2508218" y="1007001"/>
                            <a:pt x="2516912" y="996766"/>
                            <a:pt x="2531369" y="996121"/>
                          </a:cubicBezTo>
                          <a:cubicBezTo>
                            <a:pt x="2531668" y="996121"/>
                            <a:pt x="2534499" y="995524"/>
                            <a:pt x="2537530" y="994879"/>
                          </a:cubicBezTo>
                          <a:cubicBezTo>
                            <a:pt x="2534996" y="986135"/>
                            <a:pt x="2536934" y="976199"/>
                            <a:pt x="2541156" y="968498"/>
                          </a:cubicBezTo>
                          <a:cubicBezTo>
                            <a:pt x="2549801" y="952700"/>
                            <a:pt x="2567437" y="937199"/>
                            <a:pt x="2581547" y="926121"/>
                          </a:cubicBezTo>
                          <a:cubicBezTo>
                            <a:pt x="2598687" y="912657"/>
                            <a:pt x="2608275" y="894524"/>
                            <a:pt x="2624272" y="880365"/>
                          </a:cubicBezTo>
                          <a:cubicBezTo>
                            <a:pt x="2643001" y="863722"/>
                            <a:pt x="2667891" y="859300"/>
                            <a:pt x="2691838" y="863374"/>
                          </a:cubicBezTo>
                          <a:cubicBezTo>
                            <a:pt x="2692135" y="863424"/>
                            <a:pt x="2692484" y="863523"/>
                            <a:pt x="2692781" y="863573"/>
                          </a:cubicBezTo>
                          <a:cubicBezTo>
                            <a:pt x="2709226" y="862877"/>
                            <a:pt x="2728452" y="867150"/>
                            <a:pt x="2732625" y="871919"/>
                          </a:cubicBezTo>
                          <a:cubicBezTo>
                            <a:pt x="2732774" y="872068"/>
                            <a:pt x="2732923" y="872168"/>
                            <a:pt x="2733072" y="872317"/>
                          </a:cubicBezTo>
                          <a:cubicBezTo>
                            <a:pt x="2741816" y="871273"/>
                            <a:pt x="2750262" y="866603"/>
                            <a:pt x="2758807" y="864716"/>
                          </a:cubicBezTo>
                          <a:cubicBezTo>
                            <a:pt x="2772469" y="861635"/>
                            <a:pt x="2786479" y="862877"/>
                            <a:pt x="2797756" y="869584"/>
                          </a:cubicBezTo>
                          <a:cubicBezTo>
                            <a:pt x="2801582" y="869435"/>
                            <a:pt x="2804911" y="867448"/>
                            <a:pt x="2807643" y="861337"/>
                          </a:cubicBezTo>
                          <a:cubicBezTo>
                            <a:pt x="2812462" y="850755"/>
                            <a:pt x="2835067" y="852743"/>
                            <a:pt x="2840184" y="857015"/>
                          </a:cubicBezTo>
                          <a:cubicBezTo>
                            <a:pt x="2845350" y="861337"/>
                            <a:pt x="2849424" y="867200"/>
                            <a:pt x="2857671" y="860940"/>
                          </a:cubicBezTo>
                          <a:cubicBezTo>
                            <a:pt x="2865868" y="854680"/>
                            <a:pt x="2865868" y="869187"/>
                            <a:pt x="2873768" y="870329"/>
                          </a:cubicBezTo>
                          <a:cubicBezTo>
                            <a:pt x="2881667" y="871522"/>
                            <a:pt x="2876500" y="879322"/>
                            <a:pt x="2869644" y="878576"/>
                          </a:cubicBezTo>
                          <a:cubicBezTo>
                            <a:pt x="2862788" y="877781"/>
                            <a:pt x="2854243" y="882501"/>
                            <a:pt x="2862142" y="887618"/>
                          </a:cubicBezTo>
                          <a:cubicBezTo>
                            <a:pt x="2870042" y="892686"/>
                            <a:pt x="2879282" y="882899"/>
                            <a:pt x="2885443" y="883693"/>
                          </a:cubicBezTo>
                          <a:cubicBezTo>
                            <a:pt x="2886238" y="883793"/>
                            <a:pt x="2887032" y="883892"/>
                            <a:pt x="2887927" y="883992"/>
                          </a:cubicBezTo>
                          <a:cubicBezTo>
                            <a:pt x="2894336" y="875049"/>
                            <a:pt x="2904321" y="873807"/>
                            <a:pt x="2913114" y="877334"/>
                          </a:cubicBezTo>
                          <a:cubicBezTo>
                            <a:pt x="2919076" y="875745"/>
                            <a:pt x="2921511" y="883346"/>
                            <a:pt x="2926180" y="878626"/>
                          </a:cubicBezTo>
                          <a:cubicBezTo>
                            <a:pt x="2931645" y="873112"/>
                            <a:pt x="2943967" y="871571"/>
                            <a:pt x="2950177" y="871969"/>
                          </a:cubicBezTo>
                          <a:cubicBezTo>
                            <a:pt x="2956337" y="872366"/>
                            <a:pt x="2951220" y="863722"/>
                            <a:pt x="2940936" y="863722"/>
                          </a:cubicBezTo>
                          <a:cubicBezTo>
                            <a:pt x="2930652" y="863722"/>
                            <a:pt x="2931000" y="857462"/>
                            <a:pt x="2939197" y="841366"/>
                          </a:cubicBezTo>
                          <a:cubicBezTo>
                            <a:pt x="2947394" y="825319"/>
                            <a:pt x="2963143" y="816674"/>
                            <a:pt x="2973079" y="806887"/>
                          </a:cubicBezTo>
                          <a:cubicBezTo>
                            <a:pt x="2983015" y="797100"/>
                            <a:pt x="2990219" y="801820"/>
                            <a:pt x="2990219" y="795510"/>
                          </a:cubicBezTo>
                          <a:cubicBezTo>
                            <a:pt x="2990219" y="789251"/>
                            <a:pt x="2994988" y="771614"/>
                            <a:pt x="3002539" y="771266"/>
                          </a:cubicBezTo>
                          <a:cubicBezTo>
                            <a:pt x="3010041" y="770869"/>
                            <a:pt x="3028870" y="774794"/>
                            <a:pt x="3040545" y="767342"/>
                          </a:cubicBezTo>
                          <a:cubicBezTo>
                            <a:pt x="3052170" y="759890"/>
                            <a:pt x="3051127" y="772856"/>
                            <a:pt x="3055946" y="774794"/>
                          </a:cubicBezTo>
                          <a:cubicBezTo>
                            <a:pt x="3060716" y="776731"/>
                            <a:pt x="3067224" y="763417"/>
                            <a:pt x="3072688" y="767342"/>
                          </a:cubicBezTo>
                          <a:cubicBezTo>
                            <a:pt x="3078203" y="771266"/>
                            <a:pt x="3064492" y="780656"/>
                            <a:pt x="3061411" y="792033"/>
                          </a:cubicBezTo>
                          <a:cubicBezTo>
                            <a:pt x="3058331" y="803410"/>
                            <a:pt x="3068615" y="799087"/>
                            <a:pt x="3074428" y="802217"/>
                          </a:cubicBezTo>
                          <a:cubicBezTo>
                            <a:pt x="3080240" y="805347"/>
                            <a:pt x="3066876" y="810067"/>
                            <a:pt x="3068267" y="813197"/>
                          </a:cubicBezTo>
                          <a:cubicBezTo>
                            <a:pt x="3069608" y="816327"/>
                            <a:pt x="3081284" y="816327"/>
                            <a:pt x="3096336" y="799087"/>
                          </a:cubicBezTo>
                          <a:cubicBezTo>
                            <a:pt x="3111390" y="781848"/>
                            <a:pt x="3125102" y="777129"/>
                            <a:pt x="3134690" y="778321"/>
                          </a:cubicBezTo>
                          <a:cubicBezTo>
                            <a:pt x="3144278" y="779513"/>
                            <a:pt x="3138764" y="768534"/>
                            <a:pt x="3139459" y="752437"/>
                          </a:cubicBezTo>
                          <a:cubicBezTo>
                            <a:pt x="3140155" y="736391"/>
                            <a:pt x="3169565" y="731671"/>
                            <a:pt x="3179204" y="736391"/>
                          </a:cubicBezTo>
                          <a:cubicBezTo>
                            <a:pt x="3188792" y="741110"/>
                            <a:pt x="3188097" y="745383"/>
                            <a:pt x="3178856" y="742650"/>
                          </a:cubicBezTo>
                          <a:cubicBezTo>
                            <a:pt x="3169615" y="739918"/>
                            <a:pt x="3161070" y="749308"/>
                            <a:pt x="3161418" y="762622"/>
                          </a:cubicBezTo>
                          <a:cubicBezTo>
                            <a:pt x="3161766" y="775936"/>
                            <a:pt x="3153171" y="780259"/>
                            <a:pt x="3157692" y="785376"/>
                          </a:cubicBezTo>
                          <a:cubicBezTo>
                            <a:pt x="3162113" y="790443"/>
                            <a:pt x="3151184" y="791635"/>
                            <a:pt x="3150836" y="797150"/>
                          </a:cubicBezTo>
                          <a:cubicBezTo>
                            <a:pt x="3150488" y="802615"/>
                            <a:pt x="3150836" y="806937"/>
                            <a:pt x="3143980" y="809272"/>
                          </a:cubicBezTo>
                          <a:cubicBezTo>
                            <a:pt x="3137174" y="811607"/>
                            <a:pt x="3114172" y="814339"/>
                            <a:pt x="3113526" y="824524"/>
                          </a:cubicBezTo>
                          <a:cubicBezTo>
                            <a:pt x="3112831" y="834758"/>
                            <a:pt x="3100510" y="835901"/>
                            <a:pt x="3094697" y="848420"/>
                          </a:cubicBezTo>
                          <a:cubicBezTo>
                            <a:pt x="3088884" y="860989"/>
                            <a:pt x="3066627" y="868392"/>
                            <a:pt x="3051922" y="893481"/>
                          </a:cubicBezTo>
                          <a:cubicBezTo>
                            <a:pt x="3037216" y="918569"/>
                            <a:pt x="3013916" y="918569"/>
                            <a:pt x="3013916" y="923239"/>
                          </a:cubicBezTo>
                          <a:cubicBezTo>
                            <a:pt x="3013916" y="927959"/>
                            <a:pt x="2997820" y="927561"/>
                            <a:pt x="2992355" y="928356"/>
                          </a:cubicBezTo>
                          <a:cubicBezTo>
                            <a:pt x="2986891" y="929151"/>
                            <a:pt x="2997472" y="944403"/>
                            <a:pt x="2984456" y="960500"/>
                          </a:cubicBezTo>
                          <a:cubicBezTo>
                            <a:pt x="2983562" y="961593"/>
                            <a:pt x="2982767" y="962785"/>
                            <a:pt x="2981873" y="963977"/>
                          </a:cubicBezTo>
                          <a:cubicBezTo>
                            <a:pt x="2982320" y="965915"/>
                            <a:pt x="2982568" y="967902"/>
                            <a:pt x="2982519" y="970088"/>
                          </a:cubicBezTo>
                          <a:cubicBezTo>
                            <a:pt x="2992852" y="974659"/>
                            <a:pt x="3000503" y="985340"/>
                            <a:pt x="2997025" y="999598"/>
                          </a:cubicBezTo>
                          <a:cubicBezTo>
                            <a:pt x="2986145" y="1044261"/>
                            <a:pt x="2981227" y="1089321"/>
                            <a:pt x="2979389" y="1135226"/>
                          </a:cubicBezTo>
                          <a:cubicBezTo>
                            <a:pt x="2979389" y="1135425"/>
                            <a:pt x="2979339" y="1135574"/>
                            <a:pt x="2979339" y="1135773"/>
                          </a:cubicBezTo>
                          <a:cubicBezTo>
                            <a:pt x="2980283" y="1147547"/>
                            <a:pt x="2979935" y="1160514"/>
                            <a:pt x="2983065" y="1164289"/>
                          </a:cubicBezTo>
                          <a:cubicBezTo>
                            <a:pt x="2987834" y="1170152"/>
                            <a:pt x="2986145" y="1179939"/>
                            <a:pt x="2989225" y="1183466"/>
                          </a:cubicBezTo>
                          <a:cubicBezTo>
                            <a:pt x="2992306" y="1186993"/>
                            <a:pt x="3004974" y="1167767"/>
                            <a:pt x="3013519" y="1159570"/>
                          </a:cubicBezTo>
                          <a:cubicBezTo>
                            <a:pt x="3022114" y="1151323"/>
                            <a:pt x="3019332" y="1148590"/>
                            <a:pt x="3025194" y="1144268"/>
                          </a:cubicBezTo>
                          <a:cubicBezTo>
                            <a:pt x="3031006" y="1139946"/>
                            <a:pt x="3028622" y="1121912"/>
                            <a:pt x="3030311" y="1117242"/>
                          </a:cubicBezTo>
                          <a:cubicBezTo>
                            <a:pt x="3032000" y="1112522"/>
                            <a:pt x="3042632" y="1110187"/>
                            <a:pt x="3046060" y="1105120"/>
                          </a:cubicBezTo>
                          <a:cubicBezTo>
                            <a:pt x="3048146" y="1101990"/>
                            <a:pt x="3052319" y="1101990"/>
                            <a:pt x="3056294" y="1101940"/>
                          </a:cubicBezTo>
                          <a:cubicBezTo>
                            <a:pt x="3059573" y="1099456"/>
                            <a:pt x="3062405" y="1096922"/>
                            <a:pt x="3064889" y="1094140"/>
                          </a:cubicBezTo>
                          <a:cubicBezTo>
                            <a:pt x="3064193" y="1089321"/>
                            <a:pt x="3062106" y="1083161"/>
                            <a:pt x="3061113" y="1078839"/>
                          </a:cubicBezTo>
                          <a:cubicBezTo>
                            <a:pt x="3060815" y="1077497"/>
                            <a:pt x="3061063" y="1076106"/>
                            <a:pt x="3061709" y="1074616"/>
                          </a:cubicBezTo>
                          <a:cubicBezTo>
                            <a:pt x="3055052" y="1064729"/>
                            <a:pt x="3054853" y="1050272"/>
                            <a:pt x="3064243" y="1041479"/>
                          </a:cubicBezTo>
                          <a:cubicBezTo>
                            <a:pt x="3075421" y="1030996"/>
                            <a:pt x="3088437" y="1021855"/>
                            <a:pt x="3102646" y="1016142"/>
                          </a:cubicBezTo>
                          <a:cubicBezTo>
                            <a:pt x="3104186" y="1006802"/>
                            <a:pt x="3109750" y="1000393"/>
                            <a:pt x="3116656" y="996915"/>
                          </a:cubicBezTo>
                          <a:cubicBezTo>
                            <a:pt x="3119041" y="993686"/>
                            <a:pt x="3121475" y="991302"/>
                            <a:pt x="3123462" y="990656"/>
                          </a:cubicBezTo>
                          <a:cubicBezTo>
                            <a:pt x="3130666" y="988321"/>
                            <a:pt x="3134442" y="996518"/>
                            <a:pt x="3141248" y="989463"/>
                          </a:cubicBezTo>
                          <a:cubicBezTo>
                            <a:pt x="3148104" y="982409"/>
                            <a:pt x="3135087" y="971032"/>
                            <a:pt x="3130269" y="971827"/>
                          </a:cubicBezTo>
                          <a:cubicBezTo>
                            <a:pt x="3125499" y="972622"/>
                            <a:pt x="3123760" y="951855"/>
                            <a:pt x="3135038" y="942068"/>
                          </a:cubicBezTo>
                          <a:cubicBezTo>
                            <a:pt x="3146365" y="932281"/>
                            <a:pt x="3141894" y="930294"/>
                            <a:pt x="3134342" y="927959"/>
                          </a:cubicBezTo>
                          <a:cubicBezTo>
                            <a:pt x="3126840" y="925624"/>
                            <a:pt x="3125449" y="928754"/>
                            <a:pt x="3119637" y="929151"/>
                          </a:cubicBezTo>
                          <a:cubicBezTo>
                            <a:pt x="3113824" y="929549"/>
                            <a:pt x="3108011" y="915439"/>
                            <a:pt x="3116904" y="901728"/>
                          </a:cubicBezTo>
                          <a:cubicBezTo>
                            <a:pt x="3125797" y="888016"/>
                            <a:pt x="3134342" y="889556"/>
                            <a:pt x="3136429" y="878229"/>
                          </a:cubicBezTo>
                          <a:cubicBezTo>
                            <a:pt x="3138465" y="866852"/>
                            <a:pt x="3150787" y="850755"/>
                            <a:pt x="3153867" y="844893"/>
                          </a:cubicBezTo>
                          <a:cubicBezTo>
                            <a:pt x="3156947" y="839031"/>
                            <a:pt x="3169268" y="844893"/>
                            <a:pt x="3174087" y="843701"/>
                          </a:cubicBezTo>
                          <a:cubicBezTo>
                            <a:pt x="3178856" y="842508"/>
                            <a:pt x="3177167" y="854283"/>
                            <a:pt x="3182980" y="848371"/>
                          </a:cubicBezTo>
                          <a:cubicBezTo>
                            <a:pt x="3188792" y="842508"/>
                            <a:pt x="3198380" y="822934"/>
                            <a:pt x="3206279" y="822934"/>
                          </a:cubicBezTo>
                          <a:cubicBezTo>
                            <a:pt x="3210751" y="822934"/>
                            <a:pt x="3211049" y="827654"/>
                            <a:pt x="3210801" y="833268"/>
                          </a:cubicBezTo>
                          <a:cubicBezTo>
                            <a:pt x="3216315" y="833119"/>
                            <a:pt x="3221780" y="834460"/>
                            <a:pt x="3226152" y="837491"/>
                          </a:cubicBezTo>
                          <a:cubicBezTo>
                            <a:pt x="3228089" y="835702"/>
                            <a:pt x="3230176" y="833864"/>
                            <a:pt x="3232610" y="831976"/>
                          </a:cubicBezTo>
                          <a:cubicBezTo>
                            <a:pt x="3247664" y="820202"/>
                            <a:pt x="3280552" y="821394"/>
                            <a:pt x="3290488" y="826859"/>
                          </a:cubicBezTo>
                          <a:cubicBezTo>
                            <a:pt x="3293817" y="828697"/>
                            <a:pt x="3296251" y="831380"/>
                            <a:pt x="3298188" y="834112"/>
                          </a:cubicBezTo>
                          <a:cubicBezTo>
                            <a:pt x="3311404" y="826958"/>
                            <a:pt x="3323128" y="816327"/>
                            <a:pt x="3334952" y="807334"/>
                          </a:cubicBezTo>
                          <a:cubicBezTo>
                            <a:pt x="3360140" y="788207"/>
                            <a:pt x="3387067" y="771217"/>
                            <a:pt x="3417322" y="765603"/>
                          </a:cubicBezTo>
                          <a:cubicBezTo>
                            <a:pt x="3438834" y="759989"/>
                            <a:pt x="3466506" y="743743"/>
                            <a:pt x="3465165" y="738676"/>
                          </a:cubicBezTo>
                          <a:cubicBezTo>
                            <a:pt x="3463824" y="733559"/>
                            <a:pt x="3473362" y="731224"/>
                            <a:pt x="3474405" y="736341"/>
                          </a:cubicBezTo>
                          <a:cubicBezTo>
                            <a:pt x="3475449" y="741408"/>
                            <a:pt x="3483646" y="739471"/>
                            <a:pt x="3494973" y="742203"/>
                          </a:cubicBezTo>
                          <a:cubicBezTo>
                            <a:pt x="3506251" y="744936"/>
                            <a:pt x="3511418" y="750053"/>
                            <a:pt x="3520311" y="739868"/>
                          </a:cubicBezTo>
                          <a:cubicBezTo>
                            <a:pt x="3524185" y="735447"/>
                            <a:pt x="3524484" y="732267"/>
                            <a:pt x="3523639" y="729485"/>
                          </a:cubicBezTo>
                          <a:cubicBezTo>
                            <a:pt x="3520261" y="728392"/>
                            <a:pt x="3516683" y="727697"/>
                            <a:pt x="3512809" y="727051"/>
                          </a:cubicBezTo>
                          <a:cubicBezTo>
                            <a:pt x="3502326" y="725312"/>
                            <a:pt x="3496761" y="717860"/>
                            <a:pt x="3495222" y="709215"/>
                          </a:cubicBezTo>
                          <a:cubicBezTo>
                            <a:pt x="3485335" y="700720"/>
                            <a:pt x="3476790" y="690933"/>
                            <a:pt x="3471226" y="679159"/>
                          </a:cubicBezTo>
                          <a:cubicBezTo>
                            <a:pt x="3466456" y="669024"/>
                            <a:pt x="3468047" y="656455"/>
                            <a:pt x="3474654" y="648406"/>
                          </a:cubicBezTo>
                          <a:cubicBezTo>
                            <a:pt x="3473561" y="647562"/>
                            <a:pt x="3472021" y="647612"/>
                            <a:pt x="3469636" y="649301"/>
                          </a:cubicBezTo>
                          <a:cubicBezTo>
                            <a:pt x="3463128" y="654020"/>
                            <a:pt x="3452198" y="651685"/>
                            <a:pt x="3450112" y="644631"/>
                          </a:cubicBezTo>
                          <a:cubicBezTo>
                            <a:pt x="3448025" y="637576"/>
                            <a:pt x="3462780" y="632459"/>
                            <a:pt x="3473064" y="637179"/>
                          </a:cubicBezTo>
                          <a:cubicBezTo>
                            <a:pt x="3477585" y="639265"/>
                            <a:pt x="3479522" y="641302"/>
                            <a:pt x="3480715" y="643289"/>
                          </a:cubicBezTo>
                          <a:cubicBezTo>
                            <a:pt x="3484093" y="641352"/>
                            <a:pt x="3488067" y="640259"/>
                            <a:pt x="3492638" y="640408"/>
                          </a:cubicBezTo>
                          <a:cubicBezTo>
                            <a:pt x="3495718" y="634546"/>
                            <a:pt x="3500935" y="629876"/>
                            <a:pt x="3507741" y="628435"/>
                          </a:cubicBezTo>
                          <a:cubicBezTo>
                            <a:pt x="3520012" y="625802"/>
                            <a:pt x="3532184" y="624659"/>
                            <a:pt x="3544256" y="624460"/>
                          </a:cubicBezTo>
                          <a:cubicBezTo>
                            <a:pt x="3544654" y="621281"/>
                            <a:pt x="3544555" y="618996"/>
                            <a:pt x="3549075" y="616412"/>
                          </a:cubicBezTo>
                          <a:cubicBezTo>
                            <a:pt x="3555931" y="612487"/>
                            <a:pt x="3550765" y="604290"/>
                            <a:pt x="3544952" y="600763"/>
                          </a:cubicBezTo>
                          <a:cubicBezTo>
                            <a:pt x="3539139" y="597235"/>
                            <a:pt x="3540481" y="587846"/>
                            <a:pt x="3546641" y="587846"/>
                          </a:cubicBezTo>
                          <a:cubicBezTo>
                            <a:pt x="3552801" y="587846"/>
                            <a:pt x="3551112" y="579599"/>
                            <a:pt x="3555186" y="579201"/>
                          </a:cubicBezTo>
                          <a:cubicBezTo>
                            <a:pt x="3559310" y="578804"/>
                            <a:pt x="3559956" y="582729"/>
                            <a:pt x="3567507" y="578407"/>
                          </a:cubicBezTo>
                          <a:cubicBezTo>
                            <a:pt x="3575058" y="574084"/>
                            <a:pt x="3567855" y="585064"/>
                            <a:pt x="3564427" y="592516"/>
                          </a:cubicBezTo>
                          <a:cubicBezTo>
                            <a:pt x="3560999" y="599968"/>
                            <a:pt x="3571630" y="606228"/>
                            <a:pt x="3572624" y="610550"/>
                          </a:cubicBezTo>
                          <a:cubicBezTo>
                            <a:pt x="3573667" y="614872"/>
                            <a:pt x="3588373" y="616412"/>
                            <a:pt x="3596570" y="611345"/>
                          </a:cubicBezTo>
                          <a:cubicBezTo>
                            <a:pt x="3604817" y="606277"/>
                            <a:pt x="3631148" y="617604"/>
                            <a:pt x="3632886" y="625057"/>
                          </a:cubicBezTo>
                          <a:cubicBezTo>
                            <a:pt x="3633880" y="629329"/>
                            <a:pt x="3635569" y="634098"/>
                            <a:pt x="3638898" y="638619"/>
                          </a:cubicBezTo>
                          <a:cubicBezTo>
                            <a:pt x="3647642" y="640805"/>
                            <a:pt x="3656336" y="643041"/>
                            <a:pt x="3665079" y="645227"/>
                          </a:cubicBezTo>
                          <a:cubicBezTo>
                            <a:pt x="3676257" y="648009"/>
                            <a:pt x="3681821" y="656057"/>
                            <a:pt x="3682865" y="664950"/>
                          </a:cubicBezTo>
                          <a:cubicBezTo>
                            <a:pt x="3683412" y="664900"/>
                            <a:pt x="3684008" y="664801"/>
                            <a:pt x="3684604" y="664652"/>
                          </a:cubicBezTo>
                          <a:cubicBezTo>
                            <a:pt x="3690764" y="663112"/>
                            <a:pt x="3694192" y="670912"/>
                            <a:pt x="3698614" y="666192"/>
                          </a:cubicBezTo>
                          <a:cubicBezTo>
                            <a:pt x="3703085" y="661472"/>
                            <a:pt x="3705469" y="668924"/>
                            <a:pt x="3711282" y="663062"/>
                          </a:cubicBezTo>
                          <a:cubicBezTo>
                            <a:pt x="3717095" y="657200"/>
                            <a:pt x="3698614" y="653275"/>
                            <a:pt x="3700999" y="648555"/>
                          </a:cubicBezTo>
                          <a:cubicBezTo>
                            <a:pt x="3703383" y="643836"/>
                            <a:pt x="3707159" y="652083"/>
                            <a:pt x="3712276" y="651685"/>
                          </a:cubicBezTo>
                          <a:cubicBezTo>
                            <a:pt x="3717393" y="651288"/>
                            <a:pt x="3710885" y="639911"/>
                            <a:pt x="3714661" y="638768"/>
                          </a:cubicBezTo>
                          <a:cubicBezTo>
                            <a:pt x="3718437" y="637576"/>
                            <a:pt x="3715356" y="614077"/>
                            <a:pt x="3711233" y="612537"/>
                          </a:cubicBezTo>
                          <a:cubicBezTo>
                            <a:pt x="3707109" y="610997"/>
                            <a:pt x="3710537" y="602750"/>
                            <a:pt x="3718437" y="609407"/>
                          </a:cubicBezTo>
                          <a:cubicBezTo>
                            <a:pt x="3726286" y="616064"/>
                            <a:pt x="3738656" y="615667"/>
                            <a:pt x="3744469" y="615667"/>
                          </a:cubicBezTo>
                          <a:cubicBezTo>
                            <a:pt x="3750331" y="615667"/>
                            <a:pt x="3744817" y="609407"/>
                            <a:pt x="3739004" y="608215"/>
                          </a:cubicBezTo>
                          <a:cubicBezTo>
                            <a:pt x="3733142" y="607022"/>
                            <a:pt x="3740048" y="601558"/>
                            <a:pt x="3744121" y="605880"/>
                          </a:cubicBezTo>
                          <a:cubicBezTo>
                            <a:pt x="3748245" y="610202"/>
                            <a:pt x="3756094" y="612140"/>
                            <a:pt x="3756790" y="607470"/>
                          </a:cubicBezTo>
                          <a:cubicBezTo>
                            <a:pt x="3757485" y="602750"/>
                            <a:pt x="3761609" y="592565"/>
                            <a:pt x="3768762" y="592963"/>
                          </a:cubicBezTo>
                          <a:cubicBezTo>
                            <a:pt x="3769359" y="593013"/>
                            <a:pt x="3769856" y="592963"/>
                            <a:pt x="3770402" y="592913"/>
                          </a:cubicBezTo>
                          <a:cubicBezTo>
                            <a:pt x="3739749" y="568768"/>
                            <a:pt x="3703631" y="554659"/>
                            <a:pt x="3667613" y="540401"/>
                          </a:cubicBezTo>
                          <a:close/>
                          <a:moveTo>
                            <a:pt x="1861824" y="1100052"/>
                          </a:moveTo>
                          <a:cubicBezTo>
                            <a:pt x="1842300" y="1120024"/>
                            <a:pt x="1803251" y="1124743"/>
                            <a:pt x="1803251" y="1141188"/>
                          </a:cubicBezTo>
                          <a:cubicBezTo>
                            <a:pt x="1803251" y="1157632"/>
                            <a:pt x="1756005" y="1165879"/>
                            <a:pt x="1751881" y="1158824"/>
                          </a:cubicBezTo>
                          <a:cubicBezTo>
                            <a:pt x="1748304" y="1152664"/>
                            <a:pt x="1786807" y="1150577"/>
                            <a:pt x="1796047" y="1127078"/>
                          </a:cubicBezTo>
                          <a:cubicBezTo>
                            <a:pt x="1805288" y="1103580"/>
                            <a:pt x="1840363" y="1091458"/>
                            <a:pt x="1857701" y="1060059"/>
                          </a:cubicBezTo>
                          <a:cubicBezTo>
                            <a:pt x="1870022" y="1037753"/>
                            <a:pt x="1880305" y="1003622"/>
                            <a:pt x="1887509" y="1006007"/>
                          </a:cubicBezTo>
                          <a:cubicBezTo>
                            <a:pt x="1894713" y="1008342"/>
                            <a:pt x="1881349" y="1080031"/>
                            <a:pt x="1861824" y="110005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49" name="Google Shape;949;p8"/>
                    <p:cNvSpPr/>
                    <p:nvPr/>
                  </p:nvSpPr>
                  <p:spPr>
                    <a:xfrm>
                      <a:off x="8216763" y="2054010"/>
                      <a:ext cx="16486" cy="18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86" h="18529" extrusionOk="0">
                          <a:moveTo>
                            <a:pt x="0" y="16146"/>
                          </a:moveTo>
                          <a:cubicBezTo>
                            <a:pt x="6756" y="21859"/>
                            <a:pt x="15451" y="16544"/>
                            <a:pt x="16444" y="8197"/>
                          </a:cubicBezTo>
                          <a:cubicBezTo>
                            <a:pt x="16842" y="5018"/>
                            <a:pt x="14407" y="2236"/>
                            <a:pt x="10731" y="0"/>
                          </a:cubicBezTo>
                          <a:cubicBezTo>
                            <a:pt x="9091" y="6260"/>
                            <a:pt x="5266" y="12023"/>
                            <a:pt x="0" y="16146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0" name="Google Shape;950;p8"/>
                    <p:cNvSpPr/>
                    <p:nvPr/>
                  </p:nvSpPr>
                  <p:spPr>
                    <a:xfrm>
                      <a:off x="7665905" y="1927738"/>
                      <a:ext cx="25201" cy="46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201" h="4699" extrusionOk="0">
                          <a:moveTo>
                            <a:pt x="0" y="1574"/>
                          </a:moveTo>
                          <a:cubicBezTo>
                            <a:pt x="646" y="1723"/>
                            <a:pt x="1242" y="1823"/>
                            <a:pt x="1888" y="2022"/>
                          </a:cubicBezTo>
                          <a:cubicBezTo>
                            <a:pt x="10135" y="4754"/>
                            <a:pt x="24492" y="6344"/>
                            <a:pt x="25188" y="2022"/>
                          </a:cubicBezTo>
                          <a:cubicBezTo>
                            <a:pt x="25238" y="1674"/>
                            <a:pt x="25138" y="1376"/>
                            <a:pt x="25039" y="1078"/>
                          </a:cubicBezTo>
                          <a:cubicBezTo>
                            <a:pt x="16593" y="-363"/>
                            <a:pt x="8247" y="-512"/>
                            <a:pt x="0" y="157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1" name="Google Shape;951;p8"/>
                    <p:cNvSpPr/>
                    <p:nvPr/>
                  </p:nvSpPr>
                  <p:spPr>
                    <a:xfrm>
                      <a:off x="7584176" y="2735180"/>
                      <a:ext cx="41542" cy="2580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542" h="258059" extrusionOk="0">
                          <a:moveTo>
                            <a:pt x="33638" y="234194"/>
                          </a:moveTo>
                          <a:cubicBezTo>
                            <a:pt x="26783" y="235784"/>
                            <a:pt x="21318" y="215365"/>
                            <a:pt x="17840" y="202846"/>
                          </a:cubicBezTo>
                          <a:cubicBezTo>
                            <a:pt x="14412" y="190326"/>
                            <a:pt x="24696" y="175422"/>
                            <a:pt x="24696" y="159723"/>
                          </a:cubicBezTo>
                          <a:cubicBezTo>
                            <a:pt x="24696" y="149340"/>
                            <a:pt x="32248" y="146210"/>
                            <a:pt x="40296" y="148694"/>
                          </a:cubicBezTo>
                          <a:cubicBezTo>
                            <a:pt x="38309" y="137416"/>
                            <a:pt x="36967" y="126437"/>
                            <a:pt x="35378" y="117047"/>
                          </a:cubicBezTo>
                          <a:cubicBezTo>
                            <a:pt x="31701" y="94939"/>
                            <a:pt x="27428" y="72086"/>
                            <a:pt x="21417" y="50575"/>
                          </a:cubicBezTo>
                          <a:cubicBezTo>
                            <a:pt x="16250" y="32044"/>
                            <a:pt x="5718" y="17835"/>
                            <a:pt x="1644" y="0"/>
                          </a:cubicBezTo>
                          <a:cubicBezTo>
                            <a:pt x="-939" y="4471"/>
                            <a:pt x="4575" y="14308"/>
                            <a:pt x="1346" y="26529"/>
                          </a:cubicBezTo>
                          <a:cubicBezTo>
                            <a:pt x="-2777" y="42179"/>
                            <a:pt x="3383" y="64932"/>
                            <a:pt x="8898" y="79042"/>
                          </a:cubicBezTo>
                          <a:cubicBezTo>
                            <a:pt x="14362" y="93151"/>
                            <a:pt x="1346" y="168367"/>
                            <a:pt x="6861" y="180936"/>
                          </a:cubicBezTo>
                          <a:cubicBezTo>
                            <a:pt x="12326" y="193506"/>
                            <a:pt x="-2082" y="248949"/>
                            <a:pt x="2737" y="255358"/>
                          </a:cubicBezTo>
                          <a:cubicBezTo>
                            <a:pt x="10984" y="266337"/>
                            <a:pt x="5470" y="240454"/>
                            <a:pt x="17791" y="238119"/>
                          </a:cubicBezTo>
                          <a:cubicBezTo>
                            <a:pt x="30111" y="235784"/>
                            <a:pt x="30111" y="253768"/>
                            <a:pt x="37663" y="257693"/>
                          </a:cubicBezTo>
                          <a:cubicBezTo>
                            <a:pt x="45264" y="261618"/>
                            <a:pt x="40494" y="232604"/>
                            <a:pt x="33638" y="23419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2" name="Google Shape;952;p8"/>
                    <p:cNvSpPr/>
                    <p:nvPr/>
                  </p:nvSpPr>
                  <p:spPr>
                    <a:xfrm>
                      <a:off x="5616447" y="1474128"/>
                      <a:ext cx="78247" cy="301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247" h="30196" extrusionOk="0">
                          <a:moveTo>
                            <a:pt x="33670" y="3042"/>
                          </a:moveTo>
                          <a:cubicBezTo>
                            <a:pt x="35707" y="9301"/>
                            <a:pt x="30241" y="10096"/>
                            <a:pt x="16530" y="10096"/>
                          </a:cubicBezTo>
                          <a:cubicBezTo>
                            <a:pt x="2818" y="10096"/>
                            <a:pt x="-4336" y="18939"/>
                            <a:pt x="2818" y="25746"/>
                          </a:cubicBezTo>
                          <a:cubicBezTo>
                            <a:pt x="11065" y="33595"/>
                            <a:pt x="47332" y="30465"/>
                            <a:pt x="53492" y="21026"/>
                          </a:cubicBezTo>
                          <a:cubicBezTo>
                            <a:pt x="59653" y="11636"/>
                            <a:pt x="75401" y="19486"/>
                            <a:pt x="78134" y="10047"/>
                          </a:cubicBezTo>
                          <a:cubicBezTo>
                            <a:pt x="80916" y="707"/>
                            <a:pt x="31633" y="-3218"/>
                            <a:pt x="33670" y="304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3" name="Google Shape;953;p8"/>
                    <p:cNvSpPr/>
                    <p:nvPr/>
                  </p:nvSpPr>
                  <p:spPr>
                    <a:xfrm>
                      <a:off x="5617079" y="1419514"/>
                      <a:ext cx="71490" cy="153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1490" h="15377" extrusionOk="0">
                          <a:moveTo>
                            <a:pt x="63740" y="2212"/>
                          </a:moveTo>
                          <a:cubicBezTo>
                            <a:pt x="52810" y="-123"/>
                            <a:pt x="41980" y="-471"/>
                            <a:pt x="31249" y="523"/>
                          </a:cubicBezTo>
                          <a:cubicBezTo>
                            <a:pt x="31448" y="3951"/>
                            <a:pt x="17239" y="4249"/>
                            <a:pt x="7750" y="4696"/>
                          </a:cubicBezTo>
                          <a:cubicBezTo>
                            <a:pt x="5465" y="5292"/>
                            <a:pt x="3180" y="5888"/>
                            <a:pt x="895" y="6534"/>
                          </a:cubicBezTo>
                          <a:cubicBezTo>
                            <a:pt x="596" y="6634"/>
                            <a:pt x="298" y="6733"/>
                            <a:pt x="0" y="6832"/>
                          </a:cubicBezTo>
                          <a:cubicBezTo>
                            <a:pt x="2534" y="11254"/>
                            <a:pt x="14209" y="15377"/>
                            <a:pt x="29659" y="15377"/>
                          </a:cubicBezTo>
                          <a:cubicBezTo>
                            <a:pt x="46104" y="15377"/>
                            <a:pt x="41285" y="3603"/>
                            <a:pt x="52264" y="5193"/>
                          </a:cubicBezTo>
                          <a:cubicBezTo>
                            <a:pt x="59319" y="6187"/>
                            <a:pt x="67814" y="6236"/>
                            <a:pt x="71490" y="4001"/>
                          </a:cubicBezTo>
                          <a:cubicBezTo>
                            <a:pt x="68907" y="3355"/>
                            <a:pt x="66323" y="2759"/>
                            <a:pt x="63740" y="221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4" name="Google Shape;954;p8"/>
                    <p:cNvSpPr/>
                    <p:nvPr/>
                  </p:nvSpPr>
                  <p:spPr>
                    <a:xfrm>
                      <a:off x="6879504" y="1817269"/>
                      <a:ext cx="42449" cy="226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449" h="22616" extrusionOk="0">
                          <a:moveTo>
                            <a:pt x="14366" y="4734"/>
                          </a:moveTo>
                          <a:cubicBezTo>
                            <a:pt x="11634" y="10993"/>
                            <a:pt x="-3270" y="11440"/>
                            <a:pt x="654" y="17303"/>
                          </a:cubicBezTo>
                          <a:cubicBezTo>
                            <a:pt x="7510" y="27487"/>
                            <a:pt x="41740" y="22022"/>
                            <a:pt x="42436" y="9453"/>
                          </a:cubicBezTo>
                          <a:cubicBezTo>
                            <a:pt x="43131" y="-3066"/>
                            <a:pt x="17148" y="-1526"/>
                            <a:pt x="14366" y="4734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5" name="Google Shape;955;p8"/>
                    <p:cNvSpPr/>
                    <p:nvPr/>
                  </p:nvSpPr>
                  <p:spPr>
                    <a:xfrm>
                      <a:off x="5576886" y="1432146"/>
                      <a:ext cx="81599" cy="343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599" h="34397" extrusionOk="0">
                          <a:moveTo>
                            <a:pt x="81478" y="17600"/>
                          </a:moveTo>
                          <a:cubicBezTo>
                            <a:pt x="83514" y="1156"/>
                            <a:pt x="59569" y="14470"/>
                            <a:pt x="41733" y="5826"/>
                          </a:cubicBezTo>
                          <a:cubicBezTo>
                            <a:pt x="23947" y="-2769"/>
                            <a:pt x="13415" y="-2173"/>
                            <a:pt x="25289" y="9750"/>
                          </a:cubicBezTo>
                          <a:cubicBezTo>
                            <a:pt x="30803" y="15265"/>
                            <a:pt x="-5215" y="19537"/>
                            <a:pt x="648" y="26195"/>
                          </a:cubicBezTo>
                          <a:cubicBezTo>
                            <a:pt x="13664" y="41148"/>
                            <a:pt x="79391" y="34094"/>
                            <a:pt x="81478" y="17600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6" name="Google Shape;956;p8"/>
                    <p:cNvSpPr/>
                    <p:nvPr/>
                  </p:nvSpPr>
                  <p:spPr>
                    <a:xfrm>
                      <a:off x="5509720" y="1685417"/>
                      <a:ext cx="411005" cy="3296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005" h="329686" extrusionOk="0">
                          <a:moveTo>
                            <a:pt x="406834" y="4932"/>
                          </a:moveTo>
                          <a:cubicBezTo>
                            <a:pt x="391085" y="-9178"/>
                            <a:pt x="346572" y="10446"/>
                            <a:pt x="335592" y="20631"/>
                          </a:cubicBezTo>
                          <a:cubicBezTo>
                            <a:pt x="324613" y="30815"/>
                            <a:pt x="308914" y="23761"/>
                            <a:pt x="297934" y="30815"/>
                          </a:cubicBezTo>
                          <a:cubicBezTo>
                            <a:pt x="289886" y="35982"/>
                            <a:pt x="275280" y="40702"/>
                            <a:pt x="263456" y="39509"/>
                          </a:cubicBezTo>
                          <a:cubicBezTo>
                            <a:pt x="259282" y="41199"/>
                            <a:pt x="254464" y="41844"/>
                            <a:pt x="249148" y="40900"/>
                          </a:cubicBezTo>
                          <a:cubicBezTo>
                            <a:pt x="247956" y="40702"/>
                            <a:pt x="246764" y="40602"/>
                            <a:pt x="245571" y="40453"/>
                          </a:cubicBezTo>
                          <a:cubicBezTo>
                            <a:pt x="239609" y="40056"/>
                            <a:pt x="233499" y="41298"/>
                            <a:pt x="227338" y="43186"/>
                          </a:cubicBezTo>
                          <a:cubicBezTo>
                            <a:pt x="223314" y="48005"/>
                            <a:pt x="217104" y="51085"/>
                            <a:pt x="208708" y="50389"/>
                          </a:cubicBezTo>
                          <a:cubicBezTo>
                            <a:pt x="208410" y="50389"/>
                            <a:pt x="208112" y="50389"/>
                            <a:pt x="207814" y="50340"/>
                          </a:cubicBezTo>
                          <a:cubicBezTo>
                            <a:pt x="202995" y="52128"/>
                            <a:pt x="198226" y="53718"/>
                            <a:pt x="193555" y="54612"/>
                          </a:cubicBezTo>
                          <a:cubicBezTo>
                            <a:pt x="192015" y="54910"/>
                            <a:pt x="190425" y="55109"/>
                            <a:pt x="188786" y="55258"/>
                          </a:cubicBezTo>
                          <a:cubicBezTo>
                            <a:pt x="174478" y="64449"/>
                            <a:pt x="161163" y="76372"/>
                            <a:pt x="147452" y="87451"/>
                          </a:cubicBezTo>
                          <a:cubicBezTo>
                            <a:pt x="139354" y="94009"/>
                            <a:pt x="130113" y="94704"/>
                            <a:pt x="122164" y="91972"/>
                          </a:cubicBezTo>
                          <a:cubicBezTo>
                            <a:pt x="118786" y="95201"/>
                            <a:pt x="115458" y="98530"/>
                            <a:pt x="112278" y="101858"/>
                          </a:cubicBezTo>
                          <a:cubicBezTo>
                            <a:pt x="112974" y="103846"/>
                            <a:pt x="114066" y="105783"/>
                            <a:pt x="115806" y="107621"/>
                          </a:cubicBezTo>
                          <a:cubicBezTo>
                            <a:pt x="125394" y="117806"/>
                            <a:pt x="98020" y="118601"/>
                            <a:pt x="102789" y="124861"/>
                          </a:cubicBezTo>
                          <a:cubicBezTo>
                            <a:pt x="107608" y="131120"/>
                            <a:pt x="92505" y="135045"/>
                            <a:pt x="95933" y="142100"/>
                          </a:cubicBezTo>
                          <a:cubicBezTo>
                            <a:pt x="99262" y="148956"/>
                            <a:pt x="87090" y="151390"/>
                            <a:pt x="76955" y="153675"/>
                          </a:cubicBezTo>
                          <a:cubicBezTo>
                            <a:pt x="76458" y="156855"/>
                            <a:pt x="75366" y="159985"/>
                            <a:pt x="73925" y="162966"/>
                          </a:cubicBezTo>
                          <a:cubicBezTo>
                            <a:pt x="72484" y="165946"/>
                            <a:pt x="70646" y="168728"/>
                            <a:pt x="68658" y="171362"/>
                          </a:cubicBezTo>
                          <a:cubicBezTo>
                            <a:pt x="69851" y="172107"/>
                            <a:pt x="71341" y="172604"/>
                            <a:pt x="73329" y="172703"/>
                          </a:cubicBezTo>
                          <a:cubicBezTo>
                            <a:pt x="86345" y="173498"/>
                            <a:pt x="65777" y="175833"/>
                            <a:pt x="67168" y="187607"/>
                          </a:cubicBezTo>
                          <a:cubicBezTo>
                            <a:pt x="68510" y="199381"/>
                            <a:pt x="45905" y="191532"/>
                            <a:pt x="46600" y="199381"/>
                          </a:cubicBezTo>
                          <a:cubicBezTo>
                            <a:pt x="47296" y="207231"/>
                            <a:pt x="43172" y="212696"/>
                            <a:pt x="30156" y="212696"/>
                          </a:cubicBezTo>
                          <a:cubicBezTo>
                            <a:pt x="28417" y="212696"/>
                            <a:pt x="27275" y="212894"/>
                            <a:pt x="26579" y="213193"/>
                          </a:cubicBezTo>
                          <a:cubicBezTo>
                            <a:pt x="26529" y="214136"/>
                            <a:pt x="26480" y="215031"/>
                            <a:pt x="26331" y="215975"/>
                          </a:cubicBezTo>
                          <a:cubicBezTo>
                            <a:pt x="28765" y="219452"/>
                            <a:pt x="36813" y="225265"/>
                            <a:pt x="37658" y="230730"/>
                          </a:cubicBezTo>
                          <a:cubicBezTo>
                            <a:pt x="39049" y="239374"/>
                            <a:pt x="24641" y="233065"/>
                            <a:pt x="23995" y="246429"/>
                          </a:cubicBezTo>
                          <a:cubicBezTo>
                            <a:pt x="23598" y="253732"/>
                            <a:pt x="16047" y="253036"/>
                            <a:pt x="8694" y="253732"/>
                          </a:cubicBezTo>
                          <a:cubicBezTo>
                            <a:pt x="7750" y="258054"/>
                            <a:pt x="6806" y="262426"/>
                            <a:pt x="5713" y="266748"/>
                          </a:cubicBezTo>
                          <a:cubicBezTo>
                            <a:pt x="4670" y="270723"/>
                            <a:pt x="2633" y="274200"/>
                            <a:pt x="0" y="277082"/>
                          </a:cubicBezTo>
                          <a:cubicBezTo>
                            <a:pt x="4918" y="279466"/>
                            <a:pt x="12470" y="278920"/>
                            <a:pt x="18531" y="279367"/>
                          </a:cubicBezTo>
                          <a:cubicBezTo>
                            <a:pt x="29461" y="280162"/>
                            <a:pt x="14407" y="291887"/>
                            <a:pt x="22655" y="298941"/>
                          </a:cubicBezTo>
                          <a:cubicBezTo>
                            <a:pt x="30851" y="305996"/>
                            <a:pt x="37012" y="303661"/>
                            <a:pt x="31547" y="290346"/>
                          </a:cubicBezTo>
                          <a:cubicBezTo>
                            <a:pt x="26082" y="277032"/>
                            <a:pt x="60312" y="295066"/>
                            <a:pt x="50028" y="305251"/>
                          </a:cubicBezTo>
                          <a:cubicBezTo>
                            <a:pt x="39744" y="315435"/>
                            <a:pt x="66473" y="323285"/>
                            <a:pt x="79489" y="324030"/>
                          </a:cubicBezTo>
                          <a:cubicBezTo>
                            <a:pt x="92505" y="324825"/>
                            <a:pt x="138659" y="336351"/>
                            <a:pt x="139751" y="324030"/>
                          </a:cubicBezTo>
                          <a:cubicBezTo>
                            <a:pt x="140447" y="316180"/>
                            <a:pt x="122661" y="309126"/>
                            <a:pt x="108254" y="291887"/>
                          </a:cubicBezTo>
                          <a:cubicBezTo>
                            <a:pt x="93896" y="274647"/>
                            <a:pt x="83612" y="246429"/>
                            <a:pt x="100057" y="234704"/>
                          </a:cubicBezTo>
                          <a:cubicBezTo>
                            <a:pt x="116501" y="222930"/>
                            <a:pt x="102094" y="217465"/>
                            <a:pt x="118538" y="204151"/>
                          </a:cubicBezTo>
                          <a:cubicBezTo>
                            <a:pt x="126288" y="197841"/>
                            <a:pt x="128226" y="191780"/>
                            <a:pt x="129616" y="186912"/>
                          </a:cubicBezTo>
                          <a:cubicBezTo>
                            <a:pt x="121071" y="177770"/>
                            <a:pt x="118438" y="163462"/>
                            <a:pt x="130262" y="152483"/>
                          </a:cubicBezTo>
                          <a:cubicBezTo>
                            <a:pt x="140646" y="142845"/>
                            <a:pt x="152469" y="137082"/>
                            <a:pt x="165883" y="133008"/>
                          </a:cubicBezTo>
                          <a:cubicBezTo>
                            <a:pt x="165883" y="132958"/>
                            <a:pt x="165883" y="132909"/>
                            <a:pt x="165834" y="132859"/>
                          </a:cubicBezTo>
                          <a:cubicBezTo>
                            <a:pt x="164293" y="128189"/>
                            <a:pt x="173087" y="130922"/>
                            <a:pt x="180788" y="128686"/>
                          </a:cubicBezTo>
                          <a:cubicBezTo>
                            <a:pt x="181583" y="128388"/>
                            <a:pt x="182377" y="128090"/>
                            <a:pt x="183172" y="127742"/>
                          </a:cubicBezTo>
                          <a:cubicBezTo>
                            <a:pt x="184861" y="126947"/>
                            <a:pt x="186451" y="125854"/>
                            <a:pt x="187743" y="124215"/>
                          </a:cubicBezTo>
                          <a:cubicBezTo>
                            <a:pt x="189531" y="121979"/>
                            <a:pt x="191966" y="120638"/>
                            <a:pt x="194649" y="119694"/>
                          </a:cubicBezTo>
                          <a:cubicBezTo>
                            <a:pt x="200461" y="114775"/>
                            <a:pt x="206969" y="113335"/>
                            <a:pt x="213030" y="114328"/>
                          </a:cubicBezTo>
                          <a:cubicBezTo>
                            <a:pt x="215365" y="112888"/>
                            <a:pt x="217303" y="110900"/>
                            <a:pt x="218594" y="107820"/>
                          </a:cubicBezTo>
                          <a:cubicBezTo>
                            <a:pt x="224059" y="94506"/>
                            <a:pt x="302852" y="63903"/>
                            <a:pt x="347367" y="52178"/>
                          </a:cubicBezTo>
                          <a:cubicBezTo>
                            <a:pt x="391781" y="40205"/>
                            <a:pt x="422583" y="19041"/>
                            <a:pt x="406834" y="4932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957" name="Google Shape;957;p8"/>
                    <p:cNvSpPr/>
                    <p:nvPr/>
                  </p:nvSpPr>
                  <p:spPr>
                    <a:xfrm>
                      <a:off x="5532133" y="1482210"/>
                      <a:ext cx="29652" cy="127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652" h="12759" extrusionOk="0">
                          <a:moveTo>
                            <a:pt x="29652" y="5193"/>
                          </a:moveTo>
                          <a:cubicBezTo>
                            <a:pt x="29652" y="-7376"/>
                            <a:pt x="-6018" y="6485"/>
                            <a:pt x="887" y="9118"/>
                          </a:cubicBezTo>
                          <a:cubicBezTo>
                            <a:pt x="7048" y="11453"/>
                            <a:pt x="29652" y="17713"/>
                            <a:pt x="29652" y="5193"/>
                          </a:cubicBezTo>
                          <a:close/>
                        </a:path>
                      </a:pathLst>
                    </a:custGeom>
                    <a:solidFill>
                      <a:srgbClr val="D0D6E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  <p:sp>
              <p:nvSpPr>
                <p:cNvPr id="958" name="Google Shape;958;p8"/>
                <p:cNvSpPr/>
                <p:nvPr/>
              </p:nvSpPr>
              <p:spPr>
                <a:xfrm>
                  <a:off x="4598628" y="4167361"/>
                  <a:ext cx="424768" cy="501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768" h="501496" extrusionOk="0">
                      <a:moveTo>
                        <a:pt x="388850" y="330833"/>
                      </a:moveTo>
                      <a:cubicBezTo>
                        <a:pt x="377572" y="323778"/>
                        <a:pt x="372902" y="235049"/>
                        <a:pt x="378566" y="232664"/>
                      </a:cubicBezTo>
                      <a:cubicBezTo>
                        <a:pt x="379311" y="232366"/>
                        <a:pt x="380006" y="233310"/>
                        <a:pt x="380702" y="235148"/>
                      </a:cubicBezTo>
                      <a:lnTo>
                        <a:pt x="379560" y="215027"/>
                      </a:lnTo>
                      <a:cubicBezTo>
                        <a:pt x="379560" y="215027"/>
                        <a:pt x="378914" y="214879"/>
                        <a:pt x="378019" y="214481"/>
                      </a:cubicBezTo>
                      <a:cubicBezTo>
                        <a:pt x="376231" y="213636"/>
                        <a:pt x="373399" y="211599"/>
                        <a:pt x="373399" y="206830"/>
                      </a:cubicBezTo>
                      <a:cubicBezTo>
                        <a:pt x="373399" y="199775"/>
                        <a:pt x="378516" y="199179"/>
                        <a:pt x="378516" y="199179"/>
                      </a:cubicBezTo>
                      <a:cubicBezTo>
                        <a:pt x="378516" y="199179"/>
                        <a:pt x="377522" y="184474"/>
                        <a:pt x="383136" y="182139"/>
                      </a:cubicBezTo>
                      <a:cubicBezTo>
                        <a:pt x="384279" y="181692"/>
                        <a:pt x="385173" y="180748"/>
                        <a:pt x="385968" y="179655"/>
                      </a:cubicBezTo>
                      <a:cubicBezTo>
                        <a:pt x="389148" y="175184"/>
                        <a:pt x="389794" y="166539"/>
                        <a:pt x="389794" y="160379"/>
                      </a:cubicBezTo>
                      <a:cubicBezTo>
                        <a:pt x="389794" y="152778"/>
                        <a:pt x="391334" y="143935"/>
                        <a:pt x="393917" y="137476"/>
                      </a:cubicBezTo>
                      <a:cubicBezTo>
                        <a:pt x="396500" y="131018"/>
                        <a:pt x="395457" y="122174"/>
                        <a:pt x="399581" y="118647"/>
                      </a:cubicBezTo>
                      <a:cubicBezTo>
                        <a:pt x="403704" y="115120"/>
                        <a:pt x="403158" y="105730"/>
                        <a:pt x="408324" y="103942"/>
                      </a:cubicBezTo>
                      <a:cubicBezTo>
                        <a:pt x="413442" y="102203"/>
                        <a:pt x="417565" y="99818"/>
                        <a:pt x="418062" y="96291"/>
                      </a:cubicBezTo>
                      <a:cubicBezTo>
                        <a:pt x="418559" y="92764"/>
                        <a:pt x="424769" y="88044"/>
                        <a:pt x="424769" y="82778"/>
                      </a:cubicBezTo>
                      <a:cubicBezTo>
                        <a:pt x="424769" y="77512"/>
                        <a:pt x="417068" y="76319"/>
                        <a:pt x="417068" y="69861"/>
                      </a:cubicBezTo>
                      <a:cubicBezTo>
                        <a:pt x="417068" y="63403"/>
                        <a:pt x="419105" y="46909"/>
                        <a:pt x="419105" y="46909"/>
                      </a:cubicBezTo>
                      <a:cubicBezTo>
                        <a:pt x="419105" y="46909"/>
                        <a:pt x="419304" y="46809"/>
                        <a:pt x="419453" y="46759"/>
                      </a:cubicBezTo>
                      <a:cubicBezTo>
                        <a:pt x="408374" y="35184"/>
                        <a:pt x="395606" y="23161"/>
                        <a:pt x="392675" y="20925"/>
                      </a:cubicBezTo>
                      <a:cubicBezTo>
                        <a:pt x="388403" y="17647"/>
                        <a:pt x="381199" y="24205"/>
                        <a:pt x="381199" y="24205"/>
                      </a:cubicBezTo>
                      <a:cubicBezTo>
                        <a:pt x="381199" y="24205"/>
                        <a:pt x="374045" y="16007"/>
                        <a:pt x="368332" y="22565"/>
                      </a:cubicBezTo>
                      <a:cubicBezTo>
                        <a:pt x="362618" y="29123"/>
                        <a:pt x="354024" y="22565"/>
                        <a:pt x="354024" y="22565"/>
                      </a:cubicBezTo>
                      <a:cubicBezTo>
                        <a:pt x="354024" y="22565"/>
                        <a:pt x="346870" y="17647"/>
                        <a:pt x="343988" y="9449"/>
                      </a:cubicBezTo>
                      <a:cubicBezTo>
                        <a:pt x="342846" y="6121"/>
                        <a:pt x="340660" y="4134"/>
                        <a:pt x="337977" y="2544"/>
                      </a:cubicBezTo>
                      <a:lnTo>
                        <a:pt x="338325" y="3637"/>
                      </a:lnTo>
                      <a:lnTo>
                        <a:pt x="321185" y="6916"/>
                      </a:lnTo>
                      <a:cubicBezTo>
                        <a:pt x="321185" y="6916"/>
                        <a:pt x="299773" y="-6150"/>
                        <a:pt x="295500" y="3637"/>
                      </a:cubicBezTo>
                      <a:cubicBezTo>
                        <a:pt x="291227" y="13473"/>
                        <a:pt x="286905" y="6916"/>
                        <a:pt x="276919" y="6916"/>
                      </a:cubicBezTo>
                      <a:cubicBezTo>
                        <a:pt x="266934" y="6916"/>
                        <a:pt x="258339" y="11834"/>
                        <a:pt x="252626" y="15063"/>
                      </a:cubicBezTo>
                      <a:cubicBezTo>
                        <a:pt x="246912" y="18342"/>
                        <a:pt x="238367" y="11784"/>
                        <a:pt x="234045" y="15063"/>
                      </a:cubicBezTo>
                      <a:cubicBezTo>
                        <a:pt x="229773" y="18342"/>
                        <a:pt x="226891" y="33048"/>
                        <a:pt x="226891" y="33048"/>
                      </a:cubicBezTo>
                      <a:lnTo>
                        <a:pt x="182626" y="23261"/>
                      </a:lnTo>
                      <a:cubicBezTo>
                        <a:pt x="182626" y="23261"/>
                        <a:pt x="174031" y="8555"/>
                        <a:pt x="164045" y="8555"/>
                      </a:cubicBezTo>
                      <a:cubicBezTo>
                        <a:pt x="154059" y="8555"/>
                        <a:pt x="139751" y="29818"/>
                        <a:pt x="139751" y="29818"/>
                      </a:cubicBezTo>
                      <a:lnTo>
                        <a:pt x="139751" y="47554"/>
                      </a:lnTo>
                      <a:cubicBezTo>
                        <a:pt x="141490" y="58236"/>
                        <a:pt x="139304" y="69364"/>
                        <a:pt x="136323" y="75028"/>
                      </a:cubicBezTo>
                      <a:cubicBezTo>
                        <a:pt x="132001" y="83225"/>
                        <a:pt x="127729" y="86504"/>
                        <a:pt x="127729" y="102898"/>
                      </a:cubicBezTo>
                      <a:cubicBezTo>
                        <a:pt x="127729" y="119293"/>
                        <a:pt x="110539" y="145524"/>
                        <a:pt x="110539" y="158590"/>
                      </a:cubicBezTo>
                      <a:cubicBezTo>
                        <a:pt x="110539" y="171706"/>
                        <a:pt x="90468" y="179903"/>
                        <a:pt x="90468" y="188051"/>
                      </a:cubicBezTo>
                      <a:cubicBezTo>
                        <a:pt x="90468" y="196199"/>
                        <a:pt x="89028" y="214282"/>
                        <a:pt x="89028" y="232316"/>
                      </a:cubicBezTo>
                      <a:cubicBezTo>
                        <a:pt x="89028" y="250350"/>
                        <a:pt x="80433" y="235595"/>
                        <a:pt x="80433" y="251940"/>
                      </a:cubicBezTo>
                      <a:cubicBezTo>
                        <a:pt x="80433" y="268335"/>
                        <a:pt x="73279" y="258498"/>
                        <a:pt x="66125" y="266695"/>
                      </a:cubicBezTo>
                      <a:cubicBezTo>
                        <a:pt x="58971" y="274893"/>
                        <a:pt x="56090" y="276532"/>
                        <a:pt x="56090" y="268335"/>
                      </a:cubicBezTo>
                      <a:cubicBezTo>
                        <a:pt x="56090" y="260137"/>
                        <a:pt x="46054" y="258498"/>
                        <a:pt x="37459" y="266695"/>
                      </a:cubicBezTo>
                      <a:cubicBezTo>
                        <a:pt x="28864" y="274893"/>
                        <a:pt x="25983" y="266695"/>
                        <a:pt x="21710" y="265056"/>
                      </a:cubicBezTo>
                      <a:cubicBezTo>
                        <a:pt x="19326" y="264162"/>
                        <a:pt x="9539" y="270769"/>
                        <a:pt x="0" y="278221"/>
                      </a:cubicBezTo>
                      <a:cubicBezTo>
                        <a:pt x="4272" y="288356"/>
                        <a:pt x="6508" y="298491"/>
                        <a:pt x="8247" y="307433"/>
                      </a:cubicBezTo>
                      <a:cubicBezTo>
                        <a:pt x="8396" y="308278"/>
                        <a:pt x="8595" y="309172"/>
                        <a:pt x="8843" y="310116"/>
                      </a:cubicBezTo>
                      <a:cubicBezTo>
                        <a:pt x="13910" y="306042"/>
                        <a:pt x="19028" y="302416"/>
                        <a:pt x="21909" y="301968"/>
                      </a:cubicBezTo>
                      <a:cubicBezTo>
                        <a:pt x="29113" y="300776"/>
                        <a:pt x="96927" y="301968"/>
                        <a:pt x="96927" y="301968"/>
                      </a:cubicBezTo>
                      <a:cubicBezTo>
                        <a:pt x="96927" y="301968"/>
                        <a:pt x="103087" y="313743"/>
                        <a:pt x="101050" y="324325"/>
                      </a:cubicBezTo>
                      <a:cubicBezTo>
                        <a:pt x="99013" y="334907"/>
                        <a:pt x="105174" y="330187"/>
                        <a:pt x="110291" y="344296"/>
                      </a:cubicBezTo>
                      <a:cubicBezTo>
                        <a:pt x="115408" y="358406"/>
                        <a:pt x="119531" y="364268"/>
                        <a:pt x="129815" y="360741"/>
                      </a:cubicBezTo>
                      <a:cubicBezTo>
                        <a:pt x="140099" y="357213"/>
                        <a:pt x="152420" y="354878"/>
                        <a:pt x="156543" y="356021"/>
                      </a:cubicBezTo>
                      <a:cubicBezTo>
                        <a:pt x="160617" y="357213"/>
                        <a:pt x="159624" y="336049"/>
                        <a:pt x="165784" y="332522"/>
                      </a:cubicBezTo>
                      <a:cubicBezTo>
                        <a:pt x="171944" y="328995"/>
                        <a:pt x="184265" y="332522"/>
                        <a:pt x="184265" y="332522"/>
                      </a:cubicBezTo>
                      <a:cubicBezTo>
                        <a:pt x="184265" y="332522"/>
                        <a:pt x="185308" y="338384"/>
                        <a:pt x="195543" y="338384"/>
                      </a:cubicBezTo>
                      <a:cubicBezTo>
                        <a:pt x="205826" y="338384"/>
                        <a:pt x="210944" y="333665"/>
                        <a:pt x="210944" y="341912"/>
                      </a:cubicBezTo>
                      <a:cubicBezTo>
                        <a:pt x="210944" y="350159"/>
                        <a:pt x="211987" y="359548"/>
                        <a:pt x="215067" y="363076"/>
                      </a:cubicBezTo>
                      <a:cubicBezTo>
                        <a:pt x="218147" y="366603"/>
                        <a:pt x="206870" y="396014"/>
                        <a:pt x="211987" y="400684"/>
                      </a:cubicBezTo>
                      <a:cubicBezTo>
                        <a:pt x="217154" y="405403"/>
                        <a:pt x="224308" y="415985"/>
                        <a:pt x="223264" y="421848"/>
                      </a:cubicBezTo>
                      <a:cubicBezTo>
                        <a:pt x="222221" y="427710"/>
                        <a:pt x="219141" y="441819"/>
                        <a:pt x="223264" y="443012"/>
                      </a:cubicBezTo>
                      <a:cubicBezTo>
                        <a:pt x="227388" y="444204"/>
                        <a:pt x="228382" y="435957"/>
                        <a:pt x="235585" y="435957"/>
                      </a:cubicBezTo>
                      <a:cubicBezTo>
                        <a:pt x="242789" y="435957"/>
                        <a:pt x="248949" y="437149"/>
                        <a:pt x="256153" y="433622"/>
                      </a:cubicBezTo>
                      <a:cubicBezTo>
                        <a:pt x="258538" y="432479"/>
                        <a:pt x="260624" y="432877"/>
                        <a:pt x="262413" y="433870"/>
                      </a:cubicBezTo>
                      <a:cubicBezTo>
                        <a:pt x="266089" y="435907"/>
                        <a:pt x="268474" y="440677"/>
                        <a:pt x="268474" y="440677"/>
                      </a:cubicBezTo>
                      <a:cubicBezTo>
                        <a:pt x="268474" y="440677"/>
                        <a:pt x="270511" y="448924"/>
                        <a:pt x="274634" y="446539"/>
                      </a:cubicBezTo>
                      <a:cubicBezTo>
                        <a:pt x="278757" y="444204"/>
                        <a:pt x="290035" y="440677"/>
                        <a:pt x="288992" y="445347"/>
                      </a:cubicBezTo>
                      <a:cubicBezTo>
                        <a:pt x="287949" y="450066"/>
                        <a:pt x="292072" y="460648"/>
                        <a:pt x="296195" y="458263"/>
                      </a:cubicBezTo>
                      <a:cubicBezTo>
                        <a:pt x="300319" y="455928"/>
                        <a:pt x="310553" y="465318"/>
                        <a:pt x="315720" y="465318"/>
                      </a:cubicBezTo>
                      <a:cubicBezTo>
                        <a:pt x="320837" y="465318"/>
                        <a:pt x="326004" y="465318"/>
                        <a:pt x="326004" y="461791"/>
                      </a:cubicBezTo>
                      <a:cubicBezTo>
                        <a:pt x="326004" y="458263"/>
                        <a:pt x="332164" y="452401"/>
                        <a:pt x="334251" y="457071"/>
                      </a:cubicBezTo>
                      <a:cubicBezTo>
                        <a:pt x="336288" y="461791"/>
                        <a:pt x="341455" y="472373"/>
                        <a:pt x="346572" y="472373"/>
                      </a:cubicBezTo>
                      <a:cubicBezTo>
                        <a:pt x="351738" y="472373"/>
                        <a:pt x="364009" y="472373"/>
                        <a:pt x="364009" y="477092"/>
                      </a:cubicBezTo>
                      <a:cubicBezTo>
                        <a:pt x="364009" y="481812"/>
                        <a:pt x="368133" y="494729"/>
                        <a:pt x="373250" y="499399"/>
                      </a:cubicBezTo>
                      <a:cubicBezTo>
                        <a:pt x="378367" y="504119"/>
                        <a:pt x="389694" y="499399"/>
                        <a:pt x="389694" y="499399"/>
                      </a:cubicBezTo>
                      <a:cubicBezTo>
                        <a:pt x="389694" y="499399"/>
                        <a:pt x="393818" y="495872"/>
                        <a:pt x="393818" y="487674"/>
                      </a:cubicBezTo>
                      <a:cubicBezTo>
                        <a:pt x="393818" y="479427"/>
                        <a:pt x="393818" y="468845"/>
                        <a:pt x="390738" y="468845"/>
                      </a:cubicBezTo>
                      <a:cubicBezTo>
                        <a:pt x="387657" y="468845"/>
                        <a:pt x="382540" y="477092"/>
                        <a:pt x="375336" y="474708"/>
                      </a:cubicBezTo>
                      <a:cubicBezTo>
                        <a:pt x="368133" y="472373"/>
                        <a:pt x="363016" y="455879"/>
                        <a:pt x="359936" y="453544"/>
                      </a:cubicBezTo>
                      <a:cubicBezTo>
                        <a:pt x="356855" y="451209"/>
                        <a:pt x="365053" y="435907"/>
                        <a:pt x="365053" y="428853"/>
                      </a:cubicBezTo>
                      <a:cubicBezTo>
                        <a:pt x="365053" y="421798"/>
                        <a:pt x="370220" y="401826"/>
                        <a:pt x="366096" y="399442"/>
                      </a:cubicBezTo>
                      <a:cubicBezTo>
                        <a:pt x="361972" y="397107"/>
                        <a:pt x="364059" y="390052"/>
                        <a:pt x="369176" y="385332"/>
                      </a:cubicBezTo>
                      <a:cubicBezTo>
                        <a:pt x="374293" y="380613"/>
                        <a:pt x="367139" y="367696"/>
                        <a:pt x="375336" y="367696"/>
                      </a:cubicBezTo>
                      <a:cubicBezTo>
                        <a:pt x="383037" y="367696"/>
                        <a:pt x="398736" y="368640"/>
                        <a:pt x="403208" y="362976"/>
                      </a:cubicBezTo>
                      <a:cubicBezTo>
                        <a:pt x="403506" y="362579"/>
                        <a:pt x="403903" y="362281"/>
                        <a:pt x="404102" y="361834"/>
                      </a:cubicBezTo>
                      <a:cubicBezTo>
                        <a:pt x="404698" y="360542"/>
                        <a:pt x="405195" y="359151"/>
                        <a:pt x="405592" y="357760"/>
                      </a:cubicBezTo>
                      <a:cubicBezTo>
                        <a:pt x="400475" y="348022"/>
                        <a:pt x="395209" y="334807"/>
                        <a:pt x="388850" y="33083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9" name="Google Shape;959;p8"/>
                <p:cNvSpPr/>
                <p:nvPr/>
              </p:nvSpPr>
              <p:spPr>
                <a:xfrm>
                  <a:off x="4976697" y="4374191"/>
                  <a:ext cx="37309" cy="55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9" h="55890" extrusionOk="0">
                      <a:moveTo>
                        <a:pt x="2683" y="28318"/>
                      </a:moveTo>
                      <a:cubicBezTo>
                        <a:pt x="4471" y="32988"/>
                        <a:pt x="6309" y="43719"/>
                        <a:pt x="8445" y="55891"/>
                      </a:cubicBezTo>
                      <a:cubicBezTo>
                        <a:pt x="13016" y="52512"/>
                        <a:pt x="16742" y="49929"/>
                        <a:pt x="18332" y="49184"/>
                      </a:cubicBezTo>
                      <a:cubicBezTo>
                        <a:pt x="24244" y="46501"/>
                        <a:pt x="37310" y="17984"/>
                        <a:pt x="37310" y="17984"/>
                      </a:cubicBezTo>
                      <a:lnTo>
                        <a:pt x="31398" y="13910"/>
                      </a:lnTo>
                      <a:cubicBezTo>
                        <a:pt x="31398" y="13910"/>
                        <a:pt x="32044" y="7998"/>
                        <a:pt x="30454" y="0"/>
                      </a:cubicBezTo>
                      <a:cubicBezTo>
                        <a:pt x="25138" y="745"/>
                        <a:pt x="19524" y="348"/>
                        <a:pt x="19524" y="348"/>
                      </a:cubicBezTo>
                      <a:cubicBezTo>
                        <a:pt x="19524" y="348"/>
                        <a:pt x="20717" y="11178"/>
                        <a:pt x="7651" y="8495"/>
                      </a:cubicBezTo>
                      <a:cubicBezTo>
                        <a:pt x="5564" y="8048"/>
                        <a:pt x="2881" y="7800"/>
                        <a:pt x="0" y="7651"/>
                      </a:cubicBezTo>
                      <a:cubicBezTo>
                        <a:pt x="844" y="8048"/>
                        <a:pt x="1540" y="8197"/>
                        <a:pt x="1540" y="8197"/>
                      </a:cubicBezTo>
                      <a:lnTo>
                        <a:pt x="2683" y="28318"/>
                      </a:ln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0" name="Google Shape;960;p8"/>
                <p:cNvSpPr/>
                <p:nvPr/>
              </p:nvSpPr>
              <p:spPr>
                <a:xfrm>
                  <a:off x="5000196" y="4606150"/>
                  <a:ext cx="231710" cy="441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710" h="441014" extrusionOk="0">
                      <a:moveTo>
                        <a:pt x="195394" y="147203"/>
                      </a:moveTo>
                      <a:cubicBezTo>
                        <a:pt x="197132" y="140795"/>
                        <a:pt x="201504" y="135280"/>
                        <a:pt x="207019" y="131802"/>
                      </a:cubicBezTo>
                      <a:cubicBezTo>
                        <a:pt x="209602" y="130163"/>
                        <a:pt x="212335" y="128921"/>
                        <a:pt x="215166" y="127977"/>
                      </a:cubicBezTo>
                      <a:cubicBezTo>
                        <a:pt x="215961" y="124102"/>
                        <a:pt x="216657" y="120227"/>
                        <a:pt x="217303" y="116302"/>
                      </a:cubicBezTo>
                      <a:cubicBezTo>
                        <a:pt x="218644" y="108452"/>
                        <a:pt x="224606" y="102590"/>
                        <a:pt x="231710" y="99659"/>
                      </a:cubicBezTo>
                      <a:cubicBezTo>
                        <a:pt x="230667" y="96976"/>
                        <a:pt x="229971" y="93946"/>
                        <a:pt x="229872" y="90518"/>
                      </a:cubicBezTo>
                      <a:cubicBezTo>
                        <a:pt x="229077" y="66671"/>
                        <a:pt x="223115" y="44017"/>
                        <a:pt x="218197" y="20816"/>
                      </a:cubicBezTo>
                      <a:cubicBezTo>
                        <a:pt x="216756" y="13910"/>
                        <a:pt x="215514" y="6955"/>
                        <a:pt x="214223" y="0"/>
                      </a:cubicBezTo>
                      <a:cubicBezTo>
                        <a:pt x="213279" y="745"/>
                        <a:pt x="212533" y="1441"/>
                        <a:pt x="212335" y="1937"/>
                      </a:cubicBezTo>
                      <a:cubicBezTo>
                        <a:pt x="210298" y="6657"/>
                        <a:pt x="201355" y="1143"/>
                        <a:pt x="195890" y="6657"/>
                      </a:cubicBezTo>
                      <a:cubicBezTo>
                        <a:pt x="190426" y="12171"/>
                        <a:pt x="186998" y="7452"/>
                        <a:pt x="182228" y="5862"/>
                      </a:cubicBezTo>
                      <a:cubicBezTo>
                        <a:pt x="177459" y="4322"/>
                        <a:pt x="175372" y="11327"/>
                        <a:pt x="174677" y="16047"/>
                      </a:cubicBezTo>
                      <a:cubicBezTo>
                        <a:pt x="173981" y="20766"/>
                        <a:pt x="164393" y="18382"/>
                        <a:pt x="160965" y="17637"/>
                      </a:cubicBezTo>
                      <a:cubicBezTo>
                        <a:pt x="157537" y="16841"/>
                        <a:pt x="146607" y="20766"/>
                        <a:pt x="141093" y="20766"/>
                      </a:cubicBezTo>
                      <a:cubicBezTo>
                        <a:pt x="135628" y="20766"/>
                        <a:pt x="139702" y="15301"/>
                        <a:pt x="133541" y="12967"/>
                      </a:cubicBezTo>
                      <a:cubicBezTo>
                        <a:pt x="127381" y="10631"/>
                        <a:pt x="123257" y="16096"/>
                        <a:pt x="119829" y="16096"/>
                      </a:cubicBezTo>
                      <a:cubicBezTo>
                        <a:pt x="117743" y="16096"/>
                        <a:pt x="111384" y="15252"/>
                        <a:pt x="106664" y="14556"/>
                      </a:cubicBezTo>
                      <a:cubicBezTo>
                        <a:pt x="106565" y="18183"/>
                        <a:pt x="106217" y="21363"/>
                        <a:pt x="105422" y="23747"/>
                      </a:cubicBezTo>
                      <a:cubicBezTo>
                        <a:pt x="101001" y="37012"/>
                        <a:pt x="114663" y="67069"/>
                        <a:pt x="115358" y="79787"/>
                      </a:cubicBezTo>
                      <a:cubicBezTo>
                        <a:pt x="120426" y="84805"/>
                        <a:pt x="126288" y="90915"/>
                        <a:pt x="129418" y="95238"/>
                      </a:cubicBezTo>
                      <a:cubicBezTo>
                        <a:pt x="135578" y="103832"/>
                        <a:pt x="129418" y="103037"/>
                        <a:pt x="130113" y="121866"/>
                      </a:cubicBezTo>
                      <a:cubicBezTo>
                        <a:pt x="130809" y="140646"/>
                        <a:pt x="123307" y="132846"/>
                        <a:pt x="117097" y="139106"/>
                      </a:cubicBezTo>
                      <a:cubicBezTo>
                        <a:pt x="110937" y="145365"/>
                        <a:pt x="116401" y="159474"/>
                        <a:pt x="115060" y="163399"/>
                      </a:cubicBezTo>
                      <a:cubicBezTo>
                        <a:pt x="113669" y="167324"/>
                        <a:pt x="95188" y="135976"/>
                        <a:pt x="93797" y="131256"/>
                      </a:cubicBezTo>
                      <a:cubicBezTo>
                        <a:pt x="92455" y="126536"/>
                        <a:pt x="100653" y="107757"/>
                        <a:pt x="98616" y="96778"/>
                      </a:cubicBezTo>
                      <a:cubicBezTo>
                        <a:pt x="96579" y="85798"/>
                        <a:pt x="84258" y="92853"/>
                        <a:pt x="80135" y="93648"/>
                      </a:cubicBezTo>
                      <a:cubicBezTo>
                        <a:pt x="76011" y="94443"/>
                        <a:pt x="66423" y="81128"/>
                        <a:pt x="64386" y="81128"/>
                      </a:cubicBezTo>
                      <a:cubicBezTo>
                        <a:pt x="62349" y="81128"/>
                        <a:pt x="0" y="107757"/>
                        <a:pt x="0" y="107757"/>
                      </a:cubicBezTo>
                      <a:lnTo>
                        <a:pt x="4769" y="127381"/>
                      </a:lnTo>
                      <a:lnTo>
                        <a:pt x="3428" y="127430"/>
                      </a:lnTo>
                      <a:lnTo>
                        <a:pt x="6856" y="136025"/>
                      </a:lnTo>
                      <a:cubicBezTo>
                        <a:pt x="6856" y="136025"/>
                        <a:pt x="27424" y="137218"/>
                        <a:pt x="36664" y="144272"/>
                      </a:cubicBezTo>
                      <a:cubicBezTo>
                        <a:pt x="45905" y="151327"/>
                        <a:pt x="60312" y="152519"/>
                        <a:pt x="63392" y="154854"/>
                      </a:cubicBezTo>
                      <a:cubicBezTo>
                        <a:pt x="66473" y="157189"/>
                        <a:pt x="63392" y="183073"/>
                        <a:pt x="64436" y="195990"/>
                      </a:cubicBezTo>
                      <a:cubicBezTo>
                        <a:pt x="65479" y="208907"/>
                        <a:pt x="52115" y="212434"/>
                        <a:pt x="58275" y="219489"/>
                      </a:cubicBezTo>
                      <a:cubicBezTo>
                        <a:pt x="64436" y="226543"/>
                        <a:pt x="61355" y="238317"/>
                        <a:pt x="65479" y="239460"/>
                      </a:cubicBezTo>
                      <a:cubicBezTo>
                        <a:pt x="69602" y="240653"/>
                        <a:pt x="58275" y="255905"/>
                        <a:pt x="53158" y="259432"/>
                      </a:cubicBezTo>
                      <a:cubicBezTo>
                        <a:pt x="48041" y="262959"/>
                        <a:pt x="53158" y="275876"/>
                        <a:pt x="46998" y="285266"/>
                      </a:cubicBezTo>
                      <a:cubicBezTo>
                        <a:pt x="43073" y="291327"/>
                        <a:pt x="31547" y="303101"/>
                        <a:pt x="23499" y="312044"/>
                      </a:cubicBezTo>
                      <a:cubicBezTo>
                        <a:pt x="23896" y="312292"/>
                        <a:pt x="24244" y="312540"/>
                        <a:pt x="24393" y="312888"/>
                      </a:cubicBezTo>
                      <a:cubicBezTo>
                        <a:pt x="26430" y="317012"/>
                        <a:pt x="32590" y="358147"/>
                        <a:pt x="38751" y="362270"/>
                      </a:cubicBezTo>
                      <a:cubicBezTo>
                        <a:pt x="44911" y="366394"/>
                        <a:pt x="41334" y="406933"/>
                        <a:pt x="40788" y="410461"/>
                      </a:cubicBezTo>
                      <a:cubicBezTo>
                        <a:pt x="40291" y="413988"/>
                        <a:pt x="43371" y="441014"/>
                        <a:pt x="43371" y="441014"/>
                      </a:cubicBezTo>
                      <a:cubicBezTo>
                        <a:pt x="43371" y="441014"/>
                        <a:pt x="52512" y="439424"/>
                        <a:pt x="60610" y="439524"/>
                      </a:cubicBezTo>
                      <a:cubicBezTo>
                        <a:pt x="61157" y="434158"/>
                        <a:pt x="61505" y="429488"/>
                        <a:pt x="61703" y="426309"/>
                      </a:cubicBezTo>
                      <a:cubicBezTo>
                        <a:pt x="62399" y="413789"/>
                        <a:pt x="54847" y="423974"/>
                        <a:pt x="52463" y="416124"/>
                      </a:cubicBezTo>
                      <a:cubicBezTo>
                        <a:pt x="50078" y="408275"/>
                        <a:pt x="69255" y="393818"/>
                        <a:pt x="88729" y="385571"/>
                      </a:cubicBezTo>
                      <a:cubicBezTo>
                        <a:pt x="108254" y="377324"/>
                        <a:pt x="115805" y="372654"/>
                        <a:pt x="117842" y="364804"/>
                      </a:cubicBezTo>
                      <a:cubicBezTo>
                        <a:pt x="118836" y="361078"/>
                        <a:pt x="118786" y="354173"/>
                        <a:pt x="118786" y="347019"/>
                      </a:cubicBezTo>
                      <a:cubicBezTo>
                        <a:pt x="112675" y="342945"/>
                        <a:pt x="108005" y="336437"/>
                        <a:pt x="106962" y="327395"/>
                      </a:cubicBezTo>
                      <a:cubicBezTo>
                        <a:pt x="104528" y="306280"/>
                        <a:pt x="101994" y="282235"/>
                        <a:pt x="104975" y="259879"/>
                      </a:cubicBezTo>
                      <a:cubicBezTo>
                        <a:pt x="104925" y="259730"/>
                        <a:pt x="104876" y="259581"/>
                        <a:pt x="104826" y="259382"/>
                      </a:cubicBezTo>
                      <a:cubicBezTo>
                        <a:pt x="102093" y="248403"/>
                        <a:pt x="102789" y="239808"/>
                        <a:pt x="108602" y="239411"/>
                      </a:cubicBezTo>
                      <a:cubicBezTo>
                        <a:pt x="108999" y="239361"/>
                        <a:pt x="109297" y="239311"/>
                        <a:pt x="109645" y="239261"/>
                      </a:cubicBezTo>
                      <a:cubicBezTo>
                        <a:pt x="113619" y="227537"/>
                        <a:pt x="119879" y="216806"/>
                        <a:pt x="129517" y="207913"/>
                      </a:cubicBezTo>
                      <a:cubicBezTo>
                        <a:pt x="132001" y="205628"/>
                        <a:pt x="134684" y="203988"/>
                        <a:pt x="137317" y="202895"/>
                      </a:cubicBezTo>
                      <a:cubicBezTo>
                        <a:pt x="136820" y="197530"/>
                        <a:pt x="138261" y="192065"/>
                        <a:pt x="140695" y="187395"/>
                      </a:cubicBezTo>
                      <a:cubicBezTo>
                        <a:pt x="143577" y="181831"/>
                        <a:pt x="149936" y="177210"/>
                        <a:pt x="155798" y="175571"/>
                      </a:cubicBezTo>
                      <a:cubicBezTo>
                        <a:pt x="159176" y="174478"/>
                        <a:pt x="162505" y="174329"/>
                        <a:pt x="165883" y="175124"/>
                      </a:cubicBezTo>
                      <a:cubicBezTo>
                        <a:pt x="167225" y="175174"/>
                        <a:pt x="168516" y="175372"/>
                        <a:pt x="169758" y="175720"/>
                      </a:cubicBezTo>
                      <a:cubicBezTo>
                        <a:pt x="178651" y="170156"/>
                        <a:pt x="187842" y="167920"/>
                        <a:pt x="196735" y="164294"/>
                      </a:cubicBezTo>
                      <a:cubicBezTo>
                        <a:pt x="194400" y="159077"/>
                        <a:pt x="193953" y="152470"/>
                        <a:pt x="195394" y="14720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1" name="Google Shape;961;p8"/>
                <p:cNvSpPr/>
                <p:nvPr/>
              </p:nvSpPr>
              <p:spPr>
                <a:xfrm>
                  <a:off x="4985093" y="4334844"/>
                  <a:ext cx="229225" cy="292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225" h="292121" extrusionOk="0">
                      <a:moveTo>
                        <a:pt x="216408" y="228978"/>
                      </a:moveTo>
                      <a:cubicBezTo>
                        <a:pt x="208658" y="214123"/>
                        <a:pt x="216110" y="200113"/>
                        <a:pt x="227289" y="193754"/>
                      </a:cubicBezTo>
                      <a:cubicBezTo>
                        <a:pt x="227139" y="189134"/>
                        <a:pt x="226543" y="185805"/>
                        <a:pt x="224655" y="185160"/>
                      </a:cubicBezTo>
                      <a:cubicBezTo>
                        <a:pt x="223115" y="184613"/>
                        <a:pt x="222718" y="182377"/>
                        <a:pt x="223215" y="179297"/>
                      </a:cubicBezTo>
                      <a:cubicBezTo>
                        <a:pt x="214123" y="176217"/>
                        <a:pt x="206621" y="168467"/>
                        <a:pt x="206224" y="155947"/>
                      </a:cubicBezTo>
                      <a:cubicBezTo>
                        <a:pt x="205479" y="133045"/>
                        <a:pt x="211540" y="114862"/>
                        <a:pt x="221327" y="98368"/>
                      </a:cubicBezTo>
                      <a:cubicBezTo>
                        <a:pt x="203988" y="84556"/>
                        <a:pt x="187743" y="70994"/>
                        <a:pt x="187743" y="70994"/>
                      </a:cubicBezTo>
                      <a:lnTo>
                        <a:pt x="188935" y="54698"/>
                      </a:lnTo>
                      <a:lnTo>
                        <a:pt x="101398" y="1540"/>
                      </a:lnTo>
                      <a:cubicBezTo>
                        <a:pt x="100802" y="13762"/>
                        <a:pt x="96430" y="23201"/>
                        <a:pt x="90220" y="26480"/>
                      </a:cubicBezTo>
                      <a:cubicBezTo>
                        <a:pt x="83513" y="30007"/>
                        <a:pt x="99460" y="41185"/>
                        <a:pt x="91760" y="42924"/>
                      </a:cubicBezTo>
                      <a:cubicBezTo>
                        <a:pt x="84059" y="44663"/>
                        <a:pt x="66572" y="34677"/>
                        <a:pt x="54251" y="40589"/>
                      </a:cubicBezTo>
                      <a:cubicBezTo>
                        <a:pt x="45955" y="44564"/>
                        <a:pt x="47693" y="20816"/>
                        <a:pt x="54102" y="0"/>
                      </a:cubicBezTo>
                      <a:lnTo>
                        <a:pt x="34776" y="1789"/>
                      </a:lnTo>
                      <a:cubicBezTo>
                        <a:pt x="34776" y="1789"/>
                        <a:pt x="29510" y="3279"/>
                        <a:pt x="23847" y="5117"/>
                      </a:cubicBezTo>
                      <a:lnTo>
                        <a:pt x="27672" y="16693"/>
                      </a:lnTo>
                      <a:cubicBezTo>
                        <a:pt x="27672" y="16693"/>
                        <a:pt x="32441" y="27523"/>
                        <a:pt x="31249" y="34329"/>
                      </a:cubicBezTo>
                      <a:cubicBezTo>
                        <a:pt x="30703" y="37410"/>
                        <a:pt x="26430" y="38800"/>
                        <a:pt x="22008" y="39397"/>
                      </a:cubicBezTo>
                      <a:cubicBezTo>
                        <a:pt x="23598" y="47395"/>
                        <a:pt x="22952" y="53307"/>
                        <a:pt x="22952" y="53307"/>
                      </a:cubicBezTo>
                      <a:lnTo>
                        <a:pt x="28864" y="57381"/>
                      </a:lnTo>
                      <a:cubicBezTo>
                        <a:pt x="28864" y="57381"/>
                        <a:pt x="15848" y="85848"/>
                        <a:pt x="9886" y="88581"/>
                      </a:cubicBezTo>
                      <a:cubicBezTo>
                        <a:pt x="8297" y="89326"/>
                        <a:pt x="4571" y="91909"/>
                        <a:pt x="0" y="95288"/>
                      </a:cubicBezTo>
                      <a:cubicBezTo>
                        <a:pt x="3477" y="115309"/>
                        <a:pt x="7750" y="139106"/>
                        <a:pt x="14159" y="145813"/>
                      </a:cubicBezTo>
                      <a:cubicBezTo>
                        <a:pt x="25983" y="158133"/>
                        <a:pt x="23946" y="172243"/>
                        <a:pt x="26480" y="180490"/>
                      </a:cubicBezTo>
                      <a:cubicBezTo>
                        <a:pt x="29063" y="188737"/>
                        <a:pt x="39347" y="198126"/>
                        <a:pt x="32143" y="201653"/>
                      </a:cubicBezTo>
                      <a:cubicBezTo>
                        <a:pt x="27523" y="203939"/>
                        <a:pt x="23399" y="198226"/>
                        <a:pt x="19226" y="190525"/>
                      </a:cubicBezTo>
                      <a:cubicBezTo>
                        <a:pt x="18779" y="191916"/>
                        <a:pt x="18332" y="193307"/>
                        <a:pt x="17736" y="194599"/>
                      </a:cubicBezTo>
                      <a:cubicBezTo>
                        <a:pt x="17537" y="195046"/>
                        <a:pt x="17140" y="195344"/>
                        <a:pt x="16841" y="195741"/>
                      </a:cubicBezTo>
                      <a:cubicBezTo>
                        <a:pt x="23151" y="201057"/>
                        <a:pt x="30454" y="206622"/>
                        <a:pt x="33584" y="206622"/>
                      </a:cubicBezTo>
                      <a:cubicBezTo>
                        <a:pt x="39496" y="206622"/>
                        <a:pt x="48985" y="214769"/>
                        <a:pt x="54897" y="216110"/>
                      </a:cubicBezTo>
                      <a:cubicBezTo>
                        <a:pt x="60809" y="217452"/>
                        <a:pt x="81973" y="227140"/>
                        <a:pt x="84556" y="231015"/>
                      </a:cubicBezTo>
                      <a:cubicBezTo>
                        <a:pt x="85003" y="231710"/>
                        <a:pt x="85500" y="232604"/>
                        <a:pt x="86046" y="233648"/>
                      </a:cubicBezTo>
                      <a:cubicBezTo>
                        <a:pt x="91064" y="233350"/>
                        <a:pt x="97722" y="233151"/>
                        <a:pt x="101646" y="233698"/>
                      </a:cubicBezTo>
                      <a:cubicBezTo>
                        <a:pt x="102491" y="232803"/>
                        <a:pt x="103534" y="232207"/>
                        <a:pt x="105024" y="232207"/>
                      </a:cubicBezTo>
                      <a:cubicBezTo>
                        <a:pt x="112824" y="232207"/>
                        <a:pt x="122065" y="266139"/>
                        <a:pt x="121668" y="285912"/>
                      </a:cubicBezTo>
                      <a:cubicBezTo>
                        <a:pt x="126338" y="286607"/>
                        <a:pt x="132746" y="287452"/>
                        <a:pt x="134833" y="287452"/>
                      </a:cubicBezTo>
                      <a:cubicBezTo>
                        <a:pt x="138261" y="287452"/>
                        <a:pt x="142384" y="281987"/>
                        <a:pt x="148545" y="284322"/>
                      </a:cubicBezTo>
                      <a:cubicBezTo>
                        <a:pt x="154705" y="286657"/>
                        <a:pt x="150582" y="292122"/>
                        <a:pt x="156096" y="292122"/>
                      </a:cubicBezTo>
                      <a:cubicBezTo>
                        <a:pt x="161561" y="292122"/>
                        <a:pt x="172540" y="288197"/>
                        <a:pt x="175968" y="288992"/>
                      </a:cubicBezTo>
                      <a:cubicBezTo>
                        <a:pt x="179396" y="289787"/>
                        <a:pt x="188985" y="292122"/>
                        <a:pt x="189680" y="287402"/>
                      </a:cubicBezTo>
                      <a:cubicBezTo>
                        <a:pt x="190326" y="282682"/>
                        <a:pt x="192413" y="275678"/>
                        <a:pt x="197232" y="277218"/>
                      </a:cubicBezTo>
                      <a:cubicBezTo>
                        <a:pt x="202001" y="278808"/>
                        <a:pt x="205429" y="283477"/>
                        <a:pt x="210894" y="278012"/>
                      </a:cubicBezTo>
                      <a:cubicBezTo>
                        <a:pt x="216359" y="272548"/>
                        <a:pt x="225301" y="278012"/>
                        <a:pt x="227338" y="273293"/>
                      </a:cubicBezTo>
                      <a:cubicBezTo>
                        <a:pt x="227537" y="272796"/>
                        <a:pt x="228282" y="272150"/>
                        <a:pt x="229226" y="271355"/>
                      </a:cubicBezTo>
                      <a:cubicBezTo>
                        <a:pt x="226543" y="256749"/>
                        <a:pt x="223364" y="242292"/>
                        <a:pt x="216408" y="22897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2" name="Google Shape;962;p8"/>
                <p:cNvSpPr/>
                <p:nvPr/>
              </p:nvSpPr>
              <p:spPr>
                <a:xfrm>
                  <a:off x="5059961" y="4568148"/>
                  <a:ext cx="72417" cy="201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17" h="201839" extrusionOk="0">
                      <a:moveTo>
                        <a:pt x="69653" y="133239"/>
                      </a:moveTo>
                      <a:cubicBezTo>
                        <a:pt x="66523" y="128868"/>
                        <a:pt x="60661" y="122807"/>
                        <a:pt x="55593" y="117789"/>
                      </a:cubicBezTo>
                      <a:cubicBezTo>
                        <a:pt x="55693" y="119726"/>
                        <a:pt x="55494" y="121267"/>
                        <a:pt x="54898" y="122260"/>
                      </a:cubicBezTo>
                      <a:cubicBezTo>
                        <a:pt x="48886" y="132246"/>
                        <a:pt x="31796" y="101096"/>
                        <a:pt x="29759" y="81721"/>
                      </a:cubicBezTo>
                      <a:cubicBezTo>
                        <a:pt x="27673" y="62295"/>
                        <a:pt x="39497" y="52906"/>
                        <a:pt x="32343" y="34673"/>
                      </a:cubicBezTo>
                      <a:cubicBezTo>
                        <a:pt x="26332" y="19421"/>
                        <a:pt x="22605" y="4766"/>
                        <a:pt x="26878" y="344"/>
                      </a:cubicBezTo>
                      <a:cubicBezTo>
                        <a:pt x="22953" y="-202"/>
                        <a:pt x="16296" y="-4"/>
                        <a:pt x="11278" y="294"/>
                      </a:cubicBezTo>
                      <a:cubicBezTo>
                        <a:pt x="15004" y="7399"/>
                        <a:pt x="20469" y="21458"/>
                        <a:pt x="20469" y="26178"/>
                      </a:cubicBezTo>
                      <a:cubicBezTo>
                        <a:pt x="20469" y="31593"/>
                        <a:pt x="14557" y="24836"/>
                        <a:pt x="12172" y="31593"/>
                      </a:cubicBezTo>
                      <a:cubicBezTo>
                        <a:pt x="9788" y="38399"/>
                        <a:pt x="8645" y="69599"/>
                        <a:pt x="13365" y="75014"/>
                      </a:cubicBezTo>
                      <a:cubicBezTo>
                        <a:pt x="18134" y="80479"/>
                        <a:pt x="3876" y="76405"/>
                        <a:pt x="3876" y="81820"/>
                      </a:cubicBezTo>
                      <a:cubicBezTo>
                        <a:pt x="3876" y="87235"/>
                        <a:pt x="2684" y="106213"/>
                        <a:pt x="348" y="107604"/>
                      </a:cubicBezTo>
                      <a:cubicBezTo>
                        <a:pt x="-993" y="108349"/>
                        <a:pt x="1789" y="113019"/>
                        <a:pt x="4422" y="119279"/>
                      </a:cubicBezTo>
                      <a:cubicBezTo>
                        <a:pt x="4472" y="119279"/>
                        <a:pt x="4621" y="119229"/>
                        <a:pt x="4621" y="119229"/>
                      </a:cubicBezTo>
                      <a:cubicBezTo>
                        <a:pt x="6658" y="119229"/>
                        <a:pt x="16296" y="132544"/>
                        <a:pt x="20370" y="131749"/>
                      </a:cubicBezTo>
                      <a:cubicBezTo>
                        <a:pt x="24493" y="130954"/>
                        <a:pt x="36814" y="123949"/>
                        <a:pt x="38851" y="134879"/>
                      </a:cubicBezTo>
                      <a:cubicBezTo>
                        <a:pt x="40888" y="145858"/>
                        <a:pt x="32690" y="164638"/>
                        <a:pt x="34032" y="169357"/>
                      </a:cubicBezTo>
                      <a:cubicBezTo>
                        <a:pt x="35423" y="174077"/>
                        <a:pt x="53904" y="205425"/>
                        <a:pt x="55295" y="201500"/>
                      </a:cubicBezTo>
                      <a:cubicBezTo>
                        <a:pt x="56637" y="197576"/>
                        <a:pt x="51172" y="183466"/>
                        <a:pt x="57332" y="177207"/>
                      </a:cubicBezTo>
                      <a:cubicBezTo>
                        <a:pt x="63492" y="170947"/>
                        <a:pt x="71044" y="178796"/>
                        <a:pt x="70348" y="159968"/>
                      </a:cubicBezTo>
                      <a:cubicBezTo>
                        <a:pt x="69653" y="141089"/>
                        <a:pt x="75813" y="141884"/>
                        <a:pt x="69653" y="133239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3" name="Google Shape;963;p8"/>
                <p:cNvSpPr/>
                <p:nvPr/>
              </p:nvSpPr>
              <p:spPr>
                <a:xfrm>
                  <a:off x="8100640" y="4872896"/>
                  <a:ext cx="67758" cy="54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58" h="54935" extrusionOk="0">
                      <a:moveTo>
                        <a:pt x="20" y="1131"/>
                      </a:moveTo>
                      <a:cubicBezTo>
                        <a:pt x="-1421" y="-8656"/>
                        <a:pt x="75385" y="48129"/>
                        <a:pt x="67139" y="54388"/>
                      </a:cubicBezTo>
                      <a:cubicBezTo>
                        <a:pt x="58891" y="60698"/>
                        <a:pt x="1411" y="10570"/>
                        <a:pt x="20" y="113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4" name="Google Shape;964;p8"/>
                <p:cNvSpPr/>
                <p:nvPr/>
              </p:nvSpPr>
              <p:spPr>
                <a:xfrm>
                  <a:off x="5882994" y="3156530"/>
                  <a:ext cx="176639" cy="134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39" h="134048" extrusionOk="0">
                      <a:moveTo>
                        <a:pt x="143850" y="108941"/>
                      </a:moveTo>
                      <a:cubicBezTo>
                        <a:pt x="148968" y="112468"/>
                        <a:pt x="147974" y="117188"/>
                        <a:pt x="152743" y="116393"/>
                      </a:cubicBezTo>
                      <a:cubicBezTo>
                        <a:pt x="156668" y="115747"/>
                        <a:pt x="164965" y="117784"/>
                        <a:pt x="168939" y="122205"/>
                      </a:cubicBezTo>
                      <a:cubicBezTo>
                        <a:pt x="173162" y="121013"/>
                        <a:pt x="176639" y="120566"/>
                        <a:pt x="176639" y="120566"/>
                      </a:cubicBezTo>
                      <a:cubicBezTo>
                        <a:pt x="176639" y="120566"/>
                        <a:pt x="172963" y="93341"/>
                        <a:pt x="172069" y="84995"/>
                      </a:cubicBezTo>
                      <a:cubicBezTo>
                        <a:pt x="171175" y="76599"/>
                        <a:pt x="149216" y="68252"/>
                        <a:pt x="149216" y="68252"/>
                      </a:cubicBezTo>
                      <a:lnTo>
                        <a:pt x="145540" y="45250"/>
                      </a:lnTo>
                      <a:cubicBezTo>
                        <a:pt x="145540" y="45250"/>
                        <a:pt x="119954" y="49423"/>
                        <a:pt x="115383" y="47337"/>
                      </a:cubicBezTo>
                      <a:cubicBezTo>
                        <a:pt x="110813" y="45250"/>
                        <a:pt x="100728" y="50467"/>
                        <a:pt x="96207" y="43164"/>
                      </a:cubicBezTo>
                      <a:cubicBezTo>
                        <a:pt x="91636" y="35861"/>
                        <a:pt x="83389" y="48380"/>
                        <a:pt x="75192" y="42120"/>
                      </a:cubicBezTo>
                      <a:cubicBezTo>
                        <a:pt x="66945" y="35861"/>
                        <a:pt x="43197" y="44207"/>
                        <a:pt x="42254" y="38990"/>
                      </a:cubicBezTo>
                      <a:cubicBezTo>
                        <a:pt x="41359" y="33774"/>
                        <a:pt x="52289" y="22248"/>
                        <a:pt x="58698" y="23292"/>
                      </a:cubicBezTo>
                      <a:cubicBezTo>
                        <a:pt x="60238" y="23540"/>
                        <a:pt x="62822" y="23639"/>
                        <a:pt x="65852" y="23540"/>
                      </a:cubicBezTo>
                      <a:cubicBezTo>
                        <a:pt x="68833" y="18025"/>
                        <a:pt x="75639" y="4860"/>
                        <a:pt x="74000" y="1780"/>
                      </a:cubicBezTo>
                      <a:cubicBezTo>
                        <a:pt x="71963" y="-2145"/>
                        <a:pt x="63716" y="985"/>
                        <a:pt x="58251" y="5705"/>
                      </a:cubicBezTo>
                      <a:cubicBezTo>
                        <a:pt x="52786" y="10424"/>
                        <a:pt x="42502" y="3370"/>
                        <a:pt x="40465" y="10424"/>
                      </a:cubicBezTo>
                      <a:cubicBezTo>
                        <a:pt x="38428" y="17479"/>
                        <a:pt x="35696" y="24534"/>
                        <a:pt x="29535" y="24534"/>
                      </a:cubicBezTo>
                      <a:cubicBezTo>
                        <a:pt x="23375" y="24534"/>
                        <a:pt x="28145" y="36308"/>
                        <a:pt x="21984" y="39438"/>
                      </a:cubicBezTo>
                      <a:cubicBezTo>
                        <a:pt x="15823" y="42568"/>
                        <a:pt x="1417" y="41773"/>
                        <a:pt x="75" y="48827"/>
                      </a:cubicBezTo>
                      <a:cubicBezTo>
                        <a:pt x="-1266" y="55882"/>
                        <a:pt x="15823" y="60602"/>
                        <a:pt x="14483" y="69196"/>
                      </a:cubicBezTo>
                      <a:cubicBezTo>
                        <a:pt x="13091" y="77841"/>
                        <a:pt x="23375" y="87230"/>
                        <a:pt x="17215" y="92695"/>
                      </a:cubicBezTo>
                      <a:cubicBezTo>
                        <a:pt x="11949" y="97415"/>
                        <a:pt x="7179" y="105016"/>
                        <a:pt x="7676" y="120367"/>
                      </a:cubicBezTo>
                      <a:cubicBezTo>
                        <a:pt x="12147" y="123646"/>
                        <a:pt x="16420" y="126528"/>
                        <a:pt x="18506" y="121659"/>
                      </a:cubicBezTo>
                      <a:cubicBezTo>
                        <a:pt x="22183" y="113263"/>
                        <a:pt x="42304" y="121659"/>
                        <a:pt x="42304" y="114356"/>
                      </a:cubicBezTo>
                      <a:cubicBezTo>
                        <a:pt x="42304" y="107003"/>
                        <a:pt x="64262" y="109140"/>
                        <a:pt x="64262" y="101787"/>
                      </a:cubicBezTo>
                      <a:cubicBezTo>
                        <a:pt x="64262" y="94434"/>
                        <a:pt x="77030" y="77692"/>
                        <a:pt x="85277" y="78735"/>
                      </a:cubicBezTo>
                      <a:cubicBezTo>
                        <a:pt x="93524" y="79778"/>
                        <a:pt x="84383" y="95477"/>
                        <a:pt x="94418" y="100694"/>
                      </a:cubicBezTo>
                      <a:cubicBezTo>
                        <a:pt x="104454" y="105910"/>
                        <a:pt x="89848" y="124789"/>
                        <a:pt x="95312" y="132092"/>
                      </a:cubicBezTo>
                      <a:cubicBezTo>
                        <a:pt x="97349" y="134824"/>
                        <a:pt x="101374" y="134377"/>
                        <a:pt x="106242" y="132688"/>
                      </a:cubicBezTo>
                      <a:cubicBezTo>
                        <a:pt x="109968" y="131446"/>
                        <a:pt x="114241" y="129558"/>
                        <a:pt x="118563" y="127919"/>
                      </a:cubicBezTo>
                      <a:cubicBezTo>
                        <a:pt x="127506" y="118827"/>
                        <a:pt x="139727" y="106109"/>
                        <a:pt x="143850" y="10894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5" name="Google Shape;965;p8"/>
                <p:cNvSpPr/>
                <p:nvPr/>
              </p:nvSpPr>
              <p:spPr>
                <a:xfrm>
                  <a:off x="2487354" y="3626300"/>
                  <a:ext cx="17693" cy="38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93" h="38949" extrusionOk="0">
                      <a:moveTo>
                        <a:pt x="8545" y="1937"/>
                      </a:moveTo>
                      <a:cubicBezTo>
                        <a:pt x="8148" y="1192"/>
                        <a:pt x="7800" y="546"/>
                        <a:pt x="7402" y="0"/>
                      </a:cubicBezTo>
                      <a:cubicBezTo>
                        <a:pt x="6458" y="99"/>
                        <a:pt x="5465" y="149"/>
                        <a:pt x="4471" y="149"/>
                      </a:cubicBezTo>
                      <a:cubicBezTo>
                        <a:pt x="3428" y="149"/>
                        <a:pt x="2434" y="99"/>
                        <a:pt x="1490" y="0"/>
                      </a:cubicBezTo>
                      <a:cubicBezTo>
                        <a:pt x="546" y="2186"/>
                        <a:pt x="0" y="5564"/>
                        <a:pt x="0" y="9638"/>
                      </a:cubicBezTo>
                      <a:cubicBezTo>
                        <a:pt x="0" y="20270"/>
                        <a:pt x="7700" y="21412"/>
                        <a:pt x="7899" y="27473"/>
                      </a:cubicBezTo>
                      <a:cubicBezTo>
                        <a:pt x="8098" y="33584"/>
                        <a:pt x="15699" y="41583"/>
                        <a:pt x="17189" y="38105"/>
                      </a:cubicBezTo>
                      <a:cubicBezTo>
                        <a:pt x="19773" y="31994"/>
                        <a:pt x="11625" y="26331"/>
                        <a:pt x="10880" y="21810"/>
                      </a:cubicBezTo>
                      <a:cubicBezTo>
                        <a:pt x="10135" y="17338"/>
                        <a:pt x="13314" y="11228"/>
                        <a:pt x="8545" y="193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6" name="Google Shape;966;p8"/>
                <p:cNvSpPr/>
                <p:nvPr/>
              </p:nvSpPr>
              <p:spPr>
                <a:xfrm>
                  <a:off x="5311395" y="3141030"/>
                  <a:ext cx="77501" cy="75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01" h="75605" extrusionOk="0">
                      <a:moveTo>
                        <a:pt x="72981" y="58762"/>
                      </a:moveTo>
                      <a:cubicBezTo>
                        <a:pt x="72981" y="52503"/>
                        <a:pt x="58623" y="46988"/>
                        <a:pt x="58623" y="39188"/>
                      </a:cubicBezTo>
                      <a:cubicBezTo>
                        <a:pt x="58623" y="31339"/>
                        <a:pt x="49035" y="24284"/>
                        <a:pt x="50376" y="18024"/>
                      </a:cubicBezTo>
                      <a:cubicBezTo>
                        <a:pt x="51320" y="13702"/>
                        <a:pt x="46501" y="7591"/>
                        <a:pt x="44017" y="2623"/>
                      </a:cubicBezTo>
                      <a:cubicBezTo>
                        <a:pt x="37707" y="934"/>
                        <a:pt x="29659" y="-606"/>
                        <a:pt x="23449" y="239"/>
                      </a:cubicBezTo>
                      <a:cubicBezTo>
                        <a:pt x="14854" y="1381"/>
                        <a:pt x="8446" y="4213"/>
                        <a:pt x="0" y="5654"/>
                      </a:cubicBezTo>
                      <a:cubicBezTo>
                        <a:pt x="4521" y="13503"/>
                        <a:pt x="1341" y="15689"/>
                        <a:pt x="5167" y="26619"/>
                      </a:cubicBezTo>
                      <a:cubicBezTo>
                        <a:pt x="9241" y="38393"/>
                        <a:pt x="19524" y="32133"/>
                        <a:pt x="22952" y="35214"/>
                      </a:cubicBezTo>
                      <a:cubicBezTo>
                        <a:pt x="24294" y="36456"/>
                        <a:pt x="25784" y="40480"/>
                        <a:pt x="27175" y="44951"/>
                      </a:cubicBezTo>
                      <a:cubicBezTo>
                        <a:pt x="27821" y="44901"/>
                        <a:pt x="28417" y="44802"/>
                        <a:pt x="29311" y="45001"/>
                      </a:cubicBezTo>
                      <a:cubicBezTo>
                        <a:pt x="33087" y="45796"/>
                        <a:pt x="34577" y="48031"/>
                        <a:pt x="35422" y="50863"/>
                      </a:cubicBezTo>
                      <a:cubicBezTo>
                        <a:pt x="40241" y="52155"/>
                        <a:pt x="44514" y="55831"/>
                        <a:pt x="46749" y="56974"/>
                      </a:cubicBezTo>
                      <a:cubicBezTo>
                        <a:pt x="49730" y="58464"/>
                        <a:pt x="51668" y="53943"/>
                        <a:pt x="57629" y="61495"/>
                      </a:cubicBezTo>
                      <a:cubicBezTo>
                        <a:pt x="62796" y="68053"/>
                        <a:pt x="63194" y="69742"/>
                        <a:pt x="62548" y="75604"/>
                      </a:cubicBezTo>
                      <a:cubicBezTo>
                        <a:pt x="67863" y="75654"/>
                        <a:pt x="72832" y="74263"/>
                        <a:pt x="77502" y="71977"/>
                      </a:cubicBezTo>
                      <a:cubicBezTo>
                        <a:pt x="75266" y="67208"/>
                        <a:pt x="72981" y="61793"/>
                        <a:pt x="72981" y="5876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7" name="Google Shape;967;p8"/>
                <p:cNvSpPr/>
                <p:nvPr/>
              </p:nvSpPr>
              <p:spPr>
                <a:xfrm>
                  <a:off x="5346917" y="3123533"/>
                  <a:ext cx="111096" cy="107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96" h="107657" extrusionOk="0">
                      <a:moveTo>
                        <a:pt x="108701" y="35522"/>
                      </a:moveTo>
                      <a:cubicBezTo>
                        <a:pt x="105869" y="29659"/>
                        <a:pt x="97175" y="17786"/>
                        <a:pt x="88034" y="4968"/>
                      </a:cubicBezTo>
                      <a:cubicBezTo>
                        <a:pt x="85202" y="14656"/>
                        <a:pt x="75068" y="11923"/>
                        <a:pt x="73080" y="17487"/>
                      </a:cubicBezTo>
                      <a:cubicBezTo>
                        <a:pt x="71043" y="23350"/>
                        <a:pt x="65876" y="16295"/>
                        <a:pt x="62796" y="17487"/>
                      </a:cubicBezTo>
                      <a:cubicBezTo>
                        <a:pt x="59716" y="18630"/>
                        <a:pt x="52512" y="4571"/>
                        <a:pt x="45358" y="3378"/>
                      </a:cubicBezTo>
                      <a:cubicBezTo>
                        <a:pt x="43172" y="3031"/>
                        <a:pt x="40639" y="1689"/>
                        <a:pt x="38055" y="0"/>
                      </a:cubicBezTo>
                      <a:cubicBezTo>
                        <a:pt x="35074" y="3627"/>
                        <a:pt x="32392" y="7701"/>
                        <a:pt x="33385" y="9638"/>
                      </a:cubicBezTo>
                      <a:cubicBezTo>
                        <a:pt x="35422" y="13563"/>
                        <a:pt x="44315" y="17487"/>
                        <a:pt x="40937" y="21412"/>
                      </a:cubicBezTo>
                      <a:cubicBezTo>
                        <a:pt x="37509" y="25337"/>
                        <a:pt x="26530" y="23747"/>
                        <a:pt x="23151" y="19822"/>
                      </a:cubicBezTo>
                      <a:cubicBezTo>
                        <a:pt x="19723" y="15898"/>
                        <a:pt x="9439" y="9638"/>
                        <a:pt x="7402" y="14358"/>
                      </a:cubicBezTo>
                      <a:cubicBezTo>
                        <a:pt x="5366" y="19077"/>
                        <a:pt x="16295" y="29262"/>
                        <a:pt x="14954" y="35522"/>
                      </a:cubicBezTo>
                      <a:cubicBezTo>
                        <a:pt x="13563" y="41781"/>
                        <a:pt x="23201" y="48836"/>
                        <a:pt x="23201" y="56686"/>
                      </a:cubicBezTo>
                      <a:cubicBezTo>
                        <a:pt x="23201" y="64535"/>
                        <a:pt x="37558" y="70000"/>
                        <a:pt x="37558" y="76260"/>
                      </a:cubicBezTo>
                      <a:cubicBezTo>
                        <a:pt x="37558" y="79290"/>
                        <a:pt x="39794" y="84705"/>
                        <a:pt x="42129" y="89524"/>
                      </a:cubicBezTo>
                      <a:cubicBezTo>
                        <a:pt x="53357" y="84060"/>
                        <a:pt x="62598" y="74024"/>
                        <a:pt x="69851" y="69851"/>
                      </a:cubicBezTo>
                      <a:cubicBezTo>
                        <a:pt x="80830" y="63591"/>
                        <a:pt x="76260" y="89773"/>
                        <a:pt x="74422" y="93946"/>
                      </a:cubicBezTo>
                      <a:cubicBezTo>
                        <a:pt x="73130" y="96827"/>
                        <a:pt x="81874" y="103683"/>
                        <a:pt x="91015" y="107658"/>
                      </a:cubicBezTo>
                      <a:cubicBezTo>
                        <a:pt x="90717" y="101994"/>
                        <a:pt x="91909" y="96430"/>
                        <a:pt x="95089" y="91959"/>
                      </a:cubicBezTo>
                      <a:cubicBezTo>
                        <a:pt x="106664" y="75465"/>
                        <a:pt x="115557" y="49631"/>
                        <a:pt x="108701" y="35522"/>
                      </a:cubicBezTo>
                      <a:close/>
                      <a:moveTo>
                        <a:pt x="11327" y="74471"/>
                      </a:moveTo>
                      <a:cubicBezTo>
                        <a:pt x="9092" y="73329"/>
                        <a:pt x="4819" y="69652"/>
                        <a:pt x="0" y="68360"/>
                      </a:cubicBezTo>
                      <a:cubicBezTo>
                        <a:pt x="1491" y="73030"/>
                        <a:pt x="1341" y="79141"/>
                        <a:pt x="7601" y="82370"/>
                      </a:cubicBezTo>
                      <a:cubicBezTo>
                        <a:pt x="17637" y="87587"/>
                        <a:pt x="3031" y="89673"/>
                        <a:pt x="23151" y="92803"/>
                      </a:cubicBezTo>
                      <a:cubicBezTo>
                        <a:pt x="24492" y="93002"/>
                        <a:pt x="25784" y="93052"/>
                        <a:pt x="27076" y="93052"/>
                      </a:cubicBezTo>
                      <a:cubicBezTo>
                        <a:pt x="27722" y="87189"/>
                        <a:pt x="27324" y="85500"/>
                        <a:pt x="22158" y="78942"/>
                      </a:cubicBezTo>
                      <a:cubicBezTo>
                        <a:pt x="16246" y="71441"/>
                        <a:pt x="14258" y="75962"/>
                        <a:pt x="11327" y="7447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8" name="Google Shape;968;p8"/>
                <p:cNvSpPr/>
                <p:nvPr/>
              </p:nvSpPr>
              <p:spPr>
                <a:xfrm>
                  <a:off x="5718001" y="3235218"/>
                  <a:ext cx="329660" cy="26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660" h="269241" extrusionOk="0">
                      <a:moveTo>
                        <a:pt x="317737" y="37705"/>
                      </a:moveTo>
                      <a:cubicBezTo>
                        <a:pt x="312968" y="38499"/>
                        <a:pt x="313961" y="33780"/>
                        <a:pt x="308844" y="30252"/>
                      </a:cubicBezTo>
                      <a:cubicBezTo>
                        <a:pt x="304770" y="27470"/>
                        <a:pt x="292549" y="40189"/>
                        <a:pt x="283557" y="49230"/>
                      </a:cubicBezTo>
                      <a:cubicBezTo>
                        <a:pt x="279334" y="50820"/>
                        <a:pt x="275161" y="52658"/>
                        <a:pt x="271534" y="53900"/>
                      </a:cubicBezTo>
                      <a:cubicBezTo>
                        <a:pt x="266516" y="55590"/>
                        <a:pt x="262393" y="56186"/>
                        <a:pt x="260306" y="53404"/>
                      </a:cubicBezTo>
                      <a:cubicBezTo>
                        <a:pt x="254841" y="46101"/>
                        <a:pt x="269447" y="27222"/>
                        <a:pt x="259412" y="22005"/>
                      </a:cubicBezTo>
                      <a:cubicBezTo>
                        <a:pt x="249376" y="16789"/>
                        <a:pt x="258468" y="1090"/>
                        <a:pt x="250271" y="47"/>
                      </a:cubicBezTo>
                      <a:cubicBezTo>
                        <a:pt x="242024" y="-997"/>
                        <a:pt x="229255" y="15746"/>
                        <a:pt x="229255" y="23098"/>
                      </a:cubicBezTo>
                      <a:cubicBezTo>
                        <a:pt x="229255" y="30402"/>
                        <a:pt x="207297" y="28315"/>
                        <a:pt x="207297" y="35668"/>
                      </a:cubicBezTo>
                      <a:cubicBezTo>
                        <a:pt x="207297" y="42971"/>
                        <a:pt x="187176" y="34624"/>
                        <a:pt x="183500" y="42971"/>
                      </a:cubicBezTo>
                      <a:cubicBezTo>
                        <a:pt x="179873" y="51317"/>
                        <a:pt x="169788" y="36711"/>
                        <a:pt x="163380" y="36711"/>
                      </a:cubicBezTo>
                      <a:cubicBezTo>
                        <a:pt x="156971" y="36711"/>
                        <a:pt x="152400" y="26278"/>
                        <a:pt x="144153" y="29358"/>
                      </a:cubicBezTo>
                      <a:cubicBezTo>
                        <a:pt x="135906" y="32538"/>
                        <a:pt x="131335" y="26228"/>
                        <a:pt x="124926" y="25185"/>
                      </a:cubicBezTo>
                      <a:cubicBezTo>
                        <a:pt x="118518" y="24142"/>
                        <a:pt x="113947" y="40884"/>
                        <a:pt x="106644" y="37754"/>
                      </a:cubicBezTo>
                      <a:cubicBezTo>
                        <a:pt x="99341" y="34624"/>
                        <a:pt x="95665" y="53453"/>
                        <a:pt x="92883" y="63936"/>
                      </a:cubicBezTo>
                      <a:cubicBezTo>
                        <a:pt x="90150" y="74369"/>
                        <a:pt x="59050" y="74369"/>
                        <a:pt x="59944" y="85895"/>
                      </a:cubicBezTo>
                      <a:cubicBezTo>
                        <a:pt x="60839" y="97421"/>
                        <a:pt x="41662" y="101594"/>
                        <a:pt x="39823" y="94291"/>
                      </a:cubicBezTo>
                      <a:cubicBezTo>
                        <a:pt x="37985" y="86988"/>
                        <a:pt x="26112" y="91161"/>
                        <a:pt x="23330" y="89074"/>
                      </a:cubicBezTo>
                      <a:cubicBezTo>
                        <a:pt x="20597" y="86988"/>
                        <a:pt x="12351" y="91161"/>
                        <a:pt x="13294" y="101643"/>
                      </a:cubicBezTo>
                      <a:cubicBezTo>
                        <a:pt x="14189" y="112076"/>
                        <a:pt x="5047" y="118386"/>
                        <a:pt x="4153" y="122559"/>
                      </a:cubicBezTo>
                      <a:cubicBezTo>
                        <a:pt x="3259" y="126732"/>
                        <a:pt x="-2256" y="139301"/>
                        <a:pt x="1420" y="145611"/>
                      </a:cubicBezTo>
                      <a:cubicBezTo>
                        <a:pt x="5097" y="151871"/>
                        <a:pt x="-3150" y="162353"/>
                        <a:pt x="1420" y="173879"/>
                      </a:cubicBezTo>
                      <a:cubicBezTo>
                        <a:pt x="5991" y="185405"/>
                        <a:pt x="3259" y="200061"/>
                        <a:pt x="5097" y="204234"/>
                      </a:cubicBezTo>
                      <a:cubicBezTo>
                        <a:pt x="6935" y="208407"/>
                        <a:pt x="24274" y="206320"/>
                        <a:pt x="27950" y="217846"/>
                      </a:cubicBezTo>
                      <a:cubicBezTo>
                        <a:pt x="31627" y="229372"/>
                        <a:pt x="5097" y="249244"/>
                        <a:pt x="4153" y="255504"/>
                      </a:cubicBezTo>
                      <a:cubicBezTo>
                        <a:pt x="3756" y="258137"/>
                        <a:pt x="5942" y="261118"/>
                        <a:pt x="8823" y="264297"/>
                      </a:cubicBezTo>
                      <a:cubicBezTo>
                        <a:pt x="19256" y="264794"/>
                        <a:pt x="32471" y="266285"/>
                        <a:pt x="44444" y="268769"/>
                      </a:cubicBezTo>
                      <a:cubicBezTo>
                        <a:pt x="59497" y="271899"/>
                        <a:pt x="136204" y="258584"/>
                        <a:pt x="137545" y="255454"/>
                      </a:cubicBezTo>
                      <a:cubicBezTo>
                        <a:pt x="138937" y="252324"/>
                        <a:pt x="134813" y="232701"/>
                        <a:pt x="135508" y="228826"/>
                      </a:cubicBezTo>
                      <a:cubicBezTo>
                        <a:pt x="136204" y="224901"/>
                        <a:pt x="145792" y="215511"/>
                        <a:pt x="153990" y="216256"/>
                      </a:cubicBezTo>
                      <a:cubicBezTo>
                        <a:pt x="162187" y="217051"/>
                        <a:pt x="169738" y="218591"/>
                        <a:pt x="169738" y="211537"/>
                      </a:cubicBezTo>
                      <a:cubicBezTo>
                        <a:pt x="169738" y="204482"/>
                        <a:pt x="192343" y="195887"/>
                        <a:pt x="194380" y="202147"/>
                      </a:cubicBezTo>
                      <a:cubicBezTo>
                        <a:pt x="196417" y="208457"/>
                        <a:pt x="204664" y="206072"/>
                        <a:pt x="205310" y="190373"/>
                      </a:cubicBezTo>
                      <a:cubicBezTo>
                        <a:pt x="206005" y="174723"/>
                        <a:pt x="204614" y="162949"/>
                        <a:pt x="212861" y="162154"/>
                      </a:cubicBezTo>
                      <a:cubicBezTo>
                        <a:pt x="221108" y="161359"/>
                        <a:pt x="229305" y="155895"/>
                        <a:pt x="228610" y="151175"/>
                      </a:cubicBezTo>
                      <a:cubicBezTo>
                        <a:pt x="227915" y="146505"/>
                        <a:pt x="218326" y="137066"/>
                        <a:pt x="221108" y="133936"/>
                      </a:cubicBezTo>
                      <a:cubicBezTo>
                        <a:pt x="223840" y="130806"/>
                        <a:pt x="244408" y="141785"/>
                        <a:pt x="247141" y="134731"/>
                      </a:cubicBezTo>
                      <a:cubicBezTo>
                        <a:pt x="249873" y="127676"/>
                        <a:pt x="245750" y="119826"/>
                        <a:pt x="249177" y="113567"/>
                      </a:cubicBezTo>
                      <a:cubicBezTo>
                        <a:pt x="252606" y="107307"/>
                        <a:pt x="260803" y="101047"/>
                        <a:pt x="260157" y="94738"/>
                      </a:cubicBezTo>
                      <a:cubicBezTo>
                        <a:pt x="259462" y="88478"/>
                        <a:pt x="260853" y="84553"/>
                        <a:pt x="256033" y="79088"/>
                      </a:cubicBezTo>
                      <a:cubicBezTo>
                        <a:pt x="251264" y="73574"/>
                        <a:pt x="253301" y="66519"/>
                        <a:pt x="259462" y="65774"/>
                      </a:cubicBezTo>
                      <a:cubicBezTo>
                        <a:pt x="260554" y="65625"/>
                        <a:pt x="261697" y="64979"/>
                        <a:pt x="262939" y="64085"/>
                      </a:cubicBezTo>
                      <a:cubicBezTo>
                        <a:pt x="267709" y="62992"/>
                        <a:pt x="271782" y="61949"/>
                        <a:pt x="274912" y="59316"/>
                      </a:cubicBezTo>
                      <a:cubicBezTo>
                        <a:pt x="283457" y="52062"/>
                        <a:pt x="299852" y="46051"/>
                        <a:pt x="306161" y="48684"/>
                      </a:cubicBezTo>
                      <a:cubicBezTo>
                        <a:pt x="311328" y="50820"/>
                        <a:pt x="322705" y="49032"/>
                        <a:pt x="329660" y="40536"/>
                      </a:cubicBezTo>
                      <a:cubicBezTo>
                        <a:pt x="325586" y="38201"/>
                        <a:pt x="320568" y="37208"/>
                        <a:pt x="317737" y="3770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69" name="Google Shape;969;p8"/>
                <p:cNvSpPr/>
                <p:nvPr/>
              </p:nvSpPr>
              <p:spPr>
                <a:xfrm>
                  <a:off x="5726824" y="3275655"/>
                  <a:ext cx="383136" cy="3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136" h="395805" extrusionOk="0">
                      <a:moveTo>
                        <a:pt x="365053" y="41086"/>
                      </a:moveTo>
                      <a:cubicBezTo>
                        <a:pt x="354272" y="35223"/>
                        <a:pt x="353229" y="24642"/>
                        <a:pt x="353229" y="21114"/>
                      </a:cubicBezTo>
                      <a:cubicBezTo>
                        <a:pt x="353229" y="18034"/>
                        <a:pt x="341007" y="9489"/>
                        <a:pt x="332115" y="1540"/>
                      </a:cubicBezTo>
                      <a:cubicBezTo>
                        <a:pt x="330923" y="1739"/>
                        <a:pt x="328190" y="2236"/>
                        <a:pt x="325060" y="3130"/>
                      </a:cubicBezTo>
                      <a:cubicBezTo>
                        <a:pt x="323918" y="1888"/>
                        <a:pt x="322427" y="845"/>
                        <a:pt x="320837" y="0"/>
                      </a:cubicBezTo>
                      <a:cubicBezTo>
                        <a:pt x="313882" y="8495"/>
                        <a:pt x="302505" y="10284"/>
                        <a:pt x="297339" y="8148"/>
                      </a:cubicBezTo>
                      <a:cubicBezTo>
                        <a:pt x="291029" y="5515"/>
                        <a:pt x="274634" y="11526"/>
                        <a:pt x="266089" y="18779"/>
                      </a:cubicBezTo>
                      <a:cubicBezTo>
                        <a:pt x="262959" y="21412"/>
                        <a:pt x="258886" y="22505"/>
                        <a:pt x="254116" y="23549"/>
                      </a:cubicBezTo>
                      <a:cubicBezTo>
                        <a:pt x="252924" y="24443"/>
                        <a:pt x="251732" y="25089"/>
                        <a:pt x="250639" y="25238"/>
                      </a:cubicBezTo>
                      <a:cubicBezTo>
                        <a:pt x="244478" y="26033"/>
                        <a:pt x="242392" y="33087"/>
                        <a:pt x="247210" y="38552"/>
                      </a:cubicBezTo>
                      <a:cubicBezTo>
                        <a:pt x="251980" y="44017"/>
                        <a:pt x="250639" y="47942"/>
                        <a:pt x="251334" y="54201"/>
                      </a:cubicBezTo>
                      <a:cubicBezTo>
                        <a:pt x="252030" y="60461"/>
                        <a:pt x="243783" y="66721"/>
                        <a:pt x="240355" y="73030"/>
                      </a:cubicBezTo>
                      <a:cubicBezTo>
                        <a:pt x="236927" y="79290"/>
                        <a:pt x="241050" y="87140"/>
                        <a:pt x="238318" y="94194"/>
                      </a:cubicBezTo>
                      <a:cubicBezTo>
                        <a:pt x="235585" y="101249"/>
                        <a:pt x="215018" y="90270"/>
                        <a:pt x="212285" y="93400"/>
                      </a:cubicBezTo>
                      <a:cubicBezTo>
                        <a:pt x="209553" y="96529"/>
                        <a:pt x="219092" y="105969"/>
                        <a:pt x="219787" y="110639"/>
                      </a:cubicBezTo>
                      <a:cubicBezTo>
                        <a:pt x="220482" y="115358"/>
                        <a:pt x="212285" y="120823"/>
                        <a:pt x="204038" y="121618"/>
                      </a:cubicBezTo>
                      <a:cubicBezTo>
                        <a:pt x="195841" y="122413"/>
                        <a:pt x="197182" y="134137"/>
                        <a:pt x="196487" y="149837"/>
                      </a:cubicBezTo>
                      <a:cubicBezTo>
                        <a:pt x="195791" y="165536"/>
                        <a:pt x="187594" y="167871"/>
                        <a:pt x="185557" y="161611"/>
                      </a:cubicBezTo>
                      <a:cubicBezTo>
                        <a:pt x="183520" y="155351"/>
                        <a:pt x="160915" y="163946"/>
                        <a:pt x="160915" y="171001"/>
                      </a:cubicBezTo>
                      <a:cubicBezTo>
                        <a:pt x="160915" y="178055"/>
                        <a:pt x="153364" y="176515"/>
                        <a:pt x="145167" y="175720"/>
                      </a:cubicBezTo>
                      <a:cubicBezTo>
                        <a:pt x="136920" y="174925"/>
                        <a:pt x="127381" y="184365"/>
                        <a:pt x="126685" y="188289"/>
                      </a:cubicBezTo>
                      <a:cubicBezTo>
                        <a:pt x="125990" y="192214"/>
                        <a:pt x="130114" y="211788"/>
                        <a:pt x="128722" y="214918"/>
                      </a:cubicBezTo>
                      <a:cubicBezTo>
                        <a:pt x="127381" y="218048"/>
                        <a:pt x="50675" y="231362"/>
                        <a:pt x="35621" y="228232"/>
                      </a:cubicBezTo>
                      <a:cubicBezTo>
                        <a:pt x="23648" y="225748"/>
                        <a:pt x="10433" y="224258"/>
                        <a:pt x="0" y="223761"/>
                      </a:cubicBezTo>
                      <a:cubicBezTo>
                        <a:pt x="3975" y="228232"/>
                        <a:pt x="9290" y="233101"/>
                        <a:pt x="10880" y="237970"/>
                      </a:cubicBezTo>
                      <a:cubicBezTo>
                        <a:pt x="13911" y="247260"/>
                        <a:pt x="23698" y="255756"/>
                        <a:pt x="34678" y="260972"/>
                      </a:cubicBezTo>
                      <a:cubicBezTo>
                        <a:pt x="45657" y="266188"/>
                        <a:pt x="40142" y="288197"/>
                        <a:pt x="45657" y="290284"/>
                      </a:cubicBezTo>
                      <a:cubicBezTo>
                        <a:pt x="51171" y="292370"/>
                        <a:pt x="58474" y="309112"/>
                        <a:pt x="51171" y="310156"/>
                      </a:cubicBezTo>
                      <a:cubicBezTo>
                        <a:pt x="43868" y="311199"/>
                        <a:pt x="37459" y="313286"/>
                        <a:pt x="30156" y="317508"/>
                      </a:cubicBezTo>
                      <a:cubicBezTo>
                        <a:pt x="23201" y="321483"/>
                        <a:pt x="15550" y="331071"/>
                        <a:pt x="15550" y="342746"/>
                      </a:cubicBezTo>
                      <a:cubicBezTo>
                        <a:pt x="17984" y="342647"/>
                        <a:pt x="20419" y="342696"/>
                        <a:pt x="22804" y="343193"/>
                      </a:cubicBezTo>
                      <a:cubicBezTo>
                        <a:pt x="27970" y="344237"/>
                        <a:pt x="32740" y="346025"/>
                        <a:pt x="37162" y="348410"/>
                      </a:cubicBezTo>
                      <a:cubicBezTo>
                        <a:pt x="64734" y="340461"/>
                        <a:pt x="93797" y="335841"/>
                        <a:pt x="121320" y="337977"/>
                      </a:cubicBezTo>
                      <a:cubicBezTo>
                        <a:pt x="138460" y="339318"/>
                        <a:pt x="146558" y="354471"/>
                        <a:pt x="145465" y="367984"/>
                      </a:cubicBezTo>
                      <a:cubicBezTo>
                        <a:pt x="147502" y="372704"/>
                        <a:pt x="145515" y="377821"/>
                        <a:pt x="148347" y="382987"/>
                      </a:cubicBezTo>
                      <a:cubicBezTo>
                        <a:pt x="151774" y="389247"/>
                        <a:pt x="158630" y="388055"/>
                        <a:pt x="168566" y="393172"/>
                      </a:cubicBezTo>
                      <a:cubicBezTo>
                        <a:pt x="169958" y="393867"/>
                        <a:pt x="171150" y="394811"/>
                        <a:pt x="172292" y="395805"/>
                      </a:cubicBezTo>
                      <a:cubicBezTo>
                        <a:pt x="172889" y="394960"/>
                        <a:pt x="173435" y="394315"/>
                        <a:pt x="173783" y="393867"/>
                      </a:cubicBezTo>
                      <a:cubicBezTo>
                        <a:pt x="179248" y="386564"/>
                        <a:pt x="180191" y="373995"/>
                        <a:pt x="194798" y="377125"/>
                      </a:cubicBezTo>
                      <a:cubicBezTo>
                        <a:pt x="209404" y="380255"/>
                        <a:pt x="208510" y="373995"/>
                        <a:pt x="216756" y="376082"/>
                      </a:cubicBezTo>
                      <a:cubicBezTo>
                        <a:pt x="225003" y="378168"/>
                        <a:pt x="230468" y="377125"/>
                        <a:pt x="234095" y="370865"/>
                      </a:cubicBezTo>
                      <a:cubicBezTo>
                        <a:pt x="237772" y="364556"/>
                        <a:pt x="230418" y="352036"/>
                        <a:pt x="225898" y="346770"/>
                      </a:cubicBezTo>
                      <a:cubicBezTo>
                        <a:pt x="221327" y="341554"/>
                        <a:pt x="214918" y="330028"/>
                        <a:pt x="215813" y="319595"/>
                      </a:cubicBezTo>
                      <a:cubicBezTo>
                        <a:pt x="216707" y="309112"/>
                        <a:pt x="201156" y="309112"/>
                        <a:pt x="201156" y="300716"/>
                      </a:cubicBezTo>
                      <a:cubicBezTo>
                        <a:pt x="201156" y="292370"/>
                        <a:pt x="215813" y="278758"/>
                        <a:pt x="218545" y="275628"/>
                      </a:cubicBezTo>
                      <a:cubicBezTo>
                        <a:pt x="221277" y="272498"/>
                        <a:pt x="233151" y="284024"/>
                        <a:pt x="235884" y="277714"/>
                      </a:cubicBezTo>
                      <a:cubicBezTo>
                        <a:pt x="238616" y="271405"/>
                        <a:pt x="246863" y="275628"/>
                        <a:pt x="251434" y="276671"/>
                      </a:cubicBezTo>
                      <a:cubicBezTo>
                        <a:pt x="256004" y="277714"/>
                        <a:pt x="263307" y="266188"/>
                        <a:pt x="264201" y="256799"/>
                      </a:cubicBezTo>
                      <a:cubicBezTo>
                        <a:pt x="265096" y="247409"/>
                        <a:pt x="280695" y="246316"/>
                        <a:pt x="283428" y="243186"/>
                      </a:cubicBezTo>
                      <a:cubicBezTo>
                        <a:pt x="286160" y="240056"/>
                        <a:pt x="290731" y="219141"/>
                        <a:pt x="292569" y="214918"/>
                      </a:cubicBezTo>
                      <a:cubicBezTo>
                        <a:pt x="294407" y="210745"/>
                        <a:pt x="306281" y="213875"/>
                        <a:pt x="306281" y="202349"/>
                      </a:cubicBezTo>
                      <a:cubicBezTo>
                        <a:pt x="306281" y="190823"/>
                        <a:pt x="311795" y="188737"/>
                        <a:pt x="317261" y="187693"/>
                      </a:cubicBezTo>
                      <a:cubicBezTo>
                        <a:pt x="322725" y="186650"/>
                        <a:pt x="320887" y="176217"/>
                        <a:pt x="321831" y="167821"/>
                      </a:cubicBezTo>
                      <a:cubicBezTo>
                        <a:pt x="322725" y="159425"/>
                        <a:pt x="326402" y="150035"/>
                        <a:pt x="333704" y="147899"/>
                      </a:cubicBezTo>
                      <a:cubicBezTo>
                        <a:pt x="341007" y="145812"/>
                        <a:pt x="330972" y="134336"/>
                        <a:pt x="322725" y="136423"/>
                      </a:cubicBezTo>
                      <a:cubicBezTo>
                        <a:pt x="314478" y="138509"/>
                        <a:pt x="309013" y="111284"/>
                        <a:pt x="309013" y="111284"/>
                      </a:cubicBezTo>
                      <a:cubicBezTo>
                        <a:pt x="309013" y="111284"/>
                        <a:pt x="309907" y="89326"/>
                        <a:pt x="305337" y="86196"/>
                      </a:cubicBezTo>
                      <a:cubicBezTo>
                        <a:pt x="300766" y="83066"/>
                        <a:pt x="307175" y="71540"/>
                        <a:pt x="317261" y="71540"/>
                      </a:cubicBezTo>
                      <a:cubicBezTo>
                        <a:pt x="327295" y="71540"/>
                        <a:pt x="345628" y="84109"/>
                        <a:pt x="351987" y="78843"/>
                      </a:cubicBezTo>
                      <a:cubicBezTo>
                        <a:pt x="358396" y="73627"/>
                        <a:pt x="371214" y="70497"/>
                        <a:pt x="374840" y="68410"/>
                      </a:cubicBezTo>
                      <a:cubicBezTo>
                        <a:pt x="377622" y="66820"/>
                        <a:pt x="381447" y="56785"/>
                        <a:pt x="383136" y="52065"/>
                      </a:cubicBezTo>
                      <a:cubicBezTo>
                        <a:pt x="378914" y="48786"/>
                        <a:pt x="371909" y="44812"/>
                        <a:pt x="365053" y="4108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0" name="Google Shape;970;p8"/>
                <p:cNvSpPr/>
                <p:nvPr/>
              </p:nvSpPr>
              <p:spPr>
                <a:xfrm>
                  <a:off x="6498059" y="4165555"/>
                  <a:ext cx="262015" cy="308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015" h="308137" extrusionOk="0">
                      <a:moveTo>
                        <a:pt x="32150" y="53832"/>
                      </a:moveTo>
                      <a:cubicBezTo>
                        <a:pt x="43775" y="61681"/>
                        <a:pt x="49935" y="89850"/>
                        <a:pt x="63647" y="91440"/>
                      </a:cubicBezTo>
                      <a:cubicBezTo>
                        <a:pt x="77359" y="92980"/>
                        <a:pt x="78700" y="142363"/>
                        <a:pt x="88984" y="144747"/>
                      </a:cubicBezTo>
                      <a:cubicBezTo>
                        <a:pt x="97430" y="146685"/>
                        <a:pt x="113725" y="172916"/>
                        <a:pt x="121177" y="193534"/>
                      </a:cubicBezTo>
                      <a:cubicBezTo>
                        <a:pt x="131808" y="206252"/>
                        <a:pt x="140652" y="220262"/>
                        <a:pt x="146166" y="236756"/>
                      </a:cubicBezTo>
                      <a:cubicBezTo>
                        <a:pt x="151035" y="241475"/>
                        <a:pt x="155556" y="246096"/>
                        <a:pt x="158189" y="251362"/>
                      </a:cubicBezTo>
                      <a:cubicBezTo>
                        <a:pt x="165691" y="266266"/>
                        <a:pt x="195847" y="286635"/>
                        <a:pt x="199970" y="292895"/>
                      </a:cubicBezTo>
                      <a:cubicBezTo>
                        <a:pt x="204094" y="299154"/>
                        <a:pt x="208217" y="313264"/>
                        <a:pt x="211645" y="306209"/>
                      </a:cubicBezTo>
                      <a:cubicBezTo>
                        <a:pt x="215073" y="299154"/>
                        <a:pt x="229431" y="306209"/>
                        <a:pt x="236287" y="307004"/>
                      </a:cubicBezTo>
                      <a:cubicBezTo>
                        <a:pt x="243143" y="307799"/>
                        <a:pt x="245180" y="278786"/>
                        <a:pt x="244534" y="267806"/>
                      </a:cubicBezTo>
                      <a:cubicBezTo>
                        <a:pt x="243838" y="256827"/>
                        <a:pt x="247962" y="245847"/>
                        <a:pt x="247962" y="240382"/>
                      </a:cubicBezTo>
                      <a:cubicBezTo>
                        <a:pt x="247962" y="234918"/>
                        <a:pt x="251390" y="232583"/>
                        <a:pt x="257550" y="234123"/>
                      </a:cubicBezTo>
                      <a:cubicBezTo>
                        <a:pt x="263710" y="235713"/>
                        <a:pt x="263065" y="219219"/>
                        <a:pt x="258246" y="217679"/>
                      </a:cubicBezTo>
                      <a:cubicBezTo>
                        <a:pt x="253426" y="216138"/>
                        <a:pt x="250694" y="196515"/>
                        <a:pt x="239069" y="196515"/>
                      </a:cubicBezTo>
                      <a:cubicBezTo>
                        <a:pt x="227443" y="196515"/>
                        <a:pt x="229481" y="207494"/>
                        <a:pt x="236336" y="208289"/>
                      </a:cubicBezTo>
                      <a:cubicBezTo>
                        <a:pt x="243192" y="209084"/>
                        <a:pt x="247266" y="215343"/>
                        <a:pt x="245229" y="220858"/>
                      </a:cubicBezTo>
                      <a:cubicBezTo>
                        <a:pt x="243192" y="226323"/>
                        <a:pt x="240460" y="215343"/>
                        <a:pt x="230872" y="216138"/>
                      </a:cubicBezTo>
                      <a:cubicBezTo>
                        <a:pt x="221283" y="216933"/>
                        <a:pt x="227443" y="202774"/>
                        <a:pt x="216464" y="202029"/>
                      </a:cubicBezTo>
                      <a:cubicBezTo>
                        <a:pt x="205535" y="201234"/>
                        <a:pt x="207571" y="178530"/>
                        <a:pt x="195896" y="178530"/>
                      </a:cubicBezTo>
                      <a:cubicBezTo>
                        <a:pt x="184271" y="178530"/>
                        <a:pt x="183576" y="167551"/>
                        <a:pt x="191127" y="159701"/>
                      </a:cubicBezTo>
                      <a:cubicBezTo>
                        <a:pt x="198629" y="151852"/>
                        <a:pt x="179502" y="144797"/>
                        <a:pt x="179502" y="135408"/>
                      </a:cubicBezTo>
                      <a:cubicBezTo>
                        <a:pt x="179502" y="126018"/>
                        <a:pt x="167181" y="131483"/>
                        <a:pt x="167181" y="123633"/>
                      </a:cubicBezTo>
                      <a:cubicBezTo>
                        <a:pt x="167181" y="115784"/>
                        <a:pt x="161716" y="119708"/>
                        <a:pt x="155556" y="110319"/>
                      </a:cubicBezTo>
                      <a:cubicBezTo>
                        <a:pt x="149395" y="100929"/>
                        <a:pt x="146663" y="109524"/>
                        <a:pt x="141198" y="102469"/>
                      </a:cubicBezTo>
                      <a:cubicBezTo>
                        <a:pt x="135733" y="95414"/>
                        <a:pt x="128182" y="91490"/>
                        <a:pt x="123413" y="93825"/>
                      </a:cubicBezTo>
                      <a:cubicBezTo>
                        <a:pt x="118643" y="96210"/>
                        <a:pt x="107664" y="83640"/>
                        <a:pt x="103540" y="71071"/>
                      </a:cubicBezTo>
                      <a:cubicBezTo>
                        <a:pt x="100261" y="61085"/>
                        <a:pt x="68615" y="44442"/>
                        <a:pt x="64492" y="31128"/>
                      </a:cubicBezTo>
                      <a:cubicBezTo>
                        <a:pt x="60368" y="17813"/>
                        <a:pt x="49438" y="12299"/>
                        <a:pt x="30957" y="13094"/>
                      </a:cubicBezTo>
                      <a:cubicBezTo>
                        <a:pt x="12476" y="13889"/>
                        <a:pt x="5173" y="-7623"/>
                        <a:pt x="801" y="2909"/>
                      </a:cubicBezTo>
                      <a:cubicBezTo>
                        <a:pt x="-4813" y="16224"/>
                        <a:pt x="20524" y="46032"/>
                        <a:pt x="32150" y="5383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1" name="Google Shape;971;p8"/>
                <p:cNvSpPr/>
                <p:nvPr/>
              </p:nvSpPr>
              <p:spPr>
                <a:xfrm>
                  <a:off x="6806320" y="4200484"/>
                  <a:ext cx="236624" cy="224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624" h="224180" extrusionOk="0">
                      <a:moveTo>
                        <a:pt x="186911" y="155275"/>
                      </a:moveTo>
                      <a:cubicBezTo>
                        <a:pt x="199232" y="146681"/>
                        <a:pt x="201964" y="130187"/>
                        <a:pt x="200573" y="114537"/>
                      </a:cubicBezTo>
                      <a:cubicBezTo>
                        <a:pt x="199232" y="98888"/>
                        <a:pt x="230680" y="98093"/>
                        <a:pt x="235499" y="91833"/>
                      </a:cubicBezTo>
                      <a:cubicBezTo>
                        <a:pt x="240318" y="85574"/>
                        <a:pt x="228643" y="75389"/>
                        <a:pt x="219750" y="70670"/>
                      </a:cubicBezTo>
                      <a:cubicBezTo>
                        <a:pt x="210857" y="65950"/>
                        <a:pt x="218359" y="55766"/>
                        <a:pt x="212198" y="49506"/>
                      </a:cubicBezTo>
                      <a:cubicBezTo>
                        <a:pt x="206038" y="43246"/>
                        <a:pt x="195754" y="26752"/>
                        <a:pt x="204696" y="26007"/>
                      </a:cubicBezTo>
                      <a:cubicBezTo>
                        <a:pt x="213589" y="25212"/>
                        <a:pt x="198536" y="11102"/>
                        <a:pt x="206038" y="6432"/>
                      </a:cubicBezTo>
                      <a:cubicBezTo>
                        <a:pt x="207032" y="5787"/>
                        <a:pt x="208224" y="5141"/>
                        <a:pt x="209466" y="4445"/>
                      </a:cubicBezTo>
                      <a:cubicBezTo>
                        <a:pt x="204945" y="1912"/>
                        <a:pt x="201020" y="173"/>
                        <a:pt x="198486" y="173"/>
                      </a:cubicBezTo>
                      <a:cubicBezTo>
                        <a:pt x="187557" y="173"/>
                        <a:pt x="161524" y="-2957"/>
                        <a:pt x="162866" y="17412"/>
                      </a:cubicBezTo>
                      <a:cubicBezTo>
                        <a:pt x="164257" y="37781"/>
                        <a:pt x="147812" y="29932"/>
                        <a:pt x="149154" y="40911"/>
                      </a:cubicBezTo>
                      <a:cubicBezTo>
                        <a:pt x="150545" y="51890"/>
                        <a:pt x="140956" y="51890"/>
                        <a:pt x="142298" y="66000"/>
                      </a:cubicBezTo>
                      <a:cubicBezTo>
                        <a:pt x="143689" y="80109"/>
                        <a:pt x="135492" y="73849"/>
                        <a:pt x="121730" y="81699"/>
                      </a:cubicBezTo>
                      <a:cubicBezTo>
                        <a:pt x="108018" y="89548"/>
                        <a:pt x="113533" y="76979"/>
                        <a:pt x="99821" y="76979"/>
                      </a:cubicBezTo>
                      <a:cubicBezTo>
                        <a:pt x="86109" y="76979"/>
                        <a:pt x="84768" y="84829"/>
                        <a:pt x="76521" y="87958"/>
                      </a:cubicBezTo>
                      <a:cubicBezTo>
                        <a:pt x="68274" y="91088"/>
                        <a:pt x="51880" y="86418"/>
                        <a:pt x="46414" y="91088"/>
                      </a:cubicBezTo>
                      <a:cubicBezTo>
                        <a:pt x="40949" y="95808"/>
                        <a:pt x="32702" y="80109"/>
                        <a:pt x="27238" y="80109"/>
                      </a:cubicBezTo>
                      <a:cubicBezTo>
                        <a:pt x="24456" y="80109"/>
                        <a:pt x="22022" y="71564"/>
                        <a:pt x="20282" y="63168"/>
                      </a:cubicBezTo>
                      <a:cubicBezTo>
                        <a:pt x="19289" y="62969"/>
                        <a:pt x="18394" y="62770"/>
                        <a:pt x="17650" y="62870"/>
                      </a:cubicBezTo>
                      <a:cubicBezTo>
                        <a:pt x="8757" y="63665"/>
                        <a:pt x="-5998" y="90591"/>
                        <a:pt x="2596" y="99733"/>
                      </a:cubicBezTo>
                      <a:cubicBezTo>
                        <a:pt x="12880" y="110712"/>
                        <a:pt x="10148" y="127951"/>
                        <a:pt x="14917" y="136546"/>
                      </a:cubicBezTo>
                      <a:cubicBezTo>
                        <a:pt x="19736" y="145191"/>
                        <a:pt x="34789" y="146731"/>
                        <a:pt x="34789" y="163175"/>
                      </a:cubicBezTo>
                      <a:cubicBezTo>
                        <a:pt x="34789" y="179619"/>
                        <a:pt x="47756" y="205502"/>
                        <a:pt x="56698" y="198448"/>
                      </a:cubicBezTo>
                      <a:cubicBezTo>
                        <a:pt x="65591" y="191393"/>
                        <a:pt x="72447" y="201578"/>
                        <a:pt x="75179" y="208632"/>
                      </a:cubicBezTo>
                      <a:cubicBezTo>
                        <a:pt x="77912" y="215687"/>
                        <a:pt x="99125" y="203168"/>
                        <a:pt x="106031" y="204708"/>
                      </a:cubicBezTo>
                      <a:cubicBezTo>
                        <a:pt x="112887" y="206298"/>
                        <a:pt x="134101" y="210968"/>
                        <a:pt x="135492" y="220357"/>
                      </a:cubicBezTo>
                      <a:cubicBezTo>
                        <a:pt x="136833" y="229747"/>
                        <a:pt x="156060" y="219562"/>
                        <a:pt x="169026" y="214097"/>
                      </a:cubicBezTo>
                      <a:cubicBezTo>
                        <a:pt x="182092" y="208583"/>
                        <a:pt x="174541" y="163920"/>
                        <a:pt x="186911" y="15527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2" name="Google Shape;972;p8"/>
                <p:cNvSpPr/>
                <p:nvPr/>
              </p:nvSpPr>
              <p:spPr>
                <a:xfrm>
                  <a:off x="7036750" y="4273792"/>
                  <a:ext cx="151425" cy="198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25" h="198378" extrusionOk="0">
                      <a:moveTo>
                        <a:pt x="18780" y="139200"/>
                      </a:moveTo>
                      <a:cubicBezTo>
                        <a:pt x="29064" y="139995"/>
                        <a:pt x="27673" y="157234"/>
                        <a:pt x="25636" y="167418"/>
                      </a:cubicBezTo>
                      <a:cubicBezTo>
                        <a:pt x="23549" y="177603"/>
                        <a:pt x="19426" y="201797"/>
                        <a:pt x="28368" y="197972"/>
                      </a:cubicBezTo>
                      <a:cubicBezTo>
                        <a:pt x="39298" y="193252"/>
                        <a:pt x="46154" y="177603"/>
                        <a:pt x="39994" y="172138"/>
                      </a:cubicBezTo>
                      <a:cubicBezTo>
                        <a:pt x="33834" y="166673"/>
                        <a:pt x="34529" y="132145"/>
                        <a:pt x="37261" y="123550"/>
                      </a:cubicBezTo>
                      <a:cubicBezTo>
                        <a:pt x="39994" y="114956"/>
                        <a:pt x="58525" y="121216"/>
                        <a:pt x="52315" y="134530"/>
                      </a:cubicBezTo>
                      <a:cubicBezTo>
                        <a:pt x="46154" y="147844"/>
                        <a:pt x="63940" y="146304"/>
                        <a:pt x="63940" y="161159"/>
                      </a:cubicBezTo>
                      <a:cubicBezTo>
                        <a:pt x="63940" y="176063"/>
                        <a:pt x="74224" y="168213"/>
                        <a:pt x="85153" y="164289"/>
                      </a:cubicBezTo>
                      <a:cubicBezTo>
                        <a:pt x="96133" y="160364"/>
                        <a:pt x="94096" y="153309"/>
                        <a:pt x="86545" y="143920"/>
                      </a:cubicBezTo>
                      <a:cubicBezTo>
                        <a:pt x="78993" y="134530"/>
                        <a:pt x="92009" y="121216"/>
                        <a:pt x="81775" y="113366"/>
                      </a:cubicBezTo>
                      <a:cubicBezTo>
                        <a:pt x="71491" y="105516"/>
                        <a:pt x="64635" y="93792"/>
                        <a:pt x="74224" y="91407"/>
                      </a:cubicBezTo>
                      <a:cubicBezTo>
                        <a:pt x="83812" y="89072"/>
                        <a:pt x="112577" y="70243"/>
                        <a:pt x="109149" y="62394"/>
                      </a:cubicBezTo>
                      <a:cubicBezTo>
                        <a:pt x="105721" y="54544"/>
                        <a:pt x="65331" y="63984"/>
                        <a:pt x="61903" y="78043"/>
                      </a:cubicBezTo>
                      <a:cubicBezTo>
                        <a:pt x="58475" y="92152"/>
                        <a:pt x="29710" y="76453"/>
                        <a:pt x="33138" y="52160"/>
                      </a:cubicBezTo>
                      <a:cubicBezTo>
                        <a:pt x="36566" y="27866"/>
                        <a:pt x="93400" y="23941"/>
                        <a:pt x="109844" y="32585"/>
                      </a:cubicBezTo>
                      <a:cubicBezTo>
                        <a:pt x="126289" y="41180"/>
                        <a:pt x="144074" y="18476"/>
                        <a:pt x="150235" y="5162"/>
                      </a:cubicBezTo>
                      <a:cubicBezTo>
                        <a:pt x="156395" y="-8153"/>
                        <a:pt x="137218" y="7497"/>
                        <a:pt x="125593" y="16141"/>
                      </a:cubicBezTo>
                      <a:cubicBezTo>
                        <a:pt x="113968" y="24736"/>
                        <a:pt x="83166" y="15346"/>
                        <a:pt x="67417" y="9087"/>
                      </a:cubicBezTo>
                      <a:cubicBezTo>
                        <a:pt x="51669" y="2827"/>
                        <a:pt x="52364" y="20066"/>
                        <a:pt x="39348" y="22401"/>
                      </a:cubicBezTo>
                      <a:cubicBezTo>
                        <a:pt x="26332" y="24736"/>
                        <a:pt x="29064" y="57674"/>
                        <a:pt x="22903" y="61599"/>
                      </a:cubicBezTo>
                      <a:cubicBezTo>
                        <a:pt x="16743" y="65524"/>
                        <a:pt x="16743" y="89817"/>
                        <a:pt x="4422" y="112571"/>
                      </a:cubicBezTo>
                      <a:cubicBezTo>
                        <a:pt x="-7948" y="135275"/>
                        <a:pt x="8496" y="138405"/>
                        <a:pt x="18780" y="13920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3" name="Google Shape;973;p8"/>
                <p:cNvSpPr/>
                <p:nvPr/>
              </p:nvSpPr>
              <p:spPr>
                <a:xfrm>
                  <a:off x="6538803" y="4277263"/>
                  <a:ext cx="15748" cy="16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" h="16098" extrusionOk="0">
                      <a:moveTo>
                        <a:pt x="9141" y="8150"/>
                      </a:moveTo>
                      <a:cubicBezTo>
                        <a:pt x="11278" y="10882"/>
                        <a:pt x="13463" y="13515"/>
                        <a:pt x="15749" y="16098"/>
                      </a:cubicBezTo>
                      <a:cubicBezTo>
                        <a:pt x="14407" y="7156"/>
                        <a:pt x="2335" y="-3029"/>
                        <a:pt x="0" y="846"/>
                      </a:cubicBezTo>
                      <a:cubicBezTo>
                        <a:pt x="3229" y="2238"/>
                        <a:pt x="6310" y="4572"/>
                        <a:pt x="9141" y="815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4" name="Google Shape;974;p8"/>
                <p:cNvSpPr/>
                <p:nvPr/>
              </p:nvSpPr>
              <p:spPr>
                <a:xfrm>
                  <a:off x="6976930" y="4534348"/>
                  <a:ext cx="67952" cy="2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52" h="29399" extrusionOk="0">
                      <a:moveTo>
                        <a:pt x="33391" y="2448"/>
                      </a:moveTo>
                      <a:cubicBezTo>
                        <a:pt x="30659" y="9502"/>
                        <a:pt x="19034" y="11042"/>
                        <a:pt x="12178" y="5578"/>
                      </a:cubicBezTo>
                      <a:cubicBezTo>
                        <a:pt x="5322" y="113"/>
                        <a:pt x="-3174" y="13030"/>
                        <a:pt x="1198" y="19687"/>
                      </a:cubicBezTo>
                      <a:cubicBezTo>
                        <a:pt x="3235" y="22817"/>
                        <a:pt x="17642" y="35386"/>
                        <a:pt x="34732" y="25946"/>
                      </a:cubicBezTo>
                      <a:cubicBezTo>
                        <a:pt x="51872" y="16557"/>
                        <a:pt x="63498" y="25152"/>
                        <a:pt x="67621" y="14967"/>
                      </a:cubicBezTo>
                      <a:cubicBezTo>
                        <a:pt x="71745" y="4832"/>
                        <a:pt x="36124" y="-4607"/>
                        <a:pt x="33391" y="2448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5" name="Google Shape;975;p8"/>
                <p:cNvSpPr/>
                <p:nvPr/>
              </p:nvSpPr>
              <p:spPr>
                <a:xfrm>
                  <a:off x="6944991" y="4533864"/>
                  <a:ext cx="22513" cy="1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3" h="16122" extrusionOk="0">
                      <a:moveTo>
                        <a:pt x="0" y="0"/>
                      </a:moveTo>
                      <a:cubicBezTo>
                        <a:pt x="2335" y="4223"/>
                        <a:pt x="3527" y="9141"/>
                        <a:pt x="3527" y="14060"/>
                      </a:cubicBezTo>
                      <a:cubicBezTo>
                        <a:pt x="7849" y="16395"/>
                        <a:pt x="13116" y="17786"/>
                        <a:pt x="19425" y="12371"/>
                      </a:cubicBezTo>
                      <a:cubicBezTo>
                        <a:pt x="30454" y="2882"/>
                        <a:pt x="9091" y="4074"/>
                        <a:pt x="0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6" name="Google Shape;976;p8"/>
                <p:cNvSpPr/>
                <p:nvPr/>
              </p:nvSpPr>
              <p:spPr>
                <a:xfrm>
                  <a:off x="6733545" y="4474319"/>
                  <a:ext cx="193153" cy="54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153" h="54428" extrusionOk="0">
                      <a:moveTo>
                        <a:pt x="17890" y="27203"/>
                      </a:moveTo>
                      <a:cubicBezTo>
                        <a:pt x="24051" y="27203"/>
                        <a:pt x="21318" y="40518"/>
                        <a:pt x="30211" y="42058"/>
                      </a:cubicBezTo>
                      <a:cubicBezTo>
                        <a:pt x="39104" y="43648"/>
                        <a:pt x="68564" y="53037"/>
                        <a:pt x="71296" y="45982"/>
                      </a:cubicBezTo>
                      <a:cubicBezTo>
                        <a:pt x="73731" y="39723"/>
                        <a:pt x="95442" y="44542"/>
                        <a:pt x="109898" y="54428"/>
                      </a:cubicBezTo>
                      <a:cubicBezTo>
                        <a:pt x="128678" y="51646"/>
                        <a:pt x="147457" y="49013"/>
                        <a:pt x="166335" y="47821"/>
                      </a:cubicBezTo>
                      <a:cubicBezTo>
                        <a:pt x="155704" y="41710"/>
                        <a:pt x="181787" y="36394"/>
                        <a:pt x="190481" y="30284"/>
                      </a:cubicBezTo>
                      <a:cubicBezTo>
                        <a:pt x="199373" y="24024"/>
                        <a:pt x="185015" y="21689"/>
                        <a:pt x="163107" y="29538"/>
                      </a:cubicBezTo>
                      <a:cubicBezTo>
                        <a:pt x="141148" y="37388"/>
                        <a:pt x="115860" y="12299"/>
                        <a:pt x="115165" y="23278"/>
                      </a:cubicBezTo>
                      <a:cubicBezTo>
                        <a:pt x="114469" y="34258"/>
                        <a:pt x="75420" y="18559"/>
                        <a:pt x="65832" y="10759"/>
                      </a:cubicBezTo>
                      <a:cubicBezTo>
                        <a:pt x="56244" y="2910"/>
                        <a:pt x="19281" y="-7275"/>
                        <a:pt x="11730" y="7629"/>
                      </a:cubicBezTo>
                      <a:cubicBezTo>
                        <a:pt x="4228" y="22533"/>
                        <a:pt x="-2330" y="9169"/>
                        <a:pt x="800" y="23278"/>
                      </a:cubicBezTo>
                      <a:cubicBezTo>
                        <a:pt x="2837" y="32718"/>
                        <a:pt x="11730" y="27203"/>
                        <a:pt x="17890" y="2720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7" name="Google Shape;977;p8"/>
                <p:cNvSpPr/>
                <p:nvPr/>
              </p:nvSpPr>
              <p:spPr>
                <a:xfrm>
                  <a:off x="7044238" y="4572073"/>
                  <a:ext cx="42789" cy="23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89" h="23073" extrusionOk="0">
                      <a:moveTo>
                        <a:pt x="313" y="3126"/>
                      </a:moveTo>
                      <a:cubicBezTo>
                        <a:pt x="4437" y="10181"/>
                        <a:pt x="16062" y="10181"/>
                        <a:pt x="20880" y="14900"/>
                      </a:cubicBezTo>
                      <a:cubicBezTo>
                        <a:pt x="25650" y="19570"/>
                        <a:pt x="42790" y="29804"/>
                        <a:pt x="42790" y="16490"/>
                      </a:cubicBezTo>
                      <a:cubicBezTo>
                        <a:pt x="42790" y="3126"/>
                        <a:pt x="-4258" y="-4723"/>
                        <a:pt x="313" y="312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8" name="Google Shape;978;p8"/>
                <p:cNvSpPr/>
                <p:nvPr/>
              </p:nvSpPr>
              <p:spPr>
                <a:xfrm>
                  <a:off x="7324476" y="4327293"/>
                  <a:ext cx="235162" cy="230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162" h="230815" extrusionOk="0">
                      <a:moveTo>
                        <a:pt x="199145" y="55294"/>
                      </a:moveTo>
                      <a:cubicBezTo>
                        <a:pt x="186724" y="54996"/>
                        <a:pt x="179073" y="47445"/>
                        <a:pt x="176142" y="38154"/>
                      </a:cubicBezTo>
                      <a:cubicBezTo>
                        <a:pt x="166355" y="34081"/>
                        <a:pt x="158804" y="31348"/>
                        <a:pt x="155674" y="31597"/>
                      </a:cubicBezTo>
                      <a:cubicBezTo>
                        <a:pt x="145390" y="32391"/>
                        <a:pt x="144049" y="52761"/>
                        <a:pt x="135106" y="52761"/>
                      </a:cubicBezTo>
                      <a:cubicBezTo>
                        <a:pt x="126213" y="52761"/>
                        <a:pt x="113893" y="73925"/>
                        <a:pt x="97449" y="80184"/>
                      </a:cubicBezTo>
                      <a:cubicBezTo>
                        <a:pt x="81004" y="86444"/>
                        <a:pt x="80308" y="26132"/>
                        <a:pt x="72807" y="14358"/>
                      </a:cubicBezTo>
                      <a:cubicBezTo>
                        <a:pt x="65256" y="2583"/>
                        <a:pt x="24170" y="-6806"/>
                        <a:pt x="20096" y="6508"/>
                      </a:cubicBezTo>
                      <a:cubicBezTo>
                        <a:pt x="15972" y="19872"/>
                        <a:pt x="1714" y="12768"/>
                        <a:pt x="223" y="23747"/>
                      </a:cubicBezTo>
                      <a:cubicBezTo>
                        <a:pt x="-1117" y="33931"/>
                        <a:pt x="3652" y="30802"/>
                        <a:pt x="12545" y="30802"/>
                      </a:cubicBezTo>
                      <a:cubicBezTo>
                        <a:pt x="21437" y="30802"/>
                        <a:pt x="21437" y="38651"/>
                        <a:pt x="25561" y="48836"/>
                      </a:cubicBezTo>
                      <a:cubicBezTo>
                        <a:pt x="29684" y="59020"/>
                        <a:pt x="54326" y="51966"/>
                        <a:pt x="62573" y="51220"/>
                      </a:cubicBezTo>
                      <a:cubicBezTo>
                        <a:pt x="70820" y="50425"/>
                        <a:pt x="72161" y="63740"/>
                        <a:pt x="60536" y="59070"/>
                      </a:cubicBezTo>
                      <a:cubicBezTo>
                        <a:pt x="48911" y="54350"/>
                        <a:pt x="48911" y="65330"/>
                        <a:pt x="40663" y="62995"/>
                      </a:cubicBezTo>
                      <a:cubicBezTo>
                        <a:pt x="32466" y="60660"/>
                        <a:pt x="21487" y="61455"/>
                        <a:pt x="26952" y="66919"/>
                      </a:cubicBezTo>
                      <a:cubicBezTo>
                        <a:pt x="32466" y="72384"/>
                        <a:pt x="41309" y="77899"/>
                        <a:pt x="41309" y="90419"/>
                      </a:cubicBezTo>
                      <a:cubicBezTo>
                        <a:pt x="41309" y="102988"/>
                        <a:pt x="57058" y="100653"/>
                        <a:pt x="57058" y="90419"/>
                      </a:cubicBezTo>
                      <a:cubicBezTo>
                        <a:pt x="57058" y="80234"/>
                        <a:pt x="65305" y="93548"/>
                        <a:pt x="81054" y="98268"/>
                      </a:cubicBezTo>
                      <a:cubicBezTo>
                        <a:pt x="96803" y="102988"/>
                        <a:pt x="85873" y="110042"/>
                        <a:pt x="101622" y="110837"/>
                      </a:cubicBezTo>
                      <a:cubicBezTo>
                        <a:pt x="117371" y="111632"/>
                        <a:pt x="152991" y="124946"/>
                        <a:pt x="166703" y="136721"/>
                      </a:cubicBezTo>
                      <a:cubicBezTo>
                        <a:pt x="180415" y="148495"/>
                        <a:pt x="170827" y="156295"/>
                        <a:pt x="179719" y="167274"/>
                      </a:cubicBezTo>
                      <a:cubicBezTo>
                        <a:pt x="188612" y="178254"/>
                        <a:pt x="191345" y="190773"/>
                        <a:pt x="179024" y="190773"/>
                      </a:cubicBezTo>
                      <a:cubicBezTo>
                        <a:pt x="166703" y="190773"/>
                        <a:pt x="153687" y="204882"/>
                        <a:pt x="157115" y="211937"/>
                      </a:cubicBezTo>
                      <a:cubicBezTo>
                        <a:pt x="160543" y="218991"/>
                        <a:pt x="200983" y="208807"/>
                        <a:pt x="210522" y="208807"/>
                      </a:cubicBezTo>
                      <a:cubicBezTo>
                        <a:pt x="216781" y="208807"/>
                        <a:pt x="223140" y="221575"/>
                        <a:pt x="235163" y="230815"/>
                      </a:cubicBezTo>
                      <a:lnTo>
                        <a:pt x="235163" y="63541"/>
                      </a:lnTo>
                      <a:cubicBezTo>
                        <a:pt x="230145" y="61604"/>
                        <a:pt x="224780" y="59418"/>
                        <a:pt x="219315" y="57083"/>
                      </a:cubicBezTo>
                      <a:cubicBezTo>
                        <a:pt x="212707" y="56039"/>
                        <a:pt x="206000" y="55443"/>
                        <a:pt x="199145" y="55294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79" name="Google Shape;979;p8"/>
                <p:cNvSpPr/>
                <p:nvPr/>
              </p:nvSpPr>
              <p:spPr>
                <a:xfrm>
                  <a:off x="7240620" y="4264616"/>
                  <a:ext cx="34913" cy="64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13" h="64522" extrusionOk="0">
                      <a:moveTo>
                        <a:pt x="25158" y="43351"/>
                      </a:moveTo>
                      <a:cubicBezTo>
                        <a:pt x="40212" y="44941"/>
                        <a:pt x="33356" y="34706"/>
                        <a:pt x="33356" y="23727"/>
                      </a:cubicBezTo>
                      <a:cubicBezTo>
                        <a:pt x="33356" y="12748"/>
                        <a:pt x="19694" y="22187"/>
                        <a:pt x="19694" y="16672"/>
                      </a:cubicBezTo>
                      <a:cubicBezTo>
                        <a:pt x="19694" y="11208"/>
                        <a:pt x="14925" y="-10751"/>
                        <a:pt x="3945" y="6488"/>
                      </a:cubicBezTo>
                      <a:cubicBezTo>
                        <a:pt x="-7034" y="23727"/>
                        <a:pt x="7472" y="66303"/>
                        <a:pt x="16266" y="64465"/>
                      </a:cubicBezTo>
                      <a:cubicBezTo>
                        <a:pt x="23817" y="62925"/>
                        <a:pt x="10105" y="41761"/>
                        <a:pt x="25158" y="43351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0" name="Google Shape;980;p8"/>
                <p:cNvSpPr/>
                <p:nvPr/>
              </p:nvSpPr>
              <p:spPr>
                <a:xfrm>
                  <a:off x="7256682" y="4392272"/>
                  <a:ext cx="64432" cy="29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32" h="29364" extrusionOk="0">
                      <a:moveTo>
                        <a:pt x="45413" y="2686"/>
                      </a:moveTo>
                      <a:cubicBezTo>
                        <a:pt x="27627" y="-3574"/>
                        <a:pt x="-2777" y="1742"/>
                        <a:pt x="204" y="12076"/>
                      </a:cubicBezTo>
                      <a:cubicBezTo>
                        <a:pt x="2936" y="21465"/>
                        <a:pt x="17344" y="17590"/>
                        <a:pt x="31701" y="17590"/>
                      </a:cubicBezTo>
                      <a:cubicBezTo>
                        <a:pt x="46059" y="17590"/>
                        <a:pt x="53611" y="29365"/>
                        <a:pt x="61161" y="29365"/>
                      </a:cubicBezTo>
                      <a:cubicBezTo>
                        <a:pt x="68663" y="29315"/>
                        <a:pt x="63199" y="8946"/>
                        <a:pt x="45413" y="2686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1" name="Google Shape;981;p8"/>
                <p:cNvSpPr/>
                <p:nvPr/>
              </p:nvSpPr>
              <p:spPr>
                <a:xfrm>
                  <a:off x="7062852" y="4537966"/>
                  <a:ext cx="101699" cy="20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99" h="20082" extrusionOk="0">
                      <a:moveTo>
                        <a:pt x="92685" y="420"/>
                      </a:moveTo>
                      <a:cubicBezTo>
                        <a:pt x="74204" y="-2710"/>
                        <a:pt x="61833" y="12940"/>
                        <a:pt x="43352" y="5140"/>
                      </a:cubicBezTo>
                      <a:cubicBezTo>
                        <a:pt x="24871" y="-2660"/>
                        <a:pt x="-2801" y="5289"/>
                        <a:pt x="229" y="12194"/>
                      </a:cubicBezTo>
                      <a:cubicBezTo>
                        <a:pt x="2961" y="18454"/>
                        <a:pt x="19406" y="19249"/>
                        <a:pt x="37887" y="20044"/>
                      </a:cubicBezTo>
                      <a:cubicBezTo>
                        <a:pt x="56368" y="20839"/>
                        <a:pt x="72813" y="9064"/>
                        <a:pt x="85133" y="8270"/>
                      </a:cubicBezTo>
                      <a:cubicBezTo>
                        <a:pt x="97454" y="7474"/>
                        <a:pt x="111166" y="3550"/>
                        <a:pt x="92685" y="42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2" name="Google Shape;982;p8"/>
                <p:cNvSpPr/>
                <p:nvPr/>
              </p:nvSpPr>
              <p:spPr>
                <a:xfrm>
                  <a:off x="7209444" y="4399257"/>
                  <a:ext cx="28820" cy="20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20" h="20741" extrusionOk="0">
                      <a:moveTo>
                        <a:pt x="196" y="6680"/>
                      </a:moveTo>
                      <a:cubicBezTo>
                        <a:pt x="2928" y="19250"/>
                        <a:pt x="22800" y="26255"/>
                        <a:pt x="28265" y="15325"/>
                      </a:cubicBezTo>
                      <a:cubicBezTo>
                        <a:pt x="33730" y="4296"/>
                        <a:pt x="-2984" y="-7876"/>
                        <a:pt x="196" y="668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3" name="Google Shape;983;p8"/>
                <p:cNvSpPr/>
                <p:nvPr/>
              </p:nvSpPr>
              <p:spPr>
                <a:xfrm>
                  <a:off x="7149960" y="4557562"/>
                  <a:ext cx="41049" cy="37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49" h="37599" extrusionOk="0">
                      <a:moveTo>
                        <a:pt x="33696" y="0"/>
                      </a:moveTo>
                      <a:cubicBezTo>
                        <a:pt x="31560" y="1590"/>
                        <a:pt x="29126" y="2882"/>
                        <a:pt x="26195" y="3627"/>
                      </a:cubicBezTo>
                      <a:cubicBezTo>
                        <a:pt x="25301" y="6558"/>
                        <a:pt x="24357" y="9787"/>
                        <a:pt x="22767" y="11178"/>
                      </a:cubicBezTo>
                      <a:cubicBezTo>
                        <a:pt x="20829" y="12917"/>
                        <a:pt x="17550" y="9489"/>
                        <a:pt x="15215" y="6409"/>
                      </a:cubicBezTo>
                      <a:cubicBezTo>
                        <a:pt x="1951" y="12668"/>
                        <a:pt x="-5004" y="30802"/>
                        <a:pt x="4186" y="36416"/>
                      </a:cubicBezTo>
                      <a:cubicBezTo>
                        <a:pt x="13030" y="41831"/>
                        <a:pt x="25897" y="27473"/>
                        <a:pt x="33249" y="17388"/>
                      </a:cubicBezTo>
                      <a:cubicBezTo>
                        <a:pt x="34442" y="15749"/>
                        <a:pt x="35535" y="14209"/>
                        <a:pt x="36379" y="12917"/>
                      </a:cubicBezTo>
                      <a:cubicBezTo>
                        <a:pt x="36876" y="12172"/>
                        <a:pt x="37721" y="11327"/>
                        <a:pt x="38714" y="10532"/>
                      </a:cubicBezTo>
                      <a:cubicBezTo>
                        <a:pt x="39410" y="9936"/>
                        <a:pt x="40155" y="9390"/>
                        <a:pt x="41050" y="8794"/>
                      </a:cubicBezTo>
                      <a:cubicBezTo>
                        <a:pt x="38863" y="5366"/>
                        <a:pt x="36131" y="2037"/>
                        <a:pt x="33696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4" name="Google Shape;984;p8"/>
                <p:cNvSpPr/>
                <p:nvPr/>
              </p:nvSpPr>
              <p:spPr>
                <a:xfrm>
                  <a:off x="7165175" y="4538270"/>
                  <a:ext cx="74749" cy="30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49" h="30984" extrusionOk="0">
                      <a:moveTo>
                        <a:pt x="7452" y="23614"/>
                      </a:moveTo>
                      <a:cubicBezTo>
                        <a:pt x="4819" y="23862"/>
                        <a:pt x="2286" y="24608"/>
                        <a:pt x="0" y="25750"/>
                      </a:cubicBezTo>
                      <a:cubicBezTo>
                        <a:pt x="2335" y="28781"/>
                        <a:pt x="5614" y="32258"/>
                        <a:pt x="7552" y="30520"/>
                      </a:cubicBezTo>
                      <a:cubicBezTo>
                        <a:pt x="9142" y="29128"/>
                        <a:pt x="10036" y="25850"/>
                        <a:pt x="10980" y="22968"/>
                      </a:cubicBezTo>
                      <a:cubicBezTo>
                        <a:pt x="9986" y="23217"/>
                        <a:pt x="8992" y="23465"/>
                        <a:pt x="7900" y="23564"/>
                      </a:cubicBezTo>
                      <a:cubicBezTo>
                        <a:pt x="7750" y="23564"/>
                        <a:pt x="7601" y="23614"/>
                        <a:pt x="7452" y="23614"/>
                      </a:cubicBezTo>
                      <a:close/>
                      <a:moveTo>
                        <a:pt x="40341" y="3245"/>
                      </a:moveTo>
                      <a:cubicBezTo>
                        <a:pt x="31100" y="2699"/>
                        <a:pt x="27374" y="11442"/>
                        <a:pt x="20518" y="17652"/>
                      </a:cubicBezTo>
                      <a:cubicBezTo>
                        <a:pt x="19872" y="18199"/>
                        <a:pt x="19226" y="18745"/>
                        <a:pt x="18531" y="19242"/>
                      </a:cubicBezTo>
                      <a:cubicBezTo>
                        <a:pt x="20916" y="21329"/>
                        <a:pt x="23698" y="24657"/>
                        <a:pt x="25834" y="28085"/>
                      </a:cubicBezTo>
                      <a:cubicBezTo>
                        <a:pt x="39099" y="19093"/>
                        <a:pt x="72882" y="7865"/>
                        <a:pt x="74620" y="2450"/>
                      </a:cubicBezTo>
                      <a:cubicBezTo>
                        <a:pt x="76657" y="-3810"/>
                        <a:pt x="54052" y="3990"/>
                        <a:pt x="40341" y="3245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5" name="Google Shape;985;p8"/>
                <p:cNvSpPr/>
                <p:nvPr/>
              </p:nvSpPr>
              <p:spPr>
                <a:xfrm>
                  <a:off x="4507808" y="3147018"/>
                  <a:ext cx="38989" cy="69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89" h="69983" extrusionOk="0">
                      <a:moveTo>
                        <a:pt x="17392" y="3392"/>
                      </a:moveTo>
                      <a:cubicBezTo>
                        <a:pt x="9890" y="10844"/>
                        <a:pt x="3680" y="2100"/>
                        <a:pt x="600" y="8112"/>
                      </a:cubicBezTo>
                      <a:cubicBezTo>
                        <a:pt x="-3176" y="15564"/>
                        <a:pt x="12225" y="26941"/>
                        <a:pt x="9145" y="42193"/>
                      </a:cubicBezTo>
                      <a:cubicBezTo>
                        <a:pt x="6065" y="57494"/>
                        <a:pt x="10884" y="76671"/>
                        <a:pt x="18733" y="67679"/>
                      </a:cubicBezTo>
                      <a:cubicBezTo>
                        <a:pt x="26633" y="58687"/>
                        <a:pt x="30408" y="62959"/>
                        <a:pt x="34830" y="56302"/>
                      </a:cubicBezTo>
                      <a:cubicBezTo>
                        <a:pt x="39301" y="49645"/>
                        <a:pt x="35525" y="24954"/>
                        <a:pt x="38605" y="13229"/>
                      </a:cubicBezTo>
                      <a:cubicBezTo>
                        <a:pt x="41735" y="1455"/>
                        <a:pt x="24943" y="-4060"/>
                        <a:pt x="17392" y="3392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6" name="Google Shape;986;p8"/>
                <p:cNvSpPr/>
                <p:nvPr/>
              </p:nvSpPr>
              <p:spPr>
                <a:xfrm>
                  <a:off x="4474646" y="2951191"/>
                  <a:ext cx="264288" cy="292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288" h="292519" extrusionOk="0">
                      <a:moveTo>
                        <a:pt x="218375" y="186700"/>
                      </a:moveTo>
                      <a:cubicBezTo>
                        <a:pt x="209482" y="180440"/>
                        <a:pt x="215295" y="170255"/>
                        <a:pt x="201235" y="171001"/>
                      </a:cubicBezTo>
                      <a:cubicBezTo>
                        <a:pt x="187176" y="171795"/>
                        <a:pt x="170434" y="151824"/>
                        <a:pt x="165267" y="128673"/>
                      </a:cubicBezTo>
                      <a:cubicBezTo>
                        <a:pt x="160150" y="105571"/>
                        <a:pt x="138240" y="104379"/>
                        <a:pt x="132726" y="90667"/>
                      </a:cubicBezTo>
                      <a:cubicBezTo>
                        <a:pt x="127261" y="76955"/>
                        <a:pt x="137843" y="75365"/>
                        <a:pt x="133074" y="64038"/>
                      </a:cubicBezTo>
                      <a:cubicBezTo>
                        <a:pt x="130391" y="57729"/>
                        <a:pt x="136303" y="52115"/>
                        <a:pt x="143258" y="48985"/>
                      </a:cubicBezTo>
                      <a:cubicBezTo>
                        <a:pt x="142712" y="36416"/>
                        <a:pt x="143606" y="22704"/>
                        <a:pt x="144450" y="13861"/>
                      </a:cubicBezTo>
                      <a:cubicBezTo>
                        <a:pt x="139035" y="13215"/>
                        <a:pt x="134316" y="12321"/>
                        <a:pt x="132676" y="11178"/>
                      </a:cubicBezTo>
                      <a:cubicBezTo>
                        <a:pt x="130093" y="9390"/>
                        <a:pt x="129596" y="0"/>
                        <a:pt x="128056" y="0"/>
                      </a:cubicBezTo>
                      <a:cubicBezTo>
                        <a:pt x="126516" y="0"/>
                        <a:pt x="112158" y="0"/>
                        <a:pt x="109575" y="2931"/>
                      </a:cubicBezTo>
                      <a:cubicBezTo>
                        <a:pt x="106991" y="5862"/>
                        <a:pt x="99291" y="11178"/>
                        <a:pt x="95217" y="8197"/>
                      </a:cubicBezTo>
                      <a:cubicBezTo>
                        <a:pt x="94323" y="7552"/>
                        <a:pt x="93329" y="6955"/>
                        <a:pt x="92336" y="6359"/>
                      </a:cubicBezTo>
                      <a:lnTo>
                        <a:pt x="87864" y="11129"/>
                      </a:lnTo>
                      <a:cubicBezTo>
                        <a:pt x="87864" y="11129"/>
                        <a:pt x="87169" y="17388"/>
                        <a:pt x="84436" y="17388"/>
                      </a:cubicBezTo>
                      <a:cubicBezTo>
                        <a:pt x="81704" y="17388"/>
                        <a:pt x="77581" y="15053"/>
                        <a:pt x="77581" y="20518"/>
                      </a:cubicBezTo>
                      <a:cubicBezTo>
                        <a:pt x="77581" y="26033"/>
                        <a:pt x="70029" y="24443"/>
                        <a:pt x="66601" y="23648"/>
                      </a:cubicBezTo>
                      <a:cubicBezTo>
                        <a:pt x="63173" y="22853"/>
                        <a:pt x="58404" y="24443"/>
                        <a:pt x="58404" y="29113"/>
                      </a:cubicBezTo>
                      <a:cubicBezTo>
                        <a:pt x="58404" y="33832"/>
                        <a:pt x="57708" y="44017"/>
                        <a:pt x="52243" y="38502"/>
                      </a:cubicBezTo>
                      <a:cubicBezTo>
                        <a:pt x="46779" y="32988"/>
                        <a:pt x="41264" y="18879"/>
                        <a:pt x="39227" y="20468"/>
                      </a:cubicBezTo>
                      <a:cubicBezTo>
                        <a:pt x="37190" y="22058"/>
                        <a:pt x="32371" y="39297"/>
                        <a:pt x="27602" y="39297"/>
                      </a:cubicBezTo>
                      <a:cubicBezTo>
                        <a:pt x="24621" y="39297"/>
                        <a:pt x="14884" y="40192"/>
                        <a:pt x="7829" y="40887"/>
                      </a:cubicBezTo>
                      <a:cubicBezTo>
                        <a:pt x="5991" y="47644"/>
                        <a:pt x="7978" y="51668"/>
                        <a:pt x="10462" y="53407"/>
                      </a:cubicBezTo>
                      <a:cubicBezTo>
                        <a:pt x="13046" y="55145"/>
                        <a:pt x="8922" y="62200"/>
                        <a:pt x="5842" y="63989"/>
                      </a:cubicBezTo>
                      <a:cubicBezTo>
                        <a:pt x="2762" y="65777"/>
                        <a:pt x="-2356" y="63989"/>
                        <a:pt x="1222" y="70447"/>
                      </a:cubicBezTo>
                      <a:cubicBezTo>
                        <a:pt x="4798" y="76906"/>
                        <a:pt x="11505" y="77502"/>
                        <a:pt x="7879" y="83960"/>
                      </a:cubicBezTo>
                      <a:cubicBezTo>
                        <a:pt x="4302" y="90419"/>
                        <a:pt x="7879" y="96331"/>
                        <a:pt x="12996" y="96877"/>
                      </a:cubicBezTo>
                      <a:cubicBezTo>
                        <a:pt x="18113" y="97473"/>
                        <a:pt x="25317" y="96281"/>
                        <a:pt x="23776" y="101001"/>
                      </a:cubicBezTo>
                      <a:cubicBezTo>
                        <a:pt x="22882" y="103733"/>
                        <a:pt x="21491" y="106913"/>
                        <a:pt x="21193" y="109993"/>
                      </a:cubicBezTo>
                      <a:cubicBezTo>
                        <a:pt x="25217" y="108651"/>
                        <a:pt x="28794" y="108403"/>
                        <a:pt x="32371" y="106316"/>
                      </a:cubicBezTo>
                      <a:cubicBezTo>
                        <a:pt x="39575" y="102044"/>
                        <a:pt x="36495" y="94542"/>
                        <a:pt x="48468" y="90667"/>
                      </a:cubicBezTo>
                      <a:cubicBezTo>
                        <a:pt x="60441" y="86742"/>
                        <a:pt x="76189" y="98119"/>
                        <a:pt x="81009" y="106316"/>
                      </a:cubicBezTo>
                      <a:cubicBezTo>
                        <a:pt x="85827" y="114563"/>
                        <a:pt x="87169" y="115358"/>
                        <a:pt x="88212" y="122015"/>
                      </a:cubicBezTo>
                      <a:cubicBezTo>
                        <a:pt x="89255" y="128673"/>
                        <a:pt x="93677" y="141987"/>
                        <a:pt x="110121" y="154159"/>
                      </a:cubicBezTo>
                      <a:cubicBezTo>
                        <a:pt x="126566" y="166331"/>
                        <a:pt x="133074" y="180042"/>
                        <a:pt x="141619" y="185110"/>
                      </a:cubicBezTo>
                      <a:cubicBezTo>
                        <a:pt x="150164" y="190227"/>
                        <a:pt x="158758" y="189035"/>
                        <a:pt x="163876" y="196089"/>
                      </a:cubicBezTo>
                      <a:cubicBezTo>
                        <a:pt x="168993" y="203144"/>
                        <a:pt x="175849" y="207069"/>
                        <a:pt x="184096" y="211391"/>
                      </a:cubicBezTo>
                      <a:cubicBezTo>
                        <a:pt x="192293" y="215713"/>
                        <a:pt x="192641" y="225897"/>
                        <a:pt x="200540" y="227090"/>
                      </a:cubicBezTo>
                      <a:cubicBezTo>
                        <a:pt x="208439" y="228282"/>
                        <a:pt x="203272" y="236082"/>
                        <a:pt x="208091" y="242739"/>
                      </a:cubicBezTo>
                      <a:cubicBezTo>
                        <a:pt x="212861" y="249396"/>
                        <a:pt x="214252" y="263506"/>
                        <a:pt x="209135" y="271355"/>
                      </a:cubicBezTo>
                      <a:cubicBezTo>
                        <a:pt x="204017" y="279205"/>
                        <a:pt x="206750" y="292519"/>
                        <a:pt x="210178" y="292519"/>
                      </a:cubicBezTo>
                      <a:cubicBezTo>
                        <a:pt x="213606" y="292519"/>
                        <a:pt x="220809" y="278410"/>
                        <a:pt x="221803" y="270560"/>
                      </a:cubicBezTo>
                      <a:cubicBezTo>
                        <a:pt x="222797" y="262711"/>
                        <a:pt x="229702" y="263108"/>
                        <a:pt x="235167" y="254911"/>
                      </a:cubicBezTo>
                      <a:cubicBezTo>
                        <a:pt x="240632" y="246664"/>
                        <a:pt x="226970" y="244726"/>
                        <a:pt x="224585" y="234144"/>
                      </a:cubicBezTo>
                      <a:cubicBezTo>
                        <a:pt x="222201" y="223562"/>
                        <a:pt x="234869" y="214173"/>
                        <a:pt x="246842" y="222768"/>
                      </a:cubicBezTo>
                      <a:cubicBezTo>
                        <a:pt x="258815" y="231412"/>
                        <a:pt x="263634" y="237274"/>
                        <a:pt x="264280" y="223960"/>
                      </a:cubicBezTo>
                      <a:cubicBezTo>
                        <a:pt x="264926" y="210596"/>
                        <a:pt x="227268" y="192959"/>
                        <a:pt x="218375" y="18670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7" name="Google Shape;987;p8"/>
                <p:cNvSpPr/>
                <p:nvPr/>
              </p:nvSpPr>
              <p:spPr>
                <a:xfrm>
                  <a:off x="4610104" y="3237791"/>
                  <a:ext cx="66238" cy="45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38" h="45926" extrusionOk="0">
                      <a:moveTo>
                        <a:pt x="47644" y="1597"/>
                      </a:moveTo>
                      <a:cubicBezTo>
                        <a:pt x="33584" y="5125"/>
                        <a:pt x="27772" y="6317"/>
                        <a:pt x="19574" y="1597"/>
                      </a:cubicBezTo>
                      <a:cubicBezTo>
                        <a:pt x="12420" y="-2476"/>
                        <a:pt x="1391" y="3783"/>
                        <a:pt x="0" y="9646"/>
                      </a:cubicBezTo>
                      <a:cubicBezTo>
                        <a:pt x="398" y="9894"/>
                        <a:pt x="795" y="10093"/>
                        <a:pt x="1192" y="10341"/>
                      </a:cubicBezTo>
                      <a:cubicBezTo>
                        <a:pt x="6458" y="13571"/>
                        <a:pt x="9837" y="17843"/>
                        <a:pt x="11625" y="22414"/>
                      </a:cubicBezTo>
                      <a:cubicBezTo>
                        <a:pt x="14854" y="23954"/>
                        <a:pt x="18879" y="25544"/>
                        <a:pt x="23996" y="27084"/>
                      </a:cubicBezTo>
                      <a:cubicBezTo>
                        <a:pt x="41136" y="32151"/>
                        <a:pt x="43172" y="45465"/>
                        <a:pt x="50376" y="45912"/>
                      </a:cubicBezTo>
                      <a:cubicBezTo>
                        <a:pt x="57580" y="46310"/>
                        <a:pt x="58275" y="38460"/>
                        <a:pt x="56536" y="27879"/>
                      </a:cubicBezTo>
                      <a:cubicBezTo>
                        <a:pt x="54798" y="17297"/>
                        <a:pt x="65082" y="5175"/>
                        <a:pt x="66125" y="3187"/>
                      </a:cubicBezTo>
                      <a:cubicBezTo>
                        <a:pt x="67118" y="1200"/>
                        <a:pt x="61654" y="-1930"/>
                        <a:pt x="47644" y="1597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8" name="Google Shape;988;p8"/>
                <p:cNvSpPr/>
                <p:nvPr/>
              </p:nvSpPr>
              <p:spPr>
                <a:xfrm>
                  <a:off x="4739324" y="3073356"/>
                  <a:ext cx="28019" cy="42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19" h="42526" extrusionOk="0">
                      <a:moveTo>
                        <a:pt x="9787" y="0"/>
                      </a:moveTo>
                      <a:cubicBezTo>
                        <a:pt x="5018" y="7353"/>
                        <a:pt x="398" y="16643"/>
                        <a:pt x="944" y="19674"/>
                      </a:cubicBezTo>
                      <a:cubicBezTo>
                        <a:pt x="1192" y="21015"/>
                        <a:pt x="795" y="24045"/>
                        <a:pt x="0" y="27871"/>
                      </a:cubicBezTo>
                      <a:cubicBezTo>
                        <a:pt x="6111" y="33485"/>
                        <a:pt x="12023" y="39198"/>
                        <a:pt x="16395" y="41781"/>
                      </a:cubicBezTo>
                      <a:cubicBezTo>
                        <a:pt x="16842" y="42030"/>
                        <a:pt x="17190" y="42278"/>
                        <a:pt x="17637" y="42527"/>
                      </a:cubicBezTo>
                      <a:cubicBezTo>
                        <a:pt x="18978" y="33832"/>
                        <a:pt x="24244" y="24840"/>
                        <a:pt x="28020" y="23797"/>
                      </a:cubicBezTo>
                      <a:cubicBezTo>
                        <a:pt x="22654" y="16345"/>
                        <a:pt x="14854" y="5763"/>
                        <a:pt x="9787" y="0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9" name="Google Shape;989;p8"/>
                <p:cNvSpPr/>
                <p:nvPr/>
              </p:nvSpPr>
              <p:spPr>
                <a:xfrm>
                  <a:off x="4746179" y="2978764"/>
                  <a:ext cx="92868" cy="13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8" h="132150" extrusionOk="0">
                      <a:moveTo>
                        <a:pt x="84159" y="88183"/>
                      </a:moveTo>
                      <a:cubicBezTo>
                        <a:pt x="79042" y="82867"/>
                        <a:pt x="79539" y="73477"/>
                        <a:pt x="84159" y="69950"/>
                      </a:cubicBezTo>
                      <a:cubicBezTo>
                        <a:pt x="88779" y="66423"/>
                        <a:pt x="84656" y="61703"/>
                        <a:pt x="84656" y="55841"/>
                      </a:cubicBezTo>
                      <a:cubicBezTo>
                        <a:pt x="84656" y="49979"/>
                        <a:pt x="62597" y="48190"/>
                        <a:pt x="58971" y="47047"/>
                      </a:cubicBezTo>
                      <a:cubicBezTo>
                        <a:pt x="55394" y="45855"/>
                        <a:pt x="61554" y="30603"/>
                        <a:pt x="55891" y="30603"/>
                      </a:cubicBezTo>
                      <a:cubicBezTo>
                        <a:pt x="50227" y="30603"/>
                        <a:pt x="48190" y="25933"/>
                        <a:pt x="48190" y="21214"/>
                      </a:cubicBezTo>
                      <a:cubicBezTo>
                        <a:pt x="48190" y="16494"/>
                        <a:pt x="39446" y="8893"/>
                        <a:pt x="39943" y="5912"/>
                      </a:cubicBezTo>
                      <a:cubicBezTo>
                        <a:pt x="40043" y="5514"/>
                        <a:pt x="40291" y="5117"/>
                        <a:pt x="40589" y="4720"/>
                      </a:cubicBezTo>
                      <a:cubicBezTo>
                        <a:pt x="37410" y="4173"/>
                        <a:pt x="34975" y="3726"/>
                        <a:pt x="34081" y="3478"/>
                      </a:cubicBezTo>
                      <a:cubicBezTo>
                        <a:pt x="30256" y="2633"/>
                        <a:pt x="24145" y="0"/>
                        <a:pt x="24145" y="0"/>
                      </a:cubicBezTo>
                      <a:cubicBezTo>
                        <a:pt x="24145" y="0"/>
                        <a:pt x="9886" y="5266"/>
                        <a:pt x="0" y="8694"/>
                      </a:cubicBezTo>
                      <a:cubicBezTo>
                        <a:pt x="646" y="15600"/>
                        <a:pt x="2236" y="23101"/>
                        <a:pt x="6061" y="24741"/>
                      </a:cubicBezTo>
                      <a:cubicBezTo>
                        <a:pt x="13414" y="27871"/>
                        <a:pt x="10681" y="36316"/>
                        <a:pt x="13414" y="43669"/>
                      </a:cubicBezTo>
                      <a:cubicBezTo>
                        <a:pt x="16196" y="51072"/>
                        <a:pt x="15252" y="84755"/>
                        <a:pt x="11576" y="84755"/>
                      </a:cubicBezTo>
                      <a:cubicBezTo>
                        <a:pt x="10036" y="84755"/>
                        <a:pt x="6458" y="89127"/>
                        <a:pt x="2931" y="94592"/>
                      </a:cubicBezTo>
                      <a:cubicBezTo>
                        <a:pt x="7949" y="100355"/>
                        <a:pt x="15798" y="110937"/>
                        <a:pt x="21114" y="118389"/>
                      </a:cubicBezTo>
                      <a:cubicBezTo>
                        <a:pt x="21363" y="118289"/>
                        <a:pt x="21611" y="118140"/>
                        <a:pt x="21810" y="118140"/>
                      </a:cubicBezTo>
                      <a:cubicBezTo>
                        <a:pt x="26380" y="118140"/>
                        <a:pt x="43272" y="132150"/>
                        <a:pt x="43272" y="132150"/>
                      </a:cubicBezTo>
                      <a:cubicBezTo>
                        <a:pt x="43272" y="132150"/>
                        <a:pt x="67118" y="126487"/>
                        <a:pt x="83165" y="123804"/>
                      </a:cubicBezTo>
                      <a:cubicBezTo>
                        <a:pt x="83414" y="120972"/>
                        <a:pt x="83911" y="117743"/>
                        <a:pt x="83612" y="115756"/>
                      </a:cubicBezTo>
                      <a:cubicBezTo>
                        <a:pt x="83115" y="112228"/>
                        <a:pt x="86693" y="105174"/>
                        <a:pt x="91313" y="105174"/>
                      </a:cubicBezTo>
                      <a:cubicBezTo>
                        <a:pt x="95933" y="105223"/>
                        <a:pt x="89276" y="93449"/>
                        <a:pt x="84159" y="88183"/>
                      </a:cubicBezTo>
                      <a:close/>
                    </a:path>
                  </a:pathLst>
                </a:custGeom>
                <a:solidFill>
                  <a:srgbClr val="D0D6E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90" name="Google Shape;990;p8"/>
              <p:cNvGrpSpPr/>
              <p:nvPr/>
            </p:nvGrpSpPr>
            <p:grpSpPr>
              <a:xfrm>
                <a:off x="2860354" y="2710705"/>
                <a:ext cx="299092" cy="366851"/>
                <a:chOff x="2926258" y="2502242"/>
                <a:chExt cx="571144" cy="700539"/>
              </a:xfrm>
            </p:grpSpPr>
            <p:sp>
              <p:nvSpPr>
                <p:cNvPr id="991" name="Google Shape;99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92" name="Google Shape;99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993" name="Google Shape;99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94" name="Google Shape;994;p8"/>
              <p:cNvSpPr txBox="1"/>
              <p:nvPr/>
            </p:nvSpPr>
            <p:spPr>
              <a:xfrm>
                <a:off x="1880473" y="2834422"/>
                <a:ext cx="99679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Сан Хосе,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АНУ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5" name="Google Shape;995;p8"/>
              <p:cNvGrpSpPr/>
              <p:nvPr/>
            </p:nvGrpSpPr>
            <p:grpSpPr>
              <a:xfrm>
                <a:off x="3012755" y="2997911"/>
                <a:ext cx="299092" cy="366851"/>
                <a:chOff x="2926258" y="2502242"/>
                <a:chExt cx="571144" cy="700539"/>
              </a:xfrm>
            </p:grpSpPr>
            <p:sp>
              <p:nvSpPr>
                <p:cNvPr id="996" name="Google Shape;996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97" name="Google Shape;997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998" name="Google Shape;998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99" name="Google Shape;999;p8"/>
              <p:cNvSpPr txBox="1"/>
              <p:nvPr/>
            </p:nvSpPr>
            <p:spPr>
              <a:xfrm>
                <a:off x="1880473" y="3121628"/>
                <a:ext cx="1149193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Сан Диего,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АНУ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00" name="Google Shape;1000;p8"/>
              <p:cNvGrpSpPr/>
              <p:nvPr/>
            </p:nvGrpSpPr>
            <p:grpSpPr>
              <a:xfrm>
                <a:off x="3461144" y="3167073"/>
                <a:ext cx="299092" cy="366851"/>
                <a:chOff x="2926258" y="2502242"/>
                <a:chExt cx="571144" cy="700539"/>
              </a:xfrm>
            </p:grpSpPr>
            <p:sp>
              <p:nvSpPr>
                <p:cNvPr id="1001" name="Google Shape;100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02" name="Google Shape;100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03" name="Google Shape;100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04" name="Google Shape;1004;p8"/>
              <p:cNvGrpSpPr/>
              <p:nvPr/>
            </p:nvGrpSpPr>
            <p:grpSpPr>
              <a:xfrm>
                <a:off x="3943744" y="2782247"/>
                <a:ext cx="299092" cy="366851"/>
                <a:chOff x="2926258" y="2502242"/>
                <a:chExt cx="571144" cy="700539"/>
              </a:xfrm>
            </p:grpSpPr>
            <p:sp>
              <p:nvSpPr>
                <p:cNvPr id="1005" name="Google Shape;1005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06" name="Google Shape;1006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07" name="Google Shape;1007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08" name="Google Shape;1008;p8"/>
              <p:cNvSpPr txBox="1"/>
              <p:nvPr/>
            </p:nvSpPr>
            <p:spPr>
              <a:xfrm>
                <a:off x="3804363" y="3321224"/>
                <a:ext cx="99679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Остин,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АНУ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8"/>
              <p:cNvSpPr txBox="1"/>
              <p:nvPr/>
            </p:nvSpPr>
            <p:spPr>
              <a:xfrm>
                <a:off x="4267914" y="2967740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Монреаль,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Канад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10" name="Google Shape;1010;p8"/>
              <p:cNvGrpSpPr/>
              <p:nvPr/>
            </p:nvGrpSpPr>
            <p:grpSpPr>
              <a:xfrm>
                <a:off x="6232204" y="2208017"/>
                <a:ext cx="299092" cy="366851"/>
                <a:chOff x="2926258" y="2502242"/>
                <a:chExt cx="571144" cy="700539"/>
              </a:xfrm>
            </p:grpSpPr>
            <p:sp>
              <p:nvSpPr>
                <p:cNvPr id="1011" name="Google Shape;101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12" name="Google Shape;101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13" name="Google Shape;101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14" name="Google Shape;1014;p8"/>
              <p:cNvSpPr txBox="1"/>
              <p:nvPr/>
            </p:nvSpPr>
            <p:spPr>
              <a:xfrm>
                <a:off x="4630026" y="2331735"/>
                <a:ext cx="1619089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Кембриж, Их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Британи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15" name="Google Shape;1015;p8"/>
              <p:cNvGrpSpPr/>
              <p:nvPr/>
            </p:nvGrpSpPr>
            <p:grpSpPr>
              <a:xfrm>
                <a:off x="7082231" y="2120961"/>
                <a:ext cx="299092" cy="366851"/>
                <a:chOff x="2926258" y="2502242"/>
                <a:chExt cx="571144" cy="700539"/>
              </a:xfrm>
            </p:grpSpPr>
            <p:sp>
              <p:nvSpPr>
                <p:cNvPr id="1016" name="Google Shape;1016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17" name="Google Shape;1017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18" name="Google Shape;1018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19" name="Google Shape;1019;p8"/>
              <p:cNvSpPr txBox="1"/>
              <p:nvPr/>
            </p:nvSpPr>
            <p:spPr>
              <a:xfrm>
                <a:off x="7406399" y="2306454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Москва,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ОХУ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20" name="Google Shape;1020;p8"/>
              <p:cNvGrpSpPr/>
              <p:nvPr/>
            </p:nvGrpSpPr>
            <p:grpSpPr>
              <a:xfrm>
                <a:off x="6801244" y="2369542"/>
                <a:ext cx="299092" cy="366851"/>
                <a:chOff x="2926258" y="2502242"/>
                <a:chExt cx="571144" cy="700539"/>
              </a:xfrm>
            </p:grpSpPr>
            <p:sp>
              <p:nvSpPr>
                <p:cNvPr id="1021" name="Google Shape;102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22" name="Google Shape;102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23" name="Google Shape;102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24" name="Google Shape;1024;p8"/>
              <p:cNvSpPr txBox="1"/>
              <p:nvPr/>
            </p:nvSpPr>
            <p:spPr>
              <a:xfrm>
                <a:off x="7125413" y="2555035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Варшав,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Польш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25" name="Google Shape;1025;p8"/>
              <p:cNvGrpSpPr/>
              <p:nvPr/>
            </p:nvGrpSpPr>
            <p:grpSpPr>
              <a:xfrm>
                <a:off x="7408542" y="3062149"/>
                <a:ext cx="299092" cy="366851"/>
                <a:chOff x="2926258" y="2502242"/>
                <a:chExt cx="571144" cy="700539"/>
              </a:xfrm>
            </p:grpSpPr>
            <p:sp>
              <p:nvSpPr>
                <p:cNvPr id="1026" name="Google Shape;1026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27" name="Google Shape;1027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28" name="Google Shape;1028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29" name="Google Shape;1029;p8"/>
              <p:cNvSpPr txBox="1"/>
              <p:nvPr/>
            </p:nvSpPr>
            <p:spPr>
              <a:xfrm>
                <a:off x="6428660" y="3185866"/>
                <a:ext cx="99679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Тель-Авив,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Израиль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30" name="Google Shape;1030;p8"/>
              <p:cNvGrpSpPr/>
              <p:nvPr/>
            </p:nvGrpSpPr>
            <p:grpSpPr>
              <a:xfrm>
                <a:off x="7599042" y="3062149"/>
                <a:ext cx="299092" cy="366851"/>
                <a:chOff x="2926258" y="2502242"/>
                <a:chExt cx="571144" cy="700539"/>
              </a:xfrm>
            </p:grpSpPr>
            <p:sp>
              <p:nvSpPr>
                <p:cNvPr id="1031" name="Google Shape;103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32" name="Google Shape;103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33" name="Google Shape;103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34" name="Google Shape;1034;p8"/>
              <p:cNvGrpSpPr/>
              <p:nvPr/>
            </p:nvGrpSpPr>
            <p:grpSpPr>
              <a:xfrm>
                <a:off x="8512471" y="3695640"/>
                <a:ext cx="299092" cy="366851"/>
                <a:chOff x="2926258" y="2502242"/>
                <a:chExt cx="571144" cy="700539"/>
              </a:xfrm>
            </p:grpSpPr>
            <p:sp>
              <p:nvSpPr>
                <p:cNvPr id="1035" name="Google Shape;1035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36" name="Google Shape;1036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37" name="Google Shape;1037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38" name="Google Shape;1038;p8"/>
              <p:cNvSpPr txBox="1"/>
              <p:nvPr/>
            </p:nvSpPr>
            <p:spPr>
              <a:xfrm>
                <a:off x="7125413" y="3819357"/>
                <a:ext cx="1403969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Бангалор,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Энэтхэг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39" name="Google Shape;1039;p8"/>
              <p:cNvGrpSpPr/>
              <p:nvPr/>
            </p:nvGrpSpPr>
            <p:grpSpPr>
              <a:xfrm>
                <a:off x="9322096" y="3367143"/>
                <a:ext cx="299092" cy="366851"/>
                <a:chOff x="2926258" y="2502242"/>
                <a:chExt cx="571144" cy="700539"/>
              </a:xfrm>
            </p:grpSpPr>
            <p:sp>
              <p:nvSpPr>
                <p:cNvPr id="1040" name="Google Shape;1040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1" name="Google Shape;1041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42" name="Google Shape;1042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43" name="Google Shape;1043;p8"/>
              <p:cNvSpPr txBox="1"/>
              <p:nvPr/>
            </p:nvSpPr>
            <p:spPr>
              <a:xfrm>
                <a:off x="7977645" y="3490860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Шэньжэнь,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Хятад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8"/>
              <p:cNvSpPr txBox="1"/>
              <p:nvPr/>
            </p:nvSpPr>
            <p:spPr>
              <a:xfrm>
                <a:off x="7845010" y="4117313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Сингапур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45" name="Google Shape;1045;p8"/>
              <p:cNvGrpSpPr/>
              <p:nvPr/>
            </p:nvGrpSpPr>
            <p:grpSpPr>
              <a:xfrm>
                <a:off x="9474496" y="3062149"/>
                <a:ext cx="299092" cy="366851"/>
                <a:chOff x="2926258" y="2502242"/>
                <a:chExt cx="571144" cy="700539"/>
              </a:xfrm>
            </p:grpSpPr>
            <p:sp>
              <p:nvSpPr>
                <p:cNvPr id="1046" name="Google Shape;1046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7" name="Google Shape;1047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48" name="Google Shape;1048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49" name="Google Shape;1049;p8"/>
              <p:cNvSpPr txBox="1"/>
              <p:nvPr/>
            </p:nvSpPr>
            <p:spPr>
              <a:xfrm>
                <a:off x="8087081" y="3189936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Шиань,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Хятад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50" name="Google Shape;1050;p8"/>
              <p:cNvGrpSpPr/>
              <p:nvPr/>
            </p:nvGrpSpPr>
            <p:grpSpPr>
              <a:xfrm>
                <a:off x="9603083" y="2726202"/>
                <a:ext cx="299092" cy="366851"/>
                <a:chOff x="2926258" y="2502242"/>
                <a:chExt cx="571144" cy="700539"/>
              </a:xfrm>
            </p:grpSpPr>
            <p:sp>
              <p:nvSpPr>
                <p:cNvPr id="1051" name="Google Shape;105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2" name="Google Shape;105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53" name="Google Shape;105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54" name="Google Shape;1054;p8"/>
              <p:cNvSpPr txBox="1"/>
              <p:nvPr/>
            </p:nvSpPr>
            <p:spPr>
              <a:xfrm>
                <a:off x="8215668" y="2853989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Бээжин,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Хятад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55" name="Google Shape;1055;p8"/>
              <p:cNvGrpSpPr/>
              <p:nvPr/>
            </p:nvGrpSpPr>
            <p:grpSpPr>
              <a:xfrm>
                <a:off x="9669759" y="3219009"/>
                <a:ext cx="299092" cy="366851"/>
                <a:chOff x="2926258" y="2502242"/>
                <a:chExt cx="571144" cy="700539"/>
              </a:xfrm>
            </p:grpSpPr>
            <p:sp>
              <p:nvSpPr>
                <p:cNvPr id="1056" name="Google Shape;1056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7" name="Google Shape;1057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58" name="Google Shape;1058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59" name="Google Shape;1059;p8"/>
              <p:cNvSpPr txBox="1"/>
              <p:nvPr/>
            </p:nvSpPr>
            <p:spPr>
              <a:xfrm>
                <a:off x="9982557" y="3352056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Ханжоу,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Хятад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0" name="Google Shape;1060;p8"/>
              <p:cNvGrpSpPr/>
              <p:nvPr/>
            </p:nvGrpSpPr>
            <p:grpSpPr>
              <a:xfrm>
                <a:off x="9741196" y="3686310"/>
                <a:ext cx="299092" cy="366851"/>
                <a:chOff x="2926258" y="2502242"/>
                <a:chExt cx="571144" cy="700539"/>
              </a:xfrm>
            </p:grpSpPr>
            <p:sp>
              <p:nvSpPr>
                <p:cNvPr id="1061" name="Google Shape;1061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62" name="Google Shape;1062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63" name="Google Shape;1063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64" name="Google Shape;1064;p8"/>
              <p:cNvSpPr txBox="1"/>
              <p:nvPr/>
            </p:nvSpPr>
            <p:spPr>
              <a:xfrm>
                <a:off x="10053993" y="3819357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Шинжү,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Тайвань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5" name="Google Shape;1065;p8"/>
              <p:cNvGrpSpPr/>
              <p:nvPr/>
            </p:nvGrpSpPr>
            <p:grpSpPr>
              <a:xfrm>
                <a:off x="10267726" y="2908665"/>
                <a:ext cx="299092" cy="366851"/>
                <a:chOff x="2926258" y="2502242"/>
                <a:chExt cx="571144" cy="700539"/>
              </a:xfrm>
            </p:grpSpPr>
            <p:sp>
              <p:nvSpPr>
                <p:cNvPr id="1066" name="Google Shape;1066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67" name="Google Shape;1067;p8"/>
                <p:cNvSpPr/>
                <p:nvPr/>
              </p:nvSpPr>
              <p:spPr>
                <a:xfrm>
                  <a:off x="3170158" y="3157062"/>
                  <a:ext cx="83344" cy="45719"/>
                </a:xfrm>
                <a:prstGeom prst="ellipse">
                  <a:avLst/>
                </a:prstGeom>
                <a:solidFill>
                  <a:schemeClr val="dk1">
                    <a:alpha val="23529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068" name="Google Shape;1068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69" name="Google Shape;1069;p8"/>
              <p:cNvSpPr txBox="1"/>
              <p:nvPr/>
            </p:nvSpPr>
            <p:spPr>
              <a:xfrm>
                <a:off x="10580523" y="3041712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Иокохама,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Япон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" name="Google Shape;1070;p8"/>
              <p:cNvGrpSpPr/>
              <p:nvPr/>
            </p:nvGrpSpPr>
            <p:grpSpPr>
              <a:xfrm>
                <a:off x="10430977" y="2706040"/>
                <a:ext cx="299092" cy="366851"/>
                <a:chOff x="10430977" y="2706040"/>
                <a:chExt cx="299092" cy="366851"/>
              </a:xfrm>
            </p:grpSpPr>
            <p:grpSp>
              <p:nvGrpSpPr>
                <p:cNvPr id="1071" name="Google Shape;1071;p8"/>
                <p:cNvGrpSpPr/>
                <p:nvPr/>
              </p:nvGrpSpPr>
              <p:grpSpPr>
                <a:xfrm>
                  <a:off x="10430977" y="2706040"/>
                  <a:ext cx="299092" cy="366851"/>
                  <a:chOff x="2926258" y="2502242"/>
                  <a:chExt cx="571144" cy="700539"/>
                </a:xfrm>
              </p:grpSpPr>
              <p:sp>
                <p:nvSpPr>
                  <p:cNvPr id="1072" name="Google Shape;1072;p8"/>
                  <p:cNvSpPr/>
                  <p:nvPr/>
                </p:nvSpPr>
                <p:spPr>
                  <a:xfrm rot="8100000">
                    <a:off x="3009900" y="2585884"/>
                    <a:ext cx="403860" cy="403860"/>
                  </a:xfrm>
                  <a:prstGeom prst="teardrop">
                    <a:avLst>
                      <a:gd name="adj" fmla="val 117483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073" name="Google Shape;1073;p8"/>
                  <p:cNvSpPr/>
                  <p:nvPr/>
                </p:nvSpPr>
                <p:spPr>
                  <a:xfrm>
                    <a:off x="3170158" y="3157062"/>
                    <a:ext cx="83344" cy="45719"/>
                  </a:xfrm>
                  <a:prstGeom prst="ellipse">
                    <a:avLst/>
                  </a:prstGeom>
                  <a:solidFill>
                    <a:schemeClr val="dk1">
                      <a:alpha val="23529"/>
                    </a:scheme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pic>
              <p:nvPicPr>
                <p:cNvPr id="1074" name="Google Shape;1074;p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526944" y="2802749"/>
                  <a:ext cx="107157" cy="1071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75" name="Google Shape;1075;p8"/>
              <p:cNvSpPr txBox="1"/>
              <p:nvPr/>
            </p:nvSpPr>
            <p:spPr>
              <a:xfrm>
                <a:off x="10734674" y="2796158"/>
                <a:ext cx="1361362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Токио,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Япон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6" name="Google Shape;1076;p8"/>
              <p:cNvGrpSpPr/>
              <p:nvPr/>
            </p:nvGrpSpPr>
            <p:grpSpPr>
              <a:xfrm>
                <a:off x="9475109" y="3385199"/>
                <a:ext cx="299092" cy="366851"/>
                <a:chOff x="10430977" y="2706040"/>
                <a:chExt cx="299092" cy="366851"/>
              </a:xfrm>
            </p:grpSpPr>
            <p:grpSp>
              <p:nvGrpSpPr>
                <p:cNvPr id="1077" name="Google Shape;1077;p8"/>
                <p:cNvGrpSpPr/>
                <p:nvPr/>
              </p:nvGrpSpPr>
              <p:grpSpPr>
                <a:xfrm>
                  <a:off x="10430977" y="2706040"/>
                  <a:ext cx="299092" cy="366851"/>
                  <a:chOff x="2926258" y="2502242"/>
                  <a:chExt cx="571144" cy="700539"/>
                </a:xfrm>
              </p:grpSpPr>
              <p:sp>
                <p:nvSpPr>
                  <p:cNvPr id="1078" name="Google Shape;1078;p8"/>
                  <p:cNvSpPr/>
                  <p:nvPr/>
                </p:nvSpPr>
                <p:spPr>
                  <a:xfrm rot="8100000">
                    <a:off x="3009900" y="2585884"/>
                    <a:ext cx="403860" cy="403860"/>
                  </a:xfrm>
                  <a:prstGeom prst="teardrop">
                    <a:avLst>
                      <a:gd name="adj" fmla="val 117483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079" name="Google Shape;1079;p8"/>
                  <p:cNvSpPr/>
                  <p:nvPr/>
                </p:nvSpPr>
                <p:spPr>
                  <a:xfrm>
                    <a:off x="3170158" y="3157062"/>
                    <a:ext cx="83344" cy="45719"/>
                  </a:xfrm>
                  <a:prstGeom prst="ellipse">
                    <a:avLst/>
                  </a:prstGeom>
                  <a:solidFill>
                    <a:schemeClr val="dk1">
                      <a:alpha val="23529"/>
                    </a:scheme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pic>
              <p:nvPicPr>
                <p:cNvPr id="1080" name="Google Shape;1080;p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526944" y="2802749"/>
                  <a:ext cx="107157" cy="1071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81" name="Google Shape;1081;p8"/>
              <p:cNvGrpSpPr/>
              <p:nvPr/>
            </p:nvGrpSpPr>
            <p:grpSpPr>
              <a:xfrm>
                <a:off x="9172097" y="3974641"/>
                <a:ext cx="299092" cy="366851"/>
                <a:chOff x="10430977" y="2706040"/>
                <a:chExt cx="299092" cy="366851"/>
              </a:xfrm>
            </p:grpSpPr>
            <p:grpSp>
              <p:nvGrpSpPr>
                <p:cNvPr id="1082" name="Google Shape;1082;p8"/>
                <p:cNvGrpSpPr/>
                <p:nvPr/>
              </p:nvGrpSpPr>
              <p:grpSpPr>
                <a:xfrm>
                  <a:off x="10430977" y="2706040"/>
                  <a:ext cx="299092" cy="366851"/>
                  <a:chOff x="2926258" y="2502242"/>
                  <a:chExt cx="571144" cy="700539"/>
                </a:xfrm>
              </p:grpSpPr>
              <p:sp>
                <p:nvSpPr>
                  <p:cNvPr id="1083" name="Google Shape;1083;p8"/>
                  <p:cNvSpPr/>
                  <p:nvPr/>
                </p:nvSpPr>
                <p:spPr>
                  <a:xfrm rot="8100000">
                    <a:off x="3009900" y="2585884"/>
                    <a:ext cx="403860" cy="403860"/>
                  </a:xfrm>
                  <a:prstGeom prst="teardrop">
                    <a:avLst>
                      <a:gd name="adj" fmla="val 117483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084" name="Google Shape;1084;p8"/>
                  <p:cNvSpPr/>
                  <p:nvPr/>
                </p:nvSpPr>
                <p:spPr>
                  <a:xfrm>
                    <a:off x="3170158" y="3157062"/>
                    <a:ext cx="83344" cy="45719"/>
                  </a:xfrm>
                  <a:prstGeom prst="ellipse">
                    <a:avLst/>
                  </a:prstGeom>
                  <a:solidFill>
                    <a:schemeClr val="dk1">
                      <a:alpha val="23529"/>
                    </a:scheme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pic>
              <p:nvPicPr>
                <p:cNvPr id="1085" name="Google Shape;1085;p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526944" y="2802749"/>
                  <a:ext cx="107157" cy="1071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86" name="Google Shape;1086;p8"/>
              <p:cNvGrpSpPr/>
              <p:nvPr/>
            </p:nvGrpSpPr>
            <p:grpSpPr>
              <a:xfrm>
                <a:off x="6456495" y="2521355"/>
                <a:ext cx="299092" cy="366851"/>
                <a:chOff x="10430977" y="2706040"/>
                <a:chExt cx="299092" cy="366851"/>
              </a:xfrm>
            </p:grpSpPr>
            <p:grpSp>
              <p:nvGrpSpPr>
                <p:cNvPr id="1087" name="Google Shape;1087;p8"/>
                <p:cNvGrpSpPr/>
                <p:nvPr/>
              </p:nvGrpSpPr>
              <p:grpSpPr>
                <a:xfrm>
                  <a:off x="10430977" y="2706040"/>
                  <a:ext cx="299092" cy="366851"/>
                  <a:chOff x="2926258" y="2502242"/>
                  <a:chExt cx="571144" cy="700539"/>
                </a:xfrm>
              </p:grpSpPr>
              <p:sp>
                <p:nvSpPr>
                  <p:cNvPr id="1088" name="Google Shape;1088;p8"/>
                  <p:cNvSpPr/>
                  <p:nvPr/>
                </p:nvSpPr>
                <p:spPr>
                  <a:xfrm rot="8100000">
                    <a:off x="3009900" y="2585884"/>
                    <a:ext cx="403860" cy="403860"/>
                  </a:xfrm>
                  <a:prstGeom prst="teardrop">
                    <a:avLst>
                      <a:gd name="adj" fmla="val 117483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089" name="Google Shape;1089;p8"/>
                  <p:cNvSpPr/>
                  <p:nvPr/>
                </p:nvSpPr>
                <p:spPr>
                  <a:xfrm>
                    <a:off x="3170158" y="3157062"/>
                    <a:ext cx="83344" cy="45719"/>
                  </a:xfrm>
                  <a:prstGeom prst="ellipse">
                    <a:avLst/>
                  </a:prstGeom>
                  <a:solidFill>
                    <a:schemeClr val="dk1">
                      <a:alpha val="23529"/>
                    </a:scheme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pic>
              <p:nvPicPr>
                <p:cNvPr id="1090" name="Google Shape;1090;p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526944" y="2802749"/>
                  <a:ext cx="107157" cy="1071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91" name="Google Shape;1091;p8"/>
              <p:cNvSpPr txBox="1"/>
              <p:nvPr/>
            </p:nvSpPr>
            <p:spPr>
              <a:xfrm>
                <a:off x="4841361" y="2637807"/>
                <a:ext cx="1619089" cy="179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Мюнхен, </a:t>
                </a: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Герман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92" name="Google Shape;1092;p8"/>
              <p:cNvGrpSpPr/>
              <p:nvPr/>
            </p:nvGrpSpPr>
            <p:grpSpPr>
              <a:xfrm>
                <a:off x="3006068" y="2706040"/>
                <a:ext cx="299092" cy="366851"/>
                <a:chOff x="10430977" y="2706040"/>
                <a:chExt cx="299092" cy="366851"/>
              </a:xfrm>
            </p:grpSpPr>
            <p:grpSp>
              <p:nvGrpSpPr>
                <p:cNvPr id="1093" name="Google Shape;1093;p8"/>
                <p:cNvGrpSpPr/>
                <p:nvPr/>
              </p:nvGrpSpPr>
              <p:grpSpPr>
                <a:xfrm>
                  <a:off x="10430977" y="2706040"/>
                  <a:ext cx="299092" cy="366851"/>
                  <a:chOff x="2926258" y="2502242"/>
                  <a:chExt cx="571144" cy="700539"/>
                </a:xfrm>
              </p:grpSpPr>
              <p:sp>
                <p:nvSpPr>
                  <p:cNvPr id="1094" name="Google Shape;1094;p8"/>
                  <p:cNvSpPr/>
                  <p:nvPr/>
                </p:nvSpPr>
                <p:spPr>
                  <a:xfrm rot="8100000">
                    <a:off x="3009900" y="2585884"/>
                    <a:ext cx="403860" cy="403860"/>
                  </a:xfrm>
                  <a:prstGeom prst="teardrop">
                    <a:avLst>
                      <a:gd name="adj" fmla="val 117483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095" name="Google Shape;1095;p8"/>
                  <p:cNvSpPr/>
                  <p:nvPr/>
                </p:nvSpPr>
                <p:spPr>
                  <a:xfrm>
                    <a:off x="3170158" y="3157062"/>
                    <a:ext cx="83344" cy="45719"/>
                  </a:xfrm>
                  <a:prstGeom prst="ellipse">
                    <a:avLst/>
                  </a:prstGeom>
                  <a:solidFill>
                    <a:schemeClr val="dk1">
                      <a:alpha val="23529"/>
                    </a:scheme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pic>
              <p:nvPicPr>
                <p:cNvPr id="1096" name="Google Shape;1096;p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526944" y="2802749"/>
                  <a:ext cx="107157" cy="1071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097" name="Google Shape;1097;p8"/>
            <p:cNvGrpSpPr/>
            <p:nvPr/>
          </p:nvGrpSpPr>
          <p:grpSpPr>
            <a:xfrm>
              <a:off x="3237694" y="4907916"/>
              <a:ext cx="3534291" cy="814696"/>
              <a:chOff x="7286626" y="4632670"/>
              <a:chExt cx="4128729" cy="951721"/>
            </a:xfrm>
          </p:grpSpPr>
          <p:sp>
            <p:nvSpPr>
              <p:cNvPr id="1098" name="Google Shape;1098;p8"/>
              <p:cNvSpPr/>
              <p:nvPr/>
            </p:nvSpPr>
            <p:spPr>
              <a:xfrm>
                <a:off x="9448443" y="5067908"/>
                <a:ext cx="1966912" cy="51648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grpSp>
            <p:nvGrpSpPr>
              <p:cNvPr id="1099" name="Google Shape;1099;p8"/>
              <p:cNvGrpSpPr/>
              <p:nvPr/>
            </p:nvGrpSpPr>
            <p:grpSpPr>
              <a:xfrm>
                <a:off x="10631313" y="4653203"/>
                <a:ext cx="705793" cy="705789"/>
                <a:chOff x="2926258" y="2502242"/>
                <a:chExt cx="571144" cy="571144"/>
              </a:xfrm>
            </p:grpSpPr>
            <p:sp>
              <p:nvSpPr>
                <p:cNvPr id="1100" name="Google Shape;1100;p8"/>
                <p:cNvSpPr/>
                <p:nvPr/>
              </p:nvSpPr>
              <p:spPr>
                <a:xfrm rot="8100000">
                  <a:off x="3009900" y="2585884"/>
                  <a:ext cx="403860" cy="403860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101" name="Google Shape;1101;p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096451" y="2672435"/>
                  <a:ext cx="230756" cy="230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102" name="Google Shape;1102;p8"/>
              <p:cNvSpPr txBox="1"/>
              <p:nvPr/>
            </p:nvSpPr>
            <p:spPr>
              <a:xfrm>
                <a:off x="9859088" y="5244702"/>
                <a:ext cx="1361363" cy="161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R&amp;D төв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7286626" y="5067908"/>
                <a:ext cx="1966912" cy="51648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104" name="Google Shape;1104;p8"/>
              <p:cNvSpPr txBox="1"/>
              <p:nvPr/>
            </p:nvSpPr>
            <p:spPr>
              <a:xfrm>
                <a:off x="7597694" y="5244702"/>
                <a:ext cx="1235947" cy="161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Бүсийн оффис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05" name="Google Shape;1105;p8"/>
              <p:cNvGrpSpPr/>
              <p:nvPr/>
            </p:nvGrpSpPr>
            <p:grpSpPr>
              <a:xfrm>
                <a:off x="8456203" y="4632670"/>
                <a:ext cx="705792" cy="705791"/>
                <a:chOff x="10430977" y="2706040"/>
                <a:chExt cx="299091" cy="299091"/>
              </a:xfrm>
            </p:grpSpPr>
            <p:sp>
              <p:nvSpPr>
                <p:cNvPr id="1106" name="Google Shape;1106;p8"/>
                <p:cNvSpPr/>
                <p:nvPr/>
              </p:nvSpPr>
              <p:spPr>
                <a:xfrm rot="8100000">
                  <a:off x="10474778" y="2749841"/>
                  <a:ext cx="211490" cy="211489"/>
                </a:xfrm>
                <a:prstGeom prst="teardrop">
                  <a:avLst>
                    <a:gd name="adj" fmla="val 117483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pic>
              <p:nvPicPr>
                <p:cNvPr id="1107" name="Google Shape;1107;p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526944" y="2802749"/>
                  <a:ext cx="107157" cy="1071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108" name="Google Shape;1108;p8"/>
          <p:cNvGrpSpPr/>
          <p:nvPr/>
        </p:nvGrpSpPr>
        <p:grpSpPr>
          <a:xfrm rot="5400000">
            <a:off x="1052754" y="2860916"/>
            <a:ext cx="789818" cy="1569443"/>
            <a:chOff x="1583099" y="21190"/>
            <a:chExt cx="1053090" cy="2092591"/>
          </a:xfrm>
        </p:grpSpPr>
        <p:cxnSp>
          <p:nvCxnSpPr>
            <p:cNvPr id="1109" name="Google Shape;1109;p8"/>
            <p:cNvCxnSpPr>
              <a:endCxn id="1110" idx="2"/>
            </p:cNvCxnSpPr>
            <p:nvPr/>
          </p:nvCxnSpPr>
          <p:spPr>
            <a:xfrm rot="-5400000">
              <a:off x="1063349" y="1594031"/>
              <a:ext cx="1039500" cy="0"/>
            </a:xfrm>
            <a:prstGeom prst="straightConnector1">
              <a:avLst/>
            </a:prstGeom>
            <a:noFill/>
            <a:ln w="12700" cap="flat" cmpd="sng">
              <a:solidFill>
                <a:schemeClr val="lt1">
                  <a:alpha val="3254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10" name="Google Shape;1110;p8"/>
            <p:cNvSpPr/>
            <p:nvPr/>
          </p:nvSpPr>
          <p:spPr>
            <a:xfrm flipH="1">
              <a:off x="1583099" y="793293"/>
              <a:ext cx="561975" cy="561975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2700" cap="flat" cmpd="sng">
              <a:solidFill>
                <a:schemeClr val="lt1">
                  <a:alpha val="3254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cxnSp>
          <p:nvCxnSpPr>
            <p:cNvPr id="1111" name="Google Shape;1111;p8"/>
            <p:cNvCxnSpPr/>
            <p:nvPr/>
          </p:nvCxnSpPr>
          <p:spPr>
            <a:xfrm rot="10800000">
              <a:off x="2636189" y="21190"/>
              <a:ext cx="0" cy="1544206"/>
            </a:xfrm>
            <a:prstGeom prst="straightConnector1">
              <a:avLst/>
            </a:prstGeom>
            <a:noFill/>
            <a:ln w="12700" cap="flat" cmpd="sng">
              <a:solidFill>
                <a:schemeClr val="lt1">
                  <a:alpha val="3254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112" name="Google Shape;1112;p8"/>
          <p:cNvCxnSpPr/>
          <p:nvPr/>
        </p:nvCxnSpPr>
        <p:spPr>
          <a:xfrm>
            <a:off x="8791577" y="0"/>
            <a:ext cx="0" cy="4632723"/>
          </a:xfrm>
          <a:prstGeom prst="straightConnector1">
            <a:avLst/>
          </a:prstGeom>
          <a:noFill/>
          <a:ln w="9525" cap="flat" cmpd="sng">
            <a:solidFill>
              <a:srgbClr val="DEEAF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9"/>
          <p:cNvPicPr preferRelativeResize="0"/>
          <p:nvPr/>
        </p:nvPicPr>
        <p:blipFill rotWithShape="1">
          <a:blip r:embed="rId3">
            <a:alphaModFix/>
          </a:blip>
          <a:srcRect l="11639" t="2697" r="3432" b="20028"/>
          <a:stretch/>
        </p:blipFill>
        <p:spPr>
          <a:xfrm rot="5400000">
            <a:off x="5308521" y="1256268"/>
            <a:ext cx="5143499" cy="2630965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9"/>
          <p:cNvSpPr txBox="1">
            <a:spLocks noGrp="1"/>
          </p:cNvSpPr>
          <p:nvPr>
            <p:ph type="title"/>
          </p:nvPr>
        </p:nvSpPr>
        <p:spPr>
          <a:xfrm>
            <a:off x="305990" y="386785"/>
            <a:ext cx="81093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Логик чипийн зах зээлийн таамаг</a:t>
            </a:r>
            <a:endParaRPr/>
          </a:p>
        </p:txBody>
      </p:sp>
      <p:sp>
        <p:nvSpPr>
          <p:cNvPr id="1119" name="Google Shape;1119;p9"/>
          <p:cNvSpPr txBox="1"/>
          <p:nvPr/>
        </p:nvSpPr>
        <p:spPr>
          <a:xfrm>
            <a:off x="305990" y="726164"/>
            <a:ext cx="85320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Сэргэлтийн дараа урт хугацааны тогтвортой өсөлт хүлээгдэж байна</a:t>
            </a: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120" name="Google Shape;1120;p9"/>
          <p:cNvGrpSpPr/>
          <p:nvPr/>
        </p:nvGrpSpPr>
        <p:grpSpPr>
          <a:xfrm>
            <a:off x="305990" y="1205801"/>
            <a:ext cx="8247460" cy="3349227"/>
            <a:chOff x="407987" y="1480734"/>
            <a:chExt cx="11395468" cy="4627608"/>
          </a:xfrm>
        </p:grpSpPr>
        <p:sp>
          <p:nvSpPr>
            <p:cNvPr id="1121" name="Google Shape;1121;p9"/>
            <p:cNvSpPr/>
            <p:nvPr/>
          </p:nvSpPr>
          <p:spPr>
            <a:xfrm>
              <a:off x="407987" y="1480734"/>
              <a:ext cx="11376026" cy="462760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9055733" y="2165537"/>
              <a:ext cx="2747722" cy="3542727"/>
            </a:xfrm>
            <a:prstGeom prst="rect">
              <a:avLst/>
            </a:prstGeom>
            <a:solidFill>
              <a:srgbClr val="D0D6E6">
                <a:alpha val="24313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cxnSp>
          <p:nvCxnSpPr>
            <p:cNvPr id="1123" name="Google Shape;1123;p9"/>
            <p:cNvCxnSpPr/>
            <p:nvPr/>
          </p:nvCxnSpPr>
          <p:spPr>
            <a:xfrm>
              <a:off x="407987" y="1480734"/>
              <a:ext cx="11376026" cy="0"/>
            </a:xfrm>
            <a:prstGeom prst="straightConnector1">
              <a:avLst/>
            </a:prstGeom>
            <a:noFill/>
            <a:ln w="12700" cap="flat" cmpd="sng">
              <a:solidFill>
                <a:schemeClr val="dk1">
                  <a:alpha val="91372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24" name="Google Shape;1124;p9"/>
            <p:cNvSpPr/>
            <p:nvPr/>
          </p:nvSpPr>
          <p:spPr>
            <a:xfrm>
              <a:off x="1098542" y="2711018"/>
              <a:ext cx="7521323" cy="2399857"/>
            </a:xfrm>
            <a:custGeom>
              <a:avLst/>
              <a:gdLst/>
              <a:ahLst/>
              <a:cxnLst/>
              <a:rect l="l" t="t" r="r" b="b"/>
              <a:pathLst>
                <a:path w="8282940" h="2642870" extrusionOk="0">
                  <a:moveTo>
                    <a:pt x="0" y="2642616"/>
                  </a:moveTo>
                  <a:lnTo>
                    <a:pt x="310896" y="2642616"/>
                  </a:lnTo>
                </a:path>
                <a:path w="8282940" h="2642870" extrusionOk="0">
                  <a:moveTo>
                    <a:pt x="723899" y="2642616"/>
                  </a:moveTo>
                  <a:lnTo>
                    <a:pt x="1345692" y="2642616"/>
                  </a:lnTo>
                </a:path>
                <a:path w="8282940" h="2642870" extrusionOk="0">
                  <a:moveTo>
                    <a:pt x="1760220" y="2642616"/>
                  </a:moveTo>
                  <a:lnTo>
                    <a:pt x="2382012" y="2642616"/>
                  </a:lnTo>
                </a:path>
                <a:path w="8282940" h="2642870" extrusionOk="0">
                  <a:moveTo>
                    <a:pt x="2795016" y="2642616"/>
                  </a:moveTo>
                  <a:lnTo>
                    <a:pt x="3416808" y="2642616"/>
                  </a:lnTo>
                </a:path>
                <a:path w="8282940" h="2642870" extrusionOk="0">
                  <a:moveTo>
                    <a:pt x="3831336" y="2642616"/>
                  </a:moveTo>
                  <a:lnTo>
                    <a:pt x="4451604" y="2642616"/>
                  </a:lnTo>
                </a:path>
                <a:path w="8282940" h="2642870" extrusionOk="0">
                  <a:moveTo>
                    <a:pt x="4866132" y="2642616"/>
                  </a:moveTo>
                  <a:lnTo>
                    <a:pt x="5487924" y="2642616"/>
                  </a:lnTo>
                </a:path>
                <a:path w="8282940" h="2642870" extrusionOk="0">
                  <a:moveTo>
                    <a:pt x="5902452" y="2642616"/>
                  </a:moveTo>
                  <a:lnTo>
                    <a:pt x="6522720" y="2642616"/>
                  </a:lnTo>
                </a:path>
                <a:path w="8282940" h="2642870" extrusionOk="0">
                  <a:moveTo>
                    <a:pt x="6937248" y="2642616"/>
                  </a:moveTo>
                  <a:lnTo>
                    <a:pt x="7559040" y="2642616"/>
                  </a:lnTo>
                </a:path>
                <a:path w="8282940" h="2642870" extrusionOk="0">
                  <a:moveTo>
                    <a:pt x="7973568" y="2642616"/>
                  </a:moveTo>
                  <a:lnTo>
                    <a:pt x="8282940" y="2642616"/>
                  </a:lnTo>
                </a:path>
                <a:path w="8282940" h="2642870" extrusionOk="0">
                  <a:moveTo>
                    <a:pt x="0" y="2113788"/>
                  </a:moveTo>
                  <a:lnTo>
                    <a:pt x="310896" y="2113788"/>
                  </a:lnTo>
                </a:path>
                <a:path w="8282940" h="2642870" extrusionOk="0">
                  <a:moveTo>
                    <a:pt x="723899" y="2113788"/>
                  </a:moveTo>
                  <a:lnTo>
                    <a:pt x="2382012" y="2113788"/>
                  </a:lnTo>
                </a:path>
                <a:path w="8282940" h="2642870" extrusionOk="0">
                  <a:moveTo>
                    <a:pt x="2795016" y="2113788"/>
                  </a:moveTo>
                  <a:lnTo>
                    <a:pt x="3416808" y="2113788"/>
                  </a:lnTo>
                </a:path>
                <a:path w="8282940" h="2642870" extrusionOk="0">
                  <a:moveTo>
                    <a:pt x="3831336" y="2113788"/>
                  </a:moveTo>
                  <a:lnTo>
                    <a:pt x="4451604" y="2113788"/>
                  </a:lnTo>
                </a:path>
                <a:path w="8282940" h="2642870" extrusionOk="0">
                  <a:moveTo>
                    <a:pt x="4866132" y="2113788"/>
                  </a:moveTo>
                  <a:lnTo>
                    <a:pt x="5487924" y="2113788"/>
                  </a:lnTo>
                </a:path>
                <a:path w="8282940" h="2642870" extrusionOk="0">
                  <a:moveTo>
                    <a:pt x="5902452" y="2113788"/>
                  </a:moveTo>
                  <a:lnTo>
                    <a:pt x="6522720" y="2113788"/>
                  </a:lnTo>
                </a:path>
                <a:path w="8282940" h="2642870" extrusionOk="0">
                  <a:moveTo>
                    <a:pt x="6937248" y="2113788"/>
                  </a:moveTo>
                  <a:lnTo>
                    <a:pt x="7559040" y="2113788"/>
                  </a:lnTo>
                </a:path>
                <a:path w="8282940" h="2642870" extrusionOk="0">
                  <a:moveTo>
                    <a:pt x="7973568" y="2113788"/>
                  </a:moveTo>
                  <a:lnTo>
                    <a:pt x="8282940" y="2113788"/>
                  </a:lnTo>
                </a:path>
                <a:path w="8282940" h="2642870" extrusionOk="0">
                  <a:moveTo>
                    <a:pt x="0" y="1586484"/>
                  </a:moveTo>
                  <a:lnTo>
                    <a:pt x="310896" y="1586484"/>
                  </a:lnTo>
                </a:path>
                <a:path w="8282940" h="2642870" extrusionOk="0">
                  <a:moveTo>
                    <a:pt x="723899" y="1586484"/>
                  </a:moveTo>
                  <a:lnTo>
                    <a:pt x="1345692" y="1586484"/>
                  </a:lnTo>
                </a:path>
                <a:path w="8282940" h="2642870" extrusionOk="0">
                  <a:moveTo>
                    <a:pt x="1760220" y="1586484"/>
                  </a:moveTo>
                  <a:lnTo>
                    <a:pt x="2382012" y="1586484"/>
                  </a:lnTo>
                </a:path>
                <a:path w="8282940" h="2642870" extrusionOk="0">
                  <a:moveTo>
                    <a:pt x="2795016" y="1586484"/>
                  </a:moveTo>
                  <a:lnTo>
                    <a:pt x="3416808" y="1586484"/>
                  </a:lnTo>
                </a:path>
                <a:path w="8282940" h="2642870" extrusionOk="0">
                  <a:moveTo>
                    <a:pt x="3831336" y="1586484"/>
                  </a:moveTo>
                  <a:lnTo>
                    <a:pt x="4451604" y="1586484"/>
                  </a:lnTo>
                </a:path>
                <a:path w="8282940" h="2642870" extrusionOk="0">
                  <a:moveTo>
                    <a:pt x="4866132" y="1586484"/>
                  </a:moveTo>
                  <a:lnTo>
                    <a:pt x="5487924" y="1586484"/>
                  </a:lnTo>
                </a:path>
                <a:path w="8282940" h="2642870" extrusionOk="0">
                  <a:moveTo>
                    <a:pt x="5902452" y="1586484"/>
                  </a:moveTo>
                  <a:lnTo>
                    <a:pt x="6522720" y="1586484"/>
                  </a:lnTo>
                </a:path>
                <a:path w="8282940" h="2642870" extrusionOk="0">
                  <a:moveTo>
                    <a:pt x="6937248" y="1586484"/>
                  </a:moveTo>
                  <a:lnTo>
                    <a:pt x="7559040" y="1586484"/>
                  </a:lnTo>
                </a:path>
                <a:path w="8282940" h="2642870" extrusionOk="0">
                  <a:moveTo>
                    <a:pt x="7973568" y="1586484"/>
                  </a:moveTo>
                  <a:lnTo>
                    <a:pt x="8282940" y="1586484"/>
                  </a:lnTo>
                </a:path>
                <a:path w="8282940" h="2642870" extrusionOk="0">
                  <a:moveTo>
                    <a:pt x="0" y="1057656"/>
                  </a:moveTo>
                  <a:lnTo>
                    <a:pt x="310896" y="1057656"/>
                  </a:lnTo>
                </a:path>
                <a:path w="8282940" h="2642870" extrusionOk="0">
                  <a:moveTo>
                    <a:pt x="723899" y="1057656"/>
                  </a:moveTo>
                  <a:lnTo>
                    <a:pt x="1345692" y="1057656"/>
                  </a:lnTo>
                </a:path>
                <a:path w="8282940" h="2642870" extrusionOk="0">
                  <a:moveTo>
                    <a:pt x="1760220" y="1057656"/>
                  </a:moveTo>
                  <a:lnTo>
                    <a:pt x="2382012" y="1057656"/>
                  </a:lnTo>
                </a:path>
                <a:path w="8282940" h="2642870" extrusionOk="0">
                  <a:moveTo>
                    <a:pt x="2795016" y="1057656"/>
                  </a:moveTo>
                  <a:lnTo>
                    <a:pt x="3416808" y="1057656"/>
                  </a:lnTo>
                </a:path>
                <a:path w="8282940" h="2642870" extrusionOk="0">
                  <a:moveTo>
                    <a:pt x="3831336" y="1057656"/>
                  </a:moveTo>
                  <a:lnTo>
                    <a:pt x="4451604" y="1057656"/>
                  </a:lnTo>
                </a:path>
                <a:path w="8282940" h="2642870" extrusionOk="0">
                  <a:moveTo>
                    <a:pt x="4866132" y="1057656"/>
                  </a:moveTo>
                  <a:lnTo>
                    <a:pt x="5487924" y="1057656"/>
                  </a:lnTo>
                </a:path>
                <a:path w="8282940" h="2642870" extrusionOk="0">
                  <a:moveTo>
                    <a:pt x="5902452" y="1057656"/>
                  </a:moveTo>
                  <a:lnTo>
                    <a:pt x="6522720" y="1057656"/>
                  </a:lnTo>
                </a:path>
                <a:path w="8282940" h="2642870" extrusionOk="0">
                  <a:moveTo>
                    <a:pt x="6937248" y="1057656"/>
                  </a:moveTo>
                  <a:lnTo>
                    <a:pt x="7559040" y="1057656"/>
                  </a:lnTo>
                </a:path>
                <a:path w="8282940" h="2642870" extrusionOk="0">
                  <a:moveTo>
                    <a:pt x="7973568" y="1057656"/>
                  </a:moveTo>
                  <a:lnTo>
                    <a:pt x="8282940" y="1057656"/>
                  </a:lnTo>
                </a:path>
                <a:path w="8282940" h="2642870" extrusionOk="0">
                  <a:moveTo>
                    <a:pt x="0" y="528828"/>
                  </a:moveTo>
                  <a:lnTo>
                    <a:pt x="3416808" y="528828"/>
                  </a:lnTo>
                </a:path>
                <a:path w="8282940" h="2642870" extrusionOk="0">
                  <a:moveTo>
                    <a:pt x="3831336" y="528828"/>
                  </a:moveTo>
                  <a:lnTo>
                    <a:pt x="4451604" y="528828"/>
                  </a:lnTo>
                </a:path>
                <a:path w="8282940" h="2642870" extrusionOk="0">
                  <a:moveTo>
                    <a:pt x="4866132" y="528828"/>
                  </a:moveTo>
                  <a:lnTo>
                    <a:pt x="5487924" y="528828"/>
                  </a:lnTo>
                </a:path>
                <a:path w="8282940" h="2642870" extrusionOk="0">
                  <a:moveTo>
                    <a:pt x="5902452" y="528828"/>
                  </a:moveTo>
                  <a:lnTo>
                    <a:pt x="6522720" y="528828"/>
                  </a:lnTo>
                </a:path>
                <a:path w="8282940" h="2642870" extrusionOk="0">
                  <a:moveTo>
                    <a:pt x="6937248" y="528828"/>
                  </a:moveTo>
                  <a:lnTo>
                    <a:pt x="7559040" y="528828"/>
                  </a:lnTo>
                </a:path>
                <a:path w="8282940" h="2642870" extrusionOk="0">
                  <a:moveTo>
                    <a:pt x="7973568" y="528828"/>
                  </a:moveTo>
                  <a:lnTo>
                    <a:pt x="8282940" y="528828"/>
                  </a:lnTo>
                </a:path>
                <a:path w="8282940" h="2642870" extrusionOk="0">
                  <a:moveTo>
                    <a:pt x="0" y="0"/>
                  </a:moveTo>
                  <a:lnTo>
                    <a:pt x="7559040" y="0"/>
                  </a:lnTo>
                </a:path>
                <a:path w="8282940" h="2642870" extrusionOk="0">
                  <a:moveTo>
                    <a:pt x="7973568" y="0"/>
                  </a:moveTo>
                  <a:lnTo>
                    <a:pt x="8282940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1098542" y="2232199"/>
              <a:ext cx="7521323" cy="0"/>
            </a:xfrm>
            <a:custGeom>
              <a:avLst/>
              <a:gdLst/>
              <a:ahLst/>
              <a:cxnLst/>
              <a:rect l="l" t="t" r="r" b="b"/>
              <a:pathLst>
                <a:path w="8282940" h="120000" extrusionOk="0">
                  <a:moveTo>
                    <a:pt x="0" y="0"/>
                  </a:moveTo>
                  <a:lnTo>
                    <a:pt x="8282940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1380851" y="5035914"/>
              <a:ext cx="6958550" cy="555277"/>
            </a:xfrm>
            <a:custGeom>
              <a:avLst/>
              <a:gdLst/>
              <a:ahLst/>
              <a:cxnLst/>
              <a:rect l="l" t="t" r="r" b="b"/>
              <a:pathLst>
                <a:path w="7663180" h="611504" extrusionOk="0">
                  <a:moveTo>
                    <a:pt x="413004" y="275844"/>
                  </a:moveTo>
                  <a:lnTo>
                    <a:pt x="0" y="275844"/>
                  </a:lnTo>
                  <a:lnTo>
                    <a:pt x="0" y="611124"/>
                  </a:lnTo>
                  <a:lnTo>
                    <a:pt x="413004" y="611124"/>
                  </a:lnTo>
                  <a:lnTo>
                    <a:pt x="413004" y="275844"/>
                  </a:lnTo>
                  <a:close/>
                </a:path>
                <a:path w="7663180" h="611504" extrusionOk="0">
                  <a:moveTo>
                    <a:pt x="1449324" y="231648"/>
                  </a:moveTo>
                  <a:lnTo>
                    <a:pt x="1034796" y="231648"/>
                  </a:lnTo>
                  <a:lnTo>
                    <a:pt x="1034796" y="611124"/>
                  </a:lnTo>
                  <a:lnTo>
                    <a:pt x="1449324" y="611124"/>
                  </a:lnTo>
                  <a:lnTo>
                    <a:pt x="1449324" y="231648"/>
                  </a:lnTo>
                  <a:close/>
                </a:path>
                <a:path w="7663180" h="611504" extrusionOk="0">
                  <a:moveTo>
                    <a:pt x="2484120" y="202692"/>
                  </a:moveTo>
                  <a:lnTo>
                    <a:pt x="2071116" y="202692"/>
                  </a:lnTo>
                  <a:lnTo>
                    <a:pt x="2071116" y="611124"/>
                  </a:lnTo>
                  <a:lnTo>
                    <a:pt x="2484120" y="611124"/>
                  </a:lnTo>
                  <a:lnTo>
                    <a:pt x="2484120" y="202692"/>
                  </a:lnTo>
                  <a:close/>
                </a:path>
                <a:path w="7663180" h="611504" extrusionOk="0">
                  <a:moveTo>
                    <a:pt x="3520440" y="146304"/>
                  </a:moveTo>
                  <a:lnTo>
                    <a:pt x="3105912" y="146304"/>
                  </a:lnTo>
                  <a:lnTo>
                    <a:pt x="3105912" y="611124"/>
                  </a:lnTo>
                  <a:lnTo>
                    <a:pt x="3520440" y="611124"/>
                  </a:lnTo>
                  <a:lnTo>
                    <a:pt x="3520440" y="146304"/>
                  </a:lnTo>
                  <a:close/>
                </a:path>
                <a:path w="7663180" h="611504" extrusionOk="0">
                  <a:moveTo>
                    <a:pt x="4555236" y="109740"/>
                  </a:moveTo>
                  <a:lnTo>
                    <a:pt x="4140708" y="109740"/>
                  </a:lnTo>
                  <a:lnTo>
                    <a:pt x="4140708" y="611124"/>
                  </a:lnTo>
                  <a:lnTo>
                    <a:pt x="4555236" y="611124"/>
                  </a:lnTo>
                  <a:lnTo>
                    <a:pt x="4555236" y="109740"/>
                  </a:lnTo>
                  <a:close/>
                </a:path>
                <a:path w="7663180" h="611504" extrusionOk="0">
                  <a:moveTo>
                    <a:pt x="5591556" y="77724"/>
                  </a:moveTo>
                  <a:lnTo>
                    <a:pt x="5177028" y="77724"/>
                  </a:lnTo>
                  <a:lnTo>
                    <a:pt x="5177028" y="611124"/>
                  </a:lnTo>
                  <a:lnTo>
                    <a:pt x="5591556" y="611124"/>
                  </a:lnTo>
                  <a:lnTo>
                    <a:pt x="5591556" y="77724"/>
                  </a:lnTo>
                  <a:close/>
                </a:path>
                <a:path w="7663180" h="611504" extrusionOk="0">
                  <a:moveTo>
                    <a:pt x="6626352" y="50292"/>
                  </a:moveTo>
                  <a:lnTo>
                    <a:pt x="6211824" y="50292"/>
                  </a:lnTo>
                  <a:lnTo>
                    <a:pt x="6211824" y="611124"/>
                  </a:lnTo>
                  <a:lnTo>
                    <a:pt x="6626352" y="611124"/>
                  </a:lnTo>
                  <a:lnTo>
                    <a:pt x="6626352" y="50292"/>
                  </a:lnTo>
                  <a:close/>
                </a:path>
                <a:path w="7663180" h="611504" extrusionOk="0">
                  <a:moveTo>
                    <a:pt x="7662672" y="0"/>
                  </a:moveTo>
                  <a:lnTo>
                    <a:pt x="7248144" y="0"/>
                  </a:lnTo>
                  <a:lnTo>
                    <a:pt x="7248144" y="611124"/>
                  </a:lnTo>
                  <a:lnTo>
                    <a:pt x="7662672" y="611124"/>
                  </a:lnTo>
                  <a:lnTo>
                    <a:pt x="7662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1380851" y="4211129"/>
              <a:ext cx="6958550" cy="1075381"/>
            </a:xfrm>
            <a:custGeom>
              <a:avLst/>
              <a:gdLst/>
              <a:ahLst/>
              <a:cxnLst/>
              <a:rect l="l" t="t" r="r" b="b"/>
              <a:pathLst>
                <a:path w="7663180" h="1184275" extrusionOk="0">
                  <a:moveTo>
                    <a:pt x="413004" y="422148"/>
                  </a:moveTo>
                  <a:lnTo>
                    <a:pt x="0" y="422148"/>
                  </a:lnTo>
                  <a:lnTo>
                    <a:pt x="0" y="1184148"/>
                  </a:lnTo>
                  <a:lnTo>
                    <a:pt x="413004" y="1184148"/>
                  </a:lnTo>
                  <a:lnTo>
                    <a:pt x="413004" y="422148"/>
                  </a:lnTo>
                  <a:close/>
                </a:path>
                <a:path w="7663180" h="1184275" extrusionOk="0">
                  <a:moveTo>
                    <a:pt x="1449324" y="460248"/>
                  </a:moveTo>
                  <a:lnTo>
                    <a:pt x="1034796" y="460248"/>
                  </a:lnTo>
                  <a:lnTo>
                    <a:pt x="1034796" y="1139952"/>
                  </a:lnTo>
                  <a:lnTo>
                    <a:pt x="1449324" y="1139952"/>
                  </a:lnTo>
                  <a:lnTo>
                    <a:pt x="1449324" y="460248"/>
                  </a:lnTo>
                  <a:close/>
                </a:path>
                <a:path w="7663180" h="1184275" extrusionOk="0">
                  <a:moveTo>
                    <a:pt x="2484120" y="403860"/>
                  </a:moveTo>
                  <a:lnTo>
                    <a:pt x="2071116" y="403860"/>
                  </a:lnTo>
                  <a:lnTo>
                    <a:pt x="2071116" y="1110996"/>
                  </a:lnTo>
                  <a:lnTo>
                    <a:pt x="2484120" y="1110996"/>
                  </a:lnTo>
                  <a:lnTo>
                    <a:pt x="2484120" y="403860"/>
                  </a:lnTo>
                  <a:close/>
                </a:path>
                <a:path w="7663180" h="1184275" extrusionOk="0">
                  <a:moveTo>
                    <a:pt x="3520440" y="288036"/>
                  </a:moveTo>
                  <a:lnTo>
                    <a:pt x="3105912" y="288036"/>
                  </a:lnTo>
                  <a:lnTo>
                    <a:pt x="3105912" y="1054608"/>
                  </a:lnTo>
                  <a:lnTo>
                    <a:pt x="3520440" y="1054608"/>
                  </a:lnTo>
                  <a:lnTo>
                    <a:pt x="3520440" y="288036"/>
                  </a:lnTo>
                  <a:close/>
                </a:path>
                <a:path w="7663180" h="1184275" extrusionOk="0">
                  <a:moveTo>
                    <a:pt x="4555236" y="211836"/>
                  </a:moveTo>
                  <a:lnTo>
                    <a:pt x="4140708" y="211836"/>
                  </a:lnTo>
                  <a:lnTo>
                    <a:pt x="4140708" y="1018044"/>
                  </a:lnTo>
                  <a:lnTo>
                    <a:pt x="4555236" y="1018044"/>
                  </a:lnTo>
                  <a:lnTo>
                    <a:pt x="4555236" y="211836"/>
                  </a:lnTo>
                  <a:close/>
                </a:path>
                <a:path w="7663180" h="1184275" extrusionOk="0">
                  <a:moveTo>
                    <a:pt x="5591556" y="138684"/>
                  </a:moveTo>
                  <a:lnTo>
                    <a:pt x="5177028" y="138684"/>
                  </a:lnTo>
                  <a:lnTo>
                    <a:pt x="5177028" y="986028"/>
                  </a:lnTo>
                  <a:lnTo>
                    <a:pt x="5591556" y="986028"/>
                  </a:lnTo>
                  <a:lnTo>
                    <a:pt x="5591556" y="138684"/>
                  </a:lnTo>
                  <a:close/>
                </a:path>
                <a:path w="7663180" h="1184275" extrusionOk="0">
                  <a:moveTo>
                    <a:pt x="6626352" y="73152"/>
                  </a:moveTo>
                  <a:lnTo>
                    <a:pt x="6211824" y="73152"/>
                  </a:lnTo>
                  <a:lnTo>
                    <a:pt x="6211824" y="958596"/>
                  </a:lnTo>
                  <a:lnTo>
                    <a:pt x="6626352" y="958596"/>
                  </a:lnTo>
                  <a:lnTo>
                    <a:pt x="6626352" y="73152"/>
                  </a:lnTo>
                  <a:close/>
                </a:path>
                <a:path w="7663180" h="1184275" extrusionOk="0">
                  <a:moveTo>
                    <a:pt x="7662672" y="0"/>
                  </a:moveTo>
                  <a:lnTo>
                    <a:pt x="7248144" y="0"/>
                  </a:lnTo>
                  <a:lnTo>
                    <a:pt x="7248144" y="908304"/>
                  </a:lnTo>
                  <a:lnTo>
                    <a:pt x="7662672" y="908304"/>
                  </a:lnTo>
                  <a:lnTo>
                    <a:pt x="7662672" y="0"/>
                  </a:lnTo>
                  <a:close/>
                </a:path>
              </a:pathLst>
            </a:custGeom>
            <a:solidFill>
              <a:srgbClr val="4C64E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1380851" y="3917749"/>
              <a:ext cx="6958550" cy="711539"/>
            </a:xfrm>
            <a:custGeom>
              <a:avLst/>
              <a:gdLst/>
              <a:ahLst/>
              <a:cxnLst/>
              <a:rect l="l" t="t" r="r" b="b"/>
              <a:pathLst>
                <a:path w="7663180" h="783589" extrusionOk="0">
                  <a:moveTo>
                    <a:pt x="413004" y="467868"/>
                  </a:moveTo>
                  <a:lnTo>
                    <a:pt x="0" y="467868"/>
                  </a:lnTo>
                  <a:lnTo>
                    <a:pt x="0" y="745236"/>
                  </a:lnTo>
                  <a:lnTo>
                    <a:pt x="413004" y="745236"/>
                  </a:lnTo>
                  <a:lnTo>
                    <a:pt x="413004" y="467868"/>
                  </a:lnTo>
                  <a:close/>
                </a:path>
                <a:path w="7663180" h="783589" extrusionOk="0">
                  <a:moveTo>
                    <a:pt x="1449324" y="541020"/>
                  </a:moveTo>
                  <a:lnTo>
                    <a:pt x="1034796" y="541020"/>
                  </a:lnTo>
                  <a:lnTo>
                    <a:pt x="1034796" y="783336"/>
                  </a:lnTo>
                  <a:lnTo>
                    <a:pt x="1449324" y="783336"/>
                  </a:lnTo>
                  <a:lnTo>
                    <a:pt x="1449324" y="541020"/>
                  </a:lnTo>
                  <a:close/>
                </a:path>
                <a:path w="7663180" h="783589" extrusionOk="0">
                  <a:moveTo>
                    <a:pt x="2484120" y="475488"/>
                  </a:moveTo>
                  <a:lnTo>
                    <a:pt x="2071116" y="475488"/>
                  </a:lnTo>
                  <a:lnTo>
                    <a:pt x="2071116" y="726948"/>
                  </a:lnTo>
                  <a:lnTo>
                    <a:pt x="2484120" y="726948"/>
                  </a:lnTo>
                  <a:lnTo>
                    <a:pt x="2484120" y="475488"/>
                  </a:lnTo>
                  <a:close/>
                </a:path>
                <a:path w="7663180" h="783589" extrusionOk="0">
                  <a:moveTo>
                    <a:pt x="3520440" y="348996"/>
                  </a:moveTo>
                  <a:lnTo>
                    <a:pt x="3105912" y="348996"/>
                  </a:lnTo>
                  <a:lnTo>
                    <a:pt x="3105912" y="611124"/>
                  </a:lnTo>
                  <a:lnTo>
                    <a:pt x="3520440" y="611124"/>
                  </a:lnTo>
                  <a:lnTo>
                    <a:pt x="3520440" y="348996"/>
                  </a:lnTo>
                  <a:close/>
                </a:path>
                <a:path w="7663180" h="783589" extrusionOk="0">
                  <a:moveTo>
                    <a:pt x="4555236" y="262128"/>
                  </a:moveTo>
                  <a:lnTo>
                    <a:pt x="4140708" y="262128"/>
                  </a:lnTo>
                  <a:lnTo>
                    <a:pt x="4140708" y="534924"/>
                  </a:lnTo>
                  <a:lnTo>
                    <a:pt x="4555236" y="534924"/>
                  </a:lnTo>
                  <a:lnTo>
                    <a:pt x="4555236" y="262128"/>
                  </a:lnTo>
                  <a:close/>
                </a:path>
                <a:path w="7663180" h="783589" extrusionOk="0">
                  <a:moveTo>
                    <a:pt x="5591556" y="167640"/>
                  </a:moveTo>
                  <a:lnTo>
                    <a:pt x="5177028" y="167640"/>
                  </a:lnTo>
                  <a:lnTo>
                    <a:pt x="5177028" y="461772"/>
                  </a:lnTo>
                  <a:lnTo>
                    <a:pt x="5591556" y="461772"/>
                  </a:lnTo>
                  <a:lnTo>
                    <a:pt x="5591556" y="167640"/>
                  </a:lnTo>
                  <a:close/>
                </a:path>
                <a:path w="7663180" h="783589" extrusionOk="0">
                  <a:moveTo>
                    <a:pt x="6626352" y="79248"/>
                  </a:moveTo>
                  <a:lnTo>
                    <a:pt x="6211824" y="79248"/>
                  </a:lnTo>
                  <a:lnTo>
                    <a:pt x="6211824" y="396240"/>
                  </a:lnTo>
                  <a:lnTo>
                    <a:pt x="6626352" y="396240"/>
                  </a:lnTo>
                  <a:lnTo>
                    <a:pt x="6626352" y="79248"/>
                  </a:lnTo>
                  <a:close/>
                </a:path>
                <a:path w="7663180" h="783589" extrusionOk="0">
                  <a:moveTo>
                    <a:pt x="7662672" y="0"/>
                  </a:moveTo>
                  <a:lnTo>
                    <a:pt x="7248144" y="0"/>
                  </a:lnTo>
                  <a:lnTo>
                    <a:pt x="7248144" y="323088"/>
                  </a:lnTo>
                  <a:lnTo>
                    <a:pt x="7662672" y="323088"/>
                  </a:lnTo>
                  <a:lnTo>
                    <a:pt x="76626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1380851" y="3088813"/>
              <a:ext cx="6958550" cy="1320440"/>
            </a:xfrm>
            <a:custGeom>
              <a:avLst/>
              <a:gdLst/>
              <a:ahLst/>
              <a:cxnLst/>
              <a:rect l="l" t="t" r="r" b="b"/>
              <a:pathLst>
                <a:path w="7663180" h="1454150" extrusionOk="0">
                  <a:moveTo>
                    <a:pt x="413004" y="694944"/>
                  </a:moveTo>
                  <a:lnTo>
                    <a:pt x="0" y="694944"/>
                  </a:lnTo>
                  <a:lnTo>
                    <a:pt x="0" y="1380744"/>
                  </a:lnTo>
                  <a:lnTo>
                    <a:pt x="413004" y="1380744"/>
                  </a:lnTo>
                  <a:lnTo>
                    <a:pt x="413004" y="694944"/>
                  </a:lnTo>
                  <a:close/>
                </a:path>
                <a:path w="7663180" h="1454150" extrusionOk="0">
                  <a:moveTo>
                    <a:pt x="1449324" y="787908"/>
                  </a:moveTo>
                  <a:lnTo>
                    <a:pt x="1034796" y="787908"/>
                  </a:lnTo>
                  <a:lnTo>
                    <a:pt x="1034796" y="1453896"/>
                  </a:lnTo>
                  <a:lnTo>
                    <a:pt x="1449324" y="1453896"/>
                  </a:lnTo>
                  <a:lnTo>
                    <a:pt x="1449324" y="787908"/>
                  </a:lnTo>
                  <a:close/>
                </a:path>
                <a:path w="7663180" h="1454150" extrusionOk="0">
                  <a:moveTo>
                    <a:pt x="2484120" y="662940"/>
                  </a:moveTo>
                  <a:lnTo>
                    <a:pt x="2071116" y="662940"/>
                  </a:lnTo>
                  <a:lnTo>
                    <a:pt x="2071116" y="1388364"/>
                  </a:lnTo>
                  <a:lnTo>
                    <a:pt x="2484120" y="1388364"/>
                  </a:lnTo>
                  <a:lnTo>
                    <a:pt x="2484120" y="662940"/>
                  </a:lnTo>
                  <a:close/>
                </a:path>
                <a:path w="7663180" h="1454150" extrusionOk="0">
                  <a:moveTo>
                    <a:pt x="3520440" y="481584"/>
                  </a:moveTo>
                  <a:lnTo>
                    <a:pt x="3105912" y="481584"/>
                  </a:lnTo>
                  <a:lnTo>
                    <a:pt x="3105912" y="1261872"/>
                  </a:lnTo>
                  <a:lnTo>
                    <a:pt x="3520440" y="1261872"/>
                  </a:lnTo>
                  <a:lnTo>
                    <a:pt x="3520440" y="481584"/>
                  </a:lnTo>
                  <a:close/>
                </a:path>
                <a:path w="7663180" h="1454150" extrusionOk="0">
                  <a:moveTo>
                    <a:pt x="4555236" y="350520"/>
                  </a:moveTo>
                  <a:lnTo>
                    <a:pt x="4140708" y="350520"/>
                  </a:lnTo>
                  <a:lnTo>
                    <a:pt x="4140708" y="1175004"/>
                  </a:lnTo>
                  <a:lnTo>
                    <a:pt x="4555236" y="1175004"/>
                  </a:lnTo>
                  <a:lnTo>
                    <a:pt x="4555236" y="350520"/>
                  </a:lnTo>
                  <a:close/>
                </a:path>
                <a:path w="7663180" h="1454150" extrusionOk="0">
                  <a:moveTo>
                    <a:pt x="5591556" y="233172"/>
                  </a:moveTo>
                  <a:lnTo>
                    <a:pt x="5177028" y="233172"/>
                  </a:lnTo>
                  <a:lnTo>
                    <a:pt x="5177028" y="1080516"/>
                  </a:lnTo>
                  <a:lnTo>
                    <a:pt x="5591556" y="1080516"/>
                  </a:lnTo>
                  <a:lnTo>
                    <a:pt x="5591556" y="233172"/>
                  </a:lnTo>
                  <a:close/>
                </a:path>
                <a:path w="7663180" h="1454150" extrusionOk="0">
                  <a:moveTo>
                    <a:pt x="6626352" y="117348"/>
                  </a:moveTo>
                  <a:lnTo>
                    <a:pt x="6211824" y="117348"/>
                  </a:lnTo>
                  <a:lnTo>
                    <a:pt x="6211824" y="992124"/>
                  </a:lnTo>
                  <a:lnTo>
                    <a:pt x="6626352" y="992124"/>
                  </a:lnTo>
                  <a:lnTo>
                    <a:pt x="6626352" y="117348"/>
                  </a:lnTo>
                  <a:close/>
                </a:path>
                <a:path w="7663180" h="1454150" extrusionOk="0">
                  <a:moveTo>
                    <a:pt x="7662672" y="0"/>
                  </a:moveTo>
                  <a:lnTo>
                    <a:pt x="7248144" y="0"/>
                  </a:lnTo>
                  <a:lnTo>
                    <a:pt x="7248144" y="912876"/>
                  </a:lnTo>
                  <a:lnTo>
                    <a:pt x="7662672" y="912876"/>
                  </a:lnTo>
                  <a:lnTo>
                    <a:pt x="7662672" y="0"/>
                  </a:lnTo>
                  <a:close/>
                </a:path>
              </a:pathLst>
            </a:custGeom>
            <a:solidFill>
              <a:srgbClr val="54BDF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1380851" y="2580933"/>
              <a:ext cx="6958550" cy="1223570"/>
            </a:xfrm>
            <a:custGeom>
              <a:avLst/>
              <a:gdLst/>
              <a:ahLst/>
              <a:cxnLst/>
              <a:rect l="l" t="t" r="r" b="b"/>
              <a:pathLst>
                <a:path w="7663180" h="1347470" extrusionOk="0">
                  <a:moveTo>
                    <a:pt x="413004" y="897636"/>
                  </a:moveTo>
                  <a:lnTo>
                    <a:pt x="0" y="897636"/>
                  </a:lnTo>
                  <a:lnTo>
                    <a:pt x="0" y="1254252"/>
                  </a:lnTo>
                  <a:lnTo>
                    <a:pt x="413004" y="1254252"/>
                  </a:lnTo>
                  <a:lnTo>
                    <a:pt x="413004" y="897636"/>
                  </a:lnTo>
                  <a:close/>
                </a:path>
                <a:path w="7663180" h="1347470" extrusionOk="0">
                  <a:moveTo>
                    <a:pt x="1449324" y="999744"/>
                  </a:moveTo>
                  <a:lnTo>
                    <a:pt x="1034796" y="999744"/>
                  </a:lnTo>
                  <a:lnTo>
                    <a:pt x="1034796" y="1347216"/>
                  </a:lnTo>
                  <a:lnTo>
                    <a:pt x="1449324" y="1347216"/>
                  </a:lnTo>
                  <a:lnTo>
                    <a:pt x="1449324" y="999744"/>
                  </a:lnTo>
                  <a:close/>
                </a:path>
                <a:path w="7663180" h="1347470" extrusionOk="0">
                  <a:moveTo>
                    <a:pt x="2484120" y="854964"/>
                  </a:moveTo>
                  <a:lnTo>
                    <a:pt x="2071116" y="854964"/>
                  </a:lnTo>
                  <a:lnTo>
                    <a:pt x="2071116" y="1222248"/>
                  </a:lnTo>
                  <a:lnTo>
                    <a:pt x="2484120" y="1222248"/>
                  </a:lnTo>
                  <a:lnTo>
                    <a:pt x="2484120" y="854964"/>
                  </a:lnTo>
                  <a:close/>
                </a:path>
                <a:path w="7663180" h="1347470" extrusionOk="0">
                  <a:moveTo>
                    <a:pt x="3520440" y="640080"/>
                  </a:moveTo>
                  <a:lnTo>
                    <a:pt x="3105912" y="640080"/>
                  </a:lnTo>
                  <a:lnTo>
                    <a:pt x="3105912" y="1040892"/>
                  </a:lnTo>
                  <a:lnTo>
                    <a:pt x="3520440" y="1040892"/>
                  </a:lnTo>
                  <a:lnTo>
                    <a:pt x="3520440" y="640080"/>
                  </a:lnTo>
                  <a:close/>
                </a:path>
                <a:path w="7663180" h="1347470" extrusionOk="0">
                  <a:moveTo>
                    <a:pt x="4555236" y="469392"/>
                  </a:moveTo>
                  <a:lnTo>
                    <a:pt x="4140708" y="469392"/>
                  </a:lnTo>
                  <a:lnTo>
                    <a:pt x="4140708" y="909828"/>
                  </a:lnTo>
                  <a:lnTo>
                    <a:pt x="4555236" y="909828"/>
                  </a:lnTo>
                  <a:lnTo>
                    <a:pt x="4555236" y="469392"/>
                  </a:lnTo>
                  <a:close/>
                </a:path>
                <a:path w="7663180" h="1347470" extrusionOk="0">
                  <a:moveTo>
                    <a:pt x="5591556" y="309372"/>
                  </a:moveTo>
                  <a:lnTo>
                    <a:pt x="5177028" y="309372"/>
                  </a:lnTo>
                  <a:lnTo>
                    <a:pt x="5177028" y="792480"/>
                  </a:lnTo>
                  <a:lnTo>
                    <a:pt x="5591556" y="792480"/>
                  </a:lnTo>
                  <a:lnTo>
                    <a:pt x="5591556" y="309372"/>
                  </a:lnTo>
                  <a:close/>
                </a:path>
                <a:path w="7663180" h="1347470" extrusionOk="0">
                  <a:moveTo>
                    <a:pt x="6626352" y="146304"/>
                  </a:moveTo>
                  <a:lnTo>
                    <a:pt x="6211824" y="146304"/>
                  </a:lnTo>
                  <a:lnTo>
                    <a:pt x="6211824" y="676656"/>
                  </a:lnTo>
                  <a:lnTo>
                    <a:pt x="6626352" y="676656"/>
                  </a:lnTo>
                  <a:lnTo>
                    <a:pt x="6626352" y="146304"/>
                  </a:lnTo>
                  <a:close/>
                </a:path>
                <a:path w="7663180" h="1347470" extrusionOk="0">
                  <a:moveTo>
                    <a:pt x="7662672" y="0"/>
                  </a:moveTo>
                  <a:lnTo>
                    <a:pt x="7248144" y="0"/>
                  </a:lnTo>
                  <a:lnTo>
                    <a:pt x="7248144" y="559308"/>
                  </a:lnTo>
                  <a:lnTo>
                    <a:pt x="7662672" y="559308"/>
                  </a:lnTo>
                  <a:lnTo>
                    <a:pt x="76626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1098542" y="5590845"/>
              <a:ext cx="7521323" cy="0"/>
            </a:xfrm>
            <a:custGeom>
              <a:avLst/>
              <a:gdLst/>
              <a:ahLst/>
              <a:cxnLst/>
              <a:rect l="l" t="t" r="r" b="b"/>
              <a:pathLst>
                <a:path w="8282940" h="120000" extrusionOk="0">
                  <a:moveTo>
                    <a:pt x="0" y="0"/>
                  </a:moveTo>
                  <a:lnTo>
                    <a:pt x="8282940" y="0"/>
                  </a:lnTo>
                </a:path>
              </a:pathLst>
            </a:cu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2" name="Google Shape;1132;p9"/>
            <p:cNvSpPr txBox="1"/>
            <p:nvPr/>
          </p:nvSpPr>
          <p:spPr>
            <a:xfrm>
              <a:off x="897418" y="5492130"/>
              <a:ext cx="92257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3" name="Google Shape;1133;p9"/>
            <p:cNvSpPr txBox="1"/>
            <p:nvPr/>
          </p:nvSpPr>
          <p:spPr>
            <a:xfrm>
              <a:off x="779791" y="5012158"/>
              <a:ext cx="209887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100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4" name="Google Shape;1134;p9"/>
            <p:cNvSpPr txBox="1"/>
            <p:nvPr/>
          </p:nvSpPr>
          <p:spPr>
            <a:xfrm>
              <a:off x="771210" y="4532302"/>
              <a:ext cx="217958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5" name="Google Shape;1135;p9"/>
            <p:cNvSpPr txBox="1"/>
            <p:nvPr/>
          </p:nvSpPr>
          <p:spPr>
            <a:xfrm>
              <a:off x="767889" y="4052330"/>
              <a:ext cx="221995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300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6" name="Google Shape;1136;p9"/>
            <p:cNvSpPr txBox="1"/>
            <p:nvPr/>
          </p:nvSpPr>
          <p:spPr>
            <a:xfrm>
              <a:off x="765951" y="3572474"/>
              <a:ext cx="223724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400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7" name="Google Shape;1137;p9"/>
            <p:cNvSpPr txBox="1"/>
            <p:nvPr/>
          </p:nvSpPr>
          <p:spPr>
            <a:xfrm>
              <a:off x="768721" y="3092504"/>
              <a:ext cx="220842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500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8" name="Google Shape;1138;p9"/>
            <p:cNvSpPr txBox="1"/>
            <p:nvPr/>
          </p:nvSpPr>
          <p:spPr>
            <a:xfrm>
              <a:off x="767059" y="2612532"/>
              <a:ext cx="221995" cy="12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600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39" name="Google Shape;1139;p9"/>
            <p:cNvSpPr txBox="1"/>
            <p:nvPr/>
          </p:nvSpPr>
          <p:spPr>
            <a:xfrm>
              <a:off x="775085" y="1789477"/>
              <a:ext cx="236987" cy="438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mn-MN" sz="6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(тэрбум $)</a:t>
              </a:r>
              <a:endParaRPr sz="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700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0" name="Google Shape;1140;p9"/>
            <p:cNvSpPr txBox="1"/>
            <p:nvPr/>
          </p:nvSpPr>
          <p:spPr>
            <a:xfrm>
              <a:off x="1441855" y="5661515"/>
              <a:ext cx="253709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2022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1" name="Google Shape;1141;p9"/>
            <p:cNvSpPr txBox="1"/>
            <p:nvPr/>
          </p:nvSpPr>
          <p:spPr>
            <a:xfrm>
              <a:off x="2380695" y="5661515"/>
              <a:ext cx="257169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2023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2" name="Google Shape;1142;p9"/>
            <p:cNvSpPr txBox="1"/>
            <p:nvPr/>
          </p:nvSpPr>
          <p:spPr>
            <a:xfrm>
              <a:off x="3320342" y="5661515"/>
              <a:ext cx="258899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2024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3" name="Google Shape;1143;p9"/>
            <p:cNvSpPr txBox="1"/>
            <p:nvPr/>
          </p:nvSpPr>
          <p:spPr>
            <a:xfrm>
              <a:off x="4261832" y="5661515"/>
              <a:ext cx="256016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2025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4" name="Google Shape;1144;p9"/>
            <p:cNvSpPr txBox="1"/>
            <p:nvPr/>
          </p:nvSpPr>
          <p:spPr>
            <a:xfrm>
              <a:off x="5201480" y="5661515"/>
              <a:ext cx="257745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2026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5" name="Google Shape;1145;p9"/>
            <p:cNvSpPr txBox="1"/>
            <p:nvPr/>
          </p:nvSpPr>
          <p:spPr>
            <a:xfrm>
              <a:off x="6145853" y="5661515"/>
              <a:ext cx="249673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2027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6" name="Google Shape;1146;p9"/>
            <p:cNvSpPr txBox="1"/>
            <p:nvPr/>
          </p:nvSpPr>
          <p:spPr>
            <a:xfrm>
              <a:off x="7081118" y="5661515"/>
              <a:ext cx="260053" cy="109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05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2028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7" name="Google Shape;1147;p9"/>
            <p:cNvSpPr txBox="1"/>
            <p:nvPr/>
          </p:nvSpPr>
          <p:spPr>
            <a:xfrm>
              <a:off x="7874074" y="5652601"/>
              <a:ext cx="561043" cy="197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175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2029</a:t>
              </a:r>
              <a:endParaRPr sz="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lang="en" sz="3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(CAGR’22~’28)</a:t>
              </a:r>
              <a:endParaRPr sz="3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8" name="Google Shape;1148;p9"/>
            <p:cNvSpPr txBox="1"/>
            <p:nvPr/>
          </p:nvSpPr>
          <p:spPr>
            <a:xfrm>
              <a:off x="1393381" y="3188567"/>
              <a:ext cx="349507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457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49" name="Google Shape;1149;p9"/>
            <p:cNvSpPr txBox="1"/>
            <p:nvPr/>
          </p:nvSpPr>
          <p:spPr>
            <a:xfrm>
              <a:off x="2323843" y="3290397"/>
              <a:ext cx="352883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438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0" name="Google Shape;1150;p9"/>
            <p:cNvSpPr txBox="1"/>
            <p:nvPr/>
          </p:nvSpPr>
          <p:spPr>
            <a:xfrm>
              <a:off x="3262049" y="3171107"/>
              <a:ext cx="355416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465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1" name="Google Shape;1151;p9"/>
            <p:cNvSpPr txBox="1"/>
            <p:nvPr/>
          </p:nvSpPr>
          <p:spPr>
            <a:xfrm>
              <a:off x="5162585" y="2821266"/>
              <a:ext cx="338532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538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2" name="Google Shape;1152;p9"/>
            <p:cNvSpPr txBox="1"/>
            <p:nvPr/>
          </p:nvSpPr>
          <p:spPr>
            <a:xfrm>
              <a:off x="4208745" y="2975107"/>
              <a:ext cx="349507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506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3" name="Google Shape;1153;p9"/>
            <p:cNvSpPr txBox="1"/>
            <p:nvPr/>
          </p:nvSpPr>
          <p:spPr>
            <a:xfrm>
              <a:off x="6096881" y="2680342"/>
              <a:ext cx="351195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568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4" name="Google Shape;1154;p9"/>
            <p:cNvSpPr txBox="1"/>
            <p:nvPr/>
          </p:nvSpPr>
          <p:spPr>
            <a:xfrm>
              <a:off x="7039290" y="2525349"/>
              <a:ext cx="346130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599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5" name="Google Shape;1155;p9"/>
            <p:cNvSpPr txBox="1"/>
            <p:nvPr/>
          </p:nvSpPr>
          <p:spPr>
            <a:xfrm>
              <a:off x="7985810" y="2395265"/>
              <a:ext cx="337686" cy="163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627</a:t>
              </a:r>
              <a:endParaRPr sz="7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8378284" y="2592004"/>
              <a:ext cx="148179" cy="2993767"/>
            </a:xfrm>
            <a:custGeom>
              <a:avLst/>
              <a:gdLst/>
              <a:ahLst/>
              <a:cxnLst/>
              <a:rect l="l" t="t" r="r" b="b"/>
              <a:pathLst>
                <a:path w="167640" h="3296920" extrusionOk="0">
                  <a:moveTo>
                    <a:pt x="0" y="547116"/>
                  </a:moveTo>
                  <a:lnTo>
                    <a:pt x="65252" y="543373"/>
                  </a:lnTo>
                  <a:lnTo>
                    <a:pt x="118538" y="533177"/>
                  </a:lnTo>
                  <a:lnTo>
                    <a:pt x="154465" y="518076"/>
                  </a:lnTo>
                  <a:lnTo>
                    <a:pt x="167639" y="499618"/>
                  </a:lnTo>
                  <a:lnTo>
                    <a:pt x="167639" y="47498"/>
                  </a:lnTo>
                  <a:lnTo>
                    <a:pt x="154465" y="29039"/>
                  </a:lnTo>
                  <a:lnTo>
                    <a:pt x="118538" y="13938"/>
                  </a:lnTo>
                  <a:lnTo>
                    <a:pt x="65252" y="3742"/>
                  </a:lnTo>
                  <a:lnTo>
                    <a:pt x="0" y="0"/>
                  </a:lnTo>
                </a:path>
                <a:path w="167640" h="3296920" extrusionOk="0">
                  <a:moveTo>
                    <a:pt x="0" y="1447800"/>
                  </a:moveTo>
                  <a:lnTo>
                    <a:pt x="65252" y="1444057"/>
                  </a:lnTo>
                  <a:lnTo>
                    <a:pt x="118538" y="1433861"/>
                  </a:lnTo>
                  <a:lnTo>
                    <a:pt x="154465" y="1418760"/>
                  </a:lnTo>
                  <a:lnTo>
                    <a:pt x="167639" y="1400302"/>
                  </a:lnTo>
                  <a:lnTo>
                    <a:pt x="167639" y="594613"/>
                  </a:lnTo>
                  <a:lnTo>
                    <a:pt x="154465" y="576155"/>
                  </a:lnTo>
                  <a:lnTo>
                    <a:pt x="118538" y="561054"/>
                  </a:lnTo>
                  <a:lnTo>
                    <a:pt x="65252" y="550858"/>
                  </a:lnTo>
                  <a:lnTo>
                    <a:pt x="0" y="547116"/>
                  </a:lnTo>
                </a:path>
                <a:path w="167640" h="3296920" extrusionOk="0">
                  <a:moveTo>
                    <a:pt x="0" y="1784604"/>
                  </a:moveTo>
                  <a:lnTo>
                    <a:pt x="65252" y="1780861"/>
                  </a:lnTo>
                  <a:lnTo>
                    <a:pt x="118538" y="1770665"/>
                  </a:lnTo>
                  <a:lnTo>
                    <a:pt x="154465" y="1755564"/>
                  </a:lnTo>
                  <a:lnTo>
                    <a:pt x="167639" y="1737106"/>
                  </a:lnTo>
                  <a:lnTo>
                    <a:pt x="167639" y="1495298"/>
                  </a:lnTo>
                  <a:lnTo>
                    <a:pt x="154465" y="1476839"/>
                  </a:lnTo>
                  <a:lnTo>
                    <a:pt x="118538" y="1461738"/>
                  </a:lnTo>
                  <a:lnTo>
                    <a:pt x="65252" y="1451542"/>
                  </a:lnTo>
                  <a:lnTo>
                    <a:pt x="0" y="1447800"/>
                  </a:lnTo>
                </a:path>
                <a:path w="167640" h="3296920" extrusionOk="0">
                  <a:moveTo>
                    <a:pt x="0" y="2688336"/>
                  </a:moveTo>
                  <a:lnTo>
                    <a:pt x="65252" y="2684593"/>
                  </a:lnTo>
                  <a:lnTo>
                    <a:pt x="118538" y="2674397"/>
                  </a:lnTo>
                  <a:lnTo>
                    <a:pt x="154465" y="2659296"/>
                  </a:lnTo>
                  <a:lnTo>
                    <a:pt x="167639" y="2640838"/>
                  </a:lnTo>
                  <a:lnTo>
                    <a:pt x="167639" y="1835150"/>
                  </a:lnTo>
                  <a:lnTo>
                    <a:pt x="154465" y="1816691"/>
                  </a:lnTo>
                  <a:lnTo>
                    <a:pt x="118538" y="1801590"/>
                  </a:lnTo>
                  <a:lnTo>
                    <a:pt x="65252" y="1791394"/>
                  </a:lnTo>
                  <a:lnTo>
                    <a:pt x="0" y="1787652"/>
                  </a:lnTo>
                </a:path>
                <a:path w="167640" h="3296920" extrusionOk="0">
                  <a:moveTo>
                    <a:pt x="0" y="3296412"/>
                  </a:moveTo>
                  <a:lnTo>
                    <a:pt x="65252" y="3292678"/>
                  </a:lnTo>
                  <a:lnTo>
                    <a:pt x="118538" y="3282495"/>
                  </a:lnTo>
                  <a:lnTo>
                    <a:pt x="154465" y="3267394"/>
                  </a:lnTo>
                  <a:lnTo>
                    <a:pt x="167639" y="3248901"/>
                  </a:lnTo>
                  <a:lnTo>
                    <a:pt x="167639" y="2738882"/>
                  </a:lnTo>
                  <a:lnTo>
                    <a:pt x="154465" y="2720369"/>
                  </a:lnTo>
                  <a:lnTo>
                    <a:pt x="118538" y="2705274"/>
                  </a:lnTo>
                  <a:lnTo>
                    <a:pt x="65252" y="2695108"/>
                  </a:lnTo>
                  <a:lnTo>
                    <a:pt x="0" y="2691384"/>
                  </a:lnTo>
                </a:path>
              </a:pathLst>
            </a:custGeom>
            <a:noFill/>
            <a:ln w="9525" cap="flat" cmpd="sng">
              <a:solidFill>
                <a:srgbClr val="102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7" name="Google Shape;1157;p9"/>
            <p:cNvSpPr txBox="1"/>
            <p:nvPr/>
          </p:nvSpPr>
          <p:spPr>
            <a:xfrm>
              <a:off x="9390393" y="2731845"/>
              <a:ext cx="1711573" cy="167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Автомашины электроник</a:t>
              </a: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8" name="Google Shape;1158;p9"/>
            <p:cNvSpPr txBox="1"/>
            <p:nvPr/>
          </p:nvSpPr>
          <p:spPr>
            <a:xfrm>
              <a:off x="9390393" y="3397760"/>
              <a:ext cx="1997628" cy="167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0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Харилцаа холбооны электроник</a:t>
              </a: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9" name="Google Shape;1159;p9"/>
            <p:cNvSpPr txBox="1"/>
            <p:nvPr/>
          </p:nvSpPr>
          <p:spPr>
            <a:xfrm>
              <a:off x="9390393" y="3973450"/>
              <a:ext cx="1592713" cy="1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Өргөн хэрэглээний электроник</a:t>
              </a: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0" name="Google Shape;1160;p9"/>
            <p:cNvSpPr txBox="1"/>
            <p:nvPr/>
          </p:nvSpPr>
          <p:spPr>
            <a:xfrm>
              <a:off x="9390393" y="4528380"/>
              <a:ext cx="2008722" cy="1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Өгөгдөл боловсруулах электроник</a:t>
              </a: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1" name="Google Shape;1161;p9"/>
            <p:cNvSpPr txBox="1"/>
            <p:nvPr/>
          </p:nvSpPr>
          <p:spPr>
            <a:xfrm>
              <a:off x="9390393" y="5155274"/>
              <a:ext cx="1989704" cy="320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Үйлдвэр, цэрэг/иргэний агаарын электроник</a:t>
              </a:r>
              <a:endParaRPr sz="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8917143" y="2656594"/>
              <a:ext cx="327898" cy="327897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02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03200" dist="50800" dir="3060000" algn="t" rotWithShape="0">
                <a:srgbClr val="091450">
                  <a:alpha val="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8917143" y="3317488"/>
              <a:ext cx="327898" cy="327897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02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03200" dist="50800" dir="3060000" algn="t" rotWithShape="0">
                <a:srgbClr val="091450">
                  <a:alpha val="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8917143" y="3888072"/>
              <a:ext cx="327898" cy="327897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02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03200" dist="50800" dir="3060000" algn="t" rotWithShape="0">
                <a:srgbClr val="091450">
                  <a:alpha val="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8917143" y="4435105"/>
              <a:ext cx="327898" cy="327897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02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03200" dist="50800" dir="3060000" algn="t" rotWithShape="0">
                <a:srgbClr val="091450">
                  <a:alpha val="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8917143" y="5147978"/>
              <a:ext cx="327898" cy="327897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02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03200" dist="50800" dir="3060000" algn="t" rotWithShape="0">
                <a:srgbClr val="091450">
                  <a:alpha val="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cxnSp>
          <p:nvCxnSpPr>
            <p:cNvPr id="1167" name="Google Shape;1167;p9"/>
            <p:cNvCxnSpPr/>
            <p:nvPr/>
          </p:nvCxnSpPr>
          <p:spPr>
            <a:xfrm>
              <a:off x="8526463" y="2821051"/>
              <a:ext cx="390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8" name="Google Shape;1168;p9"/>
            <p:cNvCxnSpPr/>
            <p:nvPr/>
          </p:nvCxnSpPr>
          <p:spPr>
            <a:xfrm>
              <a:off x="8526463" y="3500486"/>
              <a:ext cx="390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9" name="Google Shape;1169;p9"/>
            <p:cNvCxnSpPr/>
            <p:nvPr/>
          </p:nvCxnSpPr>
          <p:spPr>
            <a:xfrm>
              <a:off x="8526463" y="4052020"/>
              <a:ext cx="390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0" name="Google Shape;1170;p9"/>
            <p:cNvCxnSpPr/>
            <p:nvPr/>
          </p:nvCxnSpPr>
          <p:spPr>
            <a:xfrm>
              <a:off x="8526463" y="4629288"/>
              <a:ext cx="390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1" name="Google Shape;1171;p9"/>
            <p:cNvCxnSpPr/>
            <p:nvPr/>
          </p:nvCxnSpPr>
          <p:spPr>
            <a:xfrm>
              <a:off x="8526463" y="5311926"/>
              <a:ext cx="39068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2" name="Google Shape;1172;p9"/>
            <p:cNvCxnSpPr/>
            <p:nvPr/>
          </p:nvCxnSpPr>
          <p:spPr>
            <a:xfrm>
              <a:off x="9390393" y="3188567"/>
              <a:ext cx="1879587" cy="0"/>
            </a:xfrm>
            <a:prstGeom prst="straightConnector1">
              <a:avLst/>
            </a:prstGeom>
            <a:noFill/>
            <a:ln w="9525" cap="flat" cmpd="sng">
              <a:solidFill>
                <a:schemeClr val="dk1">
                  <a:alpha val="35294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3" name="Google Shape;1173;p9"/>
            <p:cNvCxnSpPr/>
            <p:nvPr/>
          </p:nvCxnSpPr>
          <p:spPr>
            <a:xfrm>
              <a:off x="9390393" y="3749033"/>
              <a:ext cx="1879587" cy="0"/>
            </a:xfrm>
            <a:prstGeom prst="straightConnector1">
              <a:avLst/>
            </a:prstGeom>
            <a:noFill/>
            <a:ln w="9525" cap="flat" cmpd="sng">
              <a:solidFill>
                <a:schemeClr val="dk1">
                  <a:alpha val="35294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4" name="Google Shape;1174;p9"/>
            <p:cNvCxnSpPr/>
            <p:nvPr/>
          </p:nvCxnSpPr>
          <p:spPr>
            <a:xfrm>
              <a:off x="9390393" y="4343393"/>
              <a:ext cx="1879587" cy="0"/>
            </a:xfrm>
            <a:prstGeom prst="straightConnector1">
              <a:avLst/>
            </a:prstGeom>
            <a:noFill/>
            <a:ln w="9525" cap="flat" cmpd="sng">
              <a:solidFill>
                <a:schemeClr val="dk1">
                  <a:alpha val="35294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5" name="Google Shape;1175;p9"/>
            <p:cNvCxnSpPr/>
            <p:nvPr/>
          </p:nvCxnSpPr>
          <p:spPr>
            <a:xfrm>
              <a:off x="9390393" y="4864502"/>
              <a:ext cx="1879587" cy="0"/>
            </a:xfrm>
            <a:prstGeom prst="straightConnector1">
              <a:avLst/>
            </a:prstGeom>
            <a:noFill/>
            <a:ln w="9525" cap="flat" cmpd="sng">
              <a:solidFill>
                <a:schemeClr val="dk1">
                  <a:alpha val="35294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1176" name="Google Shape;1176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10545" y="2751376"/>
              <a:ext cx="147823" cy="147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7" name="Google Shape;1177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004776" y="3411729"/>
              <a:ext cx="156411" cy="156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8" name="Google Shape;1178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010545" y="3965266"/>
              <a:ext cx="156411" cy="156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001610" y="4532035"/>
              <a:ext cx="156411" cy="156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0" name="Google Shape;1180;p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993199" y="5236093"/>
              <a:ext cx="172052" cy="1720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1" name="Google Shape;1181;p9"/>
          <p:cNvSpPr txBox="1"/>
          <p:nvPr/>
        </p:nvSpPr>
        <p:spPr>
          <a:xfrm>
            <a:off x="8660606" y="4660106"/>
            <a:ext cx="27384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9</a:t>
            </a:fld>
            <a:endParaRPr sz="8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82" name="Google Shape;1182;p9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3" name="Google Shape;1183;p9"/>
          <p:cNvCxnSpPr/>
          <p:nvPr/>
        </p:nvCxnSpPr>
        <p:spPr>
          <a:xfrm>
            <a:off x="8791577" y="0"/>
            <a:ext cx="0" cy="4632723"/>
          </a:xfrm>
          <a:prstGeom prst="straightConnector1">
            <a:avLst/>
          </a:prstGeom>
          <a:noFill/>
          <a:ln w="9525" cap="flat" cmpd="sng">
            <a:solidFill>
              <a:srgbClr val="DEEAF8">
                <a:alpha val="49411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9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428A0"/>
      </a:accent1>
      <a:accent2>
        <a:srgbClr val="75787B"/>
      </a:accent2>
      <a:accent3>
        <a:srgbClr val="0689D8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On-screen Show (16:9)</PresentationFormat>
  <Paragraphs>258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Inter</vt:lpstr>
      <vt:lpstr>Plus Jakarta Sans</vt:lpstr>
      <vt:lpstr>Poppins</vt:lpstr>
      <vt:lpstr>Office Theme</vt:lpstr>
      <vt:lpstr>Simple Light</vt:lpstr>
      <vt:lpstr>PowerPoint Presentation</vt:lpstr>
      <vt:lpstr>PowerPoint Presentation</vt:lpstr>
      <vt:lpstr>PowerPoint Presentation</vt:lpstr>
      <vt:lpstr>Growing Needs for Advanced AI Technology</vt:lpstr>
      <vt:lpstr>Strategy for Growth</vt:lpstr>
      <vt:lpstr>Financial Highlights</vt:lpstr>
      <vt:lpstr>AI Business Portfolio</vt:lpstr>
      <vt:lpstr>Global Presence</vt:lpstr>
      <vt:lpstr>Logic Market Forecast</vt:lpstr>
      <vt:lpstr>Explosive Expansion of AI and its Applications</vt:lpstr>
      <vt:lpstr>Processor  (System on Chip)</vt:lpstr>
      <vt:lpstr>Implementation and Performance</vt:lpstr>
      <vt:lpstr>Power Management AI</vt:lpstr>
      <vt:lpstr>Security Solution</vt:lpstr>
      <vt:lpstr>AI Industry Solutions for Auto Platform </vt:lpstr>
      <vt:lpstr>AI Industry Solutions  Robot Platform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Graphican</cp:lastModifiedBy>
  <cp:revision>1</cp:revision>
  <dcterms:modified xsi:type="dcterms:W3CDTF">2026-02-06T16:51:48Z</dcterms:modified>
</cp:coreProperties>
</file>