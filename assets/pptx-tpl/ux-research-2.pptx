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9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  <p:sldMasterId id="2147483663" r:id="rId6"/>
  </p:sldMasterIdLst>
  <p:notesMasterIdLst>
    <p:notesMasterId r:id="rId7"/>
  </p:notesMasterIdLst>
  <p:sldIdLst>
    <p:sldId id="256" r:id="rId8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Manrope"/>
      <p:regular r:id="rId20"/>
      <p:bold r:id="rId21"/>
      <p:italic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DA74CA-25A8-415B-A61D-E1F50912612E}">
  <a:tblStyle styleId="{D6DA74CA-25A8-415B-A61D-E1F50912612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PlusJakartaSans-regular.fntdata"/><Relationship Id="rId22" Type="http://schemas.openxmlformats.org/officeDocument/2006/relationships/font" Target="fonts/PlusJakartaSans-italic.fntdata"/><Relationship Id="rId21" Type="http://schemas.openxmlformats.org/officeDocument/2006/relationships/font" Target="fonts/PlusJakartaSans-bold.fntdata"/><Relationship Id="rId24" Type="http://schemas.openxmlformats.org/officeDocument/2006/relationships/font" Target="fonts/QuattrocentoSans-regular.fntdata"/><Relationship Id="rId23" Type="http://schemas.openxmlformats.org/officeDocument/2006/relationships/font" Target="fonts/PlusJakartaSans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26" Type="http://schemas.openxmlformats.org/officeDocument/2006/relationships/font" Target="fonts/QuattrocentoSans-italic.fntdata"/><Relationship Id="rId25" Type="http://schemas.openxmlformats.org/officeDocument/2006/relationships/font" Target="fonts/QuattrocentoSans-bold.fntdata"/><Relationship Id="rId28" Type="http://schemas.openxmlformats.org/officeDocument/2006/relationships/font" Target="fonts/CenturyGothic-regular.fntdata"/><Relationship Id="rId27" Type="http://schemas.openxmlformats.org/officeDocument/2006/relationships/font" Target="fonts/QuattrocentoSans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CenturyGothic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CenturyGothic-boldItalic.fntdata"/><Relationship Id="rId30" Type="http://schemas.openxmlformats.org/officeDocument/2006/relationships/font" Target="fonts/CenturyGothic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8" name="Google Shape;58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Manrope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250825" y="273844"/>
            <a:ext cx="8642350" cy="624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pen Sans"/>
              <a:buNone/>
              <a:defRPr sz="27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250825" y="1043940"/>
            <a:ext cx="8642351" cy="35887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582089" y="4748642"/>
            <a:ext cx="3110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250825" y="273844"/>
            <a:ext cx="8642350" cy="624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pen Sans"/>
              <a:buNone/>
              <a:defRPr sz="27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582089" y="4748642"/>
            <a:ext cx="3110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158">
          <p15:clr>
            <a:srgbClr val="FBAE40"/>
          </p15:clr>
        </p15:guide>
        <p15:guide id="3" pos="5602">
          <p15:clr>
            <a:srgbClr val="FBAE40"/>
          </p15:clr>
        </p15:guide>
        <p15:guide id="4" orient="horz" pos="169">
          <p15:clr>
            <a:srgbClr val="FBAE40"/>
          </p15:clr>
        </p15:guide>
        <p15:guide id="5" orient="horz" pos="2981">
          <p15:clr>
            <a:srgbClr val="FBAE40"/>
          </p15:clr>
        </p15:guide>
        <p15:guide id="6" orient="horz" pos="57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50825" y="1043940"/>
            <a:ext cx="8642351" cy="35887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25082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6835775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250825" y="274639"/>
            <a:ext cx="8642350" cy="641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158">
          <p15:clr>
            <a:srgbClr val="F26B43"/>
          </p15:clr>
        </p15:guide>
        <p15:guide id="3" pos="5602">
          <p15:clr>
            <a:srgbClr val="F26B43"/>
          </p15:clr>
        </p15:guide>
        <p15:guide id="4" orient="horz" pos="169">
          <p15:clr>
            <a:srgbClr val="F26B43"/>
          </p15:clr>
        </p15:guide>
        <p15:guide id="5" orient="horz" pos="2981">
          <p15:clr>
            <a:srgbClr val="F26B43"/>
          </p15:clr>
        </p15:guide>
        <p15:guide id="6" orient="horz" pos="577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Gc1" Type="http://schemas.openxmlformats.org/officeDocument/2006/relationships/image" Target="../media/gclogo_1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30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7.png"/><Relationship Id="rId4" Type="http://schemas.openxmlformats.org/officeDocument/2006/relationships/image" Target="../media/image40.png"/><Relationship Id="rId5" Type="http://schemas.openxmlformats.org/officeDocument/2006/relationships/image" Target="../media/image33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7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7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/>
          <p:nvPr/>
        </p:nvSpPr>
        <p:spPr>
          <a:xfrm>
            <a:off x="0" y="-3"/>
            <a:ext cx="9144000" cy="5143497"/>
          </a:xfrm>
          <a:prstGeom prst="rect">
            <a:avLst/>
          </a:prstGeom>
          <a:gradFill>
            <a:gsLst>
              <a:gs pos="0">
                <a:srgbClr val="5BB180"/>
              </a:gs>
              <a:gs pos="29000">
                <a:srgbClr val="05121A"/>
              </a:gs>
              <a:gs pos="100000">
                <a:srgbClr val="05121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" name="Google Shape;73;p17"/>
          <p:cNvSpPr/>
          <p:nvPr/>
        </p:nvSpPr>
        <p:spPr>
          <a:xfrm flipH="1">
            <a:off x="-6" y="3038478"/>
            <a:ext cx="3876676" cy="2105022"/>
          </a:xfrm>
          <a:prstGeom prst="rect">
            <a:avLst/>
          </a:prstGeom>
          <a:gradFill>
            <a:gsLst>
              <a:gs pos="0">
                <a:srgbClr val="5BB180"/>
              </a:gs>
              <a:gs pos="26000">
                <a:srgbClr val="05121A"/>
              </a:gs>
              <a:gs pos="100000">
                <a:srgbClr val="05121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4" name="Google Shape;74;p17"/>
          <p:cNvSpPr/>
          <p:nvPr/>
        </p:nvSpPr>
        <p:spPr>
          <a:xfrm flipH="1" rot="-5400000">
            <a:off x="6883242" y="-392802"/>
            <a:ext cx="1881188" cy="2640332"/>
          </a:xfrm>
          <a:prstGeom prst="flowChartManualInput">
            <a:avLst/>
          </a:prstGeom>
          <a:gradFill>
            <a:gsLst>
              <a:gs pos="0">
                <a:schemeClr val="accent3"/>
              </a:gs>
              <a:gs pos="38000">
                <a:srgbClr val="5BB180"/>
              </a:gs>
              <a:gs pos="67000">
                <a:srgbClr val="31644F"/>
              </a:gs>
              <a:gs pos="100000">
                <a:srgbClr val="05121A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-3" y="0"/>
            <a:ext cx="7184574" cy="5143497"/>
          </a:xfrm>
          <a:custGeom>
            <a:rect b="b" l="l" r="r" t="t"/>
            <a:pathLst>
              <a:path extrusionOk="0" h="6857996" w="9579432">
                <a:moveTo>
                  <a:pt x="0" y="0"/>
                </a:moveTo>
                <a:lnTo>
                  <a:pt x="9579432" y="0"/>
                </a:lnTo>
                <a:lnTo>
                  <a:pt x="9579431" y="4"/>
                </a:lnTo>
                <a:lnTo>
                  <a:pt x="3913990" y="4"/>
                </a:lnTo>
                <a:lnTo>
                  <a:pt x="4570139" y="1768319"/>
                </a:lnTo>
                <a:cubicBezTo>
                  <a:pt x="4570139" y="1768319"/>
                  <a:pt x="4938048" y="2505077"/>
                  <a:pt x="5705107" y="2505077"/>
                </a:cubicBezTo>
                <a:lnTo>
                  <a:pt x="8676383" y="2505077"/>
                </a:lnTo>
                <a:lnTo>
                  <a:pt x="7107210" y="6857996"/>
                </a:lnTo>
                <a:lnTo>
                  <a:pt x="1136912" y="6857996"/>
                </a:lnTo>
                <a:lnTo>
                  <a:pt x="0" y="370417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44000">
                <a:srgbClr val="5BB180"/>
              </a:gs>
              <a:gs pos="67000">
                <a:srgbClr val="31644F"/>
              </a:gs>
              <a:gs pos="100000">
                <a:srgbClr val="05121A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21428" y="0"/>
            <a:ext cx="7184574" cy="5143497"/>
          </a:xfrm>
          <a:custGeom>
            <a:rect b="b" l="l" r="r" t="t"/>
            <a:pathLst>
              <a:path extrusionOk="0" h="6857996" w="9579432">
                <a:moveTo>
                  <a:pt x="0" y="0"/>
                </a:moveTo>
                <a:lnTo>
                  <a:pt x="9579432" y="0"/>
                </a:lnTo>
                <a:lnTo>
                  <a:pt x="9579431" y="4"/>
                </a:lnTo>
                <a:lnTo>
                  <a:pt x="3913990" y="4"/>
                </a:lnTo>
                <a:lnTo>
                  <a:pt x="4570139" y="1768319"/>
                </a:lnTo>
                <a:cubicBezTo>
                  <a:pt x="4570139" y="1768319"/>
                  <a:pt x="4938048" y="2505077"/>
                  <a:pt x="5705107" y="2505077"/>
                </a:cubicBezTo>
                <a:lnTo>
                  <a:pt x="8676383" y="2505077"/>
                </a:lnTo>
                <a:lnTo>
                  <a:pt x="7107210" y="6857996"/>
                </a:lnTo>
                <a:lnTo>
                  <a:pt x="1136912" y="6857996"/>
                </a:lnTo>
                <a:lnTo>
                  <a:pt x="0" y="370417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5121A"/>
              </a:gs>
              <a:gs pos="43000">
                <a:srgbClr val="31644F"/>
              </a:gs>
              <a:gs pos="67000">
                <a:srgbClr val="31644F"/>
              </a:gs>
              <a:gs pos="100000">
                <a:srgbClr val="05121A">
                  <a:alpha val="0"/>
                </a:srgbClr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7" name="Google Shape;77;p17"/>
          <p:cNvGrpSpPr/>
          <p:nvPr/>
        </p:nvGrpSpPr>
        <p:grpSpPr>
          <a:xfrm>
            <a:off x="4712199" y="-147"/>
            <a:ext cx="3944541" cy="3257841"/>
            <a:chOff x="4712199" y="-350860"/>
            <a:chExt cx="3944541" cy="3257841"/>
          </a:xfrm>
        </p:grpSpPr>
        <p:cxnSp>
          <p:nvCxnSpPr>
            <p:cNvPr id="78" name="Google Shape;78;p17"/>
            <p:cNvCxnSpPr>
              <a:endCxn id="79" idx="2"/>
            </p:cNvCxnSpPr>
            <p:nvPr/>
          </p:nvCxnSpPr>
          <p:spPr>
            <a:xfrm>
              <a:off x="4712199" y="2906980"/>
              <a:ext cx="3733800" cy="0"/>
            </a:xfrm>
            <a:prstGeom prst="straightConnector1">
              <a:avLst/>
            </a:prstGeom>
            <a:noFill/>
            <a:ln cap="flat" cmpd="sng" w="12700">
              <a:solidFill>
                <a:schemeClr val="lt1">
                  <a:alpha val="32941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" name="Google Shape;80;p17"/>
            <p:cNvCxnSpPr>
              <a:endCxn id="79" idx="0"/>
            </p:cNvCxnSpPr>
            <p:nvPr/>
          </p:nvCxnSpPr>
          <p:spPr>
            <a:xfrm>
              <a:off x="8656739" y="-350860"/>
              <a:ext cx="0" cy="3047100"/>
            </a:xfrm>
            <a:prstGeom prst="straightConnector1">
              <a:avLst/>
            </a:prstGeom>
            <a:noFill/>
            <a:ln cap="flat" cmpd="sng" w="12700">
              <a:solidFill>
                <a:srgbClr val="EDF1FF">
                  <a:alpha val="3294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9" name="Google Shape;79;p17"/>
            <p:cNvSpPr/>
            <p:nvPr/>
          </p:nvSpPr>
          <p:spPr>
            <a:xfrm rot="5400000">
              <a:off x="8235258" y="2485499"/>
              <a:ext cx="421481" cy="421481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2700">
              <a:solidFill>
                <a:schemeClr val="lt1">
                  <a:alpha val="32941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pic>
        <p:nvPicPr>
          <p:cNvPr id="81" name="Google Shape;81;p17"/>
          <p:cNvPicPr preferRelativeResize="0"/>
          <p:nvPr/>
        </p:nvPicPr>
        <p:blipFill rotWithShape="1">
          <a:blip r:embed="rId3">
            <a:alphaModFix/>
          </a:blip>
          <a:srcRect b="11716" l="0" r="0" t="15703"/>
          <a:stretch/>
        </p:blipFill>
        <p:spPr>
          <a:xfrm rot="8036273">
            <a:off x="2110577" y="-1604313"/>
            <a:ext cx="4403381" cy="6394153"/>
          </a:xfrm>
          <a:custGeom>
            <a:rect b="b" l="l" r="r" t="t"/>
            <a:pathLst>
              <a:path extrusionOk="0" h="8525537" w="5871174">
                <a:moveTo>
                  <a:pt x="4093990" y="8525537"/>
                </a:moveTo>
                <a:lnTo>
                  <a:pt x="0" y="4276878"/>
                </a:lnTo>
                <a:lnTo>
                  <a:pt x="0" y="4276873"/>
                </a:lnTo>
                <a:lnTo>
                  <a:pt x="2679906" y="7058024"/>
                </a:lnTo>
                <a:lnTo>
                  <a:pt x="3497969" y="5358541"/>
                </a:lnTo>
                <a:cubicBezTo>
                  <a:pt x="3497969" y="5358541"/>
                  <a:pt x="3773219" y="4582393"/>
                  <a:pt x="3240973" y="4030039"/>
                </a:cubicBezTo>
                <a:lnTo>
                  <a:pt x="1179270" y="1890446"/>
                </a:lnTo>
                <a:lnTo>
                  <a:pt x="5402589" y="0"/>
                </a:lnTo>
                <a:lnTo>
                  <a:pt x="5871174" y="486288"/>
                </a:lnTo>
                <a:lnTo>
                  <a:pt x="5871174" y="8525537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 rotWithShape="1">
          <a:blip r:embed="rId4">
            <a:alphaModFix/>
          </a:blip>
          <a:srcRect b="16617" l="4466" r="0" t="21653"/>
          <a:stretch/>
        </p:blipFill>
        <p:spPr>
          <a:xfrm rot="-2246355">
            <a:off x="6415122" y="10877"/>
            <a:ext cx="2148739" cy="2777749"/>
          </a:xfrm>
          <a:custGeom>
            <a:rect b="b" l="l" r="r" t="t"/>
            <a:pathLst>
              <a:path extrusionOk="0" h="3703665" w="2864985">
                <a:moveTo>
                  <a:pt x="2083861" y="0"/>
                </a:moveTo>
                <a:lnTo>
                  <a:pt x="2864985" y="598063"/>
                </a:lnTo>
                <a:lnTo>
                  <a:pt x="2864985" y="3612553"/>
                </a:lnTo>
                <a:lnTo>
                  <a:pt x="2795226" y="3703665"/>
                </a:lnTo>
                <a:lnTo>
                  <a:pt x="0" y="156351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796542" y="2260111"/>
            <a:ext cx="5231027" cy="13003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mn-MN" sz="4000" u="none" cap="none" strike="noStrike">
                <a:solidFill>
                  <a:srgbClr val="FADF4B"/>
                </a:solidFill>
                <a:latin typeface="Montserrat"/>
                <a:ea typeface="Montserrat"/>
                <a:cs typeface="Montserrat"/>
                <a:sym typeface="Montserrat"/>
              </a:rPr>
              <a:t>UX </a:t>
            </a:r>
            <a:r>
              <a:rPr b="1" i="0" lang="mn-MN" sz="4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судалгааны тайлан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796542" y="3660518"/>
            <a:ext cx="3168331" cy="61552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mn-MN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Үзэгчдэд хэрэгтэй мэдээллийг өгнө. Тоо баримт, жишээ ашиглавал илүү үр дүнтэй.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4slides Karir &amp; Profil 2022 | Glints" id="85" name="Google Shape;85;p17"/>
          <p:cNvPicPr preferRelativeResize="0"/>
          <p:nvPr/>
        </p:nvPicPr>
        <p:blipFill rotWithShape="1">
          <a:blip r:embed="rIdGc1">
            <a:alphaModFix/>
          </a:blip>
          <a:stretch/>
        </p:blipFill>
        <p:spPr>
          <a:xfrm>
            <a:off x="7860050" y="4454445"/>
            <a:ext cx="1033125" cy="333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17"/>
          <p:cNvGrpSpPr/>
          <p:nvPr/>
        </p:nvGrpSpPr>
        <p:grpSpPr>
          <a:xfrm rot="2700000">
            <a:off x="4223323" y="3104676"/>
            <a:ext cx="308529" cy="307776"/>
            <a:chOff x="10439928" y="2985331"/>
            <a:chExt cx="641137" cy="639573"/>
          </a:xfrm>
        </p:grpSpPr>
        <p:sp>
          <p:nvSpPr>
            <p:cNvPr id="87" name="Google Shape;87;p17"/>
            <p:cNvSpPr/>
            <p:nvPr/>
          </p:nvSpPr>
          <p:spPr>
            <a:xfrm>
              <a:off x="10439928" y="2985331"/>
              <a:ext cx="637800" cy="637800"/>
            </a:xfrm>
            <a:prstGeom prst="ellipse">
              <a:avLst/>
            </a:prstGeom>
            <a:noFill/>
            <a:ln cap="flat" cmpd="sng" w="9525">
              <a:solidFill>
                <a:schemeClr val="lt1">
                  <a:alpha val="58431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" name="Google Shape;88;p17"/>
            <p:cNvGrpSpPr/>
            <p:nvPr/>
          </p:nvGrpSpPr>
          <p:grpSpPr>
            <a:xfrm rot="-2700000">
              <a:off x="10645147" y="3223767"/>
              <a:ext cx="227912" cy="160767"/>
              <a:chOff x="3179128" y="1641228"/>
              <a:chExt cx="1045800" cy="737700"/>
            </a:xfrm>
          </p:grpSpPr>
          <p:sp>
            <p:nvSpPr>
              <p:cNvPr id="89" name="Google Shape;89;p17"/>
              <p:cNvSpPr/>
              <p:nvPr/>
            </p:nvSpPr>
            <p:spPr>
              <a:xfrm>
                <a:off x="3829228" y="1641228"/>
                <a:ext cx="395700" cy="737700"/>
              </a:xfrm>
              <a:prstGeom prst="chevron">
                <a:avLst>
                  <a:gd fmla="val 100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FADF4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5700" lIns="51425" spcFirstLastPara="1" rIns="51425" wrap="square" tIns="2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Manrope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0" name="Google Shape;90;p17"/>
              <p:cNvCxnSpPr>
                <a:stCxn id="89" idx="1"/>
              </p:cNvCxnSpPr>
              <p:nvPr/>
            </p:nvCxnSpPr>
            <p:spPr>
              <a:xfrm flipH="1">
                <a:off x="3179128" y="2010078"/>
                <a:ext cx="1045800" cy="19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ADF4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91" name="Google Shape;91;p17"/>
            <p:cNvSpPr/>
            <p:nvPr/>
          </p:nvSpPr>
          <p:spPr>
            <a:xfrm>
              <a:off x="10443265" y="2987104"/>
              <a:ext cx="637800" cy="637800"/>
            </a:xfrm>
            <a:prstGeom prst="arc">
              <a:avLst>
                <a:gd fmla="val 16200000" name="adj1"/>
                <a:gd fmla="val 2547781" name="adj2"/>
              </a:avLst>
            </a:prstGeom>
            <a:noFill/>
            <a:ln cap="flat" cmpd="sng" w="19050">
              <a:solidFill>
                <a:srgbClr val="FADF4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3"/>
          <p:cNvSpPr/>
          <p:nvPr/>
        </p:nvSpPr>
        <p:spPr>
          <a:xfrm flipH="1" rot="10800000">
            <a:off x="1" y="1413802"/>
            <a:ext cx="9143999" cy="2709573"/>
          </a:xfrm>
          <a:prstGeom prst="rect">
            <a:avLst/>
          </a:prstGeom>
          <a:gradFill>
            <a:gsLst>
              <a:gs pos="0">
                <a:srgbClr val="5BB180"/>
              </a:gs>
              <a:gs pos="29000">
                <a:srgbClr val="05121A"/>
              </a:gs>
              <a:gs pos="100000">
                <a:srgbClr val="05121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29" name="Google Shape;329;p23"/>
          <p:cNvPicPr preferRelativeResize="0"/>
          <p:nvPr/>
        </p:nvPicPr>
        <p:blipFill rotWithShape="1">
          <a:blip r:embed="rId3">
            <a:alphaModFix/>
          </a:blip>
          <a:srcRect b="52348" l="50100" r="0" t="19671"/>
          <a:stretch/>
        </p:blipFill>
        <p:spPr>
          <a:xfrm>
            <a:off x="0" y="1413803"/>
            <a:ext cx="4832074" cy="2709572"/>
          </a:xfrm>
          <a:custGeom>
            <a:rect b="b" l="l" r="r" t="t"/>
            <a:pathLst>
              <a:path extrusionOk="0" h="2709572" w="9683436">
                <a:moveTo>
                  <a:pt x="0" y="0"/>
                </a:moveTo>
                <a:lnTo>
                  <a:pt x="9683436" y="0"/>
                </a:lnTo>
                <a:lnTo>
                  <a:pt x="9683436" y="2709572"/>
                </a:lnTo>
                <a:lnTo>
                  <a:pt x="0" y="2709572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330" name="Google Shape;330;p23"/>
          <p:cNvPicPr preferRelativeResize="0"/>
          <p:nvPr/>
        </p:nvPicPr>
        <p:blipFill rotWithShape="1">
          <a:blip r:embed="rId3">
            <a:alphaModFix/>
          </a:blip>
          <a:srcRect b="52348" l="54196" r="0" t="19671"/>
          <a:stretch/>
        </p:blipFill>
        <p:spPr>
          <a:xfrm rot="10800000">
            <a:off x="4708626" y="1413803"/>
            <a:ext cx="4435374" cy="2709572"/>
          </a:xfrm>
          <a:custGeom>
            <a:rect b="b" l="l" r="r" t="t"/>
            <a:pathLst>
              <a:path extrusionOk="0" h="2709572" w="9683436">
                <a:moveTo>
                  <a:pt x="0" y="0"/>
                </a:moveTo>
                <a:lnTo>
                  <a:pt x="9683436" y="0"/>
                </a:lnTo>
                <a:lnTo>
                  <a:pt x="9683436" y="2709572"/>
                </a:lnTo>
                <a:lnTo>
                  <a:pt x="0" y="2709572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31" name="Google Shape;331;p23"/>
          <p:cNvSpPr/>
          <p:nvPr/>
        </p:nvSpPr>
        <p:spPr>
          <a:xfrm>
            <a:off x="250825" y="2645552"/>
            <a:ext cx="8642350" cy="2086786"/>
          </a:xfrm>
          <a:prstGeom prst="roundRect">
            <a:avLst>
              <a:gd fmla="val 3593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00000" dist="25400">
              <a:srgbClr val="091450">
                <a:alpha val="1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3"/>
          <p:cNvSpPr/>
          <p:nvPr/>
        </p:nvSpPr>
        <p:spPr>
          <a:xfrm>
            <a:off x="250825" y="914207"/>
            <a:ext cx="2794609" cy="1461520"/>
          </a:xfrm>
          <a:prstGeom prst="roundRect">
            <a:avLst>
              <a:gd fmla="val 4083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00000" dist="25400">
              <a:srgbClr val="091450">
                <a:alpha val="1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3"/>
          <p:cNvSpPr txBox="1"/>
          <p:nvPr>
            <p:ph type="title"/>
          </p:nvPr>
        </p:nvSpPr>
        <p:spPr>
          <a:xfrm>
            <a:off x="250825" y="273844"/>
            <a:ext cx="8642350" cy="624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pen Sans"/>
              <a:buNone/>
            </a:pPr>
            <a:r>
              <a:rPr lang="mn-MN"/>
              <a:t>Үр дүн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4" name="Google Shape;33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9621" y="2792896"/>
            <a:ext cx="2584758" cy="179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221" y="2792896"/>
            <a:ext cx="2584758" cy="179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83022" y="2792896"/>
            <a:ext cx="2584758" cy="1792099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3"/>
          <p:cNvSpPr txBox="1"/>
          <p:nvPr>
            <p:ph idx="12" type="sldNum"/>
          </p:nvPr>
        </p:nvSpPr>
        <p:spPr>
          <a:xfrm>
            <a:off x="8582089" y="4748642"/>
            <a:ext cx="3110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3"/>
          <p:cNvSpPr/>
          <p:nvPr/>
        </p:nvSpPr>
        <p:spPr>
          <a:xfrm flipH="1" rot="10800000">
            <a:off x="0" y="5143500"/>
            <a:ext cx="9144000" cy="5798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cxnSp>
        <p:nvCxnSpPr>
          <p:cNvPr id="339" name="Google Shape;339;p23"/>
          <p:cNvCxnSpPr/>
          <p:nvPr/>
        </p:nvCxnSpPr>
        <p:spPr>
          <a:xfrm>
            <a:off x="3120300" y="2799393"/>
            <a:ext cx="0" cy="1779104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0" name="Google Shape;340;p23"/>
          <p:cNvCxnSpPr/>
          <p:nvPr/>
        </p:nvCxnSpPr>
        <p:spPr>
          <a:xfrm>
            <a:off x="6023700" y="2799393"/>
            <a:ext cx="0" cy="1779104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1" name="Google Shape;341;p23"/>
          <p:cNvCxnSpPr/>
          <p:nvPr/>
        </p:nvCxnSpPr>
        <p:spPr>
          <a:xfrm rot="10800000">
            <a:off x="250825" y="2510640"/>
            <a:ext cx="864699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2" name="Google Shape;342;p23"/>
          <p:cNvSpPr/>
          <p:nvPr/>
        </p:nvSpPr>
        <p:spPr>
          <a:xfrm>
            <a:off x="3174696" y="914207"/>
            <a:ext cx="2794609" cy="1461520"/>
          </a:xfrm>
          <a:prstGeom prst="roundRect">
            <a:avLst>
              <a:gd fmla="val 4083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00000" dist="25400">
              <a:srgbClr val="091450">
                <a:alpha val="1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6098566" y="914207"/>
            <a:ext cx="2794609" cy="1461520"/>
          </a:xfrm>
          <a:prstGeom prst="roundRect">
            <a:avLst>
              <a:gd fmla="val 4083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00000" dist="25400">
              <a:srgbClr val="091450">
                <a:alpha val="1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4" name="Google Shape;344;p23"/>
          <p:cNvGrpSpPr/>
          <p:nvPr/>
        </p:nvGrpSpPr>
        <p:grpSpPr>
          <a:xfrm>
            <a:off x="376200" y="1164481"/>
            <a:ext cx="2584800" cy="960972"/>
            <a:chOff x="376200" y="1315454"/>
            <a:chExt cx="2584800" cy="960972"/>
          </a:xfrm>
        </p:grpSpPr>
        <p:sp>
          <p:nvSpPr>
            <p:cNvPr id="345" name="Google Shape;345;p23"/>
            <p:cNvSpPr txBox="1"/>
            <p:nvPr/>
          </p:nvSpPr>
          <p:spPr>
            <a:xfrm>
              <a:off x="376200" y="2054827"/>
              <a:ext cx="2584800" cy="2215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"/>
                <a:buNone/>
              </a:pPr>
              <a:r>
                <a:rPr b="0" i="0" lang="mn-M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Тайлбар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3"/>
            <p:cNvSpPr txBox="1"/>
            <p:nvPr/>
          </p:nvSpPr>
          <p:spPr>
            <a:xfrm>
              <a:off x="1085166" y="1315454"/>
              <a:ext cx="1166868" cy="775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"/>
                <a:buNone/>
              </a:pPr>
              <a:r>
                <a:rPr b="0" i="0" lang="en" sz="4400" u="none" cap="none" strike="noStrike">
                  <a:solidFill>
                    <a:srgbClr val="FADF4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80%</a:t>
              </a:r>
              <a:endParaRPr b="0" i="0" sz="2800" u="none" cap="none" strike="noStrike">
                <a:solidFill>
                  <a:srgbClr val="FADF4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47" name="Google Shape;347;p23"/>
          <p:cNvGrpSpPr/>
          <p:nvPr/>
        </p:nvGrpSpPr>
        <p:grpSpPr>
          <a:xfrm>
            <a:off x="3279580" y="1164481"/>
            <a:ext cx="2584800" cy="960972"/>
            <a:chOff x="3279580" y="1315454"/>
            <a:chExt cx="2584800" cy="960972"/>
          </a:xfrm>
        </p:grpSpPr>
        <p:sp>
          <p:nvSpPr>
            <p:cNvPr id="348" name="Google Shape;348;p23"/>
            <p:cNvSpPr txBox="1"/>
            <p:nvPr/>
          </p:nvSpPr>
          <p:spPr>
            <a:xfrm>
              <a:off x="3279580" y="2054827"/>
              <a:ext cx="2584800" cy="2215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"/>
                <a:buNone/>
              </a:pPr>
              <a:r>
                <a:rPr b="0" i="0" lang="mn-M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Зорилт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23"/>
            <p:cNvSpPr txBox="1"/>
            <p:nvPr/>
          </p:nvSpPr>
          <p:spPr>
            <a:xfrm>
              <a:off x="3988546" y="1315454"/>
              <a:ext cx="1166868" cy="775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"/>
                <a:buNone/>
              </a:pPr>
              <a:r>
                <a:rPr b="0" i="0" lang="en" sz="4400" u="none" cap="none" strike="noStrike">
                  <a:solidFill>
                    <a:srgbClr val="FADF4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40%</a:t>
              </a:r>
              <a:endParaRPr b="0" i="0" sz="2800" u="none" cap="none" strike="noStrike">
                <a:solidFill>
                  <a:srgbClr val="FADF4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50" name="Google Shape;350;p23"/>
          <p:cNvGrpSpPr/>
          <p:nvPr/>
        </p:nvGrpSpPr>
        <p:grpSpPr>
          <a:xfrm>
            <a:off x="6183001" y="1164481"/>
            <a:ext cx="2584800" cy="960972"/>
            <a:chOff x="6183001" y="1315454"/>
            <a:chExt cx="2584800" cy="960972"/>
          </a:xfrm>
        </p:grpSpPr>
        <p:sp>
          <p:nvSpPr>
            <p:cNvPr id="351" name="Google Shape;351;p23"/>
            <p:cNvSpPr txBox="1"/>
            <p:nvPr/>
          </p:nvSpPr>
          <p:spPr>
            <a:xfrm>
              <a:off x="6183001" y="2054827"/>
              <a:ext cx="2584800" cy="2215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"/>
                <a:buNone/>
              </a:pPr>
              <a:r>
                <a:rPr b="0" i="0" lang="mn-MN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Санаа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3"/>
            <p:cNvSpPr txBox="1"/>
            <p:nvPr/>
          </p:nvSpPr>
          <p:spPr>
            <a:xfrm>
              <a:off x="6891967" y="1315454"/>
              <a:ext cx="1166868" cy="775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"/>
                <a:buNone/>
              </a:pPr>
              <a:r>
                <a:rPr b="0" i="0" lang="en" sz="4400" u="none" cap="none" strike="noStrike">
                  <a:solidFill>
                    <a:srgbClr val="FADF4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75%</a:t>
              </a:r>
              <a:endParaRPr b="0" i="0" sz="2800" u="none" cap="none" strike="noStrike">
                <a:solidFill>
                  <a:srgbClr val="FADF4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4"/>
          <p:cNvSpPr/>
          <p:nvPr/>
        </p:nvSpPr>
        <p:spPr>
          <a:xfrm flipH="1" rot="5400000">
            <a:off x="340576" y="-340583"/>
            <a:ext cx="5201488" cy="5882640"/>
          </a:xfrm>
          <a:prstGeom prst="rect">
            <a:avLst/>
          </a:prstGeom>
          <a:gradFill>
            <a:gsLst>
              <a:gs pos="0">
                <a:srgbClr val="5BB180"/>
              </a:gs>
              <a:gs pos="29000">
                <a:srgbClr val="05121A"/>
              </a:gs>
              <a:gs pos="100000">
                <a:srgbClr val="05121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8" name="Google Shape;358;p24"/>
          <p:cNvSpPr txBox="1"/>
          <p:nvPr>
            <p:ph idx="12" type="sldNum"/>
          </p:nvPr>
        </p:nvSpPr>
        <p:spPr>
          <a:xfrm>
            <a:off x="8582089" y="4748642"/>
            <a:ext cx="3110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4"/>
          <p:cNvSpPr/>
          <p:nvPr/>
        </p:nvSpPr>
        <p:spPr>
          <a:xfrm flipH="1" rot="10800000">
            <a:off x="0" y="5143500"/>
            <a:ext cx="9144000" cy="5798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360" name="Google Shape;360;p24"/>
          <p:cNvPicPr preferRelativeResize="0"/>
          <p:nvPr/>
        </p:nvPicPr>
        <p:blipFill rotWithShape="1">
          <a:blip r:embed="rId3">
            <a:alphaModFix/>
          </a:blip>
          <a:srcRect b="20861" l="23486" r="50405" t="56053"/>
          <a:stretch/>
        </p:blipFill>
        <p:spPr>
          <a:xfrm>
            <a:off x="-2" y="-8"/>
            <a:ext cx="5882641" cy="52014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Young businessman arms crossed smiling" id="361" name="Google Shape;361;p24"/>
          <p:cNvPicPr preferRelativeResize="0"/>
          <p:nvPr/>
        </p:nvPicPr>
        <p:blipFill rotWithShape="1">
          <a:blip r:embed="rId4">
            <a:alphaModFix/>
          </a:blip>
          <a:srcRect b="59095" l="0" r="0" t="0"/>
          <a:stretch/>
        </p:blipFill>
        <p:spPr>
          <a:xfrm>
            <a:off x="352425" y="268288"/>
            <a:ext cx="3276362" cy="4875212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4"/>
          <p:cNvSpPr/>
          <p:nvPr/>
        </p:nvSpPr>
        <p:spPr>
          <a:xfrm>
            <a:off x="4053840" y="915989"/>
            <a:ext cx="4839335" cy="3816349"/>
          </a:xfrm>
          <a:prstGeom prst="roundRect">
            <a:avLst>
              <a:gd fmla="val 3593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00000" dist="25400">
              <a:srgbClr val="091450">
                <a:alpha val="1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4"/>
          <p:cNvSpPr txBox="1"/>
          <p:nvPr>
            <p:ph type="title"/>
          </p:nvPr>
        </p:nvSpPr>
        <p:spPr>
          <a:xfrm>
            <a:off x="4378960" y="1226858"/>
            <a:ext cx="4068420" cy="55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pen Sans"/>
              <a:buNone/>
            </a:pPr>
            <a:r>
              <a:rPr b="1" lang="mn-MN" sz="4000">
                <a:solidFill>
                  <a:schemeClr val="dk1"/>
                </a:solidFill>
              </a:rPr>
              <a:t>Ишлэл</a:t>
            </a:r>
            <a:endParaRPr b="1"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24"/>
          <p:cNvSpPr txBox="1"/>
          <p:nvPr/>
        </p:nvSpPr>
        <p:spPr>
          <a:xfrm>
            <a:off x="4378960" y="1932580"/>
            <a:ext cx="4319244" cy="228521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mn-M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Төслийн явц, үр дүнг энд харуулна. Багаараа хамтран шинэ шийдэл хэрэгжүүлнэ. Зах зээлийн судалгаанд үндэслэн шийдвэр гаргана.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mn-M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Тайлбар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5" name="Google Shape;365;p24"/>
          <p:cNvGrpSpPr/>
          <p:nvPr/>
        </p:nvGrpSpPr>
        <p:grpSpPr>
          <a:xfrm>
            <a:off x="7798592" y="3637280"/>
            <a:ext cx="899612" cy="899610"/>
            <a:chOff x="1691842" y="2809946"/>
            <a:chExt cx="607731" cy="607731"/>
          </a:xfrm>
        </p:grpSpPr>
        <p:sp>
          <p:nvSpPr>
            <p:cNvPr id="366" name="Google Shape;366;p24"/>
            <p:cNvSpPr/>
            <p:nvPr/>
          </p:nvSpPr>
          <p:spPr>
            <a:xfrm>
              <a:off x="1691842" y="2809946"/>
              <a:ext cx="607731" cy="607731"/>
            </a:xfrm>
            <a:prstGeom prst="ellipse">
              <a:avLst/>
            </a:prstGeom>
            <a:solidFill>
              <a:srgbClr val="D8D8D8">
                <a:alpha val="25882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67" name="Google Shape;367;p24"/>
            <p:cNvSpPr/>
            <p:nvPr/>
          </p:nvSpPr>
          <p:spPr>
            <a:xfrm>
              <a:off x="1748593" y="2866698"/>
              <a:ext cx="494229" cy="494229"/>
            </a:xfrm>
            <a:prstGeom prst="ellipse">
              <a:avLst/>
            </a:prstGeom>
            <a:gradFill>
              <a:gsLst>
                <a:gs pos="0">
                  <a:srgbClr val="5BB180"/>
                </a:gs>
                <a:gs pos="85000">
                  <a:srgbClr val="05121A"/>
                </a:gs>
                <a:gs pos="100000">
                  <a:srgbClr val="05121A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  <a:effectLst>
              <a:outerShdw blurRad="152400" rotWithShape="0" algn="t" dir="5400000" dist="38100">
                <a:srgbClr val="5BB18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pic>
        <p:nvPicPr>
          <p:cNvPr descr="Open quotation mark outline" id="368" name="Google Shape;36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7986978" y="3825665"/>
            <a:ext cx="522841" cy="5228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9" name="Google Shape;369;p24"/>
          <p:cNvGrpSpPr/>
          <p:nvPr/>
        </p:nvGrpSpPr>
        <p:grpSpPr>
          <a:xfrm>
            <a:off x="-10335" y="1673433"/>
            <a:ext cx="3741302" cy="2880583"/>
            <a:chOff x="-10335" y="1462417"/>
            <a:chExt cx="3741302" cy="2880583"/>
          </a:xfrm>
        </p:grpSpPr>
        <p:sp>
          <p:nvSpPr>
            <p:cNvPr id="370" name="Google Shape;370;p24"/>
            <p:cNvSpPr/>
            <p:nvPr/>
          </p:nvSpPr>
          <p:spPr>
            <a:xfrm>
              <a:off x="-10335" y="3866747"/>
              <a:ext cx="1631922" cy="476253"/>
            </a:xfrm>
            <a:custGeom>
              <a:rect b="b" l="l" r="r" t="t"/>
              <a:pathLst>
                <a:path extrusionOk="0" h="476253" w="1454473">
                  <a:moveTo>
                    <a:pt x="0" y="476253"/>
                  </a:moveTo>
                  <a:cubicBezTo>
                    <a:pt x="392547" y="422891"/>
                    <a:pt x="954435" y="352108"/>
                    <a:pt x="1454473" y="0"/>
                  </a:cubicBezTo>
                </a:path>
              </a:pathLst>
            </a:custGeom>
            <a:noFill/>
            <a:ln cap="flat" cmpd="sng" w="15875">
              <a:solidFill>
                <a:srgbClr val="FADF4B">
                  <a:alpha val="784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4"/>
            <p:cNvSpPr/>
            <p:nvPr/>
          </p:nvSpPr>
          <p:spPr>
            <a:xfrm>
              <a:off x="1621587" y="2230353"/>
              <a:ext cx="1227904" cy="1636394"/>
            </a:xfrm>
            <a:custGeom>
              <a:rect b="b" l="l" r="r" t="t"/>
              <a:pathLst>
                <a:path extrusionOk="0" h="1636394" w="1094387">
                  <a:moveTo>
                    <a:pt x="0" y="1636394"/>
                  </a:moveTo>
                  <a:cubicBezTo>
                    <a:pt x="500038" y="1284286"/>
                    <a:pt x="818665" y="435891"/>
                    <a:pt x="1094387" y="0"/>
                  </a:cubicBezTo>
                </a:path>
              </a:pathLst>
            </a:custGeom>
            <a:noFill/>
            <a:ln cap="flat" cmpd="sng" w="15875">
              <a:solidFill>
                <a:srgbClr val="FADF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4"/>
            <p:cNvSpPr/>
            <p:nvPr/>
          </p:nvSpPr>
          <p:spPr>
            <a:xfrm>
              <a:off x="2849491" y="1462417"/>
              <a:ext cx="881476" cy="767936"/>
            </a:xfrm>
            <a:custGeom>
              <a:rect b="b" l="l" r="r" t="t"/>
              <a:pathLst>
                <a:path extrusionOk="0" h="767936" w="785628">
                  <a:moveTo>
                    <a:pt x="0" y="767936"/>
                  </a:moveTo>
                  <a:cubicBezTo>
                    <a:pt x="275722" y="332045"/>
                    <a:pt x="472165" y="217602"/>
                    <a:pt x="785628" y="0"/>
                  </a:cubicBezTo>
                </a:path>
              </a:pathLst>
            </a:custGeom>
            <a:noFill/>
            <a:ln cap="flat" cmpd="sng" w="15875">
              <a:solidFill>
                <a:srgbClr val="FADF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5"/>
          <p:cNvSpPr/>
          <p:nvPr/>
        </p:nvSpPr>
        <p:spPr>
          <a:xfrm rot="10800000">
            <a:off x="0" y="1309338"/>
            <a:ext cx="9144000" cy="3423000"/>
          </a:xfrm>
          <a:prstGeom prst="rect">
            <a:avLst/>
          </a:prstGeom>
          <a:gradFill>
            <a:gsLst>
              <a:gs pos="0">
                <a:srgbClr val="5BB180"/>
              </a:gs>
              <a:gs pos="29000">
                <a:srgbClr val="05121A"/>
              </a:gs>
              <a:gs pos="100000">
                <a:srgbClr val="05121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378" name="Google Shape;378;p25"/>
          <p:cNvPicPr preferRelativeResize="0"/>
          <p:nvPr/>
        </p:nvPicPr>
        <p:blipFill rotWithShape="1">
          <a:blip r:embed="rId3">
            <a:alphaModFix/>
          </a:blip>
          <a:srcRect b="13873" l="5205" r="42969" t="66728"/>
          <a:stretch/>
        </p:blipFill>
        <p:spPr>
          <a:xfrm>
            <a:off x="730816" y="1309422"/>
            <a:ext cx="7345680" cy="2749742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5"/>
          <p:cNvSpPr/>
          <p:nvPr/>
        </p:nvSpPr>
        <p:spPr>
          <a:xfrm>
            <a:off x="2476500" y="915989"/>
            <a:ext cx="6416675" cy="3554411"/>
          </a:xfrm>
          <a:prstGeom prst="roundRect">
            <a:avLst>
              <a:gd fmla="val 2907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00000" dist="25400">
              <a:srgbClr val="091450">
                <a:alpha val="1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5"/>
          <p:cNvSpPr txBox="1"/>
          <p:nvPr>
            <p:ph type="title"/>
          </p:nvPr>
        </p:nvSpPr>
        <p:spPr>
          <a:xfrm>
            <a:off x="250825" y="273844"/>
            <a:ext cx="8642350" cy="624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pen Sans"/>
              <a:buNone/>
            </a:pPr>
            <a:r>
              <a:rPr lang="mn-MN"/>
              <a:t>Өгөгдөл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25"/>
          <p:cNvSpPr txBox="1"/>
          <p:nvPr>
            <p:ph idx="12" type="sldNum"/>
          </p:nvPr>
        </p:nvSpPr>
        <p:spPr>
          <a:xfrm>
            <a:off x="8582089" y="4748642"/>
            <a:ext cx="3110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5"/>
          <p:cNvSpPr/>
          <p:nvPr/>
        </p:nvSpPr>
        <p:spPr>
          <a:xfrm flipH="1" rot="10800000">
            <a:off x="0" y="5143500"/>
            <a:ext cx="9144000" cy="5798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383" name="Google Shape;383;p25"/>
          <p:cNvGrpSpPr/>
          <p:nvPr/>
        </p:nvGrpSpPr>
        <p:grpSpPr>
          <a:xfrm>
            <a:off x="250824" y="1588158"/>
            <a:ext cx="1833411" cy="1132144"/>
            <a:chOff x="250824" y="1936169"/>
            <a:chExt cx="1833411" cy="1132144"/>
          </a:xfrm>
        </p:grpSpPr>
        <p:sp>
          <p:nvSpPr>
            <p:cNvPr id="384" name="Google Shape;384;p25"/>
            <p:cNvSpPr txBox="1"/>
            <p:nvPr/>
          </p:nvSpPr>
          <p:spPr>
            <a:xfrm flipH="1">
              <a:off x="250824" y="2321985"/>
              <a:ext cx="1833411" cy="746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mn-MN" sz="1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Бид хэрэглэгчдэдээ үнэ цэн бүтээхийг зорьдог. </a:t>
              </a:r>
              <a:endParaRPr/>
            </a:p>
          </p:txBody>
        </p:sp>
        <p:sp>
          <p:nvSpPr>
            <p:cNvPr id="385" name="Google Shape;385;p25"/>
            <p:cNvSpPr txBox="1"/>
            <p:nvPr/>
          </p:nvSpPr>
          <p:spPr>
            <a:xfrm flipH="1">
              <a:off x="250824" y="1936169"/>
              <a:ext cx="1833411" cy="315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mn-MN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ҮР ДҮН</a:t>
              </a:r>
              <a:endParaRPr/>
            </a:p>
          </p:txBody>
        </p:sp>
      </p:grpSp>
      <p:grpSp>
        <p:nvGrpSpPr>
          <p:cNvPr id="386" name="Google Shape;386;p25"/>
          <p:cNvGrpSpPr/>
          <p:nvPr/>
        </p:nvGrpSpPr>
        <p:grpSpPr>
          <a:xfrm>
            <a:off x="250825" y="3777905"/>
            <a:ext cx="1908968" cy="785765"/>
            <a:chOff x="250825" y="3987836"/>
            <a:chExt cx="1908968" cy="785765"/>
          </a:xfrm>
        </p:grpSpPr>
        <p:sp>
          <p:nvSpPr>
            <p:cNvPr id="387" name="Google Shape;387;p25"/>
            <p:cNvSpPr txBox="1"/>
            <p:nvPr/>
          </p:nvSpPr>
          <p:spPr>
            <a:xfrm flipH="1">
              <a:off x="540393" y="3987836"/>
              <a:ext cx="16194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mn-MN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Товч тайлбар энд</a:t>
              </a:r>
              <a:endParaRPr/>
            </a:p>
          </p:txBody>
        </p:sp>
        <p:sp>
          <p:nvSpPr>
            <p:cNvPr id="388" name="Google Shape;388;p25"/>
            <p:cNvSpPr txBox="1"/>
            <p:nvPr/>
          </p:nvSpPr>
          <p:spPr>
            <a:xfrm flipH="1">
              <a:off x="540393" y="4396501"/>
              <a:ext cx="16194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mn-MN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Зорилтын нэр энд</a:t>
              </a:r>
              <a:endParaRPr/>
            </a:p>
          </p:txBody>
        </p:sp>
        <p:cxnSp>
          <p:nvCxnSpPr>
            <p:cNvPr id="389" name="Google Shape;389;p25"/>
            <p:cNvCxnSpPr/>
            <p:nvPr/>
          </p:nvCxnSpPr>
          <p:spPr>
            <a:xfrm>
              <a:off x="250825" y="4380710"/>
              <a:ext cx="1833300" cy="0"/>
            </a:xfrm>
            <a:prstGeom prst="straightConnector1">
              <a:avLst/>
            </a:prstGeom>
            <a:noFill/>
            <a:ln cap="flat" cmpd="sng" w="9525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90" name="Google Shape;390;p25"/>
            <p:cNvGrpSpPr/>
            <p:nvPr/>
          </p:nvGrpSpPr>
          <p:grpSpPr>
            <a:xfrm>
              <a:off x="262840" y="4471949"/>
              <a:ext cx="172989" cy="172989"/>
              <a:chOff x="-436588" y="4061998"/>
              <a:chExt cx="358800" cy="358800"/>
            </a:xfrm>
          </p:grpSpPr>
          <p:sp>
            <p:nvSpPr>
              <p:cNvPr id="391" name="Google Shape;391;p25"/>
              <p:cNvSpPr/>
              <p:nvPr/>
            </p:nvSpPr>
            <p:spPr>
              <a:xfrm>
                <a:off x="-436588" y="4061998"/>
                <a:ext cx="358800" cy="358800"/>
              </a:xfrm>
              <a:prstGeom prst="ellipse">
                <a:avLst/>
              </a:prstGeom>
              <a:solidFill>
                <a:srgbClr val="5BB18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heckmark outline" id="392" name="Google Shape;392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370189" y="4142310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93" name="Google Shape;393;p25"/>
            <p:cNvGrpSpPr/>
            <p:nvPr/>
          </p:nvGrpSpPr>
          <p:grpSpPr>
            <a:xfrm>
              <a:off x="262853" y="4064880"/>
              <a:ext cx="172989" cy="172989"/>
              <a:chOff x="-436562" y="3874757"/>
              <a:chExt cx="358800" cy="358800"/>
            </a:xfrm>
          </p:grpSpPr>
          <p:sp>
            <p:nvSpPr>
              <p:cNvPr id="394" name="Google Shape;394;p25"/>
              <p:cNvSpPr/>
              <p:nvPr/>
            </p:nvSpPr>
            <p:spPr>
              <a:xfrm>
                <a:off x="-436562" y="3874757"/>
                <a:ext cx="358800" cy="358800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lose outline" id="395" name="Google Shape;395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368478" y="3952942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396" name="Google Shape;396;p25"/>
          <p:cNvSpPr/>
          <p:nvPr/>
        </p:nvSpPr>
        <p:spPr>
          <a:xfrm>
            <a:off x="2644772" y="1042985"/>
            <a:ext cx="6080128" cy="578467"/>
          </a:xfrm>
          <a:prstGeom prst="round2SameRect">
            <a:avLst>
              <a:gd fmla="val 10344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7" name="Google Shape;397;p25"/>
          <p:cNvGraphicFramePr/>
          <p:nvPr/>
        </p:nvGraphicFramePr>
        <p:xfrm>
          <a:off x="2644772" y="10429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{D6DA74CA-25A8-415B-A61D-E1F50912612E}</a:tableStyleId>
              </a:tblPr>
              <a:tblGrid>
                <a:gridCol w="1520025"/>
                <a:gridCol w="1520025"/>
                <a:gridCol w="1520025"/>
                <a:gridCol w="1520025"/>
              </a:tblGrid>
              <a:tr h="432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Open Sans"/>
                        <a:buNone/>
                      </a:pPr>
                      <a:r>
                        <a:rPr b="1" lang="mn-MN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Тайлбар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Open Sans"/>
                        <a:buNone/>
                      </a:pPr>
                      <a:r>
                        <a:rPr b="1" lang="mn-MN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Зорилт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 anchor="ctr">
                    <a:lnL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Open Sans"/>
                        <a:buNone/>
                      </a:pPr>
                      <a:r>
                        <a:rPr b="1" lang="mn-MN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Санаа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 anchor="ctr">
                    <a:lnL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Open Sans"/>
                        <a:buNone/>
                      </a:pPr>
                      <a:r>
                        <a:rPr b="1" i="0" lang="mn-MN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Үр </a:t>
                      </a:r>
                      <a:r>
                        <a:rPr b="1" lang="mn-MN" sz="11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дүн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 anchor="ctr">
                    <a:lnL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3275" marB="33275" marR="174625" marL="1746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EABA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398" name="Google Shape;398;p25"/>
          <p:cNvGrpSpPr/>
          <p:nvPr/>
        </p:nvGrpSpPr>
        <p:grpSpPr>
          <a:xfrm>
            <a:off x="3290537" y="1591211"/>
            <a:ext cx="172942" cy="2619263"/>
            <a:chOff x="3069557" y="1591211"/>
            <a:chExt cx="172942" cy="2619263"/>
          </a:xfrm>
        </p:grpSpPr>
        <p:grpSp>
          <p:nvGrpSpPr>
            <p:cNvPr id="399" name="Google Shape;399;p25"/>
            <p:cNvGrpSpPr/>
            <p:nvPr/>
          </p:nvGrpSpPr>
          <p:grpSpPr>
            <a:xfrm>
              <a:off x="3069557" y="1591211"/>
              <a:ext cx="172942" cy="172942"/>
              <a:chOff x="-436562" y="3951136"/>
              <a:chExt cx="358702" cy="358702"/>
            </a:xfrm>
          </p:grpSpPr>
          <p:sp>
            <p:nvSpPr>
              <p:cNvPr id="400" name="Google Shape;400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lose outline" id="401" name="Google Shape;401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368478" y="4029321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02" name="Google Shape;402;p25"/>
            <p:cNvGrpSpPr/>
            <p:nvPr/>
          </p:nvGrpSpPr>
          <p:grpSpPr>
            <a:xfrm>
              <a:off x="3069557" y="1998931"/>
              <a:ext cx="172942" cy="172942"/>
              <a:chOff x="-436562" y="3951136"/>
              <a:chExt cx="358702" cy="358702"/>
            </a:xfrm>
          </p:grpSpPr>
          <p:sp>
            <p:nvSpPr>
              <p:cNvPr id="403" name="Google Shape;403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lose outline" id="404" name="Google Shape;404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368478" y="4029321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05" name="Google Shape;405;p25"/>
            <p:cNvGrpSpPr/>
            <p:nvPr/>
          </p:nvGrpSpPr>
          <p:grpSpPr>
            <a:xfrm>
              <a:off x="3069557" y="2406651"/>
              <a:ext cx="172942" cy="172942"/>
              <a:chOff x="-436562" y="3951136"/>
              <a:chExt cx="358702" cy="358702"/>
            </a:xfrm>
          </p:grpSpPr>
          <p:sp>
            <p:nvSpPr>
              <p:cNvPr id="406" name="Google Shape;406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lose outline" id="407" name="Google Shape;407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368478" y="4029321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08" name="Google Shape;408;p25"/>
            <p:cNvGrpSpPr/>
            <p:nvPr/>
          </p:nvGrpSpPr>
          <p:grpSpPr>
            <a:xfrm>
              <a:off x="3069557" y="2814371"/>
              <a:ext cx="172942" cy="172942"/>
              <a:chOff x="-436562" y="3951136"/>
              <a:chExt cx="358702" cy="358702"/>
            </a:xfrm>
          </p:grpSpPr>
          <p:sp>
            <p:nvSpPr>
              <p:cNvPr id="409" name="Google Shape;409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5BB18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heckmark outline" id="410" name="Google Shape;410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368478" y="4029322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1" name="Google Shape;411;p25"/>
            <p:cNvGrpSpPr/>
            <p:nvPr/>
          </p:nvGrpSpPr>
          <p:grpSpPr>
            <a:xfrm>
              <a:off x="3069557" y="3222091"/>
              <a:ext cx="172942" cy="172942"/>
              <a:chOff x="-436562" y="3951136"/>
              <a:chExt cx="358702" cy="358702"/>
            </a:xfrm>
          </p:grpSpPr>
          <p:sp>
            <p:nvSpPr>
              <p:cNvPr id="412" name="Google Shape;412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5BB18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heckmark outline" id="413" name="Google Shape;413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368478" y="4029322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4" name="Google Shape;414;p25"/>
            <p:cNvGrpSpPr/>
            <p:nvPr/>
          </p:nvGrpSpPr>
          <p:grpSpPr>
            <a:xfrm>
              <a:off x="3069557" y="3629811"/>
              <a:ext cx="172942" cy="172942"/>
              <a:chOff x="-436562" y="3951136"/>
              <a:chExt cx="358702" cy="358702"/>
            </a:xfrm>
          </p:grpSpPr>
          <p:sp>
            <p:nvSpPr>
              <p:cNvPr id="415" name="Google Shape;415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5BB18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heckmark outline" id="416" name="Google Shape;416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368478" y="4029322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7" name="Google Shape;417;p25"/>
            <p:cNvGrpSpPr/>
            <p:nvPr/>
          </p:nvGrpSpPr>
          <p:grpSpPr>
            <a:xfrm>
              <a:off x="3069557" y="4037532"/>
              <a:ext cx="172942" cy="172942"/>
              <a:chOff x="-436562" y="3951136"/>
              <a:chExt cx="358702" cy="358702"/>
            </a:xfrm>
          </p:grpSpPr>
          <p:sp>
            <p:nvSpPr>
              <p:cNvPr id="418" name="Google Shape;418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lose outline" id="419" name="Google Shape;419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368478" y="4029321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20" name="Google Shape;420;p25"/>
          <p:cNvGrpSpPr/>
          <p:nvPr/>
        </p:nvGrpSpPr>
        <p:grpSpPr>
          <a:xfrm>
            <a:off x="4828209" y="1591211"/>
            <a:ext cx="172942" cy="2619263"/>
            <a:chOff x="4685333" y="1591211"/>
            <a:chExt cx="172942" cy="2619263"/>
          </a:xfrm>
        </p:grpSpPr>
        <p:grpSp>
          <p:nvGrpSpPr>
            <p:cNvPr id="421" name="Google Shape;421;p25"/>
            <p:cNvGrpSpPr/>
            <p:nvPr/>
          </p:nvGrpSpPr>
          <p:grpSpPr>
            <a:xfrm>
              <a:off x="4685333" y="2814371"/>
              <a:ext cx="172942" cy="172942"/>
              <a:chOff x="-436562" y="3951136"/>
              <a:chExt cx="358702" cy="358702"/>
            </a:xfrm>
          </p:grpSpPr>
          <p:sp>
            <p:nvSpPr>
              <p:cNvPr id="422" name="Google Shape;422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5BB18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heckmark outline" id="423" name="Google Shape;423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368478" y="4029322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24" name="Google Shape;424;p25"/>
            <p:cNvGrpSpPr/>
            <p:nvPr/>
          </p:nvGrpSpPr>
          <p:grpSpPr>
            <a:xfrm>
              <a:off x="4685333" y="3222091"/>
              <a:ext cx="172942" cy="172942"/>
              <a:chOff x="-436562" y="3951136"/>
              <a:chExt cx="358702" cy="358702"/>
            </a:xfrm>
          </p:grpSpPr>
          <p:sp>
            <p:nvSpPr>
              <p:cNvPr id="425" name="Google Shape;425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5BB18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heckmark outline" id="426" name="Google Shape;426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368478" y="4029322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27" name="Google Shape;427;p25"/>
            <p:cNvGrpSpPr/>
            <p:nvPr/>
          </p:nvGrpSpPr>
          <p:grpSpPr>
            <a:xfrm>
              <a:off x="4685333" y="4037532"/>
              <a:ext cx="172942" cy="172942"/>
              <a:chOff x="-436562" y="3951136"/>
              <a:chExt cx="358702" cy="358702"/>
            </a:xfrm>
          </p:grpSpPr>
          <p:sp>
            <p:nvSpPr>
              <p:cNvPr id="428" name="Google Shape;428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5BB18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heckmark outline" id="429" name="Google Shape;429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368478" y="4029322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30" name="Google Shape;430;p25"/>
            <p:cNvGrpSpPr/>
            <p:nvPr/>
          </p:nvGrpSpPr>
          <p:grpSpPr>
            <a:xfrm>
              <a:off x="4685333" y="1591211"/>
              <a:ext cx="172942" cy="172942"/>
              <a:chOff x="-436562" y="3951136"/>
              <a:chExt cx="358702" cy="358702"/>
            </a:xfrm>
          </p:grpSpPr>
          <p:sp>
            <p:nvSpPr>
              <p:cNvPr id="431" name="Google Shape;431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5BB18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heckmark outline" id="432" name="Google Shape;432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368478" y="4029322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33" name="Google Shape;433;p25"/>
            <p:cNvGrpSpPr/>
            <p:nvPr/>
          </p:nvGrpSpPr>
          <p:grpSpPr>
            <a:xfrm>
              <a:off x="4685333" y="1998931"/>
              <a:ext cx="172942" cy="172942"/>
              <a:chOff x="-436562" y="3951136"/>
              <a:chExt cx="358702" cy="358702"/>
            </a:xfrm>
          </p:grpSpPr>
          <p:sp>
            <p:nvSpPr>
              <p:cNvPr id="434" name="Google Shape;434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5BB18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heckmark outline" id="435" name="Google Shape;435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368478" y="4029322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36" name="Google Shape;436;p25"/>
            <p:cNvGrpSpPr/>
            <p:nvPr/>
          </p:nvGrpSpPr>
          <p:grpSpPr>
            <a:xfrm>
              <a:off x="4685333" y="2406651"/>
              <a:ext cx="172942" cy="172942"/>
              <a:chOff x="-436562" y="3951136"/>
              <a:chExt cx="358702" cy="358702"/>
            </a:xfrm>
          </p:grpSpPr>
          <p:sp>
            <p:nvSpPr>
              <p:cNvPr id="437" name="Google Shape;437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lose outline" id="438" name="Google Shape;438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368478" y="4029321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39" name="Google Shape;439;p25"/>
            <p:cNvGrpSpPr/>
            <p:nvPr/>
          </p:nvGrpSpPr>
          <p:grpSpPr>
            <a:xfrm>
              <a:off x="4685333" y="3629811"/>
              <a:ext cx="172942" cy="172942"/>
              <a:chOff x="-436562" y="3951136"/>
              <a:chExt cx="358702" cy="358702"/>
            </a:xfrm>
          </p:grpSpPr>
          <p:sp>
            <p:nvSpPr>
              <p:cNvPr id="440" name="Google Shape;440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lose outline" id="441" name="Google Shape;441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368478" y="4029321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42" name="Google Shape;442;p25"/>
          <p:cNvGrpSpPr/>
          <p:nvPr/>
        </p:nvGrpSpPr>
        <p:grpSpPr>
          <a:xfrm>
            <a:off x="6365881" y="1591211"/>
            <a:ext cx="172942" cy="2619263"/>
            <a:chOff x="6288423" y="1591211"/>
            <a:chExt cx="172942" cy="2619263"/>
          </a:xfrm>
        </p:grpSpPr>
        <p:grpSp>
          <p:nvGrpSpPr>
            <p:cNvPr id="443" name="Google Shape;443;p25"/>
            <p:cNvGrpSpPr/>
            <p:nvPr/>
          </p:nvGrpSpPr>
          <p:grpSpPr>
            <a:xfrm>
              <a:off x="6288423" y="1591211"/>
              <a:ext cx="172942" cy="172942"/>
              <a:chOff x="-436562" y="3951136"/>
              <a:chExt cx="358702" cy="358702"/>
            </a:xfrm>
          </p:grpSpPr>
          <p:sp>
            <p:nvSpPr>
              <p:cNvPr id="444" name="Google Shape;444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5BB18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heckmark outline" id="445" name="Google Shape;445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368478" y="4029322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46" name="Google Shape;446;p25"/>
            <p:cNvGrpSpPr/>
            <p:nvPr/>
          </p:nvGrpSpPr>
          <p:grpSpPr>
            <a:xfrm>
              <a:off x="6288423" y="4037532"/>
              <a:ext cx="172942" cy="172942"/>
              <a:chOff x="-436562" y="3951136"/>
              <a:chExt cx="358702" cy="358702"/>
            </a:xfrm>
          </p:grpSpPr>
          <p:sp>
            <p:nvSpPr>
              <p:cNvPr id="447" name="Google Shape;447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5BB18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heckmark outline" id="448" name="Google Shape;448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368478" y="4029322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49" name="Google Shape;449;p25"/>
            <p:cNvGrpSpPr/>
            <p:nvPr/>
          </p:nvGrpSpPr>
          <p:grpSpPr>
            <a:xfrm>
              <a:off x="6288423" y="3629811"/>
              <a:ext cx="172942" cy="172942"/>
              <a:chOff x="-436562" y="3951136"/>
              <a:chExt cx="358702" cy="358702"/>
            </a:xfrm>
          </p:grpSpPr>
          <p:sp>
            <p:nvSpPr>
              <p:cNvPr id="450" name="Google Shape;450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5BB18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heckmark outline" id="451" name="Google Shape;451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368478" y="4029322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52" name="Google Shape;452;p25"/>
            <p:cNvGrpSpPr/>
            <p:nvPr/>
          </p:nvGrpSpPr>
          <p:grpSpPr>
            <a:xfrm>
              <a:off x="6288423" y="2406651"/>
              <a:ext cx="172942" cy="172942"/>
              <a:chOff x="-436562" y="3951136"/>
              <a:chExt cx="358702" cy="358702"/>
            </a:xfrm>
          </p:grpSpPr>
          <p:sp>
            <p:nvSpPr>
              <p:cNvPr id="453" name="Google Shape;453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5BB18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heckmark outline" id="454" name="Google Shape;454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368478" y="4029322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55" name="Google Shape;455;p25"/>
            <p:cNvGrpSpPr/>
            <p:nvPr/>
          </p:nvGrpSpPr>
          <p:grpSpPr>
            <a:xfrm>
              <a:off x="6288423" y="3222091"/>
              <a:ext cx="172942" cy="172942"/>
              <a:chOff x="-436562" y="3951136"/>
              <a:chExt cx="358702" cy="358702"/>
            </a:xfrm>
          </p:grpSpPr>
          <p:sp>
            <p:nvSpPr>
              <p:cNvPr id="456" name="Google Shape;456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lose outline" id="457" name="Google Shape;457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368478" y="4029321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58" name="Google Shape;458;p25"/>
            <p:cNvGrpSpPr/>
            <p:nvPr/>
          </p:nvGrpSpPr>
          <p:grpSpPr>
            <a:xfrm>
              <a:off x="6288423" y="2814371"/>
              <a:ext cx="172942" cy="172942"/>
              <a:chOff x="-436562" y="3951136"/>
              <a:chExt cx="358702" cy="358702"/>
            </a:xfrm>
          </p:grpSpPr>
          <p:sp>
            <p:nvSpPr>
              <p:cNvPr id="459" name="Google Shape;459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lose outline" id="460" name="Google Shape;460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368478" y="4029321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1" name="Google Shape;461;p25"/>
            <p:cNvGrpSpPr/>
            <p:nvPr/>
          </p:nvGrpSpPr>
          <p:grpSpPr>
            <a:xfrm>
              <a:off x="6288423" y="1998931"/>
              <a:ext cx="172942" cy="172942"/>
              <a:chOff x="-436562" y="3951136"/>
              <a:chExt cx="358702" cy="358702"/>
            </a:xfrm>
          </p:grpSpPr>
          <p:sp>
            <p:nvSpPr>
              <p:cNvPr id="462" name="Google Shape;462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lose outline" id="463" name="Google Shape;463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368478" y="4029321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64" name="Google Shape;464;p25"/>
          <p:cNvGrpSpPr/>
          <p:nvPr/>
        </p:nvGrpSpPr>
        <p:grpSpPr>
          <a:xfrm>
            <a:off x="7903554" y="1591211"/>
            <a:ext cx="172942" cy="2619263"/>
            <a:chOff x="7903554" y="1591211"/>
            <a:chExt cx="172942" cy="2619263"/>
          </a:xfrm>
        </p:grpSpPr>
        <p:grpSp>
          <p:nvGrpSpPr>
            <p:cNvPr id="465" name="Google Shape;465;p25"/>
            <p:cNvGrpSpPr/>
            <p:nvPr/>
          </p:nvGrpSpPr>
          <p:grpSpPr>
            <a:xfrm>
              <a:off x="7903554" y="1591211"/>
              <a:ext cx="172942" cy="172942"/>
              <a:chOff x="-436562" y="3951136"/>
              <a:chExt cx="358702" cy="358702"/>
            </a:xfrm>
          </p:grpSpPr>
          <p:sp>
            <p:nvSpPr>
              <p:cNvPr id="466" name="Google Shape;466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5BB18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heckmark outline" id="467" name="Google Shape;467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368478" y="4029322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68" name="Google Shape;468;p25"/>
            <p:cNvGrpSpPr/>
            <p:nvPr/>
          </p:nvGrpSpPr>
          <p:grpSpPr>
            <a:xfrm>
              <a:off x="7903554" y="3629811"/>
              <a:ext cx="172942" cy="172942"/>
              <a:chOff x="-436562" y="3951136"/>
              <a:chExt cx="358702" cy="358702"/>
            </a:xfrm>
          </p:grpSpPr>
          <p:sp>
            <p:nvSpPr>
              <p:cNvPr id="469" name="Google Shape;469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5BB18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heckmark outline" id="470" name="Google Shape;470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368478" y="4029322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1" name="Google Shape;471;p25"/>
            <p:cNvGrpSpPr/>
            <p:nvPr/>
          </p:nvGrpSpPr>
          <p:grpSpPr>
            <a:xfrm>
              <a:off x="7903554" y="2406651"/>
              <a:ext cx="172942" cy="172942"/>
              <a:chOff x="-436562" y="3951136"/>
              <a:chExt cx="358702" cy="358702"/>
            </a:xfrm>
          </p:grpSpPr>
          <p:sp>
            <p:nvSpPr>
              <p:cNvPr id="472" name="Google Shape;472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5BB18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heckmark outline" id="473" name="Google Shape;473;p2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368478" y="4029322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4" name="Google Shape;474;p25"/>
            <p:cNvGrpSpPr/>
            <p:nvPr/>
          </p:nvGrpSpPr>
          <p:grpSpPr>
            <a:xfrm>
              <a:off x="7903554" y="3222091"/>
              <a:ext cx="172942" cy="172942"/>
              <a:chOff x="-436562" y="3951136"/>
              <a:chExt cx="358702" cy="358702"/>
            </a:xfrm>
          </p:grpSpPr>
          <p:sp>
            <p:nvSpPr>
              <p:cNvPr id="475" name="Google Shape;475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lose outline" id="476" name="Google Shape;476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368478" y="4029321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77" name="Google Shape;477;p25"/>
            <p:cNvGrpSpPr/>
            <p:nvPr/>
          </p:nvGrpSpPr>
          <p:grpSpPr>
            <a:xfrm>
              <a:off x="7903554" y="2814371"/>
              <a:ext cx="172942" cy="172942"/>
              <a:chOff x="-436562" y="3951136"/>
              <a:chExt cx="358702" cy="358702"/>
            </a:xfrm>
          </p:grpSpPr>
          <p:sp>
            <p:nvSpPr>
              <p:cNvPr id="478" name="Google Shape;478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lose outline" id="479" name="Google Shape;479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368478" y="4029321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80" name="Google Shape;480;p25"/>
            <p:cNvGrpSpPr/>
            <p:nvPr/>
          </p:nvGrpSpPr>
          <p:grpSpPr>
            <a:xfrm>
              <a:off x="7903554" y="1998931"/>
              <a:ext cx="172942" cy="172942"/>
              <a:chOff x="-436562" y="3951136"/>
              <a:chExt cx="358702" cy="358702"/>
            </a:xfrm>
          </p:grpSpPr>
          <p:sp>
            <p:nvSpPr>
              <p:cNvPr id="481" name="Google Shape;481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lose outline" id="482" name="Google Shape;482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368478" y="4029321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83" name="Google Shape;483;p25"/>
            <p:cNvGrpSpPr/>
            <p:nvPr/>
          </p:nvGrpSpPr>
          <p:grpSpPr>
            <a:xfrm>
              <a:off x="7903554" y="4037532"/>
              <a:ext cx="172942" cy="172942"/>
              <a:chOff x="-436562" y="3951136"/>
              <a:chExt cx="358702" cy="358702"/>
            </a:xfrm>
          </p:grpSpPr>
          <p:sp>
            <p:nvSpPr>
              <p:cNvPr id="484" name="Google Shape;484;p25"/>
              <p:cNvSpPr/>
              <p:nvPr/>
            </p:nvSpPr>
            <p:spPr>
              <a:xfrm>
                <a:off x="-436562" y="3951136"/>
                <a:ext cx="358702" cy="358702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descr="Close outline" id="485" name="Google Shape;485;p2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368478" y="4029321"/>
                <a:ext cx="225926" cy="22592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6"/>
          <p:cNvSpPr/>
          <p:nvPr/>
        </p:nvSpPr>
        <p:spPr>
          <a:xfrm flipH="1">
            <a:off x="0" y="2417372"/>
            <a:ext cx="9144000" cy="932877"/>
          </a:xfrm>
          <a:prstGeom prst="rect">
            <a:avLst/>
          </a:prstGeom>
          <a:solidFill>
            <a:srgbClr val="D0D6E6">
              <a:alpha val="24705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6"/>
          <p:cNvSpPr txBox="1"/>
          <p:nvPr>
            <p:ph type="title"/>
          </p:nvPr>
        </p:nvSpPr>
        <p:spPr>
          <a:xfrm>
            <a:off x="250825" y="273844"/>
            <a:ext cx="8642350" cy="624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pen Sans"/>
              <a:buNone/>
            </a:pPr>
            <a:r>
              <a:rPr lang="mn-MN"/>
              <a:t>Гол олдворууд</a:t>
            </a:r>
            <a:endParaRPr/>
          </a:p>
        </p:txBody>
      </p:sp>
      <p:sp>
        <p:nvSpPr>
          <p:cNvPr id="492" name="Google Shape;492;p26"/>
          <p:cNvSpPr/>
          <p:nvPr/>
        </p:nvSpPr>
        <p:spPr>
          <a:xfrm rot="10800000">
            <a:off x="0" y="3261618"/>
            <a:ext cx="9144000" cy="1881882"/>
          </a:xfrm>
          <a:prstGeom prst="rect">
            <a:avLst/>
          </a:prstGeom>
          <a:gradFill>
            <a:gsLst>
              <a:gs pos="0">
                <a:srgbClr val="5BB180"/>
              </a:gs>
              <a:gs pos="29000">
                <a:srgbClr val="05121A"/>
              </a:gs>
              <a:gs pos="100000">
                <a:srgbClr val="05121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93" name="Google Shape;493;p26"/>
          <p:cNvSpPr txBox="1"/>
          <p:nvPr>
            <p:ph idx="12" type="sldNum"/>
          </p:nvPr>
        </p:nvSpPr>
        <p:spPr>
          <a:xfrm>
            <a:off x="8582089" y="4748642"/>
            <a:ext cx="3110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4" name="Google Shape;494;p26"/>
          <p:cNvPicPr preferRelativeResize="0"/>
          <p:nvPr/>
        </p:nvPicPr>
        <p:blipFill rotWithShape="1">
          <a:blip r:embed="rId3">
            <a:alphaModFix/>
          </a:blip>
          <a:srcRect b="29786" l="0" r="45156" t="58927"/>
          <a:stretch/>
        </p:blipFill>
        <p:spPr>
          <a:xfrm>
            <a:off x="-2" y="3261619"/>
            <a:ext cx="9144002" cy="1881882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26"/>
          <p:cNvSpPr/>
          <p:nvPr/>
        </p:nvSpPr>
        <p:spPr>
          <a:xfrm>
            <a:off x="250825" y="1864656"/>
            <a:ext cx="8642349" cy="2867682"/>
          </a:xfrm>
          <a:prstGeom prst="roundRect">
            <a:avLst>
              <a:gd fmla="val 2860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96" name="Google Shape;496;p26"/>
          <p:cNvGrpSpPr/>
          <p:nvPr/>
        </p:nvGrpSpPr>
        <p:grpSpPr>
          <a:xfrm>
            <a:off x="727274" y="2674158"/>
            <a:ext cx="1675062" cy="1555367"/>
            <a:chOff x="727273" y="2601922"/>
            <a:chExt cx="1833411" cy="1555367"/>
          </a:xfrm>
        </p:grpSpPr>
        <p:sp>
          <p:nvSpPr>
            <p:cNvPr id="497" name="Google Shape;497;p26"/>
            <p:cNvSpPr txBox="1"/>
            <p:nvPr/>
          </p:nvSpPr>
          <p:spPr>
            <a:xfrm flipH="1">
              <a:off x="727273" y="2987738"/>
              <a:ext cx="1833411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b="0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Дараагийн алхмуудаа тодорхой төлөвлөнө. </a:t>
              </a:r>
              <a:endParaRPr/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b="0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Өсөлтийг тогтмол хэмжиж, сайжруулна. </a:t>
              </a:r>
              <a:endParaRPr/>
            </a:p>
          </p:txBody>
        </p:sp>
        <p:sp>
          <p:nvSpPr>
            <p:cNvPr id="498" name="Google Shape;498;p26"/>
            <p:cNvSpPr txBox="1"/>
            <p:nvPr/>
          </p:nvSpPr>
          <p:spPr>
            <a:xfrm flipH="1">
              <a:off x="727273" y="2601922"/>
              <a:ext cx="1833411" cy="315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mn-MN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САНАА</a:t>
              </a:r>
              <a:endParaRPr/>
            </a:p>
          </p:txBody>
        </p:sp>
      </p:grpSp>
      <p:grpSp>
        <p:nvGrpSpPr>
          <p:cNvPr id="499" name="Google Shape;499;p26"/>
          <p:cNvGrpSpPr/>
          <p:nvPr/>
        </p:nvGrpSpPr>
        <p:grpSpPr>
          <a:xfrm>
            <a:off x="727273" y="1254155"/>
            <a:ext cx="1158539" cy="1158534"/>
            <a:chOff x="689173" y="2937193"/>
            <a:chExt cx="474981" cy="474979"/>
          </a:xfrm>
        </p:grpSpPr>
        <p:sp>
          <p:nvSpPr>
            <p:cNvPr id="500" name="Google Shape;500;p26"/>
            <p:cNvSpPr/>
            <p:nvPr/>
          </p:nvSpPr>
          <p:spPr>
            <a:xfrm>
              <a:off x="689173" y="2937193"/>
              <a:ext cx="474981" cy="474979"/>
            </a:xfrm>
            <a:prstGeom prst="ellipse">
              <a:avLst/>
            </a:prstGeom>
            <a:solidFill>
              <a:srgbClr val="D8D8D8">
                <a:alpha val="25882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6"/>
            <p:cNvSpPr/>
            <p:nvPr/>
          </p:nvSpPr>
          <p:spPr>
            <a:xfrm>
              <a:off x="733528" y="2981548"/>
              <a:ext cx="386272" cy="386270"/>
            </a:xfrm>
            <a:prstGeom prst="ellipse">
              <a:avLst/>
            </a:prstGeom>
            <a:gradFill>
              <a:gsLst>
                <a:gs pos="0">
                  <a:srgbClr val="5BB180"/>
                </a:gs>
                <a:gs pos="85000">
                  <a:srgbClr val="05121A"/>
                </a:gs>
                <a:gs pos="100000">
                  <a:srgbClr val="05121A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  <a:effectLst>
              <a:outerShdw blurRad="152400" rotWithShape="0" algn="t" dir="5400000" dist="38100">
                <a:srgbClr val="5BB18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2" name="Google Shape;502;p26"/>
          <p:cNvGrpSpPr/>
          <p:nvPr/>
        </p:nvGrpSpPr>
        <p:grpSpPr>
          <a:xfrm>
            <a:off x="2756055" y="2674158"/>
            <a:ext cx="1675062" cy="1555367"/>
            <a:chOff x="727273" y="2601922"/>
            <a:chExt cx="1833411" cy="1555367"/>
          </a:xfrm>
        </p:grpSpPr>
        <p:sp>
          <p:nvSpPr>
            <p:cNvPr id="503" name="Google Shape;503;p26"/>
            <p:cNvSpPr txBox="1"/>
            <p:nvPr/>
          </p:nvSpPr>
          <p:spPr>
            <a:xfrm flipH="1">
              <a:off x="727273" y="2987738"/>
              <a:ext cx="1833411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b="0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Гол үзүүлэлтүүдээ товч дурдана. </a:t>
              </a:r>
              <a:endParaRPr/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b="0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Хэрэглэгчийн хэрэгцээг нарийн судална. </a:t>
              </a:r>
              <a:endParaRPr/>
            </a:p>
          </p:txBody>
        </p:sp>
        <p:sp>
          <p:nvSpPr>
            <p:cNvPr id="504" name="Google Shape;504;p26"/>
            <p:cNvSpPr txBox="1"/>
            <p:nvPr/>
          </p:nvSpPr>
          <p:spPr>
            <a:xfrm flipH="1">
              <a:off x="727273" y="2601922"/>
              <a:ext cx="1833411" cy="315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mn-MN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АГУУЛГА</a:t>
              </a:r>
              <a:endParaRPr/>
            </a:p>
          </p:txBody>
        </p:sp>
      </p:grpSp>
      <p:grpSp>
        <p:nvGrpSpPr>
          <p:cNvPr id="505" name="Google Shape;505;p26"/>
          <p:cNvGrpSpPr/>
          <p:nvPr/>
        </p:nvGrpSpPr>
        <p:grpSpPr>
          <a:xfrm>
            <a:off x="2756054" y="1254155"/>
            <a:ext cx="1158539" cy="1158534"/>
            <a:chOff x="689173" y="2937193"/>
            <a:chExt cx="474981" cy="474979"/>
          </a:xfrm>
        </p:grpSpPr>
        <p:sp>
          <p:nvSpPr>
            <p:cNvPr id="506" name="Google Shape;506;p26"/>
            <p:cNvSpPr/>
            <p:nvPr/>
          </p:nvSpPr>
          <p:spPr>
            <a:xfrm>
              <a:off x="689173" y="2937193"/>
              <a:ext cx="474981" cy="474979"/>
            </a:xfrm>
            <a:prstGeom prst="ellipse">
              <a:avLst/>
            </a:prstGeom>
            <a:solidFill>
              <a:srgbClr val="D8D8D8">
                <a:alpha val="25882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26"/>
            <p:cNvSpPr/>
            <p:nvPr/>
          </p:nvSpPr>
          <p:spPr>
            <a:xfrm>
              <a:off x="733528" y="2981548"/>
              <a:ext cx="386272" cy="386270"/>
            </a:xfrm>
            <a:prstGeom prst="ellipse">
              <a:avLst/>
            </a:prstGeom>
            <a:gradFill>
              <a:gsLst>
                <a:gs pos="0">
                  <a:srgbClr val="5BB180"/>
                </a:gs>
                <a:gs pos="85000">
                  <a:srgbClr val="05121A"/>
                </a:gs>
                <a:gs pos="100000">
                  <a:srgbClr val="05121A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  <a:effectLst>
              <a:outerShdw blurRad="152400" rotWithShape="0" algn="t" dir="5400000" dist="38100">
                <a:srgbClr val="5BB18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8" name="Google Shape;508;p26"/>
          <p:cNvGrpSpPr/>
          <p:nvPr/>
        </p:nvGrpSpPr>
        <p:grpSpPr>
          <a:xfrm>
            <a:off x="4784836" y="2674158"/>
            <a:ext cx="1675062" cy="1555367"/>
            <a:chOff x="727273" y="2601922"/>
            <a:chExt cx="1833411" cy="1555367"/>
          </a:xfrm>
        </p:grpSpPr>
        <p:sp>
          <p:nvSpPr>
            <p:cNvPr id="509" name="Google Shape;509;p26"/>
            <p:cNvSpPr txBox="1"/>
            <p:nvPr/>
          </p:nvSpPr>
          <p:spPr>
            <a:xfrm flipH="1">
              <a:off x="727273" y="2987738"/>
              <a:ext cx="1833411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b="0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Шинэ боломжийг цаг алдалгүй ашиглана. </a:t>
              </a:r>
              <a:endParaRPr/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b="0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Үр дүнд суурилсан шийдлийг санал болгоно. </a:t>
              </a:r>
              <a:endParaRPr/>
            </a:p>
          </p:txBody>
        </p:sp>
        <p:sp>
          <p:nvSpPr>
            <p:cNvPr id="510" name="Google Shape;510;p26"/>
            <p:cNvSpPr txBox="1"/>
            <p:nvPr/>
          </p:nvSpPr>
          <p:spPr>
            <a:xfrm flipH="1">
              <a:off x="727273" y="2601922"/>
              <a:ext cx="1833411" cy="315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mn-MN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САНАА</a:t>
              </a:r>
              <a:endParaRPr/>
            </a:p>
          </p:txBody>
        </p:sp>
      </p:grpSp>
      <p:grpSp>
        <p:nvGrpSpPr>
          <p:cNvPr id="511" name="Google Shape;511;p26"/>
          <p:cNvGrpSpPr/>
          <p:nvPr/>
        </p:nvGrpSpPr>
        <p:grpSpPr>
          <a:xfrm>
            <a:off x="4784835" y="1254155"/>
            <a:ext cx="1158539" cy="1158534"/>
            <a:chOff x="689173" y="2937193"/>
            <a:chExt cx="474981" cy="474979"/>
          </a:xfrm>
        </p:grpSpPr>
        <p:sp>
          <p:nvSpPr>
            <p:cNvPr id="512" name="Google Shape;512;p26"/>
            <p:cNvSpPr/>
            <p:nvPr/>
          </p:nvSpPr>
          <p:spPr>
            <a:xfrm>
              <a:off x="689173" y="2937193"/>
              <a:ext cx="474981" cy="474979"/>
            </a:xfrm>
            <a:prstGeom prst="ellipse">
              <a:avLst/>
            </a:prstGeom>
            <a:solidFill>
              <a:srgbClr val="D8D8D8">
                <a:alpha val="25882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6"/>
            <p:cNvSpPr/>
            <p:nvPr/>
          </p:nvSpPr>
          <p:spPr>
            <a:xfrm>
              <a:off x="733528" y="2981548"/>
              <a:ext cx="386272" cy="386270"/>
            </a:xfrm>
            <a:prstGeom prst="ellipse">
              <a:avLst/>
            </a:prstGeom>
            <a:gradFill>
              <a:gsLst>
                <a:gs pos="0">
                  <a:srgbClr val="5BB180"/>
                </a:gs>
                <a:gs pos="85000">
                  <a:srgbClr val="05121A"/>
                </a:gs>
                <a:gs pos="100000">
                  <a:srgbClr val="05121A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  <a:effectLst>
              <a:outerShdw blurRad="152400" rotWithShape="0" algn="t" dir="5400000" dist="38100">
                <a:srgbClr val="5BB18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4" name="Google Shape;514;p26"/>
          <p:cNvGrpSpPr/>
          <p:nvPr/>
        </p:nvGrpSpPr>
        <p:grpSpPr>
          <a:xfrm>
            <a:off x="6813619" y="2674158"/>
            <a:ext cx="1675062" cy="1555367"/>
            <a:chOff x="727273" y="2601922"/>
            <a:chExt cx="1833411" cy="1555367"/>
          </a:xfrm>
        </p:grpSpPr>
        <p:sp>
          <p:nvSpPr>
            <p:cNvPr id="515" name="Google Shape;515;p26"/>
            <p:cNvSpPr txBox="1"/>
            <p:nvPr/>
          </p:nvSpPr>
          <p:spPr>
            <a:xfrm flipH="1">
              <a:off x="727273" y="2987738"/>
              <a:ext cx="1833411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71450" lvl="0" marL="1714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b="0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Технологийн шинэчлэлийг тасралтгүй нэвтрүүлнэ. </a:t>
              </a:r>
              <a:endParaRPr/>
            </a:p>
            <a:p>
              <a:pPr indent="-171450" lvl="0" marL="17145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Pts val="1100"/>
                <a:buFont typeface="Arial"/>
                <a:buChar char="•"/>
              </a:pPr>
              <a:r>
                <a:rPr b="0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Энд гол санаагаа бичнэ үү. </a:t>
              </a:r>
              <a:endParaRPr/>
            </a:p>
          </p:txBody>
        </p:sp>
        <p:sp>
          <p:nvSpPr>
            <p:cNvPr id="516" name="Google Shape;516;p26"/>
            <p:cNvSpPr txBox="1"/>
            <p:nvPr/>
          </p:nvSpPr>
          <p:spPr>
            <a:xfrm flipH="1">
              <a:off x="727273" y="2601922"/>
              <a:ext cx="1833411" cy="315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mn-MN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АГУУЛГА</a:t>
              </a:r>
              <a:endParaRPr/>
            </a:p>
          </p:txBody>
        </p:sp>
      </p:grpSp>
      <p:grpSp>
        <p:nvGrpSpPr>
          <p:cNvPr id="517" name="Google Shape;517;p26"/>
          <p:cNvGrpSpPr/>
          <p:nvPr/>
        </p:nvGrpSpPr>
        <p:grpSpPr>
          <a:xfrm>
            <a:off x="6813618" y="1254155"/>
            <a:ext cx="1158539" cy="1158534"/>
            <a:chOff x="689173" y="2937193"/>
            <a:chExt cx="474981" cy="474979"/>
          </a:xfrm>
        </p:grpSpPr>
        <p:sp>
          <p:nvSpPr>
            <p:cNvPr id="518" name="Google Shape;518;p26"/>
            <p:cNvSpPr/>
            <p:nvPr/>
          </p:nvSpPr>
          <p:spPr>
            <a:xfrm>
              <a:off x="689173" y="2937193"/>
              <a:ext cx="474981" cy="474979"/>
            </a:xfrm>
            <a:prstGeom prst="ellipse">
              <a:avLst/>
            </a:prstGeom>
            <a:solidFill>
              <a:srgbClr val="D8D8D8">
                <a:alpha val="25882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26"/>
            <p:cNvSpPr/>
            <p:nvPr/>
          </p:nvSpPr>
          <p:spPr>
            <a:xfrm>
              <a:off x="733528" y="2981548"/>
              <a:ext cx="386272" cy="386270"/>
            </a:xfrm>
            <a:prstGeom prst="ellipse">
              <a:avLst/>
            </a:prstGeom>
            <a:gradFill>
              <a:gsLst>
                <a:gs pos="0">
                  <a:srgbClr val="5BB180"/>
                </a:gs>
                <a:gs pos="85000">
                  <a:srgbClr val="05121A"/>
                </a:gs>
                <a:gs pos="100000">
                  <a:srgbClr val="05121A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  <a:effectLst>
              <a:outerShdw blurRad="152400" rotWithShape="0" algn="t" dir="5400000" dist="38100">
                <a:srgbClr val="5BB18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20" name="Google Shape;520;p26"/>
          <p:cNvCxnSpPr/>
          <p:nvPr/>
        </p:nvCxnSpPr>
        <p:spPr>
          <a:xfrm>
            <a:off x="2579196" y="2743200"/>
            <a:ext cx="0" cy="1486325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1" name="Google Shape;521;p26"/>
          <p:cNvCxnSpPr/>
          <p:nvPr/>
        </p:nvCxnSpPr>
        <p:spPr>
          <a:xfrm>
            <a:off x="4607978" y="2743200"/>
            <a:ext cx="0" cy="1486325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2" name="Google Shape;522;p26"/>
          <p:cNvCxnSpPr/>
          <p:nvPr/>
        </p:nvCxnSpPr>
        <p:spPr>
          <a:xfrm>
            <a:off x="6636760" y="2743200"/>
            <a:ext cx="0" cy="1486325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23" name="Google Shape;523;p26"/>
          <p:cNvGrpSpPr/>
          <p:nvPr/>
        </p:nvGrpSpPr>
        <p:grpSpPr>
          <a:xfrm>
            <a:off x="1134669" y="1656080"/>
            <a:ext cx="343748" cy="354684"/>
            <a:chOff x="4841875" y="3968751"/>
            <a:chExt cx="349250" cy="360362"/>
          </a:xfrm>
        </p:grpSpPr>
        <p:sp>
          <p:nvSpPr>
            <p:cNvPr id="524" name="Google Shape;524;p26"/>
            <p:cNvSpPr/>
            <p:nvPr/>
          </p:nvSpPr>
          <p:spPr>
            <a:xfrm>
              <a:off x="4984750" y="3968751"/>
              <a:ext cx="206375" cy="209550"/>
            </a:xfrm>
            <a:custGeom>
              <a:rect b="b" l="l" r="r" t="t"/>
              <a:pathLst>
                <a:path extrusionOk="0" h="793" w="778">
                  <a:moveTo>
                    <a:pt x="481" y="793"/>
                  </a:moveTo>
                  <a:lnTo>
                    <a:pt x="311" y="793"/>
                  </a:lnTo>
                  <a:lnTo>
                    <a:pt x="311" y="793"/>
                  </a:lnTo>
                  <a:lnTo>
                    <a:pt x="305" y="793"/>
                  </a:lnTo>
                  <a:lnTo>
                    <a:pt x="300" y="791"/>
                  </a:lnTo>
                  <a:lnTo>
                    <a:pt x="295" y="789"/>
                  </a:lnTo>
                  <a:lnTo>
                    <a:pt x="291" y="785"/>
                  </a:lnTo>
                  <a:lnTo>
                    <a:pt x="288" y="781"/>
                  </a:lnTo>
                  <a:lnTo>
                    <a:pt x="285" y="776"/>
                  </a:lnTo>
                  <a:lnTo>
                    <a:pt x="284" y="771"/>
                  </a:lnTo>
                  <a:lnTo>
                    <a:pt x="283" y="765"/>
                  </a:lnTo>
                  <a:lnTo>
                    <a:pt x="283" y="689"/>
                  </a:lnTo>
                  <a:lnTo>
                    <a:pt x="283" y="689"/>
                  </a:lnTo>
                  <a:lnTo>
                    <a:pt x="268" y="684"/>
                  </a:lnTo>
                  <a:lnTo>
                    <a:pt x="255" y="679"/>
                  </a:lnTo>
                  <a:lnTo>
                    <a:pt x="244" y="674"/>
                  </a:lnTo>
                  <a:lnTo>
                    <a:pt x="233" y="668"/>
                  </a:lnTo>
                  <a:lnTo>
                    <a:pt x="224" y="661"/>
                  </a:lnTo>
                  <a:lnTo>
                    <a:pt x="214" y="655"/>
                  </a:lnTo>
                  <a:lnTo>
                    <a:pt x="197" y="640"/>
                  </a:lnTo>
                  <a:lnTo>
                    <a:pt x="126" y="679"/>
                  </a:lnTo>
                  <a:lnTo>
                    <a:pt x="126" y="679"/>
                  </a:lnTo>
                  <a:lnTo>
                    <a:pt x="121" y="682"/>
                  </a:lnTo>
                  <a:lnTo>
                    <a:pt x="116" y="683"/>
                  </a:lnTo>
                  <a:lnTo>
                    <a:pt x="110" y="683"/>
                  </a:lnTo>
                  <a:lnTo>
                    <a:pt x="105" y="682"/>
                  </a:lnTo>
                  <a:lnTo>
                    <a:pt x="100" y="680"/>
                  </a:lnTo>
                  <a:lnTo>
                    <a:pt x="96" y="677"/>
                  </a:lnTo>
                  <a:lnTo>
                    <a:pt x="92" y="673"/>
                  </a:lnTo>
                  <a:lnTo>
                    <a:pt x="88" y="669"/>
                  </a:lnTo>
                  <a:lnTo>
                    <a:pt x="3" y="521"/>
                  </a:lnTo>
                  <a:lnTo>
                    <a:pt x="3" y="521"/>
                  </a:lnTo>
                  <a:lnTo>
                    <a:pt x="1" y="516"/>
                  </a:lnTo>
                  <a:lnTo>
                    <a:pt x="0" y="511"/>
                  </a:lnTo>
                  <a:lnTo>
                    <a:pt x="0" y="505"/>
                  </a:lnTo>
                  <a:lnTo>
                    <a:pt x="0" y="500"/>
                  </a:lnTo>
                  <a:lnTo>
                    <a:pt x="0" y="500"/>
                  </a:lnTo>
                  <a:lnTo>
                    <a:pt x="2" y="495"/>
                  </a:lnTo>
                  <a:lnTo>
                    <a:pt x="5" y="490"/>
                  </a:lnTo>
                  <a:lnTo>
                    <a:pt x="9" y="486"/>
                  </a:lnTo>
                  <a:lnTo>
                    <a:pt x="14" y="483"/>
                  </a:lnTo>
                  <a:lnTo>
                    <a:pt x="82" y="444"/>
                  </a:lnTo>
                  <a:lnTo>
                    <a:pt x="82" y="444"/>
                  </a:lnTo>
                  <a:lnTo>
                    <a:pt x="79" y="420"/>
                  </a:lnTo>
                  <a:lnTo>
                    <a:pt x="78" y="397"/>
                  </a:lnTo>
                  <a:lnTo>
                    <a:pt x="79" y="373"/>
                  </a:lnTo>
                  <a:lnTo>
                    <a:pt x="82" y="350"/>
                  </a:lnTo>
                  <a:lnTo>
                    <a:pt x="14" y="310"/>
                  </a:lnTo>
                  <a:lnTo>
                    <a:pt x="14" y="310"/>
                  </a:lnTo>
                  <a:lnTo>
                    <a:pt x="10" y="307"/>
                  </a:lnTo>
                  <a:lnTo>
                    <a:pt x="6" y="303"/>
                  </a:lnTo>
                  <a:lnTo>
                    <a:pt x="3" y="298"/>
                  </a:lnTo>
                  <a:lnTo>
                    <a:pt x="1" y="293"/>
                  </a:lnTo>
                  <a:lnTo>
                    <a:pt x="1" y="293"/>
                  </a:lnTo>
                  <a:lnTo>
                    <a:pt x="0" y="288"/>
                  </a:lnTo>
                  <a:lnTo>
                    <a:pt x="1" y="282"/>
                  </a:lnTo>
                  <a:lnTo>
                    <a:pt x="2" y="277"/>
                  </a:lnTo>
                  <a:lnTo>
                    <a:pt x="4" y="272"/>
                  </a:lnTo>
                  <a:lnTo>
                    <a:pt x="90" y="124"/>
                  </a:lnTo>
                  <a:lnTo>
                    <a:pt x="90" y="124"/>
                  </a:lnTo>
                  <a:lnTo>
                    <a:pt x="93" y="120"/>
                  </a:lnTo>
                  <a:lnTo>
                    <a:pt x="97" y="116"/>
                  </a:lnTo>
                  <a:lnTo>
                    <a:pt x="102" y="113"/>
                  </a:lnTo>
                  <a:lnTo>
                    <a:pt x="107" y="111"/>
                  </a:lnTo>
                  <a:lnTo>
                    <a:pt x="112" y="110"/>
                  </a:lnTo>
                  <a:lnTo>
                    <a:pt x="118" y="110"/>
                  </a:lnTo>
                  <a:lnTo>
                    <a:pt x="123" y="112"/>
                  </a:lnTo>
                  <a:lnTo>
                    <a:pt x="128" y="114"/>
                  </a:lnTo>
                  <a:lnTo>
                    <a:pt x="198" y="154"/>
                  </a:lnTo>
                  <a:lnTo>
                    <a:pt x="198" y="154"/>
                  </a:lnTo>
                  <a:lnTo>
                    <a:pt x="215" y="139"/>
                  </a:lnTo>
                  <a:lnTo>
                    <a:pt x="224" y="133"/>
                  </a:lnTo>
                  <a:lnTo>
                    <a:pt x="234" y="125"/>
                  </a:lnTo>
                  <a:lnTo>
                    <a:pt x="244" y="120"/>
                  </a:lnTo>
                  <a:lnTo>
                    <a:pt x="256" y="114"/>
                  </a:lnTo>
                  <a:lnTo>
                    <a:pt x="268" y="109"/>
                  </a:lnTo>
                  <a:lnTo>
                    <a:pt x="283" y="104"/>
                  </a:lnTo>
                  <a:lnTo>
                    <a:pt x="283" y="28"/>
                  </a:lnTo>
                  <a:lnTo>
                    <a:pt x="283" y="28"/>
                  </a:lnTo>
                  <a:lnTo>
                    <a:pt x="284" y="22"/>
                  </a:lnTo>
                  <a:lnTo>
                    <a:pt x="285" y="17"/>
                  </a:lnTo>
                  <a:lnTo>
                    <a:pt x="288" y="12"/>
                  </a:lnTo>
                  <a:lnTo>
                    <a:pt x="291" y="8"/>
                  </a:lnTo>
                  <a:lnTo>
                    <a:pt x="295" y="5"/>
                  </a:lnTo>
                  <a:lnTo>
                    <a:pt x="300" y="2"/>
                  </a:lnTo>
                  <a:lnTo>
                    <a:pt x="305" y="0"/>
                  </a:lnTo>
                  <a:lnTo>
                    <a:pt x="311" y="0"/>
                  </a:lnTo>
                  <a:lnTo>
                    <a:pt x="481" y="0"/>
                  </a:lnTo>
                  <a:lnTo>
                    <a:pt x="481" y="0"/>
                  </a:lnTo>
                  <a:lnTo>
                    <a:pt x="487" y="0"/>
                  </a:lnTo>
                  <a:lnTo>
                    <a:pt x="492" y="2"/>
                  </a:lnTo>
                  <a:lnTo>
                    <a:pt x="497" y="5"/>
                  </a:lnTo>
                  <a:lnTo>
                    <a:pt x="501" y="8"/>
                  </a:lnTo>
                  <a:lnTo>
                    <a:pt x="505" y="12"/>
                  </a:lnTo>
                  <a:lnTo>
                    <a:pt x="507" y="17"/>
                  </a:lnTo>
                  <a:lnTo>
                    <a:pt x="509" y="22"/>
                  </a:lnTo>
                  <a:lnTo>
                    <a:pt x="509" y="28"/>
                  </a:lnTo>
                  <a:lnTo>
                    <a:pt x="509" y="108"/>
                  </a:lnTo>
                  <a:lnTo>
                    <a:pt x="509" y="108"/>
                  </a:lnTo>
                  <a:lnTo>
                    <a:pt x="532" y="119"/>
                  </a:lnTo>
                  <a:lnTo>
                    <a:pt x="552" y="131"/>
                  </a:lnTo>
                  <a:lnTo>
                    <a:pt x="570" y="142"/>
                  </a:lnTo>
                  <a:lnTo>
                    <a:pt x="587" y="154"/>
                  </a:lnTo>
                  <a:lnTo>
                    <a:pt x="651" y="114"/>
                  </a:lnTo>
                  <a:lnTo>
                    <a:pt x="651" y="114"/>
                  </a:lnTo>
                  <a:lnTo>
                    <a:pt x="656" y="112"/>
                  </a:lnTo>
                  <a:lnTo>
                    <a:pt x="661" y="111"/>
                  </a:lnTo>
                  <a:lnTo>
                    <a:pt x="667" y="110"/>
                  </a:lnTo>
                  <a:lnTo>
                    <a:pt x="672" y="111"/>
                  </a:lnTo>
                  <a:lnTo>
                    <a:pt x="672" y="111"/>
                  </a:lnTo>
                  <a:lnTo>
                    <a:pt x="678" y="113"/>
                  </a:lnTo>
                  <a:lnTo>
                    <a:pt x="683" y="116"/>
                  </a:lnTo>
                  <a:lnTo>
                    <a:pt x="687" y="120"/>
                  </a:lnTo>
                  <a:lnTo>
                    <a:pt x="691" y="124"/>
                  </a:lnTo>
                  <a:lnTo>
                    <a:pt x="775" y="272"/>
                  </a:lnTo>
                  <a:lnTo>
                    <a:pt x="775" y="272"/>
                  </a:lnTo>
                  <a:lnTo>
                    <a:pt x="777" y="277"/>
                  </a:lnTo>
                  <a:lnTo>
                    <a:pt x="778" y="282"/>
                  </a:lnTo>
                  <a:lnTo>
                    <a:pt x="778" y="288"/>
                  </a:lnTo>
                  <a:lnTo>
                    <a:pt x="778" y="293"/>
                  </a:lnTo>
                  <a:lnTo>
                    <a:pt x="778" y="293"/>
                  </a:lnTo>
                  <a:lnTo>
                    <a:pt x="776" y="299"/>
                  </a:lnTo>
                  <a:lnTo>
                    <a:pt x="773" y="303"/>
                  </a:lnTo>
                  <a:lnTo>
                    <a:pt x="769" y="307"/>
                  </a:lnTo>
                  <a:lnTo>
                    <a:pt x="765" y="310"/>
                  </a:lnTo>
                  <a:lnTo>
                    <a:pt x="698" y="350"/>
                  </a:lnTo>
                  <a:lnTo>
                    <a:pt x="698" y="350"/>
                  </a:lnTo>
                  <a:lnTo>
                    <a:pt x="700" y="373"/>
                  </a:lnTo>
                  <a:lnTo>
                    <a:pt x="701" y="397"/>
                  </a:lnTo>
                  <a:lnTo>
                    <a:pt x="700" y="420"/>
                  </a:lnTo>
                  <a:lnTo>
                    <a:pt x="698" y="444"/>
                  </a:lnTo>
                  <a:lnTo>
                    <a:pt x="765" y="483"/>
                  </a:lnTo>
                  <a:lnTo>
                    <a:pt x="765" y="483"/>
                  </a:lnTo>
                  <a:lnTo>
                    <a:pt x="769" y="486"/>
                  </a:lnTo>
                  <a:lnTo>
                    <a:pt x="773" y="490"/>
                  </a:lnTo>
                  <a:lnTo>
                    <a:pt x="776" y="495"/>
                  </a:lnTo>
                  <a:lnTo>
                    <a:pt x="778" y="500"/>
                  </a:lnTo>
                  <a:lnTo>
                    <a:pt x="778" y="505"/>
                  </a:lnTo>
                  <a:lnTo>
                    <a:pt x="778" y="511"/>
                  </a:lnTo>
                  <a:lnTo>
                    <a:pt x="777" y="516"/>
                  </a:lnTo>
                  <a:lnTo>
                    <a:pt x="775" y="521"/>
                  </a:lnTo>
                  <a:lnTo>
                    <a:pt x="691" y="669"/>
                  </a:lnTo>
                  <a:lnTo>
                    <a:pt x="691" y="669"/>
                  </a:lnTo>
                  <a:lnTo>
                    <a:pt x="687" y="673"/>
                  </a:lnTo>
                  <a:lnTo>
                    <a:pt x="683" y="677"/>
                  </a:lnTo>
                  <a:lnTo>
                    <a:pt x="678" y="680"/>
                  </a:lnTo>
                  <a:lnTo>
                    <a:pt x="672" y="682"/>
                  </a:lnTo>
                  <a:lnTo>
                    <a:pt x="672" y="682"/>
                  </a:lnTo>
                  <a:lnTo>
                    <a:pt x="667" y="683"/>
                  </a:lnTo>
                  <a:lnTo>
                    <a:pt x="661" y="683"/>
                  </a:lnTo>
                  <a:lnTo>
                    <a:pt x="656" y="681"/>
                  </a:lnTo>
                  <a:lnTo>
                    <a:pt x="651" y="679"/>
                  </a:lnTo>
                  <a:lnTo>
                    <a:pt x="587" y="640"/>
                  </a:lnTo>
                  <a:lnTo>
                    <a:pt x="587" y="640"/>
                  </a:lnTo>
                  <a:lnTo>
                    <a:pt x="570" y="652"/>
                  </a:lnTo>
                  <a:lnTo>
                    <a:pt x="552" y="663"/>
                  </a:lnTo>
                  <a:lnTo>
                    <a:pt x="532" y="674"/>
                  </a:lnTo>
                  <a:lnTo>
                    <a:pt x="509" y="685"/>
                  </a:lnTo>
                  <a:lnTo>
                    <a:pt x="509" y="765"/>
                  </a:lnTo>
                  <a:lnTo>
                    <a:pt x="509" y="765"/>
                  </a:lnTo>
                  <a:lnTo>
                    <a:pt x="509" y="771"/>
                  </a:lnTo>
                  <a:lnTo>
                    <a:pt x="507" y="776"/>
                  </a:lnTo>
                  <a:lnTo>
                    <a:pt x="505" y="781"/>
                  </a:lnTo>
                  <a:lnTo>
                    <a:pt x="501" y="785"/>
                  </a:lnTo>
                  <a:lnTo>
                    <a:pt x="497" y="789"/>
                  </a:lnTo>
                  <a:lnTo>
                    <a:pt x="492" y="791"/>
                  </a:lnTo>
                  <a:lnTo>
                    <a:pt x="487" y="793"/>
                  </a:lnTo>
                  <a:lnTo>
                    <a:pt x="481" y="793"/>
                  </a:lnTo>
                  <a:lnTo>
                    <a:pt x="481" y="793"/>
                  </a:lnTo>
                  <a:close/>
                  <a:moveTo>
                    <a:pt x="339" y="737"/>
                  </a:moveTo>
                  <a:lnTo>
                    <a:pt x="452" y="737"/>
                  </a:lnTo>
                  <a:lnTo>
                    <a:pt x="452" y="667"/>
                  </a:lnTo>
                  <a:lnTo>
                    <a:pt x="452" y="667"/>
                  </a:lnTo>
                  <a:lnTo>
                    <a:pt x="453" y="663"/>
                  </a:lnTo>
                  <a:lnTo>
                    <a:pt x="454" y="659"/>
                  </a:lnTo>
                  <a:lnTo>
                    <a:pt x="457" y="652"/>
                  </a:lnTo>
                  <a:lnTo>
                    <a:pt x="462" y="646"/>
                  </a:lnTo>
                  <a:lnTo>
                    <a:pt x="465" y="644"/>
                  </a:lnTo>
                  <a:lnTo>
                    <a:pt x="469" y="642"/>
                  </a:lnTo>
                  <a:lnTo>
                    <a:pt x="469" y="642"/>
                  </a:lnTo>
                  <a:lnTo>
                    <a:pt x="500" y="628"/>
                  </a:lnTo>
                  <a:lnTo>
                    <a:pt x="526" y="612"/>
                  </a:lnTo>
                  <a:lnTo>
                    <a:pt x="547" y="598"/>
                  </a:lnTo>
                  <a:lnTo>
                    <a:pt x="556" y="591"/>
                  </a:lnTo>
                  <a:lnTo>
                    <a:pt x="564" y="584"/>
                  </a:lnTo>
                  <a:lnTo>
                    <a:pt x="564" y="584"/>
                  </a:lnTo>
                  <a:lnTo>
                    <a:pt x="568" y="582"/>
                  </a:lnTo>
                  <a:lnTo>
                    <a:pt x="572" y="579"/>
                  </a:lnTo>
                  <a:lnTo>
                    <a:pt x="576" y="578"/>
                  </a:lnTo>
                  <a:lnTo>
                    <a:pt x="582" y="577"/>
                  </a:lnTo>
                  <a:lnTo>
                    <a:pt x="586" y="577"/>
                  </a:lnTo>
                  <a:lnTo>
                    <a:pt x="590" y="578"/>
                  </a:lnTo>
                  <a:lnTo>
                    <a:pt x="595" y="579"/>
                  </a:lnTo>
                  <a:lnTo>
                    <a:pt x="599" y="581"/>
                  </a:lnTo>
                  <a:lnTo>
                    <a:pt x="655" y="615"/>
                  </a:lnTo>
                  <a:lnTo>
                    <a:pt x="712" y="517"/>
                  </a:lnTo>
                  <a:lnTo>
                    <a:pt x="651" y="483"/>
                  </a:lnTo>
                  <a:lnTo>
                    <a:pt x="651" y="483"/>
                  </a:lnTo>
                  <a:lnTo>
                    <a:pt x="648" y="480"/>
                  </a:lnTo>
                  <a:lnTo>
                    <a:pt x="644" y="477"/>
                  </a:lnTo>
                  <a:lnTo>
                    <a:pt x="642" y="474"/>
                  </a:lnTo>
                  <a:lnTo>
                    <a:pt x="640" y="470"/>
                  </a:lnTo>
                  <a:lnTo>
                    <a:pt x="638" y="466"/>
                  </a:lnTo>
                  <a:lnTo>
                    <a:pt x="637" y="461"/>
                  </a:lnTo>
                  <a:lnTo>
                    <a:pt x="637" y="457"/>
                  </a:lnTo>
                  <a:lnTo>
                    <a:pt x="638" y="452"/>
                  </a:lnTo>
                  <a:lnTo>
                    <a:pt x="638" y="452"/>
                  </a:lnTo>
                  <a:lnTo>
                    <a:pt x="641" y="439"/>
                  </a:lnTo>
                  <a:lnTo>
                    <a:pt x="642" y="425"/>
                  </a:lnTo>
                  <a:lnTo>
                    <a:pt x="644" y="410"/>
                  </a:lnTo>
                  <a:lnTo>
                    <a:pt x="644" y="396"/>
                  </a:lnTo>
                  <a:lnTo>
                    <a:pt x="644" y="383"/>
                  </a:lnTo>
                  <a:lnTo>
                    <a:pt x="642" y="369"/>
                  </a:lnTo>
                  <a:lnTo>
                    <a:pt x="641" y="355"/>
                  </a:lnTo>
                  <a:lnTo>
                    <a:pt x="638" y="342"/>
                  </a:lnTo>
                  <a:lnTo>
                    <a:pt x="638" y="342"/>
                  </a:lnTo>
                  <a:lnTo>
                    <a:pt x="637" y="337"/>
                  </a:lnTo>
                  <a:lnTo>
                    <a:pt x="637" y="333"/>
                  </a:lnTo>
                  <a:lnTo>
                    <a:pt x="638" y="328"/>
                  </a:lnTo>
                  <a:lnTo>
                    <a:pt x="640" y="323"/>
                  </a:lnTo>
                  <a:lnTo>
                    <a:pt x="642" y="320"/>
                  </a:lnTo>
                  <a:lnTo>
                    <a:pt x="644" y="316"/>
                  </a:lnTo>
                  <a:lnTo>
                    <a:pt x="647" y="313"/>
                  </a:lnTo>
                  <a:lnTo>
                    <a:pt x="651" y="310"/>
                  </a:lnTo>
                  <a:lnTo>
                    <a:pt x="712" y="276"/>
                  </a:lnTo>
                  <a:lnTo>
                    <a:pt x="655" y="178"/>
                  </a:lnTo>
                  <a:lnTo>
                    <a:pt x="599" y="212"/>
                  </a:lnTo>
                  <a:lnTo>
                    <a:pt x="599" y="212"/>
                  </a:lnTo>
                  <a:lnTo>
                    <a:pt x="595" y="214"/>
                  </a:lnTo>
                  <a:lnTo>
                    <a:pt x="590" y="215"/>
                  </a:lnTo>
                  <a:lnTo>
                    <a:pt x="586" y="216"/>
                  </a:lnTo>
                  <a:lnTo>
                    <a:pt x="581" y="216"/>
                  </a:lnTo>
                  <a:lnTo>
                    <a:pt x="576" y="215"/>
                  </a:lnTo>
                  <a:lnTo>
                    <a:pt x="572" y="214"/>
                  </a:lnTo>
                  <a:lnTo>
                    <a:pt x="568" y="211"/>
                  </a:lnTo>
                  <a:lnTo>
                    <a:pt x="564" y="209"/>
                  </a:lnTo>
                  <a:lnTo>
                    <a:pt x="564" y="209"/>
                  </a:lnTo>
                  <a:lnTo>
                    <a:pt x="556" y="202"/>
                  </a:lnTo>
                  <a:lnTo>
                    <a:pt x="547" y="195"/>
                  </a:lnTo>
                  <a:lnTo>
                    <a:pt x="526" y="181"/>
                  </a:lnTo>
                  <a:lnTo>
                    <a:pt x="500" y="167"/>
                  </a:lnTo>
                  <a:lnTo>
                    <a:pt x="469" y="152"/>
                  </a:lnTo>
                  <a:lnTo>
                    <a:pt x="469" y="152"/>
                  </a:lnTo>
                  <a:lnTo>
                    <a:pt x="465" y="151"/>
                  </a:lnTo>
                  <a:lnTo>
                    <a:pt x="462" y="148"/>
                  </a:lnTo>
                  <a:lnTo>
                    <a:pt x="457" y="142"/>
                  </a:lnTo>
                  <a:lnTo>
                    <a:pt x="454" y="135"/>
                  </a:lnTo>
                  <a:lnTo>
                    <a:pt x="453" y="131"/>
                  </a:lnTo>
                  <a:lnTo>
                    <a:pt x="452" y="126"/>
                  </a:lnTo>
                  <a:lnTo>
                    <a:pt x="452" y="57"/>
                  </a:lnTo>
                  <a:lnTo>
                    <a:pt x="339" y="57"/>
                  </a:lnTo>
                  <a:lnTo>
                    <a:pt x="339" y="126"/>
                  </a:lnTo>
                  <a:lnTo>
                    <a:pt x="339" y="126"/>
                  </a:lnTo>
                  <a:lnTo>
                    <a:pt x="339" y="132"/>
                  </a:lnTo>
                  <a:lnTo>
                    <a:pt x="337" y="136"/>
                  </a:lnTo>
                  <a:lnTo>
                    <a:pt x="336" y="141"/>
                  </a:lnTo>
                  <a:lnTo>
                    <a:pt x="333" y="144"/>
                  </a:lnTo>
                  <a:lnTo>
                    <a:pt x="330" y="148"/>
                  </a:lnTo>
                  <a:lnTo>
                    <a:pt x="326" y="151"/>
                  </a:lnTo>
                  <a:lnTo>
                    <a:pt x="322" y="153"/>
                  </a:lnTo>
                  <a:lnTo>
                    <a:pt x="317" y="154"/>
                  </a:lnTo>
                  <a:lnTo>
                    <a:pt x="317" y="154"/>
                  </a:lnTo>
                  <a:lnTo>
                    <a:pt x="300" y="159"/>
                  </a:lnTo>
                  <a:lnTo>
                    <a:pt x="286" y="164"/>
                  </a:lnTo>
                  <a:lnTo>
                    <a:pt x="272" y="169"/>
                  </a:lnTo>
                  <a:lnTo>
                    <a:pt x="261" y="175"/>
                  </a:lnTo>
                  <a:lnTo>
                    <a:pt x="251" y="182"/>
                  </a:lnTo>
                  <a:lnTo>
                    <a:pt x="241" y="190"/>
                  </a:lnTo>
                  <a:lnTo>
                    <a:pt x="221" y="208"/>
                  </a:lnTo>
                  <a:lnTo>
                    <a:pt x="221" y="208"/>
                  </a:lnTo>
                  <a:lnTo>
                    <a:pt x="218" y="211"/>
                  </a:lnTo>
                  <a:lnTo>
                    <a:pt x="214" y="213"/>
                  </a:lnTo>
                  <a:lnTo>
                    <a:pt x="209" y="214"/>
                  </a:lnTo>
                  <a:lnTo>
                    <a:pt x="205" y="215"/>
                  </a:lnTo>
                  <a:lnTo>
                    <a:pt x="201" y="216"/>
                  </a:lnTo>
                  <a:lnTo>
                    <a:pt x="196" y="215"/>
                  </a:lnTo>
                  <a:lnTo>
                    <a:pt x="192" y="214"/>
                  </a:lnTo>
                  <a:lnTo>
                    <a:pt x="188" y="212"/>
                  </a:lnTo>
                  <a:lnTo>
                    <a:pt x="125" y="177"/>
                  </a:lnTo>
                  <a:lnTo>
                    <a:pt x="67" y="276"/>
                  </a:lnTo>
                  <a:lnTo>
                    <a:pt x="127" y="310"/>
                  </a:lnTo>
                  <a:lnTo>
                    <a:pt x="127" y="310"/>
                  </a:lnTo>
                  <a:lnTo>
                    <a:pt x="131" y="313"/>
                  </a:lnTo>
                  <a:lnTo>
                    <a:pt x="134" y="316"/>
                  </a:lnTo>
                  <a:lnTo>
                    <a:pt x="137" y="320"/>
                  </a:lnTo>
                  <a:lnTo>
                    <a:pt x="139" y="323"/>
                  </a:lnTo>
                  <a:lnTo>
                    <a:pt x="140" y="328"/>
                  </a:lnTo>
                  <a:lnTo>
                    <a:pt x="141" y="333"/>
                  </a:lnTo>
                  <a:lnTo>
                    <a:pt x="141" y="337"/>
                  </a:lnTo>
                  <a:lnTo>
                    <a:pt x="140" y="342"/>
                  </a:lnTo>
                  <a:lnTo>
                    <a:pt x="140" y="342"/>
                  </a:lnTo>
                  <a:lnTo>
                    <a:pt x="138" y="356"/>
                  </a:lnTo>
                  <a:lnTo>
                    <a:pt x="136" y="369"/>
                  </a:lnTo>
                  <a:lnTo>
                    <a:pt x="135" y="383"/>
                  </a:lnTo>
                  <a:lnTo>
                    <a:pt x="134" y="397"/>
                  </a:lnTo>
                  <a:lnTo>
                    <a:pt x="135" y="410"/>
                  </a:lnTo>
                  <a:lnTo>
                    <a:pt x="136" y="425"/>
                  </a:lnTo>
                  <a:lnTo>
                    <a:pt x="138" y="439"/>
                  </a:lnTo>
                  <a:lnTo>
                    <a:pt x="140" y="452"/>
                  </a:lnTo>
                  <a:lnTo>
                    <a:pt x="140" y="452"/>
                  </a:lnTo>
                  <a:lnTo>
                    <a:pt x="141" y="457"/>
                  </a:lnTo>
                  <a:lnTo>
                    <a:pt x="141" y="461"/>
                  </a:lnTo>
                  <a:lnTo>
                    <a:pt x="140" y="466"/>
                  </a:lnTo>
                  <a:lnTo>
                    <a:pt x="139" y="470"/>
                  </a:lnTo>
                  <a:lnTo>
                    <a:pt x="137" y="474"/>
                  </a:lnTo>
                  <a:lnTo>
                    <a:pt x="134" y="477"/>
                  </a:lnTo>
                  <a:lnTo>
                    <a:pt x="131" y="480"/>
                  </a:lnTo>
                  <a:lnTo>
                    <a:pt x="127" y="483"/>
                  </a:lnTo>
                  <a:lnTo>
                    <a:pt x="66" y="517"/>
                  </a:lnTo>
                  <a:lnTo>
                    <a:pt x="123" y="616"/>
                  </a:lnTo>
                  <a:lnTo>
                    <a:pt x="188" y="581"/>
                  </a:lnTo>
                  <a:lnTo>
                    <a:pt x="188" y="581"/>
                  </a:lnTo>
                  <a:lnTo>
                    <a:pt x="192" y="579"/>
                  </a:lnTo>
                  <a:lnTo>
                    <a:pt x="196" y="578"/>
                  </a:lnTo>
                  <a:lnTo>
                    <a:pt x="200" y="577"/>
                  </a:lnTo>
                  <a:lnTo>
                    <a:pt x="205" y="577"/>
                  </a:lnTo>
                  <a:lnTo>
                    <a:pt x="209" y="578"/>
                  </a:lnTo>
                  <a:lnTo>
                    <a:pt x="213" y="580"/>
                  </a:lnTo>
                  <a:lnTo>
                    <a:pt x="217" y="582"/>
                  </a:lnTo>
                  <a:lnTo>
                    <a:pt x="220" y="584"/>
                  </a:lnTo>
                  <a:lnTo>
                    <a:pt x="220" y="584"/>
                  </a:lnTo>
                  <a:lnTo>
                    <a:pt x="241" y="603"/>
                  </a:lnTo>
                  <a:lnTo>
                    <a:pt x="251" y="611"/>
                  </a:lnTo>
                  <a:lnTo>
                    <a:pt x="261" y="618"/>
                  </a:lnTo>
                  <a:lnTo>
                    <a:pt x="272" y="625"/>
                  </a:lnTo>
                  <a:lnTo>
                    <a:pt x="286" y="631"/>
                  </a:lnTo>
                  <a:lnTo>
                    <a:pt x="300" y="636"/>
                  </a:lnTo>
                  <a:lnTo>
                    <a:pt x="317" y="640"/>
                  </a:lnTo>
                  <a:lnTo>
                    <a:pt x="317" y="640"/>
                  </a:lnTo>
                  <a:lnTo>
                    <a:pt x="322" y="641"/>
                  </a:lnTo>
                  <a:lnTo>
                    <a:pt x="326" y="644"/>
                  </a:lnTo>
                  <a:lnTo>
                    <a:pt x="330" y="646"/>
                  </a:lnTo>
                  <a:lnTo>
                    <a:pt x="333" y="650"/>
                  </a:lnTo>
                  <a:lnTo>
                    <a:pt x="336" y="654"/>
                  </a:lnTo>
                  <a:lnTo>
                    <a:pt x="337" y="658"/>
                  </a:lnTo>
                  <a:lnTo>
                    <a:pt x="339" y="662"/>
                  </a:lnTo>
                  <a:lnTo>
                    <a:pt x="339" y="667"/>
                  </a:lnTo>
                  <a:lnTo>
                    <a:pt x="339" y="73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26"/>
            <p:cNvSpPr/>
            <p:nvPr/>
          </p:nvSpPr>
          <p:spPr>
            <a:xfrm>
              <a:off x="5049838" y="4037013"/>
              <a:ext cx="74613" cy="74613"/>
            </a:xfrm>
            <a:custGeom>
              <a:rect b="b" l="l" r="r" t="t"/>
              <a:pathLst>
                <a:path extrusionOk="0" h="284" w="284">
                  <a:moveTo>
                    <a:pt x="142" y="284"/>
                  </a:moveTo>
                  <a:lnTo>
                    <a:pt x="142" y="284"/>
                  </a:lnTo>
                  <a:lnTo>
                    <a:pt x="127" y="283"/>
                  </a:lnTo>
                  <a:lnTo>
                    <a:pt x="113" y="281"/>
                  </a:lnTo>
                  <a:lnTo>
                    <a:pt x="100" y="278"/>
                  </a:lnTo>
                  <a:lnTo>
                    <a:pt x="87" y="273"/>
                  </a:lnTo>
                  <a:lnTo>
                    <a:pt x="75" y="266"/>
                  </a:lnTo>
                  <a:lnTo>
                    <a:pt x="63" y="259"/>
                  </a:lnTo>
                  <a:lnTo>
                    <a:pt x="52" y="251"/>
                  </a:lnTo>
                  <a:lnTo>
                    <a:pt x="42" y="242"/>
                  </a:lnTo>
                  <a:lnTo>
                    <a:pt x="33" y="232"/>
                  </a:lnTo>
                  <a:lnTo>
                    <a:pt x="24" y="221"/>
                  </a:lnTo>
                  <a:lnTo>
                    <a:pt x="17" y="209"/>
                  </a:lnTo>
                  <a:lnTo>
                    <a:pt x="11" y="197"/>
                  </a:lnTo>
                  <a:lnTo>
                    <a:pt x="6" y="184"/>
                  </a:lnTo>
                  <a:lnTo>
                    <a:pt x="3" y="171"/>
                  </a:lnTo>
                  <a:lnTo>
                    <a:pt x="1" y="156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1" y="127"/>
                  </a:lnTo>
                  <a:lnTo>
                    <a:pt x="3" y="113"/>
                  </a:lnTo>
                  <a:lnTo>
                    <a:pt x="6" y="100"/>
                  </a:lnTo>
                  <a:lnTo>
                    <a:pt x="11" y="87"/>
                  </a:lnTo>
                  <a:lnTo>
                    <a:pt x="17" y="75"/>
                  </a:lnTo>
                  <a:lnTo>
                    <a:pt x="24" y="62"/>
                  </a:lnTo>
                  <a:lnTo>
                    <a:pt x="33" y="51"/>
                  </a:lnTo>
                  <a:lnTo>
                    <a:pt x="42" y="41"/>
                  </a:lnTo>
                  <a:lnTo>
                    <a:pt x="52" y="32"/>
                  </a:lnTo>
                  <a:lnTo>
                    <a:pt x="63" y="24"/>
                  </a:lnTo>
                  <a:lnTo>
                    <a:pt x="75" y="17"/>
                  </a:lnTo>
                  <a:lnTo>
                    <a:pt x="87" y="11"/>
                  </a:lnTo>
                  <a:lnTo>
                    <a:pt x="100" y="7"/>
                  </a:lnTo>
                  <a:lnTo>
                    <a:pt x="113" y="3"/>
                  </a:lnTo>
                  <a:lnTo>
                    <a:pt x="127" y="1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57" y="1"/>
                  </a:lnTo>
                  <a:lnTo>
                    <a:pt x="171" y="3"/>
                  </a:lnTo>
                  <a:lnTo>
                    <a:pt x="184" y="7"/>
                  </a:lnTo>
                  <a:lnTo>
                    <a:pt x="197" y="11"/>
                  </a:lnTo>
                  <a:lnTo>
                    <a:pt x="209" y="17"/>
                  </a:lnTo>
                  <a:lnTo>
                    <a:pt x="221" y="24"/>
                  </a:lnTo>
                  <a:lnTo>
                    <a:pt x="232" y="32"/>
                  </a:lnTo>
                  <a:lnTo>
                    <a:pt x="243" y="41"/>
                  </a:lnTo>
                  <a:lnTo>
                    <a:pt x="252" y="51"/>
                  </a:lnTo>
                  <a:lnTo>
                    <a:pt x="260" y="62"/>
                  </a:lnTo>
                  <a:lnTo>
                    <a:pt x="267" y="75"/>
                  </a:lnTo>
                  <a:lnTo>
                    <a:pt x="273" y="87"/>
                  </a:lnTo>
                  <a:lnTo>
                    <a:pt x="277" y="100"/>
                  </a:lnTo>
                  <a:lnTo>
                    <a:pt x="281" y="113"/>
                  </a:lnTo>
                  <a:lnTo>
                    <a:pt x="283" y="127"/>
                  </a:lnTo>
                  <a:lnTo>
                    <a:pt x="284" y="142"/>
                  </a:lnTo>
                  <a:lnTo>
                    <a:pt x="284" y="142"/>
                  </a:lnTo>
                  <a:lnTo>
                    <a:pt x="283" y="156"/>
                  </a:lnTo>
                  <a:lnTo>
                    <a:pt x="281" y="171"/>
                  </a:lnTo>
                  <a:lnTo>
                    <a:pt x="277" y="184"/>
                  </a:lnTo>
                  <a:lnTo>
                    <a:pt x="273" y="197"/>
                  </a:lnTo>
                  <a:lnTo>
                    <a:pt x="267" y="209"/>
                  </a:lnTo>
                  <a:lnTo>
                    <a:pt x="260" y="221"/>
                  </a:lnTo>
                  <a:lnTo>
                    <a:pt x="252" y="232"/>
                  </a:lnTo>
                  <a:lnTo>
                    <a:pt x="243" y="242"/>
                  </a:lnTo>
                  <a:lnTo>
                    <a:pt x="232" y="251"/>
                  </a:lnTo>
                  <a:lnTo>
                    <a:pt x="221" y="259"/>
                  </a:lnTo>
                  <a:lnTo>
                    <a:pt x="209" y="266"/>
                  </a:lnTo>
                  <a:lnTo>
                    <a:pt x="197" y="273"/>
                  </a:lnTo>
                  <a:lnTo>
                    <a:pt x="184" y="278"/>
                  </a:lnTo>
                  <a:lnTo>
                    <a:pt x="171" y="281"/>
                  </a:lnTo>
                  <a:lnTo>
                    <a:pt x="157" y="283"/>
                  </a:lnTo>
                  <a:lnTo>
                    <a:pt x="142" y="284"/>
                  </a:lnTo>
                  <a:lnTo>
                    <a:pt x="142" y="284"/>
                  </a:lnTo>
                  <a:close/>
                  <a:moveTo>
                    <a:pt x="142" y="56"/>
                  </a:moveTo>
                  <a:lnTo>
                    <a:pt x="142" y="56"/>
                  </a:lnTo>
                  <a:lnTo>
                    <a:pt x="134" y="57"/>
                  </a:lnTo>
                  <a:lnTo>
                    <a:pt x="125" y="58"/>
                  </a:lnTo>
                  <a:lnTo>
                    <a:pt x="116" y="60"/>
                  </a:lnTo>
                  <a:lnTo>
                    <a:pt x="109" y="63"/>
                  </a:lnTo>
                  <a:lnTo>
                    <a:pt x="101" y="67"/>
                  </a:lnTo>
                  <a:lnTo>
                    <a:pt x="94" y="72"/>
                  </a:lnTo>
                  <a:lnTo>
                    <a:pt x="88" y="77"/>
                  </a:lnTo>
                  <a:lnTo>
                    <a:pt x="82" y="82"/>
                  </a:lnTo>
                  <a:lnTo>
                    <a:pt x="77" y="88"/>
                  </a:lnTo>
                  <a:lnTo>
                    <a:pt x="72" y="95"/>
                  </a:lnTo>
                  <a:lnTo>
                    <a:pt x="67" y="101"/>
                  </a:lnTo>
                  <a:lnTo>
                    <a:pt x="64" y="109"/>
                  </a:lnTo>
                  <a:lnTo>
                    <a:pt x="61" y="117"/>
                  </a:lnTo>
                  <a:lnTo>
                    <a:pt x="59" y="125"/>
                  </a:lnTo>
                  <a:lnTo>
                    <a:pt x="58" y="133"/>
                  </a:lnTo>
                  <a:lnTo>
                    <a:pt x="57" y="142"/>
                  </a:lnTo>
                  <a:lnTo>
                    <a:pt x="57" y="142"/>
                  </a:lnTo>
                  <a:lnTo>
                    <a:pt x="58" y="150"/>
                  </a:lnTo>
                  <a:lnTo>
                    <a:pt x="59" y="159"/>
                  </a:lnTo>
                  <a:lnTo>
                    <a:pt x="61" y="167"/>
                  </a:lnTo>
                  <a:lnTo>
                    <a:pt x="64" y="175"/>
                  </a:lnTo>
                  <a:lnTo>
                    <a:pt x="67" y="183"/>
                  </a:lnTo>
                  <a:lnTo>
                    <a:pt x="72" y="190"/>
                  </a:lnTo>
                  <a:lnTo>
                    <a:pt x="77" y="196"/>
                  </a:lnTo>
                  <a:lnTo>
                    <a:pt x="82" y="202"/>
                  </a:lnTo>
                  <a:lnTo>
                    <a:pt x="88" y="208"/>
                  </a:lnTo>
                  <a:lnTo>
                    <a:pt x="94" y="212"/>
                  </a:lnTo>
                  <a:lnTo>
                    <a:pt x="101" y="217"/>
                  </a:lnTo>
                  <a:lnTo>
                    <a:pt x="109" y="220"/>
                  </a:lnTo>
                  <a:lnTo>
                    <a:pt x="116" y="223"/>
                  </a:lnTo>
                  <a:lnTo>
                    <a:pt x="125" y="225"/>
                  </a:lnTo>
                  <a:lnTo>
                    <a:pt x="134" y="226"/>
                  </a:lnTo>
                  <a:lnTo>
                    <a:pt x="142" y="227"/>
                  </a:lnTo>
                  <a:lnTo>
                    <a:pt x="142" y="227"/>
                  </a:lnTo>
                  <a:lnTo>
                    <a:pt x="151" y="226"/>
                  </a:lnTo>
                  <a:lnTo>
                    <a:pt x="159" y="225"/>
                  </a:lnTo>
                  <a:lnTo>
                    <a:pt x="167" y="223"/>
                  </a:lnTo>
                  <a:lnTo>
                    <a:pt x="175" y="220"/>
                  </a:lnTo>
                  <a:lnTo>
                    <a:pt x="183" y="217"/>
                  </a:lnTo>
                  <a:lnTo>
                    <a:pt x="190" y="212"/>
                  </a:lnTo>
                  <a:lnTo>
                    <a:pt x="196" y="208"/>
                  </a:lnTo>
                  <a:lnTo>
                    <a:pt x="202" y="202"/>
                  </a:lnTo>
                  <a:lnTo>
                    <a:pt x="207" y="196"/>
                  </a:lnTo>
                  <a:lnTo>
                    <a:pt x="212" y="190"/>
                  </a:lnTo>
                  <a:lnTo>
                    <a:pt x="216" y="183"/>
                  </a:lnTo>
                  <a:lnTo>
                    <a:pt x="220" y="175"/>
                  </a:lnTo>
                  <a:lnTo>
                    <a:pt x="223" y="167"/>
                  </a:lnTo>
                  <a:lnTo>
                    <a:pt x="225" y="159"/>
                  </a:lnTo>
                  <a:lnTo>
                    <a:pt x="226" y="150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6" y="133"/>
                  </a:lnTo>
                  <a:lnTo>
                    <a:pt x="225" y="125"/>
                  </a:lnTo>
                  <a:lnTo>
                    <a:pt x="223" y="117"/>
                  </a:lnTo>
                  <a:lnTo>
                    <a:pt x="220" y="109"/>
                  </a:lnTo>
                  <a:lnTo>
                    <a:pt x="216" y="101"/>
                  </a:lnTo>
                  <a:lnTo>
                    <a:pt x="212" y="95"/>
                  </a:lnTo>
                  <a:lnTo>
                    <a:pt x="207" y="88"/>
                  </a:lnTo>
                  <a:lnTo>
                    <a:pt x="202" y="82"/>
                  </a:lnTo>
                  <a:lnTo>
                    <a:pt x="196" y="77"/>
                  </a:lnTo>
                  <a:lnTo>
                    <a:pt x="190" y="72"/>
                  </a:lnTo>
                  <a:lnTo>
                    <a:pt x="183" y="67"/>
                  </a:lnTo>
                  <a:lnTo>
                    <a:pt x="175" y="63"/>
                  </a:lnTo>
                  <a:lnTo>
                    <a:pt x="167" y="60"/>
                  </a:lnTo>
                  <a:lnTo>
                    <a:pt x="159" y="58"/>
                  </a:lnTo>
                  <a:lnTo>
                    <a:pt x="151" y="57"/>
                  </a:lnTo>
                  <a:lnTo>
                    <a:pt x="142" y="56"/>
                  </a:lnTo>
                  <a:lnTo>
                    <a:pt x="142" y="5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26"/>
            <p:cNvSpPr/>
            <p:nvPr/>
          </p:nvSpPr>
          <p:spPr>
            <a:xfrm>
              <a:off x="4841875" y="4119563"/>
              <a:ext cx="206375" cy="209550"/>
            </a:xfrm>
            <a:custGeom>
              <a:rect b="b" l="l" r="r" t="t"/>
              <a:pathLst>
                <a:path extrusionOk="0" h="794" w="780">
                  <a:moveTo>
                    <a:pt x="482" y="794"/>
                  </a:moveTo>
                  <a:lnTo>
                    <a:pt x="312" y="794"/>
                  </a:lnTo>
                  <a:lnTo>
                    <a:pt x="312" y="794"/>
                  </a:lnTo>
                  <a:lnTo>
                    <a:pt x="306" y="793"/>
                  </a:lnTo>
                  <a:lnTo>
                    <a:pt x="301" y="791"/>
                  </a:lnTo>
                  <a:lnTo>
                    <a:pt x="296" y="789"/>
                  </a:lnTo>
                  <a:lnTo>
                    <a:pt x="292" y="785"/>
                  </a:lnTo>
                  <a:lnTo>
                    <a:pt x="289" y="781"/>
                  </a:lnTo>
                  <a:lnTo>
                    <a:pt x="286" y="777"/>
                  </a:lnTo>
                  <a:lnTo>
                    <a:pt x="284" y="771"/>
                  </a:lnTo>
                  <a:lnTo>
                    <a:pt x="284" y="766"/>
                  </a:lnTo>
                  <a:lnTo>
                    <a:pt x="284" y="689"/>
                  </a:lnTo>
                  <a:lnTo>
                    <a:pt x="284" y="689"/>
                  </a:lnTo>
                  <a:lnTo>
                    <a:pt x="270" y="684"/>
                  </a:lnTo>
                  <a:lnTo>
                    <a:pt x="257" y="679"/>
                  </a:lnTo>
                  <a:lnTo>
                    <a:pt x="246" y="674"/>
                  </a:lnTo>
                  <a:lnTo>
                    <a:pt x="235" y="668"/>
                  </a:lnTo>
                  <a:lnTo>
                    <a:pt x="225" y="661"/>
                  </a:lnTo>
                  <a:lnTo>
                    <a:pt x="216" y="655"/>
                  </a:lnTo>
                  <a:lnTo>
                    <a:pt x="198" y="640"/>
                  </a:lnTo>
                  <a:lnTo>
                    <a:pt x="128" y="680"/>
                  </a:lnTo>
                  <a:lnTo>
                    <a:pt x="128" y="680"/>
                  </a:lnTo>
                  <a:lnTo>
                    <a:pt x="123" y="682"/>
                  </a:lnTo>
                  <a:lnTo>
                    <a:pt x="118" y="683"/>
                  </a:lnTo>
                  <a:lnTo>
                    <a:pt x="111" y="683"/>
                  </a:lnTo>
                  <a:lnTo>
                    <a:pt x="106" y="682"/>
                  </a:lnTo>
                  <a:lnTo>
                    <a:pt x="101" y="680"/>
                  </a:lnTo>
                  <a:lnTo>
                    <a:pt x="97" y="677"/>
                  </a:lnTo>
                  <a:lnTo>
                    <a:pt x="93" y="674"/>
                  </a:lnTo>
                  <a:lnTo>
                    <a:pt x="89" y="669"/>
                  </a:lnTo>
                  <a:lnTo>
                    <a:pt x="4" y="521"/>
                  </a:lnTo>
                  <a:lnTo>
                    <a:pt x="4" y="521"/>
                  </a:lnTo>
                  <a:lnTo>
                    <a:pt x="2" y="516"/>
                  </a:lnTo>
                  <a:lnTo>
                    <a:pt x="1" y="511"/>
                  </a:lnTo>
                  <a:lnTo>
                    <a:pt x="0" y="505"/>
                  </a:lnTo>
                  <a:lnTo>
                    <a:pt x="1" y="500"/>
                  </a:lnTo>
                  <a:lnTo>
                    <a:pt x="1" y="500"/>
                  </a:lnTo>
                  <a:lnTo>
                    <a:pt x="3" y="495"/>
                  </a:lnTo>
                  <a:lnTo>
                    <a:pt x="6" y="490"/>
                  </a:lnTo>
                  <a:lnTo>
                    <a:pt x="10" y="486"/>
                  </a:lnTo>
                  <a:lnTo>
                    <a:pt x="15" y="483"/>
                  </a:lnTo>
                  <a:lnTo>
                    <a:pt x="83" y="443"/>
                  </a:lnTo>
                  <a:lnTo>
                    <a:pt x="83" y="443"/>
                  </a:lnTo>
                  <a:lnTo>
                    <a:pt x="80" y="420"/>
                  </a:lnTo>
                  <a:lnTo>
                    <a:pt x="79" y="397"/>
                  </a:lnTo>
                  <a:lnTo>
                    <a:pt x="80" y="374"/>
                  </a:lnTo>
                  <a:lnTo>
                    <a:pt x="83" y="349"/>
                  </a:lnTo>
                  <a:lnTo>
                    <a:pt x="16" y="311"/>
                  </a:lnTo>
                  <a:lnTo>
                    <a:pt x="16" y="311"/>
                  </a:lnTo>
                  <a:lnTo>
                    <a:pt x="11" y="307"/>
                  </a:lnTo>
                  <a:lnTo>
                    <a:pt x="7" y="303"/>
                  </a:lnTo>
                  <a:lnTo>
                    <a:pt x="4" y="299"/>
                  </a:lnTo>
                  <a:lnTo>
                    <a:pt x="2" y="293"/>
                  </a:lnTo>
                  <a:lnTo>
                    <a:pt x="2" y="293"/>
                  </a:lnTo>
                  <a:lnTo>
                    <a:pt x="1" y="288"/>
                  </a:lnTo>
                  <a:lnTo>
                    <a:pt x="1" y="283"/>
                  </a:lnTo>
                  <a:lnTo>
                    <a:pt x="3" y="277"/>
                  </a:lnTo>
                  <a:lnTo>
                    <a:pt x="5" y="272"/>
                  </a:lnTo>
                  <a:lnTo>
                    <a:pt x="91" y="124"/>
                  </a:lnTo>
                  <a:lnTo>
                    <a:pt x="91" y="124"/>
                  </a:lnTo>
                  <a:lnTo>
                    <a:pt x="94" y="120"/>
                  </a:lnTo>
                  <a:lnTo>
                    <a:pt x="98" y="116"/>
                  </a:lnTo>
                  <a:lnTo>
                    <a:pt x="103" y="113"/>
                  </a:lnTo>
                  <a:lnTo>
                    <a:pt x="108" y="111"/>
                  </a:lnTo>
                  <a:lnTo>
                    <a:pt x="113" y="111"/>
                  </a:lnTo>
                  <a:lnTo>
                    <a:pt x="119" y="111"/>
                  </a:lnTo>
                  <a:lnTo>
                    <a:pt x="125" y="112"/>
                  </a:lnTo>
                  <a:lnTo>
                    <a:pt x="130" y="114"/>
                  </a:lnTo>
                  <a:lnTo>
                    <a:pt x="198" y="154"/>
                  </a:lnTo>
                  <a:lnTo>
                    <a:pt x="198" y="154"/>
                  </a:lnTo>
                  <a:lnTo>
                    <a:pt x="217" y="139"/>
                  </a:lnTo>
                  <a:lnTo>
                    <a:pt x="226" y="132"/>
                  </a:lnTo>
                  <a:lnTo>
                    <a:pt x="235" y="126"/>
                  </a:lnTo>
                  <a:lnTo>
                    <a:pt x="246" y="120"/>
                  </a:lnTo>
                  <a:lnTo>
                    <a:pt x="257" y="114"/>
                  </a:lnTo>
                  <a:lnTo>
                    <a:pt x="270" y="109"/>
                  </a:lnTo>
                  <a:lnTo>
                    <a:pt x="284" y="104"/>
                  </a:lnTo>
                  <a:lnTo>
                    <a:pt x="284" y="28"/>
                  </a:lnTo>
                  <a:lnTo>
                    <a:pt x="284" y="28"/>
                  </a:lnTo>
                  <a:lnTo>
                    <a:pt x="284" y="22"/>
                  </a:lnTo>
                  <a:lnTo>
                    <a:pt x="286" y="17"/>
                  </a:lnTo>
                  <a:lnTo>
                    <a:pt x="289" y="12"/>
                  </a:lnTo>
                  <a:lnTo>
                    <a:pt x="292" y="8"/>
                  </a:lnTo>
                  <a:lnTo>
                    <a:pt x="296" y="5"/>
                  </a:lnTo>
                  <a:lnTo>
                    <a:pt x="301" y="2"/>
                  </a:lnTo>
                  <a:lnTo>
                    <a:pt x="306" y="1"/>
                  </a:lnTo>
                  <a:lnTo>
                    <a:pt x="312" y="0"/>
                  </a:lnTo>
                  <a:lnTo>
                    <a:pt x="482" y="0"/>
                  </a:lnTo>
                  <a:lnTo>
                    <a:pt x="482" y="0"/>
                  </a:lnTo>
                  <a:lnTo>
                    <a:pt x="488" y="1"/>
                  </a:lnTo>
                  <a:lnTo>
                    <a:pt x="493" y="2"/>
                  </a:lnTo>
                  <a:lnTo>
                    <a:pt x="498" y="5"/>
                  </a:lnTo>
                  <a:lnTo>
                    <a:pt x="502" y="8"/>
                  </a:lnTo>
                  <a:lnTo>
                    <a:pt x="506" y="12"/>
                  </a:lnTo>
                  <a:lnTo>
                    <a:pt x="508" y="17"/>
                  </a:lnTo>
                  <a:lnTo>
                    <a:pt x="510" y="22"/>
                  </a:lnTo>
                  <a:lnTo>
                    <a:pt x="510" y="28"/>
                  </a:lnTo>
                  <a:lnTo>
                    <a:pt x="510" y="108"/>
                  </a:lnTo>
                  <a:lnTo>
                    <a:pt x="510" y="108"/>
                  </a:lnTo>
                  <a:lnTo>
                    <a:pt x="534" y="119"/>
                  </a:lnTo>
                  <a:lnTo>
                    <a:pt x="554" y="130"/>
                  </a:lnTo>
                  <a:lnTo>
                    <a:pt x="572" y="141"/>
                  </a:lnTo>
                  <a:lnTo>
                    <a:pt x="588" y="154"/>
                  </a:lnTo>
                  <a:lnTo>
                    <a:pt x="653" y="114"/>
                  </a:lnTo>
                  <a:lnTo>
                    <a:pt x="653" y="114"/>
                  </a:lnTo>
                  <a:lnTo>
                    <a:pt x="658" y="112"/>
                  </a:lnTo>
                  <a:lnTo>
                    <a:pt x="663" y="111"/>
                  </a:lnTo>
                  <a:lnTo>
                    <a:pt x="669" y="110"/>
                  </a:lnTo>
                  <a:lnTo>
                    <a:pt x="674" y="111"/>
                  </a:lnTo>
                  <a:lnTo>
                    <a:pt x="674" y="111"/>
                  </a:lnTo>
                  <a:lnTo>
                    <a:pt x="679" y="113"/>
                  </a:lnTo>
                  <a:lnTo>
                    <a:pt x="684" y="116"/>
                  </a:lnTo>
                  <a:lnTo>
                    <a:pt x="688" y="120"/>
                  </a:lnTo>
                  <a:lnTo>
                    <a:pt x="691" y="124"/>
                  </a:lnTo>
                  <a:lnTo>
                    <a:pt x="777" y="272"/>
                  </a:lnTo>
                  <a:lnTo>
                    <a:pt x="777" y="272"/>
                  </a:lnTo>
                  <a:lnTo>
                    <a:pt x="779" y="277"/>
                  </a:lnTo>
                  <a:lnTo>
                    <a:pt x="780" y="283"/>
                  </a:lnTo>
                  <a:lnTo>
                    <a:pt x="780" y="288"/>
                  </a:lnTo>
                  <a:lnTo>
                    <a:pt x="779" y="294"/>
                  </a:lnTo>
                  <a:lnTo>
                    <a:pt x="779" y="294"/>
                  </a:lnTo>
                  <a:lnTo>
                    <a:pt x="777" y="299"/>
                  </a:lnTo>
                  <a:lnTo>
                    <a:pt x="775" y="303"/>
                  </a:lnTo>
                  <a:lnTo>
                    <a:pt x="771" y="307"/>
                  </a:lnTo>
                  <a:lnTo>
                    <a:pt x="766" y="311"/>
                  </a:lnTo>
                  <a:lnTo>
                    <a:pt x="698" y="349"/>
                  </a:lnTo>
                  <a:lnTo>
                    <a:pt x="698" y="349"/>
                  </a:lnTo>
                  <a:lnTo>
                    <a:pt x="701" y="374"/>
                  </a:lnTo>
                  <a:lnTo>
                    <a:pt x="702" y="397"/>
                  </a:lnTo>
                  <a:lnTo>
                    <a:pt x="701" y="420"/>
                  </a:lnTo>
                  <a:lnTo>
                    <a:pt x="698" y="443"/>
                  </a:lnTo>
                  <a:lnTo>
                    <a:pt x="766" y="483"/>
                  </a:lnTo>
                  <a:lnTo>
                    <a:pt x="766" y="483"/>
                  </a:lnTo>
                  <a:lnTo>
                    <a:pt x="771" y="486"/>
                  </a:lnTo>
                  <a:lnTo>
                    <a:pt x="775" y="490"/>
                  </a:lnTo>
                  <a:lnTo>
                    <a:pt x="778" y="495"/>
                  </a:lnTo>
                  <a:lnTo>
                    <a:pt x="779" y="500"/>
                  </a:lnTo>
                  <a:lnTo>
                    <a:pt x="780" y="505"/>
                  </a:lnTo>
                  <a:lnTo>
                    <a:pt x="780" y="511"/>
                  </a:lnTo>
                  <a:lnTo>
                    <a:pt x="779" y="516"/>
                  </a:lnTo>
                  <a:lnTo>
                    <a:pt x="777" y="521"/>
                  </a:lnTo>
                  <a:lnTo>
                    <a:pt x="691" y="669"/>
                  </a:lnTo>
                  <a:lnTo>
                    <a:pt x="691" y="669"/>
                  </a:lnTo>
                  <a:lnTo>
                    <a:pt x="688" y="674"/>
                  </a:lnTo>
                  <a:lnTo>
                    <a:pt x="684" y="677"/>
                  </a:lnTo>
                  <a:lnTo>
                    <a:pt x="679" y="680"/>
                  </a:lnTo>
                  <a:lnTo>
                    <a:pt x="674" y="682"/>
                  </a:lnTo>
                  <a:lnTo>
                    <a:pt x="674" y="682"/>
                  </a:lnTo>
                  <a:lnTo>
                    <a:pt x="669" y="683"/>
                  </a:lnTo>
                  <a:lnTo>
                    <a:pt x="663" y="683"/>
                  </a:lnTo>
                  <a:lnTo>
                    <a:pt x="658" y="681"/>
                  </a:lnTo>
                  <a:lnTo>
                    <a:pt x="653" y="679"/>
                  </a:lnTo>
                  <a:lnTo>
                    <a:pt x="588" y="640"/>
                  </a:lnTo>
                  <a:lnTo>
                    <a:pt x="588" y="640"/>
                  </a:lnTo>
                  <a:lnTo>
                    <a:pt x="572" y="652"/>
                  </a:lnTo>
                  <a:lnTo>
                    <a:pt x="554" y="663"/>
                  </a:lnTo>
                  <a:lnTo>
                    <a:pt x="534" y="674"/>
                  </a:lnTo>
                  <a:lnTo>
                    <a:pt x="510" y="686"/>
                  </a:lnTo>
                  <a:lnTo>
                    <a:pt x="510" y="766"/>
                  </a:lnTo>
                  <a:lnTo>
                    <a:pt x="510" y="766"/>
                  </a:lnTo>
                  <a:lnTo>
                    <a:pt x="510" y="771"/>
                  </a:lnTo>
                  <a:lnTo>
                    <a:pt x="508" y="777"/>
                  </a:lnTo>
                  <a:lnTo>
                    <a:pt x="506" y="781"/>
                  </a:lnTo>
                  <a:lnTo>
                    <a:pt x="502" y="785"/>
                  </a:lnTo>
                  <a:lnTo>
                    <a:pt x="498" y="789"/>
                  </a:lnTo>
                  <a:lnTo>
                    <a:pt x="493" y="791"/>
                  </a:lnTo>
                  <a:lnTo>
                    <a:pt x="488" y="793"/>
                  </a:lnTo>
                  <a:lnTo>
                    <a:pt x="482" y="794"/>
                  </a:lnTo>
                  <a:lnTo>
                    <a:pt x="482" y="794"/>
                  </a:lnTo>
                  <a:close/>
                  <a:moveTo>
                    <a:pt x="341" y="737"/>
                  </a:moveTo>
                  <a:lnTo>
                    <a:pt x="454" y="737"/>
                  </a:lnTo>
                  <a:lnTo>
                    <a:pt x="454" y="668"/>
                  </a:lnTo>
                  <a:lnTo>
                    <a:pt x="454" y="668"/>
                  </a:lnTo>
                  <a:lnTo>
                    <a:pt x="454" y="663"/>
                  </a:lnTo>
                  <a:lnTo>
                    <a:pt x="455" y="659"/>
                  </a:lnTo>
                  <a:lnTo>
                    <a:pt x="459" y="652"/>
                  </a:lnTo>
                  <a:lnTo>
                    <a:pt x="464" y="645"/>
                  </a:lnTo>
                  <a:lnTo>
                    <a:pt x="467" y="643"/>
                  </a:lnTo>
                  <a:lnTo>
                    <a:pt x="471" y="641"/>
                  </a:lnTo>
                  <a:lnTo>
                    <a:pt x="471" y="641"/>
                  </a:lnTo>
                  <a:lnTo>
                    <a:pt x="501" y="627"/>
                  </a:lnTo>
                  <a:lnTo>
                    <a:pt x="527" y="613"/>
                  </a:lnTo>
                  <a:lnTo>
                    <a:pt x="549" y="599"/>
                  </a:lnTo>
                  <a:lnTo>
                    <a:pt x="558" y="592"/>
                  </a:lnTo>
                  <a:lnTo>
                    <a:pt x="566" y="585"/>
                  </a:lnTo>
                  <a:lnTo>
                    <a:pt x="566" y="585"/>
                  </a:lnTo>
                  <a:lnTo>
                    <a:pt x="570" y="582"/>
                  </a:lnTo>
                  <a:lnTo>
                    <a:pt x="574" y="580"/>
                  </a:lnTo>
                  <a:lnTo>
                    <a:pt x="578" y="578"/>
                  </a:lnTo>
                  <a:lnTo>
                    <a:pt x="582" y="577"/>
                  </a:lnTo>
                  <a:lnTo>
                    <a:pt x="587" y="577"/>
                  </a:lnTo>
                  <a:lnTo>
                    <a:pt x="591" y="578"/>
                  </a:lnTo>
                  <a:lnTo>
                    <a:pt x="596" y="579"/>
                  </a:lnTo>
                  <a:lnTo>
                    <a:pt x="600" y="581"/>
                  </a:lnTo>
                  <a:lnTo>
                    <a:pt x="657" y="615"/>
                  </a:lnTo>
                  <a:lnTo>
                    <a:pt x="713" y="518"/>
                  </a:lnTo>
                  <a:lnTo>
                    <a:pt x="653" y="483"/>
                  </a:lnTo>
                  <a:lnTo>
                    <a:pt x="653" y="483"/>
                  </a:lnTo>
                  <a:lnTo>
                    <a:pt x="649" y="480"/>
                  </a:lnTo>
                  <a:lnTo>
                    <a:pt x="646" y="477"/>
                  </a:lnTo>
                  <a:lnTo>
                    <a:pt x="644" y="474"/>
                  </a:lnTo>
                  <a:lnTo>
                    <a:pt x="641" y="470"/>
                  </a:lnTo>
                  <a:lnTo>
                    <a:pt x="640" y="466"/>
                  </a:lnTo>
                  <a:lnTo>
                    <a:pt x="639" y="462"/>
                  </a:lnTo>
                  <a:lnTo>
                    <a:pt x="639" y="457"/>
                  </a:lnTo>
                  <a:lnTo>
                    <a:pt x="640" y="453"/>
                  </a:lnTo>
                  <a:lnTo>
                    <a:pt x="640" y="453"/>
                  </a:lnTo>
                  <a:lnTo>
                    <a:pt x="642" y="438"/>
                  </a:lnTo>
                  <a:lnTo>
                    <a:pt x="644" y="424"/>
                  </a:lnTo>
                  <a:lnTo>
                    <a:pt x="645" y="410"/>
                  </a:lnTo>
                  <a:lnTo>
                    <a:pt x="646" y="397"/>
                  </a:lnTo>
                  <a:lnTo>
                    <a:pt x="645" y="383"/>
                  </a:lnTo>
                  <a:lnTo>
                    <a:pt x="644" y="369"/>
                  </a:lnTo>
                  <a:lnTo>
                    <a:pt x="642" y="356"/>
                  </a:lnTo>
                  <a:lnTo>
                    <a:pt x="640" y="341"/>
                  </a:lnTo>
                  <a:lnTo>
                    <a:pt x="640" y="341"/>
                  </a:lnTo>
                  <a:lnTo>
                    <a:pt x="639" y="336"/>
                  </a:lnTo>
                  <a:lnTo>
                    <a:pt x="639" y="332"/>
                  </a:lnTo>
                  <a:lnTo>
                    <a:pt x="640" y="328"/>
                  </a:lnTo>
                  <a:lnTo>
                    <a:pt x="641" y="324"/>
                  </a:lnTo>
                  <a:lnTo>
                    <a:pt x="643" y="320"/>
                  </a:lnTo>
                  <a:lnTo>
                    <a:pt x="646" y="316"/>
                  </a:lnTo>
                  <a:lnTo>
                    <a:pt x="649" y="313"/>
                  </a:lnTo>
                  <a:lnTo>
                    <a:pt x="653" y="311"/>
                  </a:lnTo>
                  <a:lnTo>
                    <a:pt x="713" y="276"/>
                  </a:lnTo>
                  <a:lnTo>
                    <a:pt x="657" y="178"/>
                  </a:lnTo>
                  <a:lnTo>
                    <a:pt x="600" y="212"/>
                  </a:lnTo>
                  <a:lnTo>
                    <a:pt x="600" y="212"/>
                  </a:lnTo>
                  <a:lnTo>
                    <a:pt x="595" y="214"/>
                  </a:lnTo>
                  <a:lnTo>
                    <a:pt x="591" y="216"/>
                  </a:lnTo>
                  <a:lnTo>
                    <a:pt x="587" y="216"/>
                  </a:lnTo>
                  <a:lnTo>
                    <a:pt x="582" y="216"/>
                  </a:lnTo>
                  <a:lnTo>
                    <a:pt x="578" y="215"/>
                  </a:lnTo>
                  <a:lnTo>
                    <a:pt x="574" y="214"/>
                  </a:lnTo>
                  <a:lnTo>
                    <a:pt x="570" y="212"/>
                  </a:lnTo>
                  <a:lnTo>
                    <a:pt x="566" y="209"/>
                  </a:lnTo>
                  <a:lnTo>
                    <a:pt x="566" y="209"/>
                  </a:lnTo>
                  <a:lnTo>
                    <a:pt x="558" y="202"/>
                  </a:lnTo>
                  <a:lnTo>
                    <a:pt x="549" y="195"/>
                  </a:lnTo>
                  <a:lnTo>
                    <a:pt x="527" y="181"/>
                  </a:lnTo>
                  <a:lnTo>
                    <a:pt x="501" y="167"/>
                  </a:lnTo>
                  <a:lnTo>
                    <a:pt x="471" y="152"/>
                  </a:lnTo>
                  <a:lnTo>
                    <a:pt x="471" y="152"/>
                  </a:lnTo>
                  <a:lnTo>
                    <a:pt x="467" y="150"/>
                  </a:lnTo>
                  <a:lnTo>
                    <a:pt x="464" y="147"/>
                  </a:lnTo>
                  <a:lnTo>
                    <a:pt x="459" y="141"/>
                  </a:lnTo>
                  <a:lnTo>
                    <a:pt x="455" y="134"/>
                  </a:lnTo>
                  <a:lnTo>
                    <a:pt x="454" y="130"/>
                  </a:lnTo>
                  <a:lnTo>
                    <a:pt x="454" y="126"/>
                  </a:lnTo>
                  <a:lnTo>
                    <a:pt x="454" y="57"/>
                  </a:lnTo>
                  <a:lnTo>
                    <a:pt x="341" y="57"/>
                  </a:lnTo>
                  <a:lnTo>
                    <a:pt x="341" y="126"/>
                  </a:lnTo>
                  <a:lnTo>
                    <a:pt x="341" y="126"/>
                  </a:lnTo>
                  <a:lnTo>
                    <a:pt x="341" y="131"/>
                  </a:lnTo>
                  <a:lnTo>
                    <a:pt x="339" y="135"/>
                  </a:lnTo>
                  <a:lnTo>
                    <a:pt x="337" y="140"/>
                  </a:lnTo>
                  <a:lnTo>
                    <a:pt x="335" y="144"/>
                  </a:lnTo>
                  <a:lnTo>
                    <a:pt x="332" y="147"/>
                  </a:lnTo>
                  <a:lnTo>
                    <a:pt x="328" y="150"/>
                  </a:lnTo>
                  <a:lnTo>
                    <a:pt x="324" y="152"/>
                  </a:lnTo>
                  <a:lnTo>
                    <a:pt x="319" y="154"/>
                  </a:lnTo>
                  <a:lnTo>
                    <a:pt x="319" y="154"/>
                  </a:lnTo>
                  <a:lnTo>
                    <a:pt x="301" y="159"/>
                  </a:lnTo>
                  <a:lnTo>
                    <a:pt x="287" y="164"/>
                  </a:lnTo>
                  <a:lnTo>
                    <a:pt x="274" y="169"/>
                  </a:lnTo>
                  <a:lnTo>
                    <a:pt x="263" y="176"/>
                  </a:lnTo>
                  <a:lnTo>
                    <a:pt x="253" y="183"/>
                  </a:lnTo>
                  <a:lnTo>
                    <a:pt x="243" y="190"/>
                  </a:lnTo>
                  <a:lnTo>
                    <a:pt x="223" y="208"/>
                  </a:lnTo>
                  <a:lnTo>
                    <a:pt x="223" y="208"/>
                  </a:lnTo>
                  <a:lnTo>
                    <a:pt x="220" y="211"/>
                  </a:lnTo>
                  <a:lnTo>
                    <a:pt x="216" y="213"/>
                  </a:lnTo>
                  <a:lnTo>
                    <a:pt x="210" y="215"/>
                  </a:lnTo>
                  <a:lnTo>
                    <a:pt x="206" y="216"/>
                  </a:lnTo>
                  <a:lnTo>
                    <a:pt x="201" y="216"/>
                  </a:lnTo>
                  <a:lnTo>
                    <a:pt x="197" y="216"/>
                  </a:lnTo>
                  <a:lnTo>
                    <a:pt x="193" y="214"/>
                  </a:lnTo>
                  <a:lnTo>
                    <a:pt x="188" y="213"/>
                  </a:lnTo>
                  <a:lnTo>
                    <a:pt x="126" y="178"/>
                  </a:lnTo>
                  <a:lnTo>
                    <a:pt x="69" y="276"/>
                  </a:lnTo>
                  <a:lnTo>
                    <a:pt x="129" y="311"/>
                  </a:lnTo>
                  <a:lnTo>
                    <a:pt x="129" y="311"/>
                  </a:lnTo>
                  <a:lnTo>
                    <a:pt x="133" y="313"/>
                  </a:lnTo>
                  <a:lnTo>
                    <a:pt x="136" y="316"/>
                  </a:lnTo>
                  <a:lnTo>
                    <a:pt x="139" y="320"/>
                  </a:lnTo>
                  <a:lnTo>
                    <a:pt x="141" y="324"/>
                  </a:lnTo>
                  <a:lnTo>
                    <a:pt x="142" y="328"/>
                  </a:lnTo>
                  <a:lnTo>
                    <a:pt x="143" y="332"/>
                  </a:lnTo>
                  <a:lnTo>
                    <a:pt x="143" y="336"/>
                  </a:lnTo>
                  <a:lnTo>
                    <a:pt x="142" y="341"/>
                  </a:lnTo>
                  <a:lnTo>
                    <a:pt x="142" y="341"/>
                  </a:lnTo>
                  <a:lnTo>
                    <a:pt x="140" y="356"/>
                  </a:lnTo>
                  <a:lnTo>
                    <a:pt x="138" y="370"/>
                  </a:lnTo>
                  <a:lnTo>
                    <a:pt x="137" y="383"/>
                  </a:lnTo>
                  <a:lnTo>
                    <a:pt x="136" y="397"/>
                  </a:lnTo>
                  <a:lnTo>
                    <a:pt x="136" y="411"/>
                  </a:lnTo>
                  <a:lnTo>
                    <a:pt x="138" y="424"/>
                  </a:lnTo>
                  <a:lnTo>
                    <a:pt x="139" y="438"/>
                  </a:lnTo>
                  <a:lnTo>
                    <a:pt x="142" y="453"/>
                  </a:lnTo>
                  <a:lnTo>
                    <a:pt x="142" y="453"/>
                  </a:lnTo>
                  <a:lnTo>
                    <a:pt x="143" y="457"/>
                  </a:lnTo>
                  <a:lnTo>
                    <a:pt x="143" y="462"/>
                  </a:lnTo>
                  <a:lnTo>
                    <a:pt x="142" y="466"/>
                  </a:lnTo>
                  <a:lnTo>
                    <a:pt x="140" y="470"/>
                  </a:lnTo>
                  <a:lnTo>
                    <a:pt x="138" y="474"/>
                  </a:lnTo>
                  <a:lnTo>
                    <a:pt x="136" y="477"/>
                  </a:lnTo>
                  <a:lnTo>
                    <a:pt x="132" y="480"/>
                  </a:lnTo>
                  <a:lnTo>
                    <a:pt x="129" y="483"/>
                  </a:lnTo>
                  <a:lnTo>
                    <a:pt x="68" y="518"/>
                  </a:lnTo>
                  <a:lnTo>
                    <a:pt x="125" y="616"/>
                  </a:lnTo>
                  <a:lnTo>
                    <a:pt x="189" y="581"/>
                  </a:lnTo>
                  <a:lnTo>
                    <a:pt x="189" y="581"/>
                  </a:lnTo>
                  <a:lnTo>
                    <a:pt x="193" y="579"/>
                  </a:lnTo>
                  <a:lnTo>
                    <a:pt x="197" y="578"/>
                  </a:lnTo>
                  <a:lnTo>
                    <a:pt x="201" y="577"/>
                  </a:lnTo>
                  <a:lnTo>
                    <a:pt x="205" y="577"/>
                  </a:lnTo>
                  <a:lnTo>
                    <a:pt x="210" y="578"/>
                  </a:lnTo>
                  <a:lnTo>
                    <a:pt x="214" y="580"/>
                  </a:lnTo>
                  <a:lnTo>
                    <a:pt x="219" y="582"/>
                  </a:lnTo>
                  <a:lnTo>
                    <a:pt x="222" y="585"/>
                  </a:lnTo>
                  <a:lnTo>
                    <a:pt x="222" y="585"/>
                  </a:lnTo>
                  <a:lnTo>
                    <a:pt x="243" y="603"/>
                  </a:lnTo>
                  <a:lnTo>
                    <a:pt x="253" y="611"/>
                  </a:lnTo>
                  <a:lnTo>
                    <a:pt x="263" y="618"/>
                  </a:lnTo>
                  <a:lnTo>
                    <a:pt x="274" y="624"/>
                  </a:lnTo>
                  <a:lnTo>
                    <a:pt x="287" y="630"/>
                  </a:lnTo>
                  <a:lnTo>
                    <a:pt x="301" y="635"/>
                  </a:lnTo>
                  <a:lnTo>
                    <a:pt x="319" y="639"/>
                  </a:lnTo>
                  <a:lnTo>
                    <a:pt x="319" y="639"/>
                  </a:lnTo>
                  <a:lnTo>
                    <a:pt x="324" y="641"/>
                  </a:lnTo>
                  <a:lnTo>
                    <a:pt x="328" y="643"/>
                  </a:lnTo>
                  <a:lnTo>
                    <a:pt x="332" y="647"/>
                  </a:lnTo>
                  <a:lnTo>
                    <a:pt x="335" y="650"/>
                  </a:lnTo>
                  <a:lnTo>
                    <a:pt x="337" y="654"/>
                  </a:lnTo>
                  <a:lnTo>
                    <a:pt x="339" y="658"/>
                  </a:lnTo>
                  <a:lnTo>
                    <a:pt x="341" y="663"/>
                  </a:lnTo>
                  <a:lnTo>
                    <a:pt x="341" y="668"/>
                  </a:lnTo>
                  <a:lnTo>
                    <a:pt x="341" y="73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26"/>
            <p:cNvSpPr/>
            <p:nvPr/>
          </p:nvSpPr>
          <p:spPr>
            <a:xfrm>
              <a:off x="4906963" y="4186238"/>
              <a:ext cx="76200" cy="74613"/>
            </a:xfrm>
            <a:custGeom>
              <a:rect b="b" l="l" r="r" t="t"/>
              <a:pathLst>
                <a:path extrusionOk="0" h="283" w="284">
                  <a:moveTo>
                    <a:pt x="141" y="283"/>
                  </a:moveTo>
                  <a:lnTo>
                    <a:pt x="141" y="283"/>
                  </a:lnTo>
                  <a:lnTo>
                    <a:pt x="127" y="282"/>
                  </a:lnTo>
                  <a:lnTo>
                    <a:pt x="113" y="280"/>
                  </a:lnTo>
                  <a:lnTo>
                    <a:pt x="100" y="277"/>
                  </a:lnTo>
                  <a:lnTo>
                    <a:pt x="87" y="272"/>
                  </a:lnTo>
                  <a:lnTo>
                    <a:pt x="75" y="266"/>
                  </a:lnTo>
                  <a:lnTo>
                    <a:pt x="62" y="259"/>
                  </a:lnTo>
                  <a:lnTo>
                    <a:pt x="51" y="251"/>
                  </a:lnTo>
                  <a:lnTo>
                    <a:pt x="41" y="242"/>
                  </a:lnTo>
                  <a:lnTo>
                    <a:pt x="32" y="232"/>
                  </a:lnTo>
                  <a:lnTo>
                    <a:pt x="24" y="221"/>
                  </a:lnTo>
                  <a:lnTo>
                    <a:pt x="17" y="210"/>
                  </a:lnTo>
                  <a:lnTo>
                    <a:pt x="11" y="197"/>
                  </a:lnTo>
                  <a:lnTo>
                    <a:pt x="6" y="183"/>
                  </a:lnTo>
                  <a:lnTo>
                    <a:pt x="3" y="170"/>
                  </a:lnTo>
                  <a:lnTo>
                    <a:pt x="1" y="156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1" y="127"/>
                  </a:lnTo>
                  <a:lnTo>
                    <a:pt x="3" y="114"/>
                  </a:lnTo>
                  <a:lnTo>
                    <a:pt x="6" y="100"/>
                  </a:lnTo>
                  <a:lnTo>
                    <a:pt x="11" y="86"/>
                  </a:lnTo>
                  <a:lnTo>
                    <a:pt x="17" y="74"/>
                  </a:lnTo>
                  <a:lnTo>
                    <a:pt x="24" y="62"/>
                  </a:lnTo>
                  <a:lnTo>
                    <a:pt x="32" y="52"/>
                  </a:lnTo>
                  <a:lnTo>
                    <a:pt x="41" y="42"/>
                  </a:lnTo>
                  <a:lnTo>
                    <a:pt x="51" y="33"/>
                  </a:lnTo>
                  <a:lnTo>
                    <a:pt x="62" y="24"/>
                  </a:lnTo>
                  <a:lnTo>
                    <a:pt x="75" y="17"/>
                  </a:lnTo>
                  <a:lnTo>
                    <a:pt x="87" y="12"/>
                  </a:lnTo>
                  <a:lnTo>
                    <a:pt x="100" y="7"/>
                  </a:lnTo>
                  <a:lnTo>
                    <a:pt x="113" y="3"/>
                  </a:lnTo>
                  <a:lnTo>
                    <a:pt x="127" y="1"/>
                  </a:lnTo>
                  <a:lnTo>
                    <a:pt x="141" y="0"/>
                  </a:lnTo>
                  <a:lnTo>
                    <a:pt x="141" y="0"/>
                  </a:lnTo>
                  <a:lnTo>
                    <a:pt x="156" y="1"/>
                  </a:lnTo>
                  <a:lnTo>
                    <a:pt x="171" y="3"/>
                  </a:lnTo>
                  <a:lnTo>
                    <a:pt x="184" y="7"/>
                  </a:lnTo>
                  <a:lnTo>
                    <a:pt x="197" y="12"/>
                  </a:lnTo>
                  <a:lnTo>
                    <a:pt x="209" y="17"/>
                  </a:lnTo>
                  <a:lnTo>
                    <a:pt x="221" y="24"/>
                  </a:lnTo>
                  <a:lnTo>
                    <a:pt x="232" y="33"/>
                  </a:lnTo>
                  <a:lnTo>
                    <a:pt x="241" y="42"/>
                  </a:lnTo>
                  <a:lnTo>
                    <a:pt x="251" y="52"/>
                  </a:lnTo>
                  <a:lnTo>
                    <a:pt x="259" y="62"/>
                  </a:lnTo>
                  <a:lnTo>
                    <a:pt x="266" y="74"/>
                  </a:lnTo>
                  <a:lnTo>
                    <a:pt x="273" y="86"/>
                  </a:lnTo>
                  <a:lnTo>
                    <a:pt x="277" y="100"/>
                  </a:lnTo>
                  <a:lnTo>
                    <a:pt x="281" y="114"/>
                  </a:lnTo>
                  <a:lnTo>
                    <a:pt x="283" y="127"/>
                  </a:lnTo>
                  <a:lnTo>
                    <a:pt x="284" y="142"/>
                  </a:lnTo>
                  <a:lnTo>
                    <a:pt x="284" y="142"/>
                  </a:lnTo>
                  <a:lnTo>
                    <a:pt x="283" y="156"/>
                  </a:lnTo>
                  <a:lnTo>
                    <a:pt x="281" y="170"/>
                  </a:lnTo>
                  <a:lnTo>
                    <a:pt x="277" y="183"/>
                  </a:lnTo>
                  <a:lnTo>
                    <a:pt x="273" y="197"/>
                  </a:lnTo>
                  <a:lnTo>
                    <a:pt x="266" y="210"/>
                  </a:lnTo>
                  <a:lnTo>
                    <a:pt x="259" y="221"/>
                  </a:lnTo>
                  <a:lnTo>
                    <a:pt x="251" y="232"/>
                  </a:lnTo>
                  <a:lnTo>
                    <a:pt x="241" y="242"/>
                  </a:lnTo>
                  <a:lnTo>
                    <a:pt x="232" y="251"/>
                  </a:lnTo>
                  <a:lnTo>
                    <a:pt x="221" y="259"/>
                  </a:lnTo>
                  <a:lnTo>
                    <a:pt x="209" y="266"/>
                  </a:lnTo>
                  <a:lnTo>
                    <a:pt x="197" y="272"/>
                  </a:lnTo>
                  <a:lnTo>
                    <a:pt x="184" y="277"/>
                  </a:lnTo>
                  <a:lnTo>
                    <a:pt x="171" y="280"/>
                  </a:lnTo>
                  <a:lnTo>
                    <a:pt x="156" y="282"/>
                  </a:lnTo>
                  <a:lnTo>
                    <a:pt x="141" y="283"/>
                  </a:lnTo>
                  <a:lnTo>
                    <a:pt x="141" y="283"/>
                  </a:lnTo>
                  <a:close/>
                  <a:moveTo>
                    <a:pt x="141" y="57"/>
                  </a:moveTo>
                  <a:lnTo>
                    <a:pt x="141" y="57"/>
                  </a:lnTo>
                  <a:lnTo>
                    <a:pt x="133" y="57"/>
                  </a:lnTo>
                  <a:lnTo>
                    <a:pt x="124" y="58"/>
                  </a:lnTo>
                  <a:lnTo>
                    <a:pt x="116" y="60"/>
                  </a:lnTo>
                  <a:lnTo>
                    <a:pt x="109" y="63"/>
                  </a:lnTo>
                  <a:lnTo>
                    <a:pt x="101" y="67"/>
                  </a:lnTo>
                  <a:lnTo>
                    <a:pt x="94" y="71"/>
                  </a:lnTo>
                  <a:lnTo>
                    <a:pt x="88" y="76"/>
                  </a:lnTo>
                  <a:lnTo>
                    <a:pt x="82" y="81"/>
                  </a:lnTo>
                  <a:lnTo>
                    <a:pt x="76" y="87"/>
                  </a:lnTo>
                  <a:lnTo>
                    <a:pt x="72" y="94"/>
                  </a:lnTo>
                  <a:lnTo>
                    <a:pt x="66" y="102"/>
                  </a:lnTo>
                  <a:lnTo>
                    <a:pt x="63" y="109"/>
                  </a:lnTo>
                  <a:lnTo>
                    <a:pt x="60" y="117"/>
                  </a:lnTo>
                  <a:lnTo>
                    <a:pt x="58" y="125"/>
                  </a:lnTo>
                  <a:lnTo>
                    <a:pt x="57" y="133"/>
                  </a:lnTo>
                  <a:lnTo>
                    <a:pt x="56" y="142"/>
                  </a:lnTo>
                  <a:lnTo>
                    <a:pt x="56" y="142"/>
                  </a:lnTo>
                  <a:lnTo>
                    <a:pt x="57" y="150"/>
                  </a:lnTo>
                  <a:lnTo>
                    <a:pt x="58" y="159"/>
                  </a:lnTo>
                  <a:lnTo>
                    <a:pt x="60" y="167"/>
                  </a:lnTo>
                  <a:lnTo>
                    <a:pt x="63" y="175"/>
                  </a:lnTo>
                  <a:lnTo>
                    <a:pt x="66" y="182"/>
                  </a:lnTo>
                  <a:lnTo>
                    <a:pt x="72" y="189"/>
                  </a:lnTo>
                  <a:lnTo>
                    <a:pt x="76" y="196"/>
                  </a:lnTo>
                  <a:lnTo>
                    <a:pt x="82" y="202"/>
                  </a:lnTo>
                  <a:lnTo>
                    <a:pt x="88" y="208"/>
                  </a:lnTo>
                  <a:lnTo>
                    <a:pt x="94" y="213"/>
                  </a:lnTo>
                  <a:lnTo>
                    <a:pt x="101" y="217"/>
                  </a:lnTo>
                  <a:lnTo>
                    <a:pt x="109" y="220"/>
                  </a:lnTo>
                  <a:lnTo>
                    <a:pt x="116" y="223"/>
                  </a:lnTo>
                  <a:lnTo>
                    <a:pt x="124" y="225"/>
                  </a:lnTo>
                  <a:lnTo>
                    <a:pt x="133" y="227"/>
                  </a:lnTo>
                  <a:lnTo>
                    <a:pt x="141" y="227"/>
                  </a:lnTo>
                  <a:lnTo>
                    <a:pt x="141" y="227"/>
                  </a:lnTo>
                  <a:lnTo>
                    <a:pt x="150" y="227"/>
                  </a:lnTo>
                  <a:lnTo>
                    <a:pt x="158" y="225"/>
                  </a:lnTo>
                  <a:lnTo>
                    <a:pt x="166" y="223"/>
                  </a:lnTo>
                  <a:lnTo>
                    <a:pt x="175" y="220"/>
                  </a:lnTo>
                  <a:lnTo>
                    <a:pt x="182" y="217"/>
                  </a:lnTo>
                  <a:lnTo>
                    <a:pt x="189" y="213"/>
                  </a:lnTo>
                  <a:lnTo>
                    <a:pt x="196" y="208"/>
                  </a:lnTo>
                  <a:lnTo>
                    <a:pt x="202" y="202"/>
                  </a:lnTo>
                  <a:lnTo>
                    <a:pt x="207" y="196"/>
                  </a:lnTo>
                  <a:lnTo>
                    <a:pt x="212" y="189"/>
                  </a:lnTo>
                  <a:lnTo>
                    <a:pt x="216" y="182"/>
                  </a:lnTo>
                  <a:lnTo>
                    <a:pt x="220" y="175"/>
                  </a:lnTo>
                  <a:lnTo>
                    <a:pt x="223" y="167"/>
                  </a:lnTo>
                  <a:lnTo>
                    <a:pt x="225" y="159"/>
                  </a:lnTo>
                  <a:lnTo>
                    <a:pt x="226" y="150"/>
                  </a:lnTo>
                  <a:lnTo>
                    <a:pt x="227" y="142"/>
                  </a:lnTo>
                  <a:lnTo>
                    <a:pt x="227" y="142"/>
                  </a:lnTo>
                  <a:lnTo>
                    <a:pt x="226" y="133"/>
                  </a:lnTo>
                  <a:lnTo>
                    <a:pt x="225" y="125"/>
                  </a:lnTo>
                  <a:lnTo>
                    <a:pt x="223" y="117"/>
                  </a:lnTo>
                  <a:lnTo>
                    <a:pt x="220" y="109"/>
                  </a:lnTo>
                  <a:lnTo>
                    <a:pt x="216" y="102"/>
                  </a:lnTo>
                  <a:lnTo>
                    <a:pt x="212" y="94"/>
                  </a:lnTo>
                  <a:lnTo>
                    <a:pt x="207" y="87"/>
                  </a:lnTo>
                  <a:lnTo>
                    <a:pt x="202" y="81"/>
                  </a:lnTo>
                  <a:lnTo>
                    <a:pt x="196" y="76"/>
                  </a:lnTo>
                  <a:lnTo>
                    <a:pt x="189" y="71"/>
                  </a:lnTo>
                  <a:lnTo>
                    <a:pt x="182" y="67"/>
                  </a:lnTo>
                  <a:lnTo>
                    <a:pt x="175" y="63"/>
                  </a:lnTo>
                  <a:lnTo>
                    <a:pt x="166" y="60"/>
                  </a:lnTo>
                  <a:lnTo>
                    <a:pt x="158" y="58"/>
                  </a:lnTo>
                  <a:lnTo>
                    <a:pt x="150" y="57"/>
                  </a:lnTo>
                  <a:lnTo>
                    <a:pt x="141" y="57"/>
                  </a:lnTo>
                  <a:lnTo>
                    <a:pt x="141" y="5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8" name="Google Shape;528;p26"/>
          <p:cNvGrpSpPr/>
          <p:nvPr/>
        </p:nvGrpSpPr>
        <p:grpSpPr>
          <a:xfrm>
            <a:off x="3157980" y="1656080"/>
            <a:ext cx="354686" cy="354684"/>
            <a:chOff x="5556250" y="2889250"/>
            <a:chExt cx="360363" cy="360363"/>
          </a:xfrm>
        </p:grpSpPr>
        <p:sp>
          <p:nvSpPr>
            <p:cNvPr id="529" name="Google Shape;529;p26"/>
            <p:cNvSpPr/>
            <p:nvPr/>
          </p:nvSpPr>
          <p:spPr>
            <a:xfrm>
              <a:off x="5556250" y="2889250"/>
              <a:ext cx="360363" cy="360363"/>
            </a:xfrm>
            <a:custGeom>
              <a:rect b="b" l="l" r="r" t="t"/>
              <a:pathLst>
                <a:path extrusionOk="0" h="1360" w="1361">
                  <a:moveTo>
                    <a:pt x="425" y="1360"/>
                  </a:moveTo>
                  <a:lnTo>
                    <a:pt x="425" y="1360"/>
                  </a:lnTo>
                  <a:lnTo>
                    <a:pt x="404" y="1360"/>
                  </a:lnTo>
                  <a:lnTo>
                    <a:pt x="382" y="1358"/>
                  </a:lnTo>
                  <a:lnTo>
                    <a:pt x="361" y="1355"/>
                  </a:lnTo>
                  <a:lnTo>
                    <a:pt x="340" y="1352"/>
                  </a:lnTo>
                  <a:lnTo>
                    <a:pt x="319" y="1347"/>
                  </a:lnTo>
                  <a:lnTo>
                    <a:pt x="299" y="1341"/>
                  </a:lnTo>
                  <a:lnTo>
                    <a:pt x="280" y="1335"/>
                  </a:lnTo>
                  <a:lnTo>
                    <a:pt x="260" y="1327"/>
                  </a:lnTo>
                  <a:lnTo>
                    <a:pt x="242" y="1319"/>
                  </a:lnTo>
                  <a:lnTo>
                    <a:pt x="223" y="1309"/>
                  </a:lnTo>
                  <a:lnTo>
                    <a:pt x="205" y="1298"/>
                  </a:lnTo>
                  <a:lnTo>
                    <a:pt x="188" y="1287"/>
                  </a:lnTo>
                  <a:lnTo>
                    <a:pt x="171" y="1276"/>
                  </a:lnTo>
                  <a:lnTo>
                    <a:pt x="156" y="1263"/>
                  </a:lnTo>
                  <a:lnTo>
                    <a:pt x="140" y="1250"/>
                  </a:lnTo>
                  <a:lnTo>
                    <a:pt x="125" y="1236"/>
                  </a:lnTo>
                  <a:lnTo>
                    <a:pt x="111" y="1221"/>
                  </a:lnTo>
                  <a:lnTo>
                    <a:pt x="97" y="1206"/>
                  </a:lnTo>
                  <a:lnTo>
                    <a:pt x="85" y="1189"/>
                  </a:lnTo>
                  <a:lnTo>
                    <a:pt x="73" y="1173"/>
                  </a:lnTo>
                  <a:lnTo>
                    <a:pt x="62" y="1155"/>
                  </a:lnTo>
                  <a:lnTo>
                    <a:pt x="52" y="1138"/>
                  </a:lnTo>
                  <a:lnTo>
                    <a:pt x="43" y="1120"/>
                  </a:lnTo>
                  <a:lnTo>
                    <a:pt x="34" y="1101"/>
                  </a:lnTo>
                  <a:lnTo>
                    <a:pt x="26" y="1081"/>
                  </a:lnTo>
                  <a:lnTo>
                    <a:pt x="19" y="1061"/>
                  </a:lnTo>
                  <a:lnTo>
                    <a:pt x="14" y="1041"/>
                  </a:lnTo>
                  <a:lnTo>
                    <a:pt x="9" y="1021"/>
                  </a:lnTo>
                  <a:lnTo>
                    <a:pt x="5" y="1000"/>
                  </a:lnTo>
                  <a:lnTo>
                    <a:pt x="2" y="978"/>
                  </a:lnTo>
                  <a:lnTo>
                    <a:pt x="1" y="957"/>
                  </a:lnTo>
                  <a:lnTo>
                    <a:pt x="0" y="935"/>
                  </a:lnTo>
                  <a:lnTo>
                    <a:pt x="0" y="935"/>
                  </a:lnTo>
                  <a:lnTo>
                    <a:pt x="1" y="914"/>
                  </a:lnTo>
                  <a:lnTo>
                    <a:pt x="2" y="892"/>
                  </a:lnTo>
                  <a:lnTo>
                    <a:pt x="5" y="870"/>
                  </a:lnTo>
                  <a:lnTo>
                    <a:pt x="9" y="850"/>
                  </a:lnTo>
                  <a:lnTo>
                    <a:pt x="14" y="829"/>
                  </a:lnTo>
                  <a:lnTo>
                    <a:pt x="19" y="809"/>
                  </a:lnTo>
                  <a:lnTo>
                    <a:pt x="26" y="790"/>
                  </a:lnTo>
                  <a:lnTo>
                    <a:pt x="34" y="770"/>
                  </a:lnTo>
                  <a:lnTo>
                    <a:pt x="43" y="751"/>
                  </a:lnTo>
                  <a:lnTo>
                    <a:pt x="52" y="733"/>
                  </a:lnTo>
                  <a:lnTo>
                    <a:pt x="62" y="715"/>
                  </a:lnTo>
                  <a:lnTo>
                    <a:pt x="73" y="698"/>
                  </a:lnTo>
                  <a:lnTo>
                    <a:pt x="85" y="682"/>
                  </a:lnTo>
                  <a:lnTo>
                    <a:pt x="97" y="665"/>
                  </a:lnTo>
                  <a:lnTo>
                    <a:pt x="111" y="649"/>
                  </a:lnTo>
                  <a:lnTo>
                    <a:pt x="125" y="635"/>
                  </a:lnTo>
                  <a:lnTo>
                    <a:pt x="140" y="621"/>
                  </a:lnTo>
                  <a:lnTo>
                    <a:pt x="156" y="608"/>
                  </a:lnTo>
                  <a:lnTo>
                    <a:pt x="171" y="595"/>
                  </a:lnTo>
                  <a:lnTo>
                    <a:pt x="188" y="583"/>
                  </a:lnTo>
                  <a:lnTo>
                    <a:pt x="205" y="571"/>
                  </a:lnTo>
                  <a:lnTo>
                    <a:pt x="223" y="561"/>
                  </a:lnTo>
                  <a:lnTo>
                    <a:pt x="242" y="552"/>
                  </a:lnTo>
                  <a:lnTo>
                    <a:pt x="260" y="544"/>
                  </a:lnTo>
                  <a:lnTo>
                    <a:pt x="280" y="536"/>
                  </a:lnTo>
                  <a:lnTo>
                    <a:pt x="299" y="529"/>
                  </a:lnTo>
                  <a:lnTo>
                    <a:pt x="319" y="524"/>
                  </a:lnTo>
                  <a:lnTo>
                    <a:pt x="340" y="519"/>
                  </a:lnTo>
                  <a:lnTo>
                    <a:pt x="361" y="515"/>
                  </a:lnTo>
                  <a:lnTo>
                    <a:pt x="382" y="513"/>
                  </a:lnTo>
                  <a:lnTo>
                    <a:pt x="404" y="511"/>
                  </a:lnTo>
                  <a:lnTo>
                    <a:pt x="425" y="510"/>
                  </a:lnTo>
                  <a:lnTo>
                    <a:pt x="425" y="510"/>
                  </a:lnTo>
                  <a:lnTo>
                    <a:pt x="449" y="511"/>
                  </a:lnTo>
                  <a:lnTo>
                    <a:pt x="471" y="513"/>
                  </a:lnTo>
                  <a:lnTo>
                    <a:pt x="494" y="516"/>
                  </a:lnTo>
                  <a:lnTo>
                    <a:pt x="516" y="520"/>
                  </a:lnTo>
                  <a:lnTo>
                    <a:pt x="538" y="525"/>
                  </a:lnTo>
                  <a:lnTo>
                    <a:pt x="560" y="532"/>
                  </a:lnTo>
                  <a:lnTo>
                    <a:pt x="581" y="540"/>
                  </a:lnTo>
                  <a:lnTo>
                    <a:pt x="602" y="549"/>
                  </a:lnTo>
                  <a:lnTo>
                    <a:pt x="1143" y="9"/>
                  </a:lnTo>
                  <a:lnTo>
                    <a:pt x="1143" y="9"/>
                  </a:lnTo>
                  <a:lnTo>
                    <a:pt x="1147" y="5"/>
                  </a:lnTo>
                  <a:lnTo>
                    <a:pt x="1152" y="2"/>
                  </a:lnTo>
                  <a:lnTo>
                    <a:pt x="1157" y="1"/>
                  </a:lnTo>
                  <a:lnTo>
                    <a:pt x="1163" y="0"/>
                  </a:lnTo>
                  <a:lnTo>
                    <a:pt x="1332" y="0"/>
                  </a:lnTo>
                  <a:lnTo>
                    <a:pt x="1332" y="0"/>
                  </a:lnTo>
                  <a:lnTo>
                    <a:pt x="1339" y="1"/>
                  </a:lnTo>
                  <a:lnTo>
                    <a:pt x="1344" y="3"/>
                  </a:lnTo>
                  <a:lnTo>
                    <a:pt x="1349" y="5"/>
                  </a:lnTo>
                  <a:lnTo>
                    <a:pt x="1353" y="9"/>
                  </a:lnTo>
                  <a:lnTo>
                    <a:pt x="1356" y="13"/>
                  </a:lnTo>
                  <a:lnTo>
                    <a:pt x="1359" y="17"/>
                  </a:lnTo>
                  <a:lnTo>
                    <a:pt x="1361" y="23"/>
                  </a:lnTo>
                  <a:lnTo>
                    <a:pt x="1361" y="28"/>
                  </a:lnTo>
                  <a:lnTo>
                    <a:pt x="1361" y="199"/>
                  </a:lnTo>
                  <a:lnTo>
                    <a:pt x="1361" y="199"/>
                  </a:lnTo>
                  <a:lnTo>
                    <a:pt x="1361" y="204"/>
                  </a:lnTo>
                  <a:lnTo>
                    <a:pt x="1359" y="210"/>
                  </a:lnTo>
                  <a:lnTo>
                    <a:pt x="1356" y="214"/>
                  </a:lnTo>
                  <a:lnTo>
                    <a:pt x="1353" y="219"/>
                  </a:lnTo>
                  <a:lnTo>
                    <a:pt x="1304" y="268"/>
                  </a:lnTo>
                  <a:lnTo>
                    <a:pt x="1304" y="340"/>
                  </a:lnTo>
                  <a:lnTo>
                    <a:pt x="1304" y="340"/>
                  </a:lnTo>
                  <a:lnTo>
                    <a:pt x="1303" y="346"/>
                  </a:lnTo>
                  <a:lnTo>
                    <a:pt x="1302" y="351"/>
                  </a:lnTo>
                  <a:lnTo>
                    <a:pt x="1299" y="356"/>
                  </a:lnTo>
                  <a:lnTo>
                    <a:pt x="1296" y="360"/>
                  </a:lnTo>
                  <a:lnTo>
                    <a:pt x="1292" y="363"/>
                  </a:lnTo>
                  <a:lnTo>
                    <a:pt x="1287" y="367"/>
                  </a:lnTo>
                  <a:lnTo>
                    <a:pt x="1282" y="369"/>
                  </a:lnTo>
                  <a:lnTo>
                    <a:pt x="1276" y="369"/>
                  </a:lnTo>
                  <a:lnTo>
                    <a:pt x="1202" y="369"/>
                  </a:lnTo>
                  <a:lnTo>
                    <a:pt x="1191" y="381"/>
                  </a:lnTo>
                  <a:lnTo>
                    <a:pt x="1191" y="453"/>
                  </a:lnTo>
                  <a:lnTo>
                    <a:pt x="1191" y="453"/>
                  </a:lnTo>
                  <a:lnTo>
                    <a:pt x="1190" y="459"/>
                  </a:lnTo>
                  <a:lnTo>
                    <a:pt x="1189" y="464"/>
                  </a:lnTo>
                  <a:lnTo>
                    <a:pt x="1186" y="469"/>
                  </a:lnTo>
                  <a:lnTo>
                    <a:pt x="1183" y="474"/>
                  </a:lnTo>
                  <a:lnTo>
                    <a:pt x="1178" y="478"/>
                  </a:lnTo>
                  <a:lnTo>
                    <a:pt x="1174" y="480"/>
                  </a:lnTo>
                  <a:lnTo>
                    <a:pt x="1168" y="482"/>
                  </a:lnTo>
                  <a:lnTo>
                    <a:pt x="1163" y="482"/>
                  </a:lnTo>
                  <a:lnTo>
                    <a:pt x="1089" y="482"/>
                  </a:lnTo>
                  <a:lnTo>
                    <a:pt x="1078" y="494"/>
                  </a:lnTo>
                  <a:lnTo>
                    <a:pt x="1078" y="567"/>
                  </a:lnTo>
                  <a:lnTo>
                    <a:pt x="1078" y="567"/>
                  </a:lnTo>
                  <a:lnTo>
                    <a:pt x="1077" y="572"/>
                  </a:lnTo>
                  <a:lnTo>
                    <a:pt x="1075" y="578"/>
                  </a:lnTo>
                  <a:lnTo>
                    <a:pt x="1073" y="583"/>
                  </a:lnTo>
                  <a:lnTo>
                    <a:pt x="1069" y="587"/>
                  </a:lnTo>
                  <a:lnTo>
                    <a:pt x="1065" y="591"/>
                  </a:lnTo>
                  <a:lnTo>
                    <a:pt x="1060" y="593"/>
                  </a:lnTo>
                  <a:lnTo>
                    <a:pt x="1055" y="595"/>
                  </a:lnTo>
                  <a:lnTo>
                    <a:pt x="1050" y="596"/>
                  </a:lnTo>
                  <a:lnTo>
                    <a:pt x="976" y="596"/>
                  </a:lnTo>
                  <a:lnTo>
                    <a:pt x="812" y="759"/>
                  </a:lnTo>
                  <a:lnTo>
                    <a:pt x="812" y="759"/>
                  </a:lnTo>
                  <a:lnTo>
                    <a:pt x="821" y="780"/>
                  </a:lnTo>
                  <a:lnTo>
                    <a:pt x="829" y="802"/>
                  </a:lnTo>
                  <a:lnTo>
                    <a:pt x="836" y="823"/>
                  </a:lnTo>
                  <a:lnTo>
                    <a:pt x="841" y="845"/>
                  </a:lnTo>
                  <a:lnTo>
                    <a:pt x="846" y="867"/>
                  </a:lnTo>
                  <a:lnTo>
                    <a:pt x="849" y="890"/>
                  </a:lnTo>
                  <a:lnTo>
                    <a:pt x="850" y="913"/>
                  </a:lnTo>
                  <a:lnTo>
                    <a:pt x="851" y="935"/>
                  </a:lnTo>
                  <a:lnTo>
                    <a:pt x="851" y="935"/>
                  </a:lnTo>
                  <a:lnTo>
                    <a:pt x="851" y="957"/>
                  </a:lnTo>
                  <a:lnTo>
                    <a:pt x="849" y="978"/>
                  </a:lnTo>
                  <a:lnTo>
                    <a:pt x="846" y="1000"/>
                  </a:lnTo>
                  <a:lnTo>
                    <a:pt x="843" y="1021"/>
                  </a:lnTo>
                  <a:lnTo>
                    <a:pt x="838" y="1041"/>
                  </a:lnTo>
                  <a:lnTo>
                    <a:pt x="831" y="1061"/>
                  </a:lnTo>
                  <a:lnTo>
                    <a:pt x="824" y="1081"/>
                  </a:lnTo>
                  <a:lnTo>
                    <a:pt x="817" y="1101"/>
                  </a:lnTo>
                  <a:lnTo>
                    <a:pt x="809" y="1120"/>
                  </a:lnTo>
                  <a:lnTo>
                    <a:pt x="799" y="1138"/>
                  </a:lnTo>
                  <a:lnTo>
                    <a:pt x="789" y="1155"/>
                  </a:lnTo>
                  <a:lnTo>
                    <a:pt x="778" y="1173"/>
                  </a:lnTo>
                  <a:lnTo>
                    <a:pt x="766" y="1189"/>
                  </a:lnTo>
                  <a:lnTo>
                    <a:pt x="754" y="1206"/>
                  </a:lnTo>
                  <a:lnTo>
                    <a:pt x="741" y="1221"/>
                  </a:lnTo>
                  <a:lnTo>
                    <a:pt x="726" y="1236"/>
                  </a:lnTo>
                  <a:lnTo>
                    <a:pt x="711" y="1250"/>
                  </a:lnTo>
                  <a:lnTo>
                    <a:pt x="696" y="1263"/>
                  </a:lnTo>
                  <a:lnTo>
                    <a:pt x="680" y="1276"/>
                  </a:lnTo>
                  <a:lnTo>
                    <a:pt x="663" y="1287"/>
                  </a:lnTo>
                  <a:lnTo>
                    <a:pt x="646" y="1298"/>
                  </a:lnTo>
                  <a:lnTo>
                    <a:pt x="628" y="1309"/>
                  </a:lnTo>
                  <a:lnTo>
                    <a:pt x="609" y="1319"/>
                  </a:lnTo>
                  <a:lnTo>
                    <a:pt x="591" y="1327"/>
                  </a:lnTo>
                  <a:lnTo>
                    <a:pt x="572" y="1335"/>
                  </a:lnTo>
                  <a:lnTo>
                    <a:pt x="552" y="1341"/>
                  </a:lnTo>
                  <a:lnTo>
                    <a:pt x="531" y="1347"/>
                  </a:lnTo>
                  <a:lnTo>
                    <a:pt x="511" y="1352"/>
                  </a:lnTo>
                  <a:lnTo>
                    <a:pt x="490" y="1355"/>
                  </a:lnTo>
                  <a:lnTo>
                    <a:pt x="469" y="1358"/>
                  </a:lnTo>
                  <a:lnTo>
                    <a:pt x="448" y="1360"/>
                  </a:lnTo>
                  <a:lnTo>
                    <a:pt x="425" y="1360"/>
                  </a:lnTo>
                  <a:lnTo>
                    <a:pt x="425" y="1360"/>
                  </a:lnTo>
                  <a:close/>
                  <a:moveTo>
                    <a:pt x="425" y="567"/>
                  </a:moveTo>
                  <a:lnTo>
                    <a:pt x="425" y="567"/>
                  </a:lnTo>
                  <a:lnTo>
                    <a:pt x="406" y="567"/>
                  </a:lnTo>
                  <a:lnTo>
                    <a:pt x="388" y="568"/>
                  </a:lnTo>
                  <a:lnTo>
                    <a:pt x="370" y="571"/>
                  </a:lnTo>
                  <a:lnTo>
                    <a:pt x="352" y="574"/>
                  </a:lnTo>
                  <a:lnTo>
                    <a:pt x="334" y="579"/>
                  </a:lnTo>
                  <a:lnTo>
                    <a:pt x="316" y="584"/>
                  </a:lnTo>
                  <a:lnTo>
                    <a:pt x="299" y="590"/>
                  </a:lnTo>
                  <a:lnTo>
                    <a:pt x="282" y="596"/>
                  </a:lnTo>
                  <a:lnTo>
                    <a:pt x="266" y="604"/>
                  </a:lnTo>
                  <a:lnTo>
                    <a:pt x="250" y="612"/>
                  </a:lnTo>
                  <a:lnTo>
                    <a:pt x="235" y="620"/>
                  </a:lnTo>
                  <a:lnTo>
                    <a:pt x="219" y="630"/>
                  </a:lnTo>
                  <a:lnTo>
                    <a:pt x="205" y="640"/>
                  </a:lnTo>
                  <a:lnTo>
                    <a:pt x="191" y="651"/>
                  </a:lnTo>
                  <a:lnTo>
                    <a:pt x="178" y="662"/>
                  </a:lnTo>
                  <a:lnTo>
                    <a:pt x="165" y="675"/>
                  </a:lnTo>
                  <a:lnTo>
                    <a:pt x="153" y="688"/>
                  </a:lnTo>
                  <a:lnTo>
                    <a:pt x="142" y="701"/>
                  </a:lnTo>
                  <a:lnTo>
                    <a:pt x="131" y="715"/>
                  </a:lnTo>
                  <a:lnTo>
                    <a:pt x="120" y="730"/>
                  </a:lnTo>
                  <a:lnTo>
                    <a:pt x="110" y="744"/>
                  </a:lnTo>
                  <a:lnTo>
                    <a:pt x="101" y="760"/>
                  </a:lnTo>
                  <a:lnTo>
                    <a:pt x="93" y="775"/>
                  </a:lnTo>
                  <a:lnTo>
                    <a:pt x="86" y="792"/>
                  </a:lnTo>
                  <a:lnTo>
                    <a:pt x="80" y="809"/>
                  </a:lnTo>
                  <a:lnTo>
                    <a:pt x="74" y="826"/>
                  </a:lnTo>
                  <a:lnTo>
                    <a:pt x="69" y="843"/>
                  </a:lnTo>
                  <a:lnTo>
                    <a:pt x="65" y="861"/>
                  </a:lnTo>
                  <a:lnTo>
                    <a:pt x="62" y="879"/>
                  </a:lnTo>
                  <a:lnTo>
                    <a:pt x="59" y="898"/>
                  </a:lnTo>
                  <a:lnTo>
                    <a:pt x="58" y="917"/>
                  </a:lnTo>
                  <a:lnTo>
                    <a:pt x="57" y="935"/>
                  </a:lnTo>
                  <a:lnTo>
                    <a:pt x="57" y="935"/>
                  </a:lnTo>
                  <a:lnTo>
                    <a:pt x="58" y="954"/>
                  </a:lnTo>
                  <a:lnTo>
                    <a:pt x="59" y="973"/>
                  </a:lnTo>
                  <a:lnTo>
                    <a:pt x="62" y="991"/>
                  </a:lnTo>
                  <a:lnTo>
                    <a:pt x="65" y="1010"/>
                  </a:lnTo>
                  <a:lnTo>
                    <a:pt x="69" y="1027"/>
                  </a:lnTo>
                  <a:lnTo>
                    <a:pt x="74" y="1045"/>
                  </a:lnTo>
                  <a:lnTo>
                    <a:pt x="80" y="1062"/>
                  </a:lnTo>
                  <a:lnTo>
                    <a:pt x="86" y="1078"/>
                  </a:lnTo>
                  <a:lnTo>
                    <a:pt x="93" y="1094"/>
                  </a:lnTo>
                  <a:lnTo>
                    <a:pt x="101" y="1111"/>
                  </a:lnTo>
                  <a:lnTo>
                    <a:pt x="110" y="1126"/>
                  </a:lnTo>
                  <a:lnTo>
                    <a:pt x="120" y="1141"/>
                  </a:lnTo>
                  <a:lnTo>
                    <a:pt x="131" y="1155"/>
                  </a:lnTo>
                  <a:lnTo>
                    <a:pt x="142" y="1169"/>
                  </a:lnTo>
                  <a:lnTo>
                    <a:pt x="153" y="1182"/>
                  </a:lnTo>
                  <a:lnTo>
                    <a:pt x="165" y="1195"/>
                  </a:lnTo>
                  <a:lnTo>
                    <a:pt x="178" y="1208"/>
                  </a:lnTo>
                  <a:lnTo>
                    <a:pt x="191" y="1220"/>
                  </a:lnTo>
                  <a:lnTo>
                    <a:pt x="205" y="1231"/>
                  </a:lnTo>
                  <a:lnTo>
                    <a:pt x="219" y="1241"/>
                  </a:lnTo>
                  <a:lnTo>
                    <a:pt x="235" y="1250"/>
                  </a:lnTo>
                  <a:lnTo>
                    <a:pt x="250" y="1259"/>
                  </a:lnTo>
                  <a:lnTo>
                    <a:pt x="266" y="1267"/>
                  </a:lnTo>
                  <a:lnTo>
                    <a:pt x="282" y="1274"/>
                  </a:lnTo>
                  <a:lnTo>
                    <a:pt x="299" y="1281"/>
                  </a:lnTo>
                  <a:lnTo>
                    <a:pt x="316" y="1287"/>
                  </a:lnTo>
                  <a:lnTo>
                    <a:pt x="334" y="1292"/>
                  </a:lnTo>
                  <a:lnTo>
                    <a:pt x="352" y="1296"/>
                  </a:lnTo>
                  <a:lnTo>
                    <a:pt x="370" y="1299"/>
                  </a:lnTo>
                  <a:lnTo>
                    <a:pt x="388" y="1301"/>
                  </a:lnTo>
                  <a:lnTo>
                    <a:pt x="406" y="1303"/>
                  </a:lnTo>
                  <a:lnTo>
                    <a:pt x="425" y="1303"/>
                  </a:lnTo>
                  <a:lnTo>
                    <a:pt x="425" y="1303"/>
                  </a:lnTo>
                  <a:lnTo>
                    <a:pt x="445" y="1303"/>
                  </a:lnTo>
                  <a:lnTo>
                    <a:pt x="463" y="1301"/>
                  </a:lnTo>
                  <a:lnTo>
                    <a:pt x="482" y="1299"/>
                  </a:lnTo>
                  <a:lnTo>
                    <a:pt x="500" y="1296"/>
                  </a:lnTo>
                  <a:lnTo>
                    <a:pt x="517" y="1292"/>
                  </a:lnTo>
                  <a:lnTo>
                    <a:pt x="536" y="1287"/>
                  </a:lnTo>
                  <a:lnTo>
                    <a:pt x="552" y="1281"/>
                  </a:lnTo>
                  <a:lnTo>
                    <a:pt x="569" y="1274"/>
                  </a:lnTo>
                  <a:lnTo>
                    <a:pt x="585" y="1267"/>
                  </a:lnTo>
                  <a:lnTo>
                    <a:pt x="601" y="1259"/>
                  </a:lnTo>
                  <a:lnTo>
                    <a:pt x="616" y="1250"/>
                  </a:lnTo>
                  <a:lnTo>
                    <a:pt x="631" y="1241"/>
                  </a:lnTo>
                  <a:lnTo>
                    <a:pt x="646" y="1231"/>
                  </a:lnTo>
                  <a:lnTo>
                    <a:pt x="660" y="1220"/>
                  </a:lnTo>
                  <a:lnTo>
                    <a:pt x="673" y="1208"/>
                  </a:lnTo>
                  <a:lnTo>
                    <a:pt x="686" y="1195"/>
                  </a:lnTo>
                  <a:lnTo>
                    <a:pt x="698" y="1182"/>
                  </a:lnTo>
                  <a:lnTo>
                    <a:pt x="710" y="1169"/>
                  </a:lnTo>
                  <a:lnTo>
                    <a:pt x="720" y="1155"/>
                  </a:lnTo>
                  <a:lnTo>
                    <a:pt x="731" y="1141"/>
                  </a:lnTo>
                  <a:lnTo>
                    <a:pt x="741" y="1126"/>
                  </a:lnTo>
                  <a:lnTo>
                    <a:pt x="750" y="1111"/>
                  </a:lnTo>
                  <a:lnTo>
                    <a:pt x="758" y="1094"/>
                  </a:lnTo>
                  <a:lnTo>
                    <a:pt x="765" y="1078"/>
                  </a:lnTo>
                  <a:lnTo>
                    <a:pt x="772" y="1062"/>
                  </a:lnTo>
                  <a:lnTo>
                    <a:pt x="778" y="1045"/>
                  </a:lnTo>
                  <a:lnTo>
                    <a:pt x="782" y="1027"/>
                  </a:lnTo>
                  <a:lnTo>
                    <a:pt x="787" y="1010"/>
                  </a:lnTo>
                  <a:lnTo>
                    <a:pt x="790" y="991"/>
                  </a:lnTo>
                  <a:lnTo>
                    <a:pt x="792" y="973"/>
                  </a:lnTo>
                  <a:lnTo>
                    <a:pt x="793" y="954"/>
                  </a:lnTo>
                  <a:lnTo>
                    <a:pt x="794" y="935"/>
                  </a:lnTo>
                  <a:lnTo>
                    <a:pt x="794" y="935"/>
                  </a:lnTo>
                  <a:lnTo>
                    <a:pt x="793" y="913"/>
                  </a:lnTo>
                  <a:lnTo>
                    <a:pt x="791" y="892"/>
                  </a:lnTo>
                  <a:lnTo>
                    <a:pt x="788" y="869"/>
                  </a:lnTo>
                  <a:lnTo>
                    <a:pt x="784" y="848"/>
                  </a:lnTo>
                  <a:lnTo>
                    <a:pt x="778" y="827"/>
                  </a:lnTo>
                  <a:lnTo>
                    <a:pt x="771" y="807"/>
                  </a:lnTo>
                  <a:lnTo>
                    <a:pt x="763" y="787"/>
                  </a:lnTo>
                  <a:lnTo>
                    <a:pt x="753" y="766"/>
                  </a:lnTo>
                  <a:lnTo>
                    <a:pt x="753" y="766"/>
                  </a:lnTo>
                  <a:lnTo>
                    <a:pt x="751" y="762"/>
                  </a:lnTo>
                  <a:lnTo>
                    <a:pt x="750" y="757"/>
                  </a:lnTo>
                  <a:lnTo>
                    <a:pt x="750" y="753"/>
                  </a:lnTo>
                  <a:lnTo>
                    <a:pt x="750" y="749"/>
                  </a:lnTo>
                  <a:lnTo>
                    <a:pt x="751" y="744"/>
                  </a:lnTo>
                  <a:lnTo>
                    <a:pt x="753" y="740"/>
                  </a:lnTo>
                  <a:lnTo>
                    <a:pt x="755" y="737"/>
                  </a:lnTo>
                  <a:lnTo>
                    <a:pt x="758" y="733"/>
                  </a:lnTo>
                  <a:lnTo>
                    <a:pt x="944" y="547"/>
                  </a:lnTo>
                  <a:lnTo>
                    <a:pt x="944" y="547"/>
                  </a:lnTo>
                  <a:lnTo>
                    <a:pt x="949" y="543"/>
                  </a:lnTo>
                  <a:lnTo>
                    <a:pt x="954" y="541"/>
                  </a:lnTo>
                  <a:lnTo>
                    <a:pt x="959" y="539"/>
                  </a:lnTo>
                  <a:lnTo>
                    <a:pt x="964" y="539"/>
                  </a:lnTo>
                  <a:lnTo>
                    <a:pt x="1020" y="539"/>
                  </a:lnTo>
                  <a:lnTo>
                    <a:pt x="1020" y="482"/>
                  </a:lnTo>
                  <a:lnTo>
                    <a:pt x="1020" y="482"/>
                  </a:lnTo>
                  <a:lnTo>
                    <a:pt x="1021" y="477"/>
                  </a:lnTo>
                  <a:lnTo>
                    <a:pt x="1023" y="472"/>
                  </a:lnTo>
                  <a:lnTo>
                    <a:pt x="1025" y="466"/>
                  </a:lnTo>
                  <a:lnTo>
                    <a:pt x="1029" y="462"/>
                  </a:lnTo>
                  <a:lnTo>
                    <a:pt x="1058" y="433"/>
                  </a:lnTo>
                  <a:lnTo>
                    <a:pt x="1058" y="433"/>
                  </a:lnTo>
                  <a:lnTo>
                    <a:pt x="1062" y="430"/>
                  </a:lnTo>
                  <a:lnTo>
                    <a:pt x="1067" y="427"/>
                  </a:lnTo>
                  <a:lnTo>
                    <a:pt x="1072" y="426"/>
                  </a:lnTo>
                  <a:lnTo>
                    <a:pt x="1078" y="425"/>
                  </a:lnTo>
                  <a:lnTo>
                    <a:pt x="1134" y="425"/>
                  </a:lnTo>
                  <a:lnTo>
                    <a:pt x="1134" y="369"/>
                  </a:lnTo>
                  <a:lnTo>
                    <a:pt x="1134" y="369"/>
                  </a:lnTo>
                  <a:lnTo>
                    <a:pt x="1134" y="363"/>
                  </a:lnTo>
                  <a:lnTo>
                    <a:pt x="1137" y="357"/>
                  </a:lnTo>
                  <a:lnTo>
                    <a:pt x="1139" y="353"/>
                  </a:lnTo>
                  <a:lnTo>
                    <a:pt x="1143" y="348"/>
                  </a:lnTo>
                  <a:lnTo>
                    <a:pt x="1171" y="320"/>
                  </a:lnTo>
                  <a:lnTo>
                    <a:pt x="1171" y="320"/>
                  </a:lnTo>
                  <a:lnTo>
                    <a:pt x="1175" y="317"/>
                  </a:lnTo>
                  <a:lnTo>
                    <a:pt x="1180" y="314"/>
                  </a:lnTo>
                  <a:lnTo>
                    <a:pt x="1185" y="313"/>
                  </a:lnTo>
                  <a:lnTo>
                    <a:pt x="1191" y="312"/>
                  </a:lnTo>
                  <a:lnTo>
                    <a:pt x="1248" y="312"/>
                  </a:lnTo>
                  <a:lnTo>
                    <a:pt x="1248" y="255"/>
                  </a:lnTo>
                  <a:lnTo>
                    <a:pt x="1248" y="255"/>
                  </a:lnTo>
                  <a:lnTo>
                    <a:pt x="1248" y="249"/>
                  </a:lnTo>
                  <a:lnTo>
                    <a:pt x="1250" y="244"/>
                  </a:lnTo>
                  <a:lnTo>
                    <a:pt x="1253" y="239"/>
                  </a:lnTo>
                  <a:lnTo>
                    <a:pt x="1256" y="235"/>
                  </a:lnTo>
                  <a:lnTo>
                    <a:pt x="1304" y="187"/>
                  </a:lnTo>
                  <a:lnTo>
                    <a:pt x="1304" y="57"/>
                  </a:lnTo>
                  <a:lnTo>
                    <a:pt x="1174" y="57"/>
                  </a:lnTo>
                  <a:lnTo>
                    <a:pt x="627" y="603"/>
                  </a:lnTo>
                  <a:lnTo>
                    <a:pt x="627" y="603"/>
                  </a:lnTo>
                  <a:lnTo>
                    <a:pt x="624" y="606"/>
                  </a:lnTo>
                  <a:lnTo>
                    <a:pt x="620" y="609"/>
                  </a:lnTo>
                  <a:lnTo>
                    <a:pt x="616" y="610"/>
                  </a:lnTo>
                  <a:lnTo>
                    <a:pt x="612" y="611"/>
                  </a:lnTo>
                  <a:lnTo>
                    <a:pt x="607" y="612"/>
                  </a:lnTo>
                  <a:lnTo>
                    <a:pt x="603" y="611"/>
                  </a:lnTo>
                  <a:lnTo>
                    <a:pt x="599" y="610"/>
                  </a:lnTo>
                  <a:lnTo>
                    <a:pt x="595" y="609"/>
                  </a:lnTo>
                  <a:lnTo>
                    <a:pt x="595" y="609"/>
                  </a:lnTo>
                  <a:lnTo>
                    <a:pt x="575" y="599"/>
                  </a:lnTo>
                  <a:lnTo>
                    <a:pt x="555" y="591"/>
                  </a:lnTo>
                  <a:lnTo>
                    <a:pt x="534" y="584"/>
                  </a:lnTo>
                  <a:lnTo>
                    <a:pt x="512" y="578"/>
                  </a:lnTo>
                  <a:lnTo>
                    <a:pt x="491" y="572"/>
                  </a:lnTo>
                  <a:lnTo>
                    <a:pt x="470" y="569"/>
                  </a:lnTo>
                  <a:lnTo>
                    <a:pt x="448" y="567"/>
                  </a:lnTo>
                  <a:lnTo>
                    <a:pt x="425" y="567"/>
                  </a:lnTo>
                  <a:lnTo>
                    <a:pt x="425" y="5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26"/>
            <p:cNvSpPr/>
            <p:nvPr/>
          </p:nvSpPr>
          <p:spPr>
            <a:xfrm>
              <a:off x="5608638" y="3136900"/>
              <a:ext cx="60325" cy="60325"/>
            </a:xfrm>
            <a:custGeom>
              <a:rect b="b" l="l" r="r" t="t"/>
              <a:pathLst>
                <a:path extrusionOk="0" h="227" w="226">
                  <a:moveTo>
                    <a:pt x="113" y="227"/>
                  </a:moveTo>
                  <a:lnTo>
                    <a:pt x="113" y="227"/>
                  </a:lnTo>
                  <a:lnTo>
                    <a:pt x="101" y="226"/>
                  </a:lnTo>
                  <a:lnTo>
                    <a:pt x="90" y="225"/>
                  </a:lnTo>
                  <a:lnTo>
                    <a:pt x="80" y="222"/>
                  </a:lnTo>
                  <a:lnTo>
                    <a:pt x="69" y="218"/>
                  </a:lnTo>
                  <a:lnTo>
                    <a:pt x="59" y="213"/>
                  </a:lnTo>
                  <a:lnTo>
                    <a:pt x="50" y="208"/>
                  </a:lnTo>
                  <a:lnTo>
                    <a:pt x="42" y="201"/>
                  </a:lnTo>
                  <a:lnTo>
                    <a:pt x="34" y="194"/>
                  </a:lnTo>
                  <a:lnTo>
                    <a:pt x="25" y="186"/>
                  </a:lnTo>
                  <a:lnTo>
                    <a:pt x="19" y="177"/>
                  </a:lnTo>
                  <a:lnTo>
                    <a:pt x="13" y="168"/>
                  </a:lnTo>
                  <a:lnTo>
                    <a:pt x="9" y="157"/>
                  </a:lnTo>
                  <a:lnTo>
                    <a:pt x="5" y="147"/>
                  </a:lnTo>
                  <a:lnTo>
                    <a:pt x="2" y="136"/>
                  </a:lnTo>
                  <a:lnTo>
                    <a:pt x="0" y="125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0" y="102"/>
                  </a:lnTo>
                  <a:lnTo>
                    <a:pt x="2" y="91"/>
                  </a:lnTo>
                  <a:lnTo>
                    <a:pt x="5" y="80"/>
                  </a:lnTo>
                  <a:lnTo>
                    <a:pt x="9" y="70"/>
                  </a:lnTo>
                  <a:lnTo>
                    <a:pt x="13" y="60"/>
                  </a:lnTo>
                  <a:lnTo>
                    <a:pt x="19" y="50"/>
                  </a:lnTo>
                  <a:lnTo>
                    <a:pt x="25" y="41"/>
                  </a:lnTo>
                  <a:lnTo>
                    <a:pt x="34" y="33"/>
                  </a:lnTo>
                  <a:lnTo>
                    <a:pt x="42" y="26"/>
                  </a:lnTo>
                  <a:lnTo>
                    <a:pt x="50" y="20"/>
                  </a:lnTo>
                  <a:lnTo>
                    <a:pt x="59" y="14"/>
                  </a:lnTo>
                  <a:lnTo>
                    <a:pt x="69" y="9"/>
                  </a:lnTo>
                  <a:lnTo>
                    <a:pt x="80" y="5"/>
                  </a:lnTo>
                  <a:lnTo>
                    <a:pt x="90" y="3"/>
                  </a:lnTo>
                  <a:lnTo>
                    <a:pt x="101" y="1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24" y="1"/>
                  </a:lnTo>
                  <a:lnTo>
                    <a:pt x="137" y="3"/>
                  </a:lnTo>
                  <a:lnTo>
                    <a:pt x="147" y="5"/>
                  </a:lnTo>
                  <a:lnTo>
                    <a:pt x="158" y="9"/>
                  </a:lnTo>
                  <a:lnTo>
                    <a:pt x="167" y="14"/>
                  </a:lnTo>
                  <a:lnTo>
                    <a:pt x="177" y="20"/>
                  </a:lnTo>
                  <a:lnTo>
                    <a:pt x="185" y="26"/>
                  </a:lnTo>
                  <a:lnTo>
                    <a:pt x="193" y="33"/>
                  </a:lnTo>
                  <a:lnTo>
                    <a:pt x="201" y="41"/>
                  </a:lnTo>
                  <a:lnTo>
                    <a:pt x="207" y="50"/>
                  </a:lnTo>
                  <a:lnTo>
                    <a:pt x="213" y="60"/>
                  </a:lnTo>
                  <a:lnTo>
                    <a:pt x="217" y="70"/>
                  </a:lnTo>
                  <a:lnTo>
                    <a:pt x="221" y="80"/>
                  </a:lnTo>
                  <a:lnTo>
                    <a:pt x="224" y="91"/>
                  </a:lnTo>
                  <a:lnTo>
                    <a:pt x="226" y="102"/>
                  </a:lnTo>
                  <a:lnTo>
                    <a:pt x="226" y="114"/>
                  </a:lnTo>
                  <a:lnTo>
                    <a:pt x="226" y="114"/>
                  </a:lnTo>
                  <a:lnTo>
                    <a:pt x="226" y="125"/>
                  </a:lnTo>
                  <a:lnTo>
                    <a:pt x="224" y="136"/>
                  </a:lnTo>
                  <a:lnTo>
                    <a:pt x="221" y="147"/>
                  </a:lnTo>
                  <a:lnTo>
                    <a:pt x="217" y="157"/>
                  </a:lnTo>
                  <a:lnTo>
                    <a:pt x="213" y="168"/>
                  </a:lnTo>
                  <a:lnTo>
                    <a:pt x="207" y="177"/>
                  </a:lnTo>
                  <a:lnTo>
                    <a:pt x="201" y="186"/>
                  </a:lnTo>
                  <a:lnTo>
                    <a:pt x="193" y="194"/>
                  </a:lnTo>
                  <a:lnTo>
                    <a:pt x="185" y="201"/>
                  </a:lnTo>
                  <a:lnTo>
                    <a:pt x="177" y="208"/>
                  </a:lnTo>
                  <a:lnTo>
                    <a:pt x="167" y="213"/>
                  </a:lnTo>
                  <a:lnTo>
                    <a:pt x="158" y="218"/>
                  </a:lnTo>
                  <a:lnTo>
                    <a:pt x="147" y="222"/>
                  </a:lnTo>
                  <a:lnTo>
                    <a:pt x="137" y="225"/>
                  </a:lnTo>
                  <a:lnTo>
                    <a:pt x="124" y="226"/>
                  </a:lnTo>
                  <a:lnTo>
                    <a:pt x="113" y="227"/>
                  </a:lnTo>
                  <a:lnTo>
                    <a:pt x="113" y="227"/>
                  </a:lnTo>
                  <a:close/>
                  <a:moveTo>
                    <a:pt x="113" y="56"/>
                  </a:moveTo>
                  <a:lnTo>
                    <a:pt x="113" y="56"/>
                  </a:lnTo>
                  <a:lnTo>
                    <a:pt x="102" y="58"/>
                  </a:lnTo>
                  <a:lnTo>
                    <a:pt x="91" y="62"/>
                  </a:lnTo>
                  <a:lnTo>
                    <a:pt x="82" y="67"/>
                  </a:lnTo>
                  <a:lnTo>
                    <a:pt x="73" y="74"/>
                  </a:lnTo>
                  <a:lnTo>
                    <a:pt x="66" y="82"/>
                  </a:lnTo>
                  <a:lnTo>
                    <a:pt x="61" y="92"/>
                  </a:lnTo>
                  <a:lnTo>
                    <a:pt x="58" y="102"/>
                  </a:lnTo>
                  <a:lnTo>
                    <a:pt x="57" y="114"/>
                  </a:lnTo>
                  <a:lnTo>
                    <a:pt x="57" y="114"/>
                  </a:lnTo>
                  <a:lnTo>
                    <a:pt x="58" y="125"/>
                  </a:lnTo>
                  <a:lnTo>
                    <a:pt x="61" y="135"/>
                  </a:lnTo>
                  <a:lnTo>
                    <a:pt x="66" y="145"/>
                  </a:lnTo>
                  <a:lnTo>
                    <a:pt x="73" y="153"/>
                  </a:lnTo>
                  <a:lnTo>
                    <a:pt x="82" y="160"/>
                  </a:lnTo>
                  <a:lnTo>
                    <a:pt x="91" y="166"/>
                  </a:lnTo>
                  <a:lnTo>
                    <a:pt x="102" y="170"/>
                  </a:lnTo>
                  <a:lnTo>
                    <a:pt x="113" y="171"/>
                  </a:lnTo>
                  <a:lnTo>
                    <a:pt x="113" y="171"/>
                  </a:lnTo>
                  <a:lnTo>
                    <a:pt x="124" y="170"/>
                  </a:lnTo>
                  <a:lnTo>
                    <a:pt x="136" y="166"/>
                  </a:lnTo>
                  <a:lnTo>
                    <a:pt x="145" y="160"/>
                  </a:lnTo>
                  <a:lnTo>
                    <a:pt x="154" y="153"/>
                  </a:lnTo>
                  <a:lnTo>
                    <a:pt x="160" y="145"/>
                  </a:lnTo>
                  <a:lnTo>
                    <a:pt x="166" y="135"/>
                  </a:lnTo>
                  <a:lnTo>
                    <a:pt x="169" y="125"/>
                  </a:lnTo>
                  <a:lnTo>
                    <a:pt x="170" y="114"/>
                  </a:lnTo>
                  <a:lnTo>
                    <a:pt x="170" y="114"/>
                  </a:lnTo>
                  <a:lnTo>
                    <a:pt x="169" y="102"/>
                  </a:lnTo>
                  <a:lnTo>
                    <a:pt x="166" y="92"/>
                  </a:lnTo>
                  <a:lnTo>
                    <a:pt x="160" y="82"/>
                  </a:lnTo>
                  <a:lnTo>
                    <a:pt x="154" y="74"/>
                  </a:lnTo>
                  <a:lnTo>
                    <a:pt x="145" y="67"/>
                  </a:lnTo>
                  <a:lnTo>
                    <a:pt x="136" y="62"/>
                  </a:lnTo>
                  <a:lnTo>
                    <a:pt x="124" y="58"/>
                  </a:lnTo>
                  <a:lnTo>
                    <a:pt x="113" y="56"/>
                  </a:lnTo>
                  <a:lnTo>
                    <a:pt x="113" y="5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1" name="Google Shape;531;p26"/>
          <p:cNvGrpSpPr/>
          <p:nvPr/>
        </p:nvGrpSpPr>
        <p:grpSpPr>
          <a:xfrm>
            <a:off x="5186761" y="1656070"/>
            <a:ext cx="354686" cy="354683"/>
            <a:chOff x="6275388" y="3608388"/>
            <a:chExt cx="360363" cy="360363"/>
          </a:xfrm>
        </p:grpSpPr>
        <p:sp>
          <p:nvSpPr>
            <p:cNvPr id="532" name="Google Shape;532;p26"/>
            <p:cNvSpPr/>
            <p:nvPr/>
          </p:nvSpPr>
          <p:spPr>
            <a:xfrm>
              <a:off x="6275388" y="3732213"/>
              <a:ext cx="360363" cy="236538"/>
            </a:xfrm>
            <a:custGeom>
              <a:rect b="b" l="l" r="r" t="t"/>
              <a:pathLst>
                <a:path extrusionOk="0" h="892" w="1360">
                  <a:moveTo>
                    <a:pt x="1247" y="892"/>
                  </a:moveTo>
                  <a:lnTo>
                    <a:pt x="114" y="892"/>
                  </a:lnTo>
                  <a:lnTo>
                    <a:pt x="114" y="892"/>
                  </a:lnTo>
                  <a:lnTo>
                    <a:pt x="101" y="891"/>
                  </a:lnTo>
                  <a:lnTo>
                    <a:pt x="90" y="889"/>
                  </a:lnTo>
                  <a:lnTo>
                    <a:pt x="80" y="887"/>
                  </a:lnTo>
                  <a:lnTo>
                    <a:pt x="69" y="883"/>
                  </a:lnTo>
                  <a:lnTo>
                    <a:pt x="59" y="878"/>
                  </a:lnTo>
                  <a:lnTo>
                    <a:pt x="50" y="873"/>
                  </a:lnTo>
                  <a:lnTo>
                    <a:pt x="42" y="866"/>
                  </a:lnTo>
                  <a:lnTo>
                    <a:pt x="34" y="859"/>
                  </a:lnTo>
                  <a:lnTo>
                    <a:pt x="26" y="851"/>
                  </a:lnTo>
                  <a:lnTo>
                    <a:pt x="20" y="842"/>
                  </a:lnTo>
                  <a:lnTo>
                    <a:pt x="14" y="833"/>
                  </a:lnTo>
                  <a:lnTo>
                    <a:pt x="9" y="823"/>
                  </a:lnTo>
                  <a:lnTo>
                    <a:pt x="5" y="813"/>
                  </a:lnTo>
                  <a:lnTo>
                    <a:pt x="2" y="802"/>
                  </a:lnTo>
                  <a:lnTo>
                    <a:pt x="0" y="790"/>
                  </a:lnTo>
                  <a:lnTo>
                    <a:pt x="0" y="778"/>
                  </a:lnTo>
                  <a:lnTo>
                    <a:pt x="0" y="183"/>
                  </a:lnTo>
                  <a:lnTo>
                    <a:pt x="0" y="183"/>
                  </a:lnTo>
                  <a:lnTo>
                    <a:pt x="1" y="177"/>
                  </a:lnTo>
                  <a:lnTo>
                    <a:pt x="3" y="170"/>
                  </a:lnTo>
                  <a:lnTo>
                    <a:pt x="7" y="165"/>
                  </a:lnTo>
                  <a:lnTo>
                    <a:pt x="12" y="160"/>
                  </a:lnTo>
                  <a:lnTo>
                    <a:pt x="239" y="5"/>
                  </a:lnTo>
                  <a:lnTo>
                    <a:pt x="239" y="5"/>
                  </a:lnTo>
                  <a:lnTo>
                    <a:pt x="244" y="2"/>
                  </a:lnTo>
                  <a:lnTo>
                    <a:pt x="250" y="1"/>
                  </a:lnTo>
                  <a:lnTo>
                    <a:pt x="255" y="0"/>
                  </a:lnTo>
                  <a:lnTo>
                    <a:pt x="260" y="0"/>
                  </a:lnTo>
                  <a:lnTo>
                    <a:pt x="266" y="2"/>
                  </a:lnTo>
                  <a:lnTo>
                    <a:pt x="270" y="4"/>
                  </a:lnTo>
                  <a:lnTo>
                    <a:pt x="275" y="8"/>
                  </a:lnTo>
                  <a:lnTo>
                    <a:pt x="278" y="12"/>
                  </a:lnTo>
                  <a:lnTo>
                    <a:pt x="278" y="12"/>
                  </a:lnTo>
                  <a:lnTo>
                    <a:pt x="281" y="17"/>
                  </a:lnTo>
                  <a:lnTo>
                    <a:pt x="283" y="22"/>
                  </a:lnTo>
                  <a:lnTo>
                    <a:pt x="283" y="28"/>
                  </a:lnTo>
                  <a:lnTo>
                    <a:pt x="283" y="33"/>
                  </a:lnTo>
                  <a:lnTo>
                    <a:pt x="281" y="38"/>
                  </a:lnTo>
                  <a:lnTo>
                    <a:pt x="279" y="43"/>
                  </a:lnTo>
                  <a:lnTo>
                    <a:pt x="275" y="47"/>
                  </a:lnTo>
                  <a:lnTo>
                    <a:pt x="271" y="51"/>
                  </a:lnTo>
                  <a:lnTo>
                    <a:pt x="57" y="198"/>
                  </a:lnTo>
                  <a:lnTo>
                    <a:pt x="57" y="778"/>
                  </a:lnTo>
                  <a:lnTo>
                    <a:pt x="57" y="778"/>
                  </a:lnTo>
                  <a:lnTo>
                    <a:pt x="58" y="790"/>
                  </a:lnTo>
                  <a:lnTo>
                    <a:pt x="61" y="801"/>
                  </a:lnTo>
                  <a:lnTo>
                    <a:pt x="66" y="811"/>
                  </a:lnTo>
                  <a:lnTo>
                    <a:pt x="73" y="819"/>
                  </a:lnTo>
                  <a:lnTo>
                    <a:pt x="82" y="826"/>
                  </a:lnTo>
                  <a:lnTo>
                    <a:pt x="91" y="831"/>
                  </a:lnTo>
                  <a:lnTo>
                    <a:pt x="102" y="834"/>
                  </a:lnTo>
                  <a:lnTo>
                    <a:pt x="114" y="836"/>
                  </a:lnTo>
                  <a:lnTo>
                    <a:pt x="1247" y="836"/>
                  </a:lnTo>
                  <a:lnTo>
                    <a:pt x="1247" y="836"/>
                  </a:lnTo>
                  <a:lnTo>
                    <a:pt x="1259" y="834"/>
                  </a:lnTo>
                  <a:lnTo>
                    <a:pt x="1269" y="831"/>
                  </a:lnTo>
                  <a:lnTo>
                    <a:pt x="1279" y="826"/>
                  </a:lnTo>
                  <a:lnTo>
                    <a:pt x="1287" y="819"/>
                  </a:lnTo>
                  <a:lnTo>
                    <a:pt x="1294" y="811"/>
                  </a:lnTo>
                  <a:lnTo>
                    <a:pt x="1299" y="801"/>
                  </a:lnTo>
                  <a:lnTo>
                    <a:pt x="1303" y="790"/>
                  </a:lnTo>
                  <a:lnTo>
                    <a:pt x="1304" y="778"/>
                  </a:lnTo>
                  <a:lnTo>
                    <a:pt x="1304" y="198"/>
                  </a:lnTo>
                  <a:lnTo>
                    <a:pt x="1089" y="51"/>
                  </a:lnTo>
                  <a:lnTo>
                    <a:pt x="1089" y="51"/>
                  </a:lnTo>
                  <a:lnTo>
                    <a:pt x="1085" y="47"/>
                  </a:lnTo>
                  <a:lnTo>
                    <a:pt x="1081" y="43"/>
                  </a:lnTo>
                  <a:lnTo>
                    <a:pt x="1079" y="38"/>
                  </a:lnTo>
                  <a:lnTo>
                    <a:pt x="1077" y="33"/>
                  </a:lnTo>
                  <a:lnTo>
                    <a:pt x="1077" y="28"/>
                  </a:lnTo>
                  <a:lnTo>
                    <a:pt x="1077" y="22"/>
                  </a:lnTo>
                  <a:lnTo>
                    <a:pt x="1079" y="17"/>
                  </a:lnTo>
                  <a:lnTo>
                    <a:pt x="1082" y="12"/>
                  </a:lnTo>
                  <a:lnTo>
                    <a:pt x="1082" y="12"/>
                  </a:lnTo>
                  <a:lnTo>
                    <a:pt x="1085" y="8"/>
                  </a:lnTo>
                  <a:lnTo>
                    <a:pt x="1090" y="4"/>
                  </a:lnTo>
                  <a:lnTo>
                    <a:pt x="1095" y="2"/>
                  </a:lnTo>
                  <a:lnTo>
                    <a:pt x="1100" y="0"/>
                  </a:lnTo>
                  <a:lnTo>
                    <a:pt x="1106" y="0"/>
                  </a:lnTo>
                  <a:lnTo>
                    <a:pt x="1112" y="1"/>
                  </a:lnTo>
                  <a:lnTo>
                    <a:pt x="1117" y="2"/>
                  </a:lnTo>
                  <a:lnTo>
                    <a:pt x="1122" y="5"/>
                  </a:lnTo>
                  <a:lnTo>
                    <a:pt x="1348" y="160"/>
                  </a:lnTo>
                  <a:lnTo>
                    <a:pt x="1348" y="160"/>
                  </a:lnTo>
                  <a:lnTo>
                    <a:pt x="1353" y="165"/>
                  </a:lnTo>
                  <a:lnTo>
                    <a:pt x="1357" y="170"/>
                  </a:lnTo>
                  <a:lnTo>
                    <a:pt x="1360" y="177"/>
                  </a:lnTo>
                  <a:lnTo>
                    <a:pt x="1360" y="183"/>
                  </a:lnTo>
                  <a:lnTo>
                    <a:pt x="1360" y="778"/>
                  </a:lnTo>
                  <a:lnTo>
                    <a:pt x="1360" y="778"/>
                  </a:lnTo>
                  <a:lnTo>
                    <a:pt x="1360" y="790"/>
                  </a:lnTo>
                  <a:lnTo>
                    <a:pt x="1358" y="802"/>
                  </a:lnTo>
                  <a:lnTo>
                    <a:pt x="1355" y="813"/>
                  </a:lnTo>
                  <a:lnTo>
                    <a:pt x="1352" y="823"/>
                  </a:lnTo>
                  <a:lnTo>
                    <a:pt x="1347" y="833"/>
                  </a:lnTo>
                  <a:lnTo>
                    <a:pt x="1341" y="842"/>
                  </a:lnTo>
                  <a:lnTo>
                    <a:pt x="1335" y="851"/>
                  </a:lnTo>
                  <a:lnTo>
                    <a:pt x="1328" y="859"/>
                  </a:lnTo>
                  <a:lnTo>
                    <a:pt x="1320" y="866"/>
                  </a:lnTo>
                  <a:lnTo>
                    <a:pt x="1311" y="873"/>
                  </a:lnTo>
                  <a:lnTo>
                    <a:pt x="1302" y="878"/>
                  </a:lnTo>
                  <a:lnTo>
                    <a:pt x="1291" y="883"/>
                  </a:lnTo>
                  <a:lnTo>
                    <a:pt x="1281" y="887"/>
                  </a:lnTo>
                  <a:lnTo>
                    <a:pt x="1270" y="889"/>
                  </a:lnTo>
                  <a:lnTo>
                    <a:pt x="1259" y="891"/>
                  </a:lnTo>
                  <a:lnTo>
                    <a:pt x="1247" y="892"/>
                  </a:lnTo>
                  <a:lnTo>
                    <a:pt x="1247" y="89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26"/>
            <p:cNvSpPr/>
            <p:nvPr/>
          </p:nvSpPr>
          <p:spPr>
            <a:xfrm>
              <a:off x="6321425" y="3848101"/>
              <a:ext cx="269875" cy="76200"/>
            </a:xfrm>
            <a:custGeom>
              <a:rect b="b" l="l" r="r" t="t"/>
              <a:pathLst>
                <a:path extrusionOk="0" h="283" w="1020">
                  <a:moveTo>
                    <a:pt x="992" y="283"/>
                  </a:moveTo>
                  <a:lnTo>
                    <a:pt x="992" y="283"/>
                  </a:lnTo>
                  <a:lnTo>
                    <a:pt x="987" y="283"/>
                  </a:lnTo>
                  <a:lnTo>
                    <a:pt x="983" y="282"/>
                  </a:lnTo>
                  <a:lnTo>
                    <a:pt x="979" y="280"/>
                  </a:lnTo>
                  <a:lnTo>
                    <a:pt x="975" y="277"/>
                  </a:lnTo>
                  <a:lnTo>
                    <a:pt x="699" y="56"/>
                  </a:lnTo>
                  <a:lnTo>
                    <a:pt x="322" y="56"/>
                  </a:lnTo>
                  <a:lnTo>
                    <a:pt x="47" y="277"/>
                  </a:lnTo>
                  <a:lnTo>
                    <a:pt x="47" y="277"/>
                  </a:lnTo>
                  <a:lnTo>
                    <a:pt x="42" y="280"/>
                  </a:lnTo>
                  <a:lnTo>
                    <a:pt x="36" y="282"/>
                  </a:lnTo>
                  <a:lnTo>
                    <a:pt x="30" y="283"/>
                  </a:lnTo>
                  <a:lnTo>
                    <a:pt x="25" y="283"/>
                  </a:lnTo>
                  <a:lnTo>
                    <a:pt x="20" y="282"/>
                  </a:lnTo>
                  <a:lnTo>
                    <a:pt x="15" y="280"/>
                  </a:lnTo>
                  <a:lnTo>
                    <a:pt x="10" y="277"/>
                  </a:lnTo>
                  <a:lnTo>
                    <a:pt x="6" y="273"/>
                  </a:lnTo>
                  <a:lnTo>
                    <a:pt x="6" y="273"/>
                  </a:lnTo>
                  <a:lnTo>
                    <a:pt x="3" y="268"/>
                  </a:lnTo>
                  <a:lnTo>
                    <a:pt x="1" y="263"/>
                  </a:lnTo>
                  <a:lnTo>
                    <a:pt x="0" y="257"/>
                  </a:lnTo>
                  <a:lnTo>
                    <a:pt x="0" y="251"/>
                  </a:lnTo>
                  <a:lnTo>
                    <a:pt x="1" y="246"/>
                  </a:lnTo>
                  <a:lnTo>
                    <a:pt x="3" y="241"/>
                  </a:lnTo>
                  <a:lnTo>
                    <a:pt x="7" y="236"/>
                  </a:lnTo>
                  <a:lnTo>
                    <a:pt x="11" y="232"/>
                  </a:lnTo>
                  <a:lnTo>
                    <a:pt x="294" y="6"/>
                  </a:lnTo>
                  <a:lnTo>
                    <a:pt x="294" y="6"/>
                  </a:lnTo>
                  <a:lnTo>
                    <a:pt x="298" y="3"/>
                  </a:lnTo>
                  <a:lnTo>
                    <a:pt x="302" y="1"/>
                  </a:lnTo>
                  <a:lnTo>
                    <a:pt x="307" y="0"/>
                  </a:lnTo>
                  <a:lnTo>
                    <a:pt x="312" y="0"/>
                  </a:lnTo>
                  <a:lnTo>
                    <a:pt x="708" y="0"/>
                  </a:lnTo>
                  <a:lnTo>
                    <a:pt x="708" y="0"/>
                  </a:lnTo>
                  <a:lnTo>
                    <a:pt x="713" y="0"/>
                  </a:lnTo>
                  <a:lnTo>
                    <a:pt x="718" y="1"/>
                  </a:lnTo>
                  <a:lnTo>
                    <a:pt x="722" y="3"/>
                  </a:lnTo>
                  <a:lnTo>
                    <a:pt x="726" y="6"/>
                  </a:lnTo>
                  <a:lnTo>
                    <a:pt x="1010" y="232"/>
                  </a:lnTo>
                  <a:lnTo>
                    <a:pt x="1010" y="232"/>
                  </a:lnTo>
                  <a:lnTo>
                    <a:pt x="1014" y="236"/>
                  </a:lnTo>
                  <a:lnTo>
                    <a:pt x="1017" y="241"/>
                  </a:lnTo>
                  <a:lnTo>
                    <a:pt x="1019" y="246"/>
                  </a:lnTo>
                  <a:lnTo>
                    <a:pt x="1020" y="251"/>
                  </a:lnTo>
                  <a:lnTo>
                    <a:pt x="1020" y="257"/>
                  </a:lnTo>
                  <a:lnTo>
                    <a:pt x="1019" y="263"/>
                  </a:lnTo>
                  <a:lnTo>
                    <a:pt x="1017" y="268"/>
                  </a:lnTo>
                  <a:lnTo>
                    <a:pt x="1014" y="273"/>
                  </a:lnTo>
                  <a:lnTo>
                    <a:pt x="1014" y="273"/>
                  </a:lnTo>
                  <a:lnTo>
                    <a:pt x="1009" y="277"/>
                  </a:lnTo>
                  <a:lnTo>
                    <a:pt x="1004" y="281"/>
                  </a:lnTo>
                  <a:lnTo>
                    <a:pt x="998" y="283"/>
                  </a:lnTo>
                  <a:lnTo>
                    <a:pt x="992" y="283"/>
                  </a:lnTo>
                  <a:lnTo>
                    <a:pt x="992" y="2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26"/>
            <p:cNvSpPr/>
            <p:nvPr/>
          </p:nvSpPr>
          <p:spPr>
            <a:xfrm>
              <a:off x="6530975" y="3773488"/>
              <a:ext cx="104775" cy="74613"/>
            </a:xfrm>
            <a:custGeom>
              <a:rect b="b" l="l" r="r" t="t"/>
              <a:pathLst>
                <a:path extrusionOk="0" h="284" w="396">
                  <a:moveTo>
                    <a:pt x="28" y="284"/>
                  </a:moveTo>
                  <a:lnTo>
                    <a:pt x="28" y="284"/>
                  </a:lnTo>
                  <a:lnTo>
                    <a:pt x="21" y="283"/>
                  </a:lnTo>
                  <a:lnTo>
                    <a:pt x="15" y="281"/>
                  </a:lnTo>
                  <a:lnTo>
                    <a:pt x="9" y="277"/>
                  </a:lnTo>
                  <a:lnTo>
                    <a:pt x="4" y="271"/>
                  </a:lnTo>
                  <a:lnTo>
                    <a:pt x="4" y="271"/>
                  </a:lnTo>
                  <a:lnTo>
                    <a:pt x="2" y="266"/>
                  </a:lnTo>
                  <a:lnTo>
                    <a:pt x="0" y="261"/>
                  </a:lnTo>
                  <a:lnTo>
                    <a:pt x="0" y="256"/>
                  </a:lnTo>
                  <a:lnTo>
                    <a:pt x="0" y="250"/>
                  </a:lnTo>
                  <a:lnTo>
                    <a:pt x="2" y="245"/>
                  </a:lnTo>
                  <a:lnTo>
                    <a:pt x="4" y="239"/>
                  </a:lnTo>
                  <a:lnTo>
                    <a:pt x="8" y="235"/>
                  </a:lnTo>
                  <a:lnTo>
                    <a:pt x="12" y="231"/>
                  </a:lnTo>
                  <a:lnTo>
                    <a:pt x="353" y="5"/>
                  </a:lnTo>
                  <a:lnTo>
                    <a:pt x="353" y="5"/>
                  </a:lnTo>
                  <a:lnTo>
                    <a:pt x="358" y="2"/>
                  </a:lnTo>
                  <a:lnTo>
                    <a:pt x="363" y="1"/>
                  </a:lnTo>
                  <a:lnTo>
                    <a:pt x="369" y="0"/>
                  </a:lnTo>
                  <a:lnTo>
                    <a:pt x="374" y="1"/>
                  </a:lnTo>
                  <a:lnTo>
                    <a:pt x="379" y="2"/>
                  </a:lnTo>
                  <a:lnTo>
                    <a:pt x="384" y="5"/>
                  </a:lnTo>
                  <a:lnTo>
                    <a:pt x="388" y="8"/>
                  </a:lnTo>
                  <a:lnTo>
                    <a:pt x="392" y="13"/>
                  </a:lnTo>
                  <a:lnTo>
                    <a:pt x="392" y="13"/>
                  </a:lnTo>
                  <a:lnTo>
                    <a:pt x="394" y="18"/>
                  </a:lnTo>
                  <a:lnTo>
                    <a:pt x="396" y="23"/>
                  </a:lnTo>
                  <a:lnTo>
                    <a:pt x="396" y="28"/>
                  </a:lnTo>
                  <a:lnTo>
                    <a:pt x="396" y="34"/>
                  </a:lnTo>
                  <a:lnTo>
                    <a:pt x="394" y="39"/>
                  </a:lnTo>
                  <a:lnTo>
                    <a:pt x="392" y="45"/>
                  </a:lnTo>
                  <a:lnTo>
                    <a:pt x="388" y="49"/>
                  </a:lnTo>
                  <a:lnTo>
                    <a:pt x="384" y="53"/>
                  </a:lnTo>
                  <a:lnTo>
                    <a:pt x="44" y="279"/>
                  </a:lnTo>
                  <a:lnTo>
                    <a:pt x="44" y="279"/>
                  </a:lnTo>
                  <a:lnTo>
                    <a:pt x="41" y="281"/>
                  </a:lnTo>
                  <a:lnTo>
                    <a:pt x="36" y="283"/>
                  </a:lnTo>
                  <a:lnTo>
                    <a:pt x="28" y="284"/>
                  </a:lnTo>
                  <a:lnTo>
                    <a:pt x="28" y="2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26"/>
            <p:cNvSpPr/>
            <p:nvPr/>
          </p:nvSpPr>
          <p:spPr>
            <a:xfrm>
              <a:off x="6275388" y="3773488"/>
              <a:ext cx="106363" cy="74613"/>
            </a:xfrm>
            <a:custGeom>
              <a:rect b="b" l="l" r="r" t="t"/>
              <a:pathLst>
                <a:path extrusionOk="0" h="284" w="397">
                  <a:moveTo>
                    <a:pt x="368" y="284"/>
                  </a:moveTo>
                  <a:lnTo>
                    <a:pt x="368" y="284"/>
                  </a:lnTo>
                  <a:lnTo>
                    <a:pt x="360" y="283"/>
                  </a:lnTo>
                  <a:lnTo>
                    <a:pt x="357" y="281"/>
                  </a:lnTo>
                  <a:lnTo>
                    <a:pt x="353" y="279"/>
                  </a:lnTo>
                  <a:lnTo>
                    <a:pt x="12" y="53"/>
                  </a:lnTo>
                  <a:lnTo>
                    <a:pt x="12" y="53"/>
                  </a:lnTo>
                  <a:lnTo>
                    <a:pt x="8" y="49"/>
                  </a:lnTo>
                  <a:lnTo>
                    <a:pt x="4" y="45"/>
                  </a:lnTo>
                  <a:lnTo>
                    <a:pt x="2" y="39"/>
                  </a:lnTo>
                  <a:lnTo>
                    <a:pt x="0" y="34"/>
                  </a:lnTo>
                  <a:lnTo>
                    <a:pt x="0" y="28"/>
                  </a:lnTo>
                  <a:lnTo>
                    <a:pt x="0" y="23"/>
                  </a:lnTo>
                  <a:lnTo>
                    <a:pt x="2" y="18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8" y="8"/>
                  </a:lnTo>
                  <a:lnTo>
                    <a:pt x="12" y="5"/>
                  </a:lnTo>
                  <a:lnTo>
                    <a:pt x="18" y="2"/>
                  </a:lnTo>
                  <a:lnTo>
                    <a:pt x="23" y="1"/>
                  </a:lnTo>
                  <a:lnTo>
                    <a:pt x="29" y="0"/>
                  </a:lnTo>
                  <a:lnTo>
                    <a:pt x="34" y="1"/>
                  </a:lnTo>
                  <a:lnTo>
                    <a:pt x="39" y="2"/>
                  </a:lnTo>
                  <a:lnTo>
                    <a:pt x="44" y="5"/>
                  </a:lnTo>
                  <a:lnTo>
                    <a:pt x="384" y="231"/>
                  </a:lnTo>
                  <a:lnTo>
                    <a:pt x="384" y="231"/>
                  </a:lnTo>
                  <a:lnTo>
                    <a:pt x="388" y="235"/>
                  </a:lnTo>
                  <a:lnTo>
                    <a:pt x="392" y="239"/>
                  </a:lnTo>
                  <a:lnTo>
                    <a:pt x="394" y="245"/>
                  </a:lnTo>
                  <a:lnTo>
                    <a:pt x="396" y="250"/>
                  </a:lnTo>
                  <a:lnTo>
                    <a:pt x="397" y="256"/>
                  </a:lnTo>
                  <a:lnTo>
                    <a:pt x="396" y="261"/>
                  </a:lnTo>
                  <a:lnTo>
                    <a:pt x="394" y="266"/>
                  </a:lnTo>
                  <a:lnTo>
                    <a:pt x="392" y="271"/>
                  </a:lnTo>
                  <a:lnTo>
                    <a:pt x="392" y="271"/>
                  </a:lnTo>
                  <a:lnTo>
                    <a:pt x="387" y="277"/>
                  </a:lnTo>
                  <a:lnTo>
                    <a:pt x="381" y="281"/>
                  </a:lnTo>
                  <a:lnTo>
                    <a:pt x="375" y="283"/>
                  </a:lnTo>
                  <a:lnTo>
                    <a:pt x="368" y="284"/>
                  </a:lnTo>
                  <a:lnTo>
                    <a:pt x="368" y="2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26"/>
            <p:cNvSpPr/>
            <p:nvPr/>
          </p:nvSpPr>
          <p:spPr>
            <a:xfrm>
              <a:off x="6335713" y="3608388"/>
              <a:ext cx="239713" cy="217488"/>
            </a:xfrm>
            <a:custGeom>
              <a:rect b="b" l="l" r="r" t="t"/>
              <a:pathLst>
                <a:path extrusionOk="0" h="822" w="907">
                  <a:moveTo>
                    <a:pt x="879" y="822"/>
                  </a:moveTo>
                  <a:lnTo>
                    <a:pt x="879" y="822"/>
                  </a:lnTo>
                  <a:lnTo>
                    <a:pt x="872" y="821"/>
                  </a:lnTo>
                  <a:lnTo>
                    <a:pt x="867" y="819"/>
                  </a:lnTo>
                  <a:lnTo>
                    <a:pt x="862" y="817"/>
                  </a:lnTo>
                  <a:lnTo>
                    <a:pt x="858" y="813"/>
                  </a:lnTo>
                  <a:lnTo>
                    <a:pt x="855" y="809"/>
                  </a:lnTo>
                  <a:lnTo>
                    <a:pt x="852" y="805"/>
                  </a:lnTo>
                  <a:lnTo>
                    <a:pt x="850" y="799"/>
                  </a:lnTo>
                  <a:lnTo>
                    <a:pt x="850" y="794"/>
                  </a:lnTo>
                  <a:lnTo>
                    <a:pt x="850" y="56"/>
                  </a:lnTo>
                  <a:lnTo>
                    <a:pt x="56" y="56"/>
                  </a:lnTo>
                  <a:lnTo>
                    <a:pt x="56" y="794"/>
                  </a:lnTo>
                  <a:lnTo>
                    <a:pt x="56" y="794"/>
                  </a:lnTo>
                  <a:lnTo>
                    <a:pt x="56" y="799"/>
                  </a:lnTo>
                  <a:lnTo>
                    <a:pt x="54" y="805"/>
                  </a:lnTo>
                  <a:lnTo>
                    <a:pt x="52" y="809"/>
                  </a:lnTo>
                  <a:lnTo>
                    <a:pt x="48" y="813"/>
                  </a:lnTo>
                  <a:lnTo>
                    <a:pt x="44" y="817"/>
                  </a:lnTo>
                  <a:lnTo>
                    <a:pt x="39" y="819"/>
                  </a:lnTo>
                  <a:lnTo>
                    <a:pt x="34" y="821"/>
                  </a:lnTo>
                  <a:lnTo>
                    <a:pt x="28" y="822"/>
                  </a:lnTo>
                  <a:lnTo>
                    <a:pt x="28" y="822"/>
                  </a:lnTo>
                  <a:lnTo>
                    <a:pt x="23" y="821"/>
                  </a:lnTo>
                  <a:lnTo>
                    <a:pt x="17" y="819"/>
                  </a:lnTo>
                  <a:lnTo>
                    <a:pt x="13" y="817"/>
                  </a:lnTo>
                  <a:lnTo>
                    <a:pt x="8" y="813"/>
                  </a:lnTo>
                  <a:lnTo>
                    <a:pt x="5" y="809"/>
                  </a:lnTo>
                  <a:lnTo>
                    <a:pt x="2" y="805"/>
                  </a:lnTo>
                  <a:lnTo>
                    <a:pt x="1" y="799"/>
                  </a:lnTo>
                  <a:lnTo>
                    <a:pt x="0" y="794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1" y="22"/>
                  </a:lnTo>
                  <a:lnTo>
                    <a:pt x="2" y="17"/>
                  </a:lnTo>
                  <a:lnTo>
                    <a:pt x="5" y="12"/>
                  </a:lnTo>
                  <a:lnTo>
                    <a:pt x="8" y="8"/>
                  </a:lnTo>
                  <a:lnTo>
                    <a:pt x="13" y="5"/>
                  </a:lnTo>
                  <a:lnTo>
                    <a:pt x="17" y="2"/>
                  </a:lnTo>
                  <a:lnTo>
                    <a:pt x="23" y="1"/>
                  </a:lnTo>
                  <a:lnTo>
                    <a:pt x="28" y="0"/>
                  </a:lnTo>
                  <a:lnTo>
                    <a:pt x="879" y="0"/>
                  </a:lnTo>
                  <a:lnTo>
                    <a:pt x="879" y="0"/>
                  </a:lnTo>
                  <a:lnTo>
                    <a:pt x="885" y="1"/>
                  </a:lnTo>
                  <a:lnTo>
                    <a:pt x="890" y="2"/>
                  </a:lnTo>
                  <a:lnTo>
                    <a:pt x="895" y="5"/>
                  </a:lnTo>
                  <a:lnTo>
                    <a:pt x="899" y="8"/>
                  </a:lnTo>
                  <a:lnTo>
                    <a:pt x="902" y="12"/>
                  </a:lnTo>
                  <a:lnTo>
                    <a:pt x="905" y="17"/>
                  </a:lnTo>
                  <a:lnTo>
                    <a:pt x="906" y="22"/>
                  </a:lnTo>
                  <a:lnTo>
                    <a:pt x="907" y="28"/>
                  </a:lnTo>
                  <a:lnTo>
                    <a:pt x="907" y="794"/>
                  </a:lnTo>
                  <a:lnTo>
                    <a:pt x="907" y="794"/>
                  </a:lnTo>
                  <a:lnTo>
                    <a:pt x="906" y="799"/>
                  </a:lnTo>
                  <a:lnTo>
                    <a:pt x="905" y="805"/>
                  </a:lnTo>
                  <a:lnTo>
                    <a:pt x="902" y="809"/>
                  </a:lnTo>
                  <a:lnTo>
                    <a:pt x="899" y="813"/>
                  </a:lnTo>
                  <a:lnTo>
                    <a:pt x="895" y="817"/>
                  </a:lnTo>
                  <a:lnTo>
                    <a:pt x="890" y="819"/>
                  </a:lnTo>
                  <a:lnTo>
                    <a:pt x="885" y="821"/>
                  </a:lnTo>
                  <a:lnTo>
                    <a:pt x="879" y="822"/>
                  </a:lnTo>
                  <a:lnTo>
                    <a:pt x="879" y="82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26"/>
            <p:cNvSpPr/>
            <p:nvPr/>
          </p:nvSpPr>
          <p:spPr>
            <a:xfrm>
              <a:off x="6381750" y="3654426"/>
              <a:ext cx="44450" cy="14288"/>
            </a:xfrm>
            <a:custGeom>
              <a:rect b="b" l="l" r="r" t="t"/>
              <a:pathLst>
                <a:path extrusionOk="0" h="56" w="170">
                  <a:moveTo>
                    <a:pt x="142" y="56"/>
                  </a:moveTo>
                  <a:lnTo>
                    <a:pt x="29" y="56"/>
                  </a:lnTo>
                  <a:lnTo>
                    <a:pt x="29" y="56"/>
                  </a:lnTo>
                  <a:lnTo>
                    <a:pt x="23" y="56"/>
                  </a:lnTo>
                  <a:lnTo>
                    <a:pt x="18" y="54"/>
                  </a:lnTo>
                  <a:lnTo>
                    <a:pt x="13" y="52"/>
                  </a:lnTo>
                  <a:lnTo>
                    <a:pt x="8" y="48"/>
                  </a:lnTo>
                  <a:lnTo>
                    <a:pt x="4" y="44"/>
                  </a:lnTo>
                  <a:lnTo>
                    <a:pt x="2" y="39"/>
                  </a:lnTo>
                  <a:lnTo>
                    <a:pt x="0" y="34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23"/>
                  </a:lnTo>
                  <a:lnTo>
                    <a:pt x="2" y="17"/>
                  </a:lnTo>
                  <a:lnTo>
                    <a:pt x="4" y="13"/>
                  </a:lnTo>
                  <a:lnTo>
                    <a:pt x="8" y="9"/>
                  </a:lnTo>
                  <a:lnTo>
                    <a:pt x="13" y="5"/>
                  </a:lnTo>
                  <a:lnTo>
                    <a:pt x="18" y="3"/>
                  </a:lnTo>
                  <a:lnTo>
                    <a:pt x="23" y="1"/>
                  </a:lnTo>
                  <a:lnTo>
                    <a:pt x="29" y="0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47" y="1"/>
                  </a:lnTo>
                  <a:lnTo>
                    <a:pt x="153" y="3"/>
                  </a:lnTo>
                  <a:lnTo>
                    <a:pt x="157" y="5"/>
                  </a:lnTo>
                  <a:lnTo>
                    <a:pt x="162" y="9"/>
                  </a:lnTo>
                  <a:lnTo>
                    <a:pt x="165" y="13"/>
                  </a:lnTo>
                  <a:lnTo>
                    <a:pt x="168" y="17"/>
                  </a:lnTo>
                  <a:lnTo>
                    <a:pt x="169" y="23"/>
                  </a:lnTo>
                  <a:lnTo>
                    <a:pt x="170" y="28"/>
                  </a:lnTo>
                  <a:lnTo>
                    <a:pt x="170" y="28"/>
                  </a:lnTo>
                  <a:lnTo>
                    <a:pt x="169" y="34"/>
                  </a:lnTo>
                  <a:lnTo>
                    <a:pt x="168" y="39"/>
                  </a:lnTo>
                  <a:lnTo>
                    <a:pt x="165" y="44"/>
                  </a:lnTo>
                  <a:lnTo>
                    <a:pt x="162" y="48"/>
                  </a:lnTo>
                  <a:lnTo>
                    <a:pt x="157" y="52"/>
                  </a:lnTo>
                  <a:lnTo>
                    <a:pt x="153" y="54"/>
                  </a:lnTo>
                  <a:lnTo>
                    <a:pt x="147" y="56"/>
                  </a:lnTo>
                  <a:lnTo>
                    <a:pt x="142" y="56"/>
                  </a:lnTo>
                  <a:lnTo>
                    <a:pt x="142" y="5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26"/>
            <p:cNvSpPr/>
            <p:nvPr/>
          </p:nvSpPr>
          <p:spPr>
            <a:xfrm>
              <a:off x="6410325" y="3698876"/>
              <a:ext cx="120650" cy="14288"/>
            </a:xfrm>
            <a:custGeom>
              <a:rect b="b" l="l" r="r" t="t"/>
              <a:pathLst>
                <a:path extrusionOk="0" h="57" w="453">
                  <a:moveTo>
                    <a:pt x="425" y="57"/>
                  </a:moveTo>
                  <a:lnTo>
                    <a:pt x="28" y="57"/>
                  </a:lnTo>
                  <a:lnTo>
                    <a:pt x="28" y="57"/>
                  </a:lnTo>
                  <a:lnTo>
                    <a:pt x="22" y="56"/>
                  </a:lnTo>
                  <a:lnTo>
                    <a:pt x="17" y="55"/>
                  </a:lnTo>
                  <a:lnTo>
                    <a:pt x="12" y="52"/>
                  </a:lnTo>
                  <a:lnTo>
                    <a:pt x="8" y="49"/>
                  </a:lnTo>
                  <a:lnTo>
                    <a:pt x="5" y="44"/>
                  </a:lnTo>
                  <a:lnTo>
                    <a:pt x="2" y="40"/>
                  </a:lnTo>
                  <a:lnTo>
                    <a:pt x="0" y="34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2"/>
                  </a:lnTo>
                  <a:lnTo>
                    <a:pt x="2" y="17"/>
                  </a:lnTo>
                  <a:lnTo>
                    <a:pt x="5" y="12"/>
                  </a:lnTo>
                  <a:lnTo>
                    <a:pt x="8" y="8"/>
                  </a:lnTo>
                  <a:lnTo>
                    <a:pt x="12" y="4"/>
                  </a:lnTo>
                  <a:lnTo>
                    <a:pt x="17" y="2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425" y="0"/>
                  </a:lnTo>
                  <a:lnTo>
                    <a:pt x="425" y="0"/>
                  </a:lnTo>
                  <a:lnTo>
                    <a:pt x="430" y="0"/>
                  </a:lnTo>
                  <a:lnTo>
                    <a:pt x="436" y="2"/>
                  </a:lnTo>
                  <a:lnTo>
                    <a:pt x="440" y="4"/>
                  </a:lnTo>
                  <a:lnTo>
                    <a:pt x="444" y="8"/>
                  </a:lnTo>
                  <a:lnTo>
                    <a:pt x="448" y="12"/>
                  </a:lnTo>
                  <a:lnTo>
                    <a:pt x="450" y="17"/>
                  </a:lnTo>
                  <a:lnTo>
                    <a:pt x="452" y="22"/>
                  </a:lnTo>
                  <a:lnTo>
                    <a:pt x="453" y="29"/>
                  </a:lnTo>
                  <a:lnTo>
                    <a:pt x="453" y="29"/>
                  </a:lnTo>
                  <a:lnTo>
                    <a:pt x="452" y="34"/>
                  </a:lnTo>
                  <a:lnTo>
                    <a:pt x="450" y="40"/>
                  </a:lnTo>
                  <a:lnTo>
                    <a:pt x="448" y="44"/>
                  </a:lnTo>
                  <a:lnTo>
                    <a:pt x="444" y="49"/>
                  </a:lnTo>
                  <a:lnTo>
                    <a:pt x="440" y="52"/>
                  </a:lnTo>
                  <a:lnTo>
                    <a:pt x="436" y="55"/>
                  </a:lnTo>
                  <a:lnTo>
                    <a:pt x="430" y="56"/>
                  </a:lnTo>
                  <a:lnTo>
                    <a:pt x="425" y="57"/>
                  </a:lnTo>
                  <a:lnTo>
                    <a:pt x="425" y="5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26"/>
            <p:cNvSpPr/>
            <p:nvPr/>
          </p:nvSpPr>
          <p:spPr>
            <a:xfrm>
              <a:off x="6381750" y="3743326"/>
              <a:ext cx="149225" cy="15875"/>
            </a:xfrm>
            <a:custGeom>
              <a:rect b="b" l="l" r="r" t="t"/>
              <a:pathLst>
                <a:path extrusionOk="0" h="56" w="567">
                  <a:moveTo>
                    <a:pt x="539" y="56"/>
                  </a:moveTo>
                  <a:lnTo>
                    <a:pt x="29" y="56"/>
                  </a:lnTo>
                  <a:lnTo>
                    <a:pt x="29" y="56"/>
                  </a:lnTo>
                  <a:lnTo>
                    <a:pt x="23" y="56"/>
                  </a:lnTo>
                  <a:lnTo>
                    <a:pt x="18" y="54"/>
                  </a:lnTo>
                  <a:lnTo>
                    <a:pt x="13" y="51"/>
                  </a:lnTo>
                  <a:lnTo>
                    <a:pt x="8" y="48"/>
                  </a:lnTo>
                  <a:lnTo>
                    <a:pt x="4" y="44"/>
                  </a:lnTo>
                  <a:lnTo>
                    <a:pt x="2" y="39"/>
                  </a:lnTo>
                  <a:lnTo>
                    <a:pt x="0" y="34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22"/>
                  </a:lnTo>
                  <a:lnTo>
                    <a:pt x="2" y="17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3" y="5"/>
                  </a:lnTo>
                  <a:lnTo>
                    <a:pt x="18" y="2"/>
                  </a:lnTo>
                  <a:lnTo>
                    <a:pt x="23" y="1"/>
                  </a:lnTo>
                  <a:lnTo>
                    <a:pt x="29" y="0"/>
                  </a:lnTo>
                  <a:lnTo>
                    <a:pt x="539" y="0"/>
                  </a:lnTo>
                  <a:lnTo>
                    <a:pt x="539" y="0"/>
                  </a:lnTo>
                  <a:lnTo>
                    <a:pt x="544" y="1"/>
                  </a:lnTo>
                  <a:lnTo>
                    <a:pt x="550" y="2"/>
                  </a:lnTo>
                  <a:lnTo>
                    <a:pt x="554" y="5"/>
                  </a:lnTo>
                  <a:lnTo>
                    <a:pt x="558" y="8"/>
                  </a:lnTo>
                  <a:lnTo>
                    <a:pt x="562" y="12"/>
                  </a:lnTo>
                  <a:lnTo>
                    <a:pt x="564" y="17"/>
                  </a:lnTo>
                  <a:lnTo>
                    <a:pt x="566" y="22"/>
                  </a:lnTo>
                  <a:lnTo>
                    <a:pt x="567" y="28"/>
                  </a:lnTo>
                  <a:lnTo>
                    <a:pt x="567" y="28"/>
                  </a:lnTo>
                  <a:lnTo>
                    <a:pt x="566" y="34"/>
                  </a:lnTo>
                  <a:lnTo>
                    <a:pt x="564" y="39"/>
                  </a:lnTo>
                  <a:lnTo>
                    <a:pt x="562" y="44"/>
                  </a:lnTo>
                  <a:lnTo>
                    <a:pt x="558" y="48"/>
                  </a:lnTo>
                  <a:lnTo>
                    <a:pt x="554" y="51"/>
                  </a:lnTo>
                  <a:lnTo>
                    <a:pt x="550" y="54"/>
                  </a:lnTo>
                  <a:lnTo>
                    <a:pt x="544" y="56"/>
                  </a:lnTo>
                  <a:lnTo>
                    <a:pt x="539" y="56"/>
                  </a:lnTo>
                  <a:lnTo>
                    <a:pt x="539" y="5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26"/>
            <p:cNvSpPr/>
            <p:nvPr/>
          </p:nvSpPr>
          <p:spPr>
            <a:xfrm>
              <a:off x="6381750" y="3789363"/>
              <a:ext cx="149225" cy="14288"/>
            </a:xfrm>
            <a:custGeom>
              <a:rect b="b" l="l" r="r" t="t"/>
              <a:pathLst>
                <a:path extrusionOk="0" h="56" w="567">
                  <a:moveTo>
                    <a:pt x="539" y="56"/>
                  </a:moveTo>
                  <a:lnTo>
                    <a:pt x="29" y="56"/>
                  </a:lnTo>
                  <a:lnTo>
                    <a:pt x="29" y="56"/>
                  </a:lnTo>
                  <a:lnTo>
                    <a:pt x="23" y="56"/>
                  </a:lnTo>
                  <a:lnTo>
                    <a:pt x="18" y="54"/>
                  </a:lnTo>
                  <a:lnTo>
                    <a:pt x="13" y="52"/>
                  </a:lnTo>
                  <a:lnTo>
                    <a:pt x="8" y="48"/>
                  </a:lnTo>
                  <a:lnTo>
                    <a:pt x="4" y="44"/>
                  </a:lnTo>
                  <a:lnTo>
                    <a:pt x="2" y="39"/>
                  </a:lnTo>
                  <a:lnTo>
                    <a:pt x="0" y="34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23"/>
                  </a:lnTo>
                  <a:lnTo>
                    <a:pt x="2" y="17"/>
                  </a:lnTo>
                  <a:lnTo>
                    <a:pt x="4" y="13"/>
                  </a:lnTo>
                  <a:lnTo>
                    <a:pt x="8" y="9"/>
                  </a:lnTo>
                  <a:lnTo>
                    <a:pt x="13" y="5"/>
                  </a:lnTo>
                  <a:lnTo>
                    <a:pt x="18" y="3"/>
                  </a:lnTo>
                  <a:lnTo>
                    <a:pt x="23" y="1"/>
                  </a:lnTo>
                  <a:lnTo>
                    <a:pt x="29" y="0"/>
                  </a:lnTo>
                  <a:lnTo>
                    <a:pt x="539" y="0"/>
                  </a:lnTo>
                  <a:lnTo>
                    <a:pt x="539" y="0"/>
                  </a:lnTo>
                  <a:lnTo>
                    <a:pt x="544" y="1"/>
                  </a:lnTo>
                  <a:lnTo>
                    <a:pt x="550" y="3"/>
                  </a:lnTo>
                  <a:lnTo>
                    <a:pt x="554" y="5"/>
                  </a:lnTo>
                  <a:lnTo>
                    <a:pt x="558" y="9"/>
                  </a:lnTo>
                  <a:lnTo>
                    <a:pt x="562" y="13"/>
                  </a:lnTo>
                  <a:lnTo>
                    <a:pt x="564" y="17"/>
                  </a:lnTo>
                  <a:lnTo>
                    <a:pt x="566" y="23"/>
                  </a:lnTo>
                  <a:lnTo>
                    <a:pt x="567" y="28"/>
                  </a:lnTo>
                  <a:lnTo>
                    <a:pt x="567" y="28"/>
                  </a:lnTo>
                  <a:lnTo>
                    <a:pt x="566" y="34"/>
                  </a:lnTo>
                  <a:lnTo>
                    <a:pt x="564" y="39"/>
                  </a:lnTo>
                  <a:lnTo>
                    <a:pt x="562" y="44"/>
                  </a:lnTo>
                  <a:lnTo>
                    <a:pt x="558" y="48"/>
                  </a:lnTo>
                  <a:lnTo>
                    <a:pt x="554" y="52"/>
                  </a:lnTo>
                  <a:lnTo>
                    <a:pt x="550" y="54"/>
                  </a:lnTo>
                  <a:lnTo>
                    <a:pt x="544" y="56"/>
                  </a:lnTo>
                  <a:lnTo>
                    <a:pt x="539" y="56"/>
                  </a:lnTo>
                  <a:lnTo>
                    <a:pt x="539" y="5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1" name="Google Shape;541;p26"/>
          <p:cNvGrpSpPr/>
          <p:nvPr/>
        </p:nvGrpSpPr>
        <p:grpSpPr>
          <a:xfrm>
            <a:off x="7217888" y="1654517"/>
            <a:ext cx="349998" cy="357810"/>
            <a:chOff x="4854575" y="2884488"/>
            <a:chExt cx="355601" cy="363538"/>
          </a:xfrm>
        </p:grpSpPr>
        <p:sp>
          <p:nvSpPr>
            <p:cNvPr id="542" name="Google Shape;542;p26"/>
            <p:cNvSpPr/>
            <p:nvPr/>
          </p:nvSpPr>
          <p:spPr>
            <a:xfrm>
              <a:off x="4854575" y="2884488"/>
              <a:ext cx="257175" cy="333375"/>
            </a:xfrm>
            <a:custGeom>
              <a:rect b="b" l="l" r="r" t="t"/>
              <a:pathLst>
                <a:path extrusionOk="0" h="1258" w="972">
                  <a:moveTo>
                    <a:pt x="950" y="1258"/>
                  </a:moveTo>
                  <a:lnTo>
                    <a:pt x="114" y="1258"/>
                  </a:lnTo>
                  <a:lnTo>
                    <a:pt x="114" y="1258"/>
                  </a:lnTo>
                  <a:lnTo>
                    <a:pt x="103" y="1258"/>
                  </a:lnTo>
                  <a:lnTo>
                    <a:pt x="91" y="1256"/>
                  </a:lnTo>
                  <a:lnTo>
                    <a:pt x="81" y="1253"/>
                  </a:lnTo>
                  <a:lnTo>
                    <a:pt x="70" y="1249"/>
                  </a:lnTo>
                  <a:lnTo>
                    <a:pt x="59" y="1243"/>
                  </a:lnTo>
                  <a:lnTo>
                    <a:pt x="50" y="1238"/>
                  </a:lnTo>
                  <a:lnTo>
                    <a:pt x="41" y="1231"/>
                  </a:lnTo>
                  <a:lnTo>
                    <a:pt x="33" y="1224"/>
                  </a:lnTo>
                  <a:lnTo>
                    <a:pt x="26" y="1216"/>
                  </a:lnTo>
                  <a:lnTo>
                    <a:pt x="19" y="1207"/>
                  </a:lnTo>
                  <a:lnTo>
                    <a:pt x="14" y="1198"/>
                  </a:lnTo>
                  <a:lnTo>
                    <a:pt x="9" y="1188"/>
                  </a:lnTo>
                  <a:lnTo>
                    <a:pt x="5" y="1177"/>
                  </a:lnTo>
                  <a:lnTo>
                    <a:pt x="2" y="1167"/>
                  </a:lnTo>
                  <a:lnTo>
                    <a:pt x="1" y="1155"/>
                  </a:lnTo>
                  <a:lnTo>
                    <a:pt x="0" y="1144"/>
                  </a:lnTo>
                  <a:lnTo>
                    <a:pt x="0" y="115"/>
                  </a:lnTo>
                  <a:lnTo>
                    <a:pt x="0" y="115"/>
                  </a:lnTo>
                  <a:lnTo>
                    <a:pt x="1" y="103"/>
                  </a:lnTo>
                  <a:lnTo>
                    <a:pt x="2" y="92"/>
                  </a:lnTo>
                  <a:lnTo>
                    <a:pt x="5" y="81"/>
                  </a:lnTo>
                  <a:lnTo>
                    <a:pt x="9" y="71"/>
                  </a:lnTo>
                  <a:lnTo>
                    <a:pt x="14" y="61"/>
                  </a:lnTo>
                  <a:lnTo>
                    <a:pt x="19" y="50"/>
                  </a:lnTo>
                  <a:lnTo>
                    <a:pt x="26" y="42"/>
                  </a:lnTo>
                  <a:lnTo>
                    <a:pt x="33" y="34"/>
                  </a:lnTo>
                  <a:lnTo>
                    <a:pt x="41" y="26"/>
                  </a:lnTo>
                  <a:lnTo>
                    <a:pt x="50" y="20"/>
                  </a:lnTo>
                  <a:lnTo>
                    <a:pt x="59" y="14"/>
                  </a:lnTo>
                  <a:lnTo>
                    <a:pt x="70" y="9"/>
                  </a:lnTo>
                  <a:lnTo>
                    <a:pt x="81" y="5"/>
                  </a:lnTo>
                  <a:lnTo>
                    <a:pt x="91" y="3"/>
                  </a:lnTo>
                  <a:lnTo>
                    <a:pt x="103" y="1"/>
                  </a:lnTo>
                  <a:lnTo>
                    <a:pt x="114" y="0"/>
                  </a:lnTo>
                  <a:lnTo>
                    <a:pt x="857" y="0"/>
                  </a:lnTo>
                  <a:lnTo>
                    <a:pt x="857" y="0"/>
                  </a:lnTo>
                  <a:lnTo>
                    <a:pt x="870" y="1"/>
                  </a:lnTo>
                  <a:lnTo>
                    <a:pt x="881" y="3"/>
                  </a:lnTo>
                  <a:lnTo>
                    <a:pt x="892" y="5"/>
                  </a:lnTo>
                  <a:lnTo>
                    <a:pt x="902" y="9"/>
                  </a:lnTo>
                  <a:lnTo>
                    <a:pt x="912" y="14"/>
                  </a:lnTo>
                  <a:lnTo>
                    <a:pt x="922" y="20"/>
                  </a:lnTo>
                  <a:lnTo>
                    <a:pt x="930" y="26"/>
                  </a:lnTo>
                  <a:lnTo>
                    <a:pt x="938" y="34"/>
                  </a:lnTo>
                  <a:lnTo>
                    <a:pt x="946" y="42"/>
                  </a:lnTo>
                  <a:lnTo>
                    <a:pt x="952" y="50"/>
                  </a:lnTo>
                  <a:lnTo>
                    <a:pt x="958" y="61"/>
                  </a:lnTo>
                  <a:lnTo>
                    <a:pt x="963" y="71"/>
                  </a:lnTo>
                  <a:lnTo>
                    <a:pt x="966" y="81"/>
                  </a:lnTo>
                  <a:lnTo>
                    <a:pt x="970" y="92"/>
                  </a:lnTo>
                  <a:lnTo>
                    <a:pt x="972" y="103"/>
                  </a:lnTo>
                  <a:lnTo>
                    <a:pt x="972" y="115"/>
                  </a:lnTo>
                  <a:lnTo>
                    <a:pt x="972" y="887"/>
                  </a:lnTo>
                  <a:lnTo>
                    <a:pt x="915" y="887"/>
                  </a:lnTo>
                  <a:lnTo>
                    <a:pt x="915" y="115"/>
                  </a:lnTo>
                  <a:lnTo>
                    <a:pt x="915" y="115"/>
                  </a:lnTo>
                  <a:lnTo>
                    <a:pt x="914" y="103"/>
                  </a:lnTo>
                  <a:lnTo>
                    <a:pt x="910" y="93"/>
                  </a:lnTo>
                  <a:lnTo>
                    <a:pt x="905" y="83"/>
                  </a:lnTo>
                  <a:lnTo>
                    <a:pt x="898" y="75"/>
                  </a:lnTo>
                  <a:lnTo>
                    <a:pt x="890" y="68"/>
                  </a:lnTo>
                  <a:lnTo>
                    <a:pt x="880" y="62"/>
                  </a:lnTo>
                  <a:lnTo>
                    <a:pt x="870" y="59"/>
                  </a:lnTo>
                  <a:lnTo>
                    <a:pt x="857" y="58"/>
                  </a:lnTo>
                  <a:lnTo>
                    <a:pt x="114" y="58"/>
                  </a:lnTo>
                  <a:lnTo>
                    <a:pt x="114" y="58"/>
                  </a:lnTo>
                  <a:lnTo>
                    <a:pt x="103" y="59"/>
                  </a:lnTo>
                  <a:lnTo>
                    <a:pt x="92" y="62"/>
                  </a:lnTo>
                  <a:lnTo>
                    <a:pt x="83" y="68"/>
                  </a:lnTo>
                  <a:lnTo>
                    <a:pt x="74" y="75"/>
                  </a:lnTo>
                  <a:lnTo>
                    <a:pt x="67" y="83"/>
                  </a:lnTo>
                  <a:lnTo>
                    <a:pt x="61" y="93"/>
                  </a:lnTo>
                  <a:lnTo>
                    <a:pt x="58" y="103"/>
                  </a:lnTo>
                  <a:lnTo>
                    <a:pt x="57" y="115"/>
                  </a:lnTo>
                  <a:lnTo>
                    <a:pt x="57" y="1144"/>
                  </a:lnTo>
                  <a:lnTo>
                    <a:pt x="57" y="1144"/>
                  </a:lnTo>
                  <a:lnTo>
                    <a:pt x="58" y="1155"/>
                  </a:lnTo>
                  <a:lnTo>
                    <a:pt x="61" y="1166"/>
                  </a:lnTo>
                  <a:lnTo>
                    <a:pt x="67" y="1175"/>
                  </a:lnTo>
                  <a:lnTo>
                    <a:pt x="74" y="1184"/>
                  </a:lnTo>
                  <a:lnTo>
                    <a:pt x="83" y="1191"/>
                  </a:lnTo>
                  <a:lnTo>
                    <a:pt x="92" y="1196"/>
                  </a:lnTo>
                  <a:lnTo>
                    <a:pt x="103" y="1199"/>
                  </a:lnTo>
                  <a:lnTo>
                    <a:pt x="114" y="1201"/>
                  </a:lnTo>
                  <a:lnTo>
                    <a:pt x="950" y="1201"/>
                  </a:lnTo>
                  <a:lnTo>
                    <a:pt x="950" y="12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26"/>
            <p:cNvSpPr/>
            <p:nvPr/>
          </p:nvSpPr>
          <p:spPr>
            <a:xfrm>
              <a:off x="4886325" y="2914651"/>
              <a:ext cx="203200" cy="242888"/>
            </a:xfrm>
            <a:custGeom>
              <a:rect b="b" l="l" r="r" t="t"/>
              <a:pathLst>
                <a:path extrusionOk="0" h="915" w="769">
                  <a:moveTo>
                    <a:pt x="740" y="915"/>
                  </a:moveTo>
                  <a:lnTo>
                    <a:pt x="29" y="915"/>
                  </a:lnTo>
                  <a:lnTo>
                    <a:pt x="29" y="915"/>
                  </a:lnTo>
                  <a:lnTo>
                    <a:pt x="23" y="913"/>
                  </a:lnTo>
                  <a:lnTo>
                    <a:pt x="17" y="911"/>
                  </a:lnTo>
                  <a:lnTo>
                    <a:pt x="13" y="909"/>
                  </a:lnTo>
                  <a:lnTo>
                    <a:pt x="8" y="905"/>
                  </a:lnTo>
                  <a:lnTo>
                    <a:pt x="5" y="901"/>
                  </a:lnTo>
                  <a:lnTo>
                    <a:pt x="2" y="896"/>
                  </a:lnTo>
                  <a:lnTo>
                    <a:pt x="1" y="891"/>
                  </a:lnTo>
                  <a:lnTo>
                    <a:pt x="0" y="885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1" y="22"/>
                  </a:lnTo>
                  <a:lnTo>
                    <a:pt x="2" y="17"/>
                  </a:lnTo>
                  <a:lnTo>
                    <a:pt x="5" y="12"/>
                  </a:lnTo>
                  <a:lnTo>
                    <a:pt x="8" y="8"/>
                  </a:lnTo>
                  <a:lnTo>
                    <a:pt x="13" y="4"/>
                  </a:lnTo>
                  <a:lnTo>
                    <a:pt x="17" y="2"/>
                  </a:lnTo>
                  <a:lnTo>
                    <a:pt x="23" y="0"/>
                  </a:lnTo>
                  <a:lnTo>
                    <a:pt x="29" y="0"/>
                  </a:lnTo>
                  <a:lnTo>
                    <a:pt x="715" y="0"/>
                  </a:lnTo>
                  <a:lnTo>
                    <a:pt x="715" y="0"/>
                  </a:lnTo>
                  <a:lnTo>
                    <a:pt x="721" y="0"/>
                  </a:lnTo>
                  <a:lnTo>
                    <a:pt x="726" y="2"/>
                  </a:lnTo>
                  <a:lnTo>
                    <a:pt x="731" y="4"/>
                  </a:lnTo>
                  <a:lnTo>
                    <a:pt x="735" y="8"/>
                  </a:lnTo>
                  <a:lnTo>
                    <a:pt x="738" y="12"/>
                  </a:lnTo>
                  <a:lnTo>
                    <a:pt x="741" y="17"/>
                  </a:lnTo>
                  <a:lnTo>
                    <a:pt x="743" y="22"/>
                  </a:lnTo>
                  <a:lnTo>
                    <a:pt x="743" y="28"/>
                  </a:lnTo>
                  <a:lnTo>
                    <a:pt x="743" y="681"/>
                  </a:lnTo>
                  <a:lnTo>
                    <a:pt x="743" y="681"/>
                  </a:lnTo>
                  <a:lnTo>
                    <a:pt x="743" y="687"/>
                  </a:lnTo>
                  <a:lnTo>
                    <a:pt x="741" y="693"/>
                  </a:lnTo>
                  <a:lnTo>
                    <a:pt x="738" y="698"/>
                  </a:lnTo>
                  <a:lnTo>
                    <a:pt x="735" y="703"/>
                  </a:lnTo>
                  <a:lnTo>
                    <a:pt x="731" y="706"/>
                  </a:lnTo>
                  <a:lnTo>
                    <a:pt x="726" y="709"/>
                  </a:lnTo>
                  <a:lnTo>
                    <a:pt x="721" y="710"/>
                  </a:lnTo>
                  <a:lnTo>
                    <a:pt x="715" y="711"/>
                  </a:lnTo>
                  <a:lnTo>
                    <a:pt x="715" y="711"/>
                  </a:lnTo>
                  <a:lnTo>
                    <a:pt x="709" y="710"/>
                  </a:lnTo>
                  <a:lnTo>
                    <a:pt x="704" y="709"/>
                  </a:lnTo>
                  <a:lnTo>
                    <a:pt x="699" y="706"/>
                  </a:lnTo>
                  <a:lnTo>
                    <a:pt x="695" y="703"/>
                  </a:lnTo>
                  <a:lnTo>
                    <a:pt x="691" y="698"/>
                  </a:lnTo>
                  <a:lnTo>
                    <a:pt x="689" y="693"/>
                  </a:lnTo>
                  <a:lnTo>
                    <a:pt x="687" y="687"/>
                  </a:lnTo>
                  <a:lnTo>
                    <a:pt x="687" y="681"/>
                  </a:lnTo>
                  <a:lnTo>
                    <a:pt x="687" y="57"/>
                  </a:lnTo>
                  <a:lnTo>
                    <a:pt x="58" y="57"/>
                  </a:lnTo>
                  <a:lnTo>
                    <a:pt x="58" y="857"/>
                  </a:lnTo>
                  <a:lnTo>
                    <a:pt x="740" y="857"/>
                  </a:lnTo>
                  <a:lnTo>
                    <a:pt x="740" y="857"/>
                  </a:lnTo>
                  <a:lnTo>
                    <a:pt x="745" y="857"/>
                  </a:lnTo>
                  <a:lnTo>
                    <a:pt x="751" y="859"/>
                  </a:lnTo>
                  <a:lnTo>
                    <a:pt x="757" y="862"/>
                  </a:lnTo>
                  <a:lnTo>
                    <a:pt x="761" y="865"/>
                  </a:lnTo>
                  <a:lnTo>
                    <a:pt x="764" y="869"/>
                  </a:lnTo>
                  <a:lnTo>
                    <a:pt x="767" y="874"/>
                  </a:lnTo>
                  <a:lnTo>
                    <a:pt x="768" y="879"/>
                  </a:lnTo>
                  <a:lnTo>
                    <a:pt x="769" y="885"/>
                  </a:lnTo>
                  <a:lnTo>
                    <a:pt x="769" y="885"/>
                  </a:lnTo>
                  <a:lnTo>
                    <a:pt x="768" y="891"/>
                  </a:lnTo>
                  <a:lnTo>
                    <a:pt x="767" y="896"/>
                  </a:lnTo>
                  <a:lnTo>
                    <a:pt x="764" y="901"/>
                  </a:lnTo>
                  <a:lnTo>
                    <a:pt x="761" y="905"/>
                  </a:lnTo>
                  <a:lnTo>
                    <a:pt x="757" y="909"/>
                  </a:lnTo>
                  <a:lnTo>
                    <a:pt x="751" y="911"/>
                  </a:lnTo>
                  <a:lnTo>
                    <a:pt x="745" y="913"/>
                  </a:lnTo>
                  <a:lnTo>
                    <a:pt x="740" y="915"/>
                  </a:lnTo>
                  <a:lnTo>
                    <a:pt x="740" y="9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26"/>
            <p:cNvSpPr/>
            <p:nvPr/>
          </p:nvSpPr>
          <p:spPr>
            <a:xfrm>
              <a:off x="5097463" y="3028951"/>
              <a:ext cx="112713" cy="219075"/>
            </a:xfrm>
            <a:custGeom>
              <a:rect b="b" l="l" r="r" t="t"/>
              <a:pathLst>
                <a:path extrusionOk="0" h="829" w="428">
                  <a:moveTo>
                    <a:pt x="400" y="829"/>
                  </a:moveTo>
                  <a:lnTo>
                    <a:pt x="400" y="829"/>
                  </a:lnTo>
                  <a:lnTo>
                    <a:pt x="394" y="828"/>
                  </a:lnTo>
                  <a:lnTo>
                    <a:pt x="388" y="826"/>
                  </a:lnTo>
                  <a:lnTo>
                    <a:pt x="382" y="823"/>
                  </a:lnTo>
                  <a:lnTo>
                    <a:pt x="378" y="818"/>
                  </a:lnTo>
                  <a:lnTo>
                    <a:pt x="206" y="588"/>
                  </a:lnTo>
                  <a:lnTo>
                    <a:pt x="206" y="588"/>
                  </a:lnTo>
                  <a:lnTo>
                    <a:pt x="203" y="585"/>
                  </a:lnTo>
                  <a:lnTo>
                    <a:pt x="201" y="580"/>
                  </a:lnTo>
                  <a:lnTo>
                    <a:pt x="200" y="576"/>
                  </a:lnTo>
                  <a:lnTo>
                    <a:pt x="200" y="571"/>
                  </a:lnTo>
                  <a:lnTo>
                    <a:pt x="200" y="311"/>
                  </a:lnTo>
                  <a:lnTo>
                    <a:pt x="200" y="311"/>
                  </a:lnTo>
                  <a:lnTo>
                    <a:pt x="199" y="295"/>
                  </a:lnTo>
                  <a:lnTo>
                    <a:pt x="196" y="279"/>
                  </a:lnTo>
                  <a:lnTo>
                    <a:pt x="191" y="262"/>
                  </a:lnTo>
                  <a:lnTo>
                    <a:pt x="184" y="245"/>
                  </a:lnTo>
                  <a:lnTo>
                    <a:pt x="176" y="229"/>
                  </a:lnTo>
                  <a:lnTo>
                    <a:pt x="166" y="213"/>
                  </a:lnTo>
                  <a:lnTo>
                    <a:pt x="155" y="197"/>
                  </a:lnTo>
                  <a:lnTo>
                    <a:pt x="142" y="180"/>
                  </a:lnTo>
                  <a:lnTo>
                    <a:pt x="128" y="164"/>
                  </a:lnTo>
                  <a:lnTo>
                    <a:pt x="113" y="147"/>
                  </a:lnTo>
                  <a:lnTo>
                    <a:pt x="98" y="131"/>
                  </a:lnTo>
                  <a:lnTo>
                    <a:pt x="81" y="115"/>
                  </a:lnTo>
                  <a:lnTo>
                    <a:pt x="46" y="83"/>
                  </a:lnTo>
                  <a:lnTo>
                    <a:pt x="10" y="50"/>
                  </a:lnTo>
                  <a:lnTo>
                    <a:pt x="10" y="50"/>
                  </a:lnTo>
                  <a:lnTo>
                    <a:pt x="6" y="46"/>
                  </a:lnTo>
                  <a:lnTo>
                    <a:pt x="3" y="41"/>
                  </a:lnTo>
                  <a:lnTo>
                    <a:pt x="1" y="36"/>
                  </a:lnTo>
                  <a:lnTo>
                    <a:pt x="0" y="31"/>
                  </a:lnTo>
                  <a:lnTo>
                    <a:pt x="0" y="25"/>
                  </a:lnTo>
                  <a:lnTo>
                    <a:pt x="1" y="20"/>
                  </a:lnTo>
                  <a:lnTo>
                    <a:pt x="3" y="15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11" y="6"/>
                  </a:lnTo>
                  <a:lnTo>
                    <a:pt x="15" y="3"/>
                  </a:lnTo>
                  <a:lnTo>
                    <a:pt x="21" y="1"/>
                  </a:lnTo>
                  <a:lnTo>
                    <a:pt x="26" y="0"/>
                  </a:lnTo>
                  <a:lnTo>
                    <a:pt x="31" y="0"/>
                  </a:lnTo>
                  <a:lnTo>
                    <a:pt x="37" y="2"/>
                  </a:lnTo>
                  <a:lnTo>
                    <a:pt x="42" y="4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92" y="46"/>
                  </a:lnTo>
                  <a:lnTo>
                    <a:pt x="113" y="67"/>
                  </a:lnTo>
                  <a:lnTo>
                    <a:pt x="133" y="86"/>
                  </a:lnTo>
                  <a:lnTo>
                    <a:pt x="151" y="104"/>
                  </a:lnTo>
                  <a:lnTo>
                    <a:pt x="169" y="123"/>
                  </a:lnTo>
                  <a:lnTo>
                    <a:pt x="185" y="142"/>
                  </a:lnTo>
                  <a:lnTo>
                    <a:pt x="199" y="160"/>
                  </a:lnTo>
                  <a:lnTo>
                    <a:pt x="212" y="179"/>
                  </a:lnTo>
                  <a:lnTo>
                    <a:pt x="224" y="198"/>
                  </a:lnTo>
                  <a:lnTo>
                    <a:pt x="234" y="216"/>
                  </a:lnTo>
                  <a:lnTo>
                    <a:pt x="242" y="235"/>
                  </a:lnTo>
                  <a:lnTo>
                    <a:pt x="248" y="253"/>
                  </a:lnTo>
                  <a:lnTo>
                    <a:pt x="253" y="273"/>
                  </a:lnTo>
                  <a:lnTo>
                    <a:pt x="257" y="292"/>
                  </a:lnTo>
                  <a:lnTo>
                    <a:pt x="258" y="311"/>
                  </a:lnTo>
                  <a:lnTo>
                    <a:pt x="258" y="562"/>
                  </a:lnTo>
                  <a:lnTo>
                    <a:pt x="423" y="783"/>
                  </a:lnTo>
                  <a:lnTo>
                    <a:pt x="423" y="783"/>
                  </a:lnTo>
                  <a:lnTo>
                    <a:pt x="426" y="788"/>
                  </a:lnTo>
                  <a:lnTo>
                    <a:pt x="428" y="793"/>
                  </a:lnTo>
                  <a:lnTo>
                    <a:pt x="428" y="798"/>
                  </a:lnTo>
                  <a:lnTo>
                    <a:pt x="428" y="804"/>
                  </a:lnTo>
                  <a:lnTo>
                    <a:pt x="427" y="809"/>
                  </a:lnTo>
                  <a:lnTo>
                    <a:pt x="425" y="815"/>
                  </a:lnTo>
                  <a:lnTo>
                    <a:pt x="421" y="820"/>
                  </a:lnTo>
                  <a:lnTo>
                    <a:pt x="417" y="824"/>
                  </a:lnTo>
                  <a:lnTo>
                    <a:pt x="417" y="824"/>
                  </a:lnTo>
                  <a:lnTo>
                    <a:pt x="413" y="826"/>
                  </a:lnTo>
                  <a:lnTo>
                    <a:pt x="409" y="828"/>
                  </a:lnTo>
                  <a:lnTo>
                    <a:pt x="405" y="829"/>
                  </a:lnTo>
                  <a:lnTo>
                    <a:pt x="400" y="829"/>
                  </a:lnTo>
                  <a:lnTo>
                    <a:pt x="400" y="82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26"/>
            <p:cNvSpPr/>
            <p:nvPr/>
          </p:nvSpPr>
          <p:spPr>
            <a:xfrm>
              <a:off x="5051425" y="3087688"/>
              <a:ext cx="84138" cy="160338"/>
            </a:xfrm>
            <a:custGeom>
              <a:rect b="b" l="l" r="r" t="t"/>
              <a:pathLst>
                <a:path extrusionOk="0" h="604" w="315">
                  <a:moveTo>
                    <a:pt x="287" y="604"/>
                  </a:moveTo>
                  <a:lnTo>
                    <a:pt x="287" y="604"/>
                  </a:lnTo>
                  <a:lnTo>
                    <a:pt x="281" y="604"/>
                  </a:lnTo>
                  <a:lnTo>
                    <a:pt x="275" y="602"/>
                  </a:lnTo>
                  <a:lnTo>
                    <a:pt x="270" y="598"/>
                  </a:lnTo>
                  <a:lnTo>
                    <a:pt x="265" y="594"/>
                  </a:lnTo>
                  <a:lnTo>
                    <a:pt x="265" y="594"/>
                  </a:lnTo>
                  <a:lnTo>
                    <a:pt x="238" y="557"/>
                  </a:lnTo>
                  <a:lnTo>
                    <a:pt x="217" y="530"/>
                  </a:lnTo>
                  <a:lnTo>
                    <a:pt x="197" y="499"/>
                  </a:lnTo>
                  <a:lnTo>
                    <a:pt x="177" y="465"/>
                  </a:lnTo>
                  <a:lnTo>
                    <a:pt x="168" y="449"/>
                  </a:lnTo>
                  <a:lnTo>
                    <a:pt x="160" y="433"/>
                  </a:lnTo>
                  <a:lnTo>
                    <a:pt x="154" y="417"/>
                  </a:lnTo>
                  <a:lnTo>
                    <a:pt x="149" y="402"/>
                  </a:lnTo>
                  <a:lnTo>
                    <a:pt x="146" y="388"/>
                  </a:lnTo>
                  <a:lnTo>
                    <a:pt x="145" y="376"/>
                  </a:lnTo>
                  <a:lnTo>
                    <a:pt x="145" y="327"/>
                  </a:lnTo>
                  <a:lnTo>
                    <a:pt x="20" y="148"/>
                  </a:lnTo>
                  <a:lnTo>
                    <a:pt x="20" y="148"/>
                  </a:lnTo>
                  <a:lnTo>
                    <a:pt x="16" y="144"/>
                  </a:lnTo>
                  <a:lnTo>
                    <a:pt x="13" y="139"/>
                  </a:lnTo>
                  <a:lnTo>
                    <a:pt x="10" y="132"/>
                  </a:lnTo>
                  <a:lnTo>
                    <a:pt x="7" y="126"/>
                  </a:lnTo>
                  <a:lnTo>
                    <a:pt x="4" y="118"/>
                  </a:lnTo>
                  <a:lnTo>
                    <a:pt x="2" y="110"/>
                  </a:lnTo>
                  <a:lnTo>
                    <a:pt x="1" y="102"/>
                  </a:lnTo>
                  <a:lnTo>
                    <a:pt x="0" y="93"/>
                  </a:lnTo>
                  <a:lnTo>
                    <a:pt x="0" y="85"/>
                  </a:lnTo>
                  <a:lnTo>
                    <a:pt x="1" y="76"/>
                  </a:lnTo>
                  <a:lnTo>
                    <a:pt x="3" y="67"/>
                  </a:lnTo>
                  <a:lnTo>
                    <a:pt x="5" y="58"/>
                  </a:lnTo>
                  <a:lnTo>
                    <a:pt x="8" y="50"/>
                  </a:lnTo>
                  <a:lnTo>
                    <a:pt x="12" y="41"/>
                  </a:lnTo>
                  <a:lnTo>
                    <a:pt x="17" y="33"/>
                  </a:lnTo>
                  <a:lnTo>
                    <a:pt x="23" y="26"/>
                  </a:lnTo>
                  <a:lnTo>
                    <a:pt x="23" y="26"/>
                  </a:lnTo>
                  <a:lnTo>
                    <a:pt x="31" y="20"/>
                  </a:lnTo>
                  <a:lnTo>
                    <a:pt x="38" y="15"/>
                  </a:lnTo>
                  <a:lnTo>
                    <a:pt x="46" y="10"/>
                  </a:lnTo>
                  <a:lnTo>
                    <a:pt x="54" y="7"/>
                  </a:lnTo>
                  <a:lnTo>
                    <a:pt x="62" y="4"/>
                  </a:lnTo>
                  <a:lnTo>
                    <a:pt x="70" y="2"/>
                  </a:lnTo>
                  <a:lnTo>
                    <a:pt x="78" y="1"/>
                  </a:lnTo>
                  <a:lnTo>
                    <a:pt x="87" y="0"/>
                  </a:lnTo>
                  <a:lnTo>
                    <a:pt x="95" y="1"/>
                  </a:lnTo>
                  <a:lnTo>
                    <a:pt x="104" y="2"/>
                  </a:lnTo>
                  <a:lnTo>
                    <a:pt x="112" y="4"/>
                  </a:lnTo>
                  <a:lnTo>
                    <a:pt x="120" y="7"/>
                  </a:lnTo>
                  <a:lnTo>
                    <a:pt x="129" y="10"/>
                  </a:lnTo>
                  <a:lnTo>
                    <a:pt x="137" y="15"/>
                  </a:lnTo>
                  <a:lnTo>
                    <a:pt x="144" y="20"/>
                  </a:lnTo>
                  <a:lnTo>
                    <a:pt x="150" y="26"/>
                  </a:lnTo>
                  <a:lnTo>
                    <a:pt x="279" y="156"/>
                  </a:lnTo>
                  <a:lnTo>
                    <a:pt x="279" y="156"/>
                  </a:lnTo>
                  <a:lnTo>
                    <a:pt x="282" y="160"/>
                  </a:lnTo>
                  <a:lnTo>
                    <a:pt x="285" y="165"/>
                  </a:lnTo>
                  <a:lnTo>
                    <a:pt x="287" y="170"/>
                  </a:lnTo>
                  <a:lnTo>
                    <a:pt x="287" y="176"/>
                  </a:lnTo>
                  <a:lnTo>
                    <a:pt x="287" y="181"/>
                  </a:lnTo>
                  <a:lnTo>
                    <a:pt x="285" y="186"/>
                  </a:lnTo>
                  <a:lnTo>
                    <a:pt x="282" y="191"/>
                  </a:lnTo>
                  <a:lnTo>
                    <a:pt x="279" y="196"/>
                  </a:lnTo>
                  <a:lnTo>
                    <a:pt x="279" y="196"/>
                  </a:lnTo>
                  <a:lnTo>
                    <a:pt x="274" y="199"/>
                  </a:lnTo>
                  <a:lnTo>
                    <a:pt x="269" y="202"/>
                  </a:lnTo>
                  <a:lnTo>
                    <a:pt x="264" y="203"/>
                  </a:lnTo>
                  <a:lnTo>
                    <a:pt x="259" y="204"/>
                  </a:lnTo>
                  <a:lnTo>
                    <a:pt x="253" y="203"/>
                  </a:lnTo>
                  <a:lnTo>
                    <a:pt x="248" y="202"/>
                  </a:lnTo>
                  <a:lnTo>
                    <a:pt x="243" y="199"/>
                  </a:lnTo>
                  <a:lnTo>
                    <a:pt x="239" y="196"/>
                  </a:lnTo>
                  <a:lnTo>
                    <a:pt x="109" y="67"/>
                  </a:lnTo>
                  <a:lnTo>
                    <a:pt x="109" y="67"/>
                  </a:lnTo>
                  <a:lnTo>
                    <a:pt x="104" y="63"/>
                  </a:lnTo>
                  <a:lnTo>
                    <a:pt x="99" y="60"/>
                  </a:lnTo>
                  <a:lnTo>
                    <a:pt x="93" y="58"/>
                  </a:lnTo>
                  <a:lnTo>
                    <a:pt x="87" y="58"/>
                  </a:lnTo>
                  <a:lnTo>
                    <a:pt x="81" y="58"/>
                  </a:lnTo>
                  <a:lnTo>
                    <a:pt x="75" y="60"/>
                  </a:lnTo>
                  <a:lnTo>
                    <a:pt x="69" y="63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1" y="72"/>
                  </a:lnTo>
                  <a:lnTo>
                    <a:pt x="59" y="78"/>
                  </a:lnTo>
                  <a:lnTo>
                    <a:pt x="59" y="84"/>
                  </a:lnTo>
                  <a:lnTo>
                    <a:pt x="59" y="91"/>
                  </a:lnTo>
                  <a:lnTo>
                    <a:pt x="60" y="98"/>
                  </a:lnTo>
                  <a:lnTo>
                    <a:pt x="61" y="104"/>
                  </a:lnTo>
                  <a:lnTo>
                    <a:pt x="63" y="109"/>
                  </a:lnTo>
                  <a:lnTo>
                    <a:pt x="65" y="112"/>
                  </a:lnTo>
                  <a:lnTo>
                    <a:pt x="196" y="302"/>
                  </a:lnTo>
                  <a:lnTo>
                    <a:pt x="196" y="302"/>
                  </a:lnTo>
                  <a:lnTo>
                    <a:pt x="198" y="306"/>
                  </a:lnTo>
                  <a:lnTo>
                    <a:pt x="200" y="310"/>
                  </a:lnTo>
                  <a:lnTo>
                    <a:pt x="201" y="314"/>
                  </a:lnTo>
                  <a:lnTo>
                    <a:pt x="201" y="318"/>
                  </a:lnTo>
                  <a:lnTo>
                    <a:pt x="201" y="376"/>
                  </a:lnTo>
                  <a:lnTo>
                    <a:pt x="201" y="376"/>
                  </a:lnTo>
                  <a:lnTo>
                    <a:pt x="202" y="382"/>
                  </a:lnTo>
                  <a:lnTo>
                    <a:pt x="204" y="389"/>
                  </a:lnTo>
                  <a:lnTo>
                    <a:pt x="207" y="398"/>
                  </a:lnTo>
                  <a:lnTo>
                    <a:pt x="211" y="407"/>
                  </a:lnTo>
                  <a:lnTo>
                    <a:pt x="221" y="429"/>
                  </a:lnTo>
                  <a:lnTo>
                    <a:pt x="236" y="453"/>
                  </a:lnTo>
                  <a:lnTo>
                    <a:pt x="253" y="479"/>
                  </a:lnTo>
                  <a:lnTo>
                    <a:pt x="271" y="506"/>
                  </a:lnTo>
                  <a:lnTo>
                    <a:pt x="290" y="532"/>
                  </a:lnTo>
                  <a:lnTo>
                    <a:pt x="309" y="557"/>
                  </a:lnTo>
                  <a:lnTo>
                    <a:pt x="309" y="557"/>
                  </a:lnTo>
                  <a:lnTo>
                    <a:pt x="312" y="562"/>
                  </a:lnTo>
                  <a:lnTo>
                    <a:pt x="314" y="567"/>
                  </a:lnTo>
                  <a:lnTo>
                    <a:pt x="315" y="573"/>
                  </a:lnTo>
                  <a:lnTo>
                    <a:pt x="315" y="578"/>
                  </a:lnTo>
                  <a:lnTo>
                    <a:pt x="314" y="583"/>
                  </a:lnTo>
                  <a:lnTo>
                    <a:pt x="312" y="589"/>
                  </a:lnTo>
                  <a:lnTo>
                    <a:pt x="309" y="594"/>
                  </a:lnTo>
                  <a:lnTo>
                    <a:pt x="305" y="598"/>
                  </a:lnTo>
                  <a:lnTo>
                    <a:pt x="305" y="598"/>
                  </a:lnTo>
                  <a:lnTo>
                    <a:pt x="301" y="601"/>
                  </a:lnTo>
                  <a:lnTo>
                    <a:pt x="296" y="603"/>
                  </a:lnTo>
                  <a:lnTo>
                    <a:pt x="292" y="604"/>
                  </a:lnTo>
                  <a:lnTo>
                    <a:pt x="287" y="604"/>
                  </a:lnTo>
                  <a:lnTo>
                    <a:pt x="287" y="6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6"/>
            <p:cNvSpPr/>
            <p:nvPr/>
          </p:nvSpPr>
          <p:spPr>
            <a:xfrm>
              <a:off x="4946650" y="3171826"/>
              <a:ext cx="58738" cy="158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26"/>
            <p:cNvSpPr/>
            <p:nvPr/>
          </p:nvSpPr>
          <p:spPr>
            <a:xfrm>
              <a:off x="4916488" y="3171826"/>
              <a:ext cx="14288" cy="15875"/>
            </a:xfrm>
            <a:custGeom>
              <a:rect b="b" l="l" r="r" t="t"/>
              <a:pathLst>
                <a:path extrusionOk="0" h="58" w="58">
                  <a:moveTo>
                    <a:pt x="29" y="0"/>
                  </a:moveTo>
                  <a:lnTo>
                    <a:pt x="29" y="0"/>
                  </a:lnTo>
                  <a:lnTo>
                    <a:pt x="23" y="1"/>
                  </a:lnTo>
                  <a:lnTo>
                    <a:pt x="18" y="2"/>
                  </a:lnTo>
                  <a:lnTo>
                    <a:pt x="13" y="5"/>
                  </a:lnTo>
                  <a:lnTo>
                    <a:pt x="9" y="8"/>
                  </a:lnTo>
                  <a:lnTo>
                    <a:pt x="5" y="13"/>
                  </a:lnTo>
                  <a:lnTo>
                    <a:pt x="3" y="17"/>
                  </a:lnTo>
                  <a:lnTo>
                    <a:pt x="1" y="23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1" y="34"/>
                  </a:lnTo>
                  <a:lnTo>
                    <a:pt x="3" y="39"/>
                  </a:lnTo>
                  <a:lnTo>
                    <a:pt x="5" y="44"/>
                  </a:lnTo>
                  <a:lnTo>
                    <a:pt x="9" y="48"/>
                  </a:lnTo>
                  <a:lnTo>
                    <a:pt x="13" y="53"/>
                  </a:lnTo>
                  <a:lnTo>
                    <a:pt x="18" y="56"/>
                  </a:lnTo>
                  <a:lnTo>
                    <a:pt x="23" y="57"/>
                  </a:lnTo>
                  <a:lnTo>
                    <a:pt x="29" y="58"/>
                  </a:lnTo>
                  <a:lnTo>
                    <a:pt x="29" y="58"/>
                  </a:lnTo>
                  <a:lnTo>
                    <a:pt x="34" y="57"/>
                  </a:lnTo>
                  <a:lnTo>
                    <a:pt x="41" y="56"/>
                  </a:lnTo>
                  <a:lnTo>
                    <a:pt x="46" y="53"/>
                  </a:lnTo>
                  <a:lnTo>
                    <a:pt x="50" y="48"/>
                  </a:lnTo>
                  <a:lnTo>
                    <a:pt x="53" y="44"/>
                  </a:lnTo>
                  <a:lnTo>
                    <a:pt x="56" y="39"/>
                  </a:lnTo>
                  <a:lnTo>
                    <a:pt x="57" y="34"/>
                  </a:lnTo>
                  <a:lnTo>
                    <a:pt x="58" y="28"/>
                  </a:lnTo>
                  <a:lnTo>
                    <a:pt x="58" y="28"/>
                  </a:lnTo>
                  <a:lnTo>
                    <a:pt x="57" y="23"/>
                  </a:lnTo>
                  <a:lnTo>
                    <a:pt x="56" y="17"/>
                  </a:lnTo>
                  <a:lnTo>
                    <a:pt x="53" y="13"/>
                  </a:lnTo>
                  <a:lnTo>
                    <a:pt x="50" y="8"/>
                  </a:lnTo>
                  <a:lnTo>
                    <a:pt x="46" y="5"/>
                  </a:lnTo>
                  <a:lnTo>
                    <a:pt x="41" y="2"/>
                  </a:lnTo>
                  <a:lnTo>
                    <a:pt x="34" y="1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6"/>
            <p:cNvSpPr/>
            <p:nvPr/>
          </p:nvSpPr>
          <p:spPr>
            <a:xfrm>
              <a:off x="5021263" y="3171826"/>
              <a:ext cx="15875" cy="15875"/>
            </a:xfrm>
            <a:custGeom>
              <a:rect b="b" l="l" r="r" t="t"/>
              <a:pathLst>
                <a:path extrusionOk="0" h="58" w="57">
                  <a:moveTo>
                    <a:pt x="28" y="0"/>
                  </a:moveTo>
                  <a:lnTo>
                    <a:pt x="28" y="0"/>
                  </a:lnTo>
                  <a:lnTo>
                    <a:pt x="22" y="1"/>
                  </a:lnTo>
                  <a:lnTo>
                    <a:pt x="17" y="2"/>
                  </a:lnTo>
                  <a:lnTo>
                    <a:pt x="12" y="5"/>
                  </a:lnTo>
                  <a:lnTo>
                    <a:pt x="8" y="8"/>
                  </a:lnTo>
                  <a:lnTo>
                    <a:pt x="5" y="13"/>
                  </a:lnTo>
                  <a:lnTo>
                    <a:pt x="2" y="17"/>
                  </a:lnTo>
                  <a:lnTo>
                    <a:pt x="0" y="23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34"/>
                  </a:lnTo>
                  <a:lnTo>
                    <a:pt x="2" y="39"/>
                  </a:lnTo>
                  <a:lnTo>
                    <a:pt x="5" y="44"/>
                  </a:lnTo>
                  <a:lnTo>
                    <a:pt x="8" y="48"/>
                  </a:lnTo>
                  <a:lnTo>
                    <a:pt x="12" y="53"/>
                  </a:lnTo>
                  <a:lnTo>
                    <a:pt x="17" y="56"/>
                  </a:lnTo>
                  <a:lnTo>
                    <a:pt x="22" y="57"/>
                  </a:lnTo>
                  <a:lnTo>
                    <a:pt x="28" y="58"/>
                  </a:lnTo>
                  <a:lnTo>
                    <a:pt x="28" y="58"/>
                  </a:lnTo>
                  <a:lnTo>
                    <a:pt x="34" y="57"/>
                  </a:lnTo>
                  <a:lnTo>
                    <a:pt x="40" y="56"/>
                  </a:lnTo>
                  <a:lnTo>
                    <a:pt x="45" y="53"/>
                  </a:lnTo>
                  <a:lnTo>
                    <a:pt x="49" y="48"/>
                  </a:lnTo>
                  <a:lnTo>
                    <a:pt x="53" y="44"/>
                  </a:lnTo>
                  <a:lnTo>
                    <a:pt x="55" y="39"/>
                  </a:lnTo>
                  <a:lnTo>
                    <a:pt x="57" y="34"/>
                  </a:lnTo>
                  <a:lnTo>
                    <a:pt x="57" y="28"/>
                  </a:lnTo>
                  <a:lnTo>
                    <a:pt x="57" y="28"/>
                  </a:lnTo>
                  <a:lnTo>
                    <a:pt x="57" y="23"/>
                  </a:lnTo>
                  <a:lnTo>
                    <a:pt x="55" y="17"/>
                  </a:lnTo>
                  <a:lnTo>
                    <a:pt x="53" y="13"/>
                  </a:lnTo>
                  <a:lnTo>
                    <a:pt x="49" y="8"/>
                  </a:lnTo>
                  <a:lnTo>
                    <a:pt x="45" y="5"/>
                  </a:lnTo>
                  <a:lnTo>
                    <a:pt x="40" y="2"/>
                  </a:lnTo>
                  <a:lnTo>
                    <a:pt x="34" y="1"/>
                  </a:lnTo>
                  <a:lnTo>
                    <a:pt x="28" y="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26"/>
            <p:cNvSpPr/>
            <p:nvPr/>
          </p:nvSpPr>
          <p:spPr>
            <a:xfrm>
              <a:off x="4930775" y="3081338"/>
              <a:ext cx="106363" cy="1428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26"/>
            <p:cNvSpPr/>
            <p:nvPr/>
          </p:nvSpPr>
          <p:spPr>
            <a:xfrm>
              <a:off x="4930775" y="3051176"/>
              <a:ext cx="106363" cy="1428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26"/>
            <p:cNvSpPr/>
            <p:nvPr/>
          </p:nvSpPr>
          <p:spPr>
            <a:xfrm>
              <a:off x="4930775" y="3021013"/>
              <a:ext cx="106363" cy="1428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26"/>
            <p:cNvSpPr/>
            <p:nvPr/>
          </p:nvSpPr>
          <p:spPr>
            <a:xfrm>
              <a:off x="4930775" y="2990851"/>
              <a:ext cx="106363" cy="1428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26"/>
            <p:cNvSpPr/>
            <p:nvPr/>
          </p:nvSpPr>
          <p:spPr>
            <a:xfrm>
              <a:off x="4930775" y="2960688"/>
              <a:ext cx="60325" cy="1428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7"/>
          <p:cNvSpPr/>
          <p:nvPr/>
        </p:nvSpPr>
        <p:spPr>
          <a:xfrm>
            <a:off x="0" y="1649692"/>
            <a:ext cx="9144000" cy="2339352"/>
          </a:xfrm>
          <a:prstGeom prst="rect">
            <a:avLst/>
          </a:prstGeom>
          <a:gradFill>
            <a:gsLst>
              <a:gs pos="0">
                <a:srgbClr val="5BB180"/>
              </a:gs>
              <a:gs pos="85000">
                <a:srgbClr val="05121A"/>
              </a:gs>
              <a:gs pos="100000">
                <a:srgbClr val="05121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7"/>
          <p:cNvSpPr/>
          <p:nvPr/>
        </p:nvSpPr>
        <p:spPr>
          <a:xfrm>
            <a:off x="250825" y="915988"/>
            <a:ext cx="8642349" cy="3816350"/>
          </a:xfrm>
          <a:prstGeom prst="roundRect">
            <a:avLst>
              <a:gd fmla="val 2860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7"/>
          <p:cNvSpPr txBox="1"/>
          <p:nvPr>
            <p:ph type="title"/>
          </p:nvPr>
        </p:nvSpPr>
        <p:spPr>
          <a:xfrm>
            <a:off x="250825" y="273844"/>
            <a:ext cx="8642350" cy="624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pen Sans"/>
              <a:buNone/>
            </a:pPr>
            <a:r>
              <a:rPr lang="mn-MN"/>
              <a:t>Боломжууд</a:t>
            </a:r>
            <a:endParaRPr/>
          </a:p>
        </p:txBody>
      </p:sp>
      <p:sp>
        <p:nvSpPr>
          <p:cNvPr id="561" name="Google Shape;561;p27"/>
          <p:cNvSpPr txBox="1"/>
          <p:nvPr>
            <p:ph idx="12" type="sldNum"/>
          </p:nvPr>
        </p:nvSpPr>
        <p:spPr>
          <a:xfrm>
            <a:off x="8582089" y="4748642"/>
            <a:ext cx="3110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2" name="Google Shape;562;p27"/>
          <p:cNvGrpSpPr/>
          <p:nvPr/>
        </p:nvGrpSpPr>
        <p:grpSpPr>
          <a:xfrm>
            <a:off x="3247199" y="1498479"/>
            <a:ext cx="2649602" cy="2649590"/>
            <a:chOff x="671118" y="2919137"/>
            <a:chExt cx="511091" cy="511089"/>
          </a:xfrm>
        </p:grpSpPr>
        <p:sp>
          <p:nvSpPr>
            <p:cNvPr id="563" name="Google Shape;563;p27"/>
            <p:cNvSpPr/>
            <p:nvPr/>
          </p:nvSpPr>
          <p:spPr>
            <a:xfrm>
              <a:off x="671118" y="2919137"/>
              <a:ext cx="511091" cy="511089"/>
            </a:xfrm>
            <a:prstGeom prst="ellipse">
              <a:avLst/>
            </a:prstGeom>
            <a:solidFill>
              <a:srgbClr val="D8D8D8">
                <a:alpha val="25882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27"/>
            <p:cNvSpPr/>
            <p:nvPr/>
          </p:nvSpPr>
          <p:spPr>
            <a:xfrm>
              <a:off x="700285" y="2948305"/>
              <a:ext cx="452759" cy="452756"/>
            </a:xfrm>
            <a:prstGeom prst="ellipse">
              <a:avLst/>
            </a:prstGeom>
            <a:gradFill>
              <a:gsLst>
                <a:gs pos="0">
                  <a:srgbClr val="5BB180"/>
                </a:gs>
                <a:gs pos="85000">
                  <a:srgbClr val="05121A"/>
                </a:gs>
                <a:gs pos="100000">
                  <a:srgbClr val="05121A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  <a:effectLst>
              <a:outerShdw blurRad="152400" rotWithShape="0" algn="t" dir="5400000" dist="38100">
                <a:srgbClr val="5BB18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5" name="Google Shape;565;p27"/>
          <p:cNvSpPr txBox="1"/>
          <p:nvPr/>
        </p:nvSpPr>
        <p:spPr>
          <a:xfrm>
            <a:off x="3950970" y="2960612"/>
            <a:ext cx="124206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mn-M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Хэрэглэгчийн хэрэгцээг нарийн судална </a:t>
            </a:r>
            <a:endParaRPr/>
          </a:p>
        </p:txBody>
      </p:sp>
      <p:grpSp>
        <p:nvGrpSpPr>
          <p:cNvPr id="566" name="Google Shape;566;p27"/>
          <p:cNvGrpSpPr/>
          <p:nvPr/>
        </p:nvGrpSpPr>
        <p:grpSpPr>
          <a:xfrm>
            <a:off x="4333225" y="2190859"/>
            <a:ext cx="477517" cy="602202"/>
            <a:chOff x="4865688" y="3968750"/>
            <a:chExt cx="285750" cy="360363"/>
          </a:xfrm>
        </p:grpSpPr>
        <p:sp>
          <p:nvSpPr>
            <p:cNvPr id="567" name="Google Shape;567;p27"/>
            <p:cNvSpPr/>
            <p:nvPr/>
          </p:nvSpPr>
          <p:spPr>
            <a:xfrm>
              <a:off x="4938713" y="4013200"/>
              <a:ext cx="134938" cy="168275"/>
            </a:xfrm>
            <a:custGeom>
              <a:rect b="b" l="l" r="r" t="t"/>
              <a:pathLst>
                <a:path extrusionOk="0" h="739" w="595">
                  <a:moveTo>
                    <a:pt x="429" y="739"/>
                  </a:moveTo>
                  <a:lnTo>
                    <a:pt x="429" y="739"/>
                  </a:lnTo>
                  <a:lnTo>
                    <a:pt x="410" y="738"/>
                  </a:lnTo>
                  <a:lnTo>
                    <a:pt x="390" y="735"/>
                  </a:lnTo>
                  <a:lnTo>
                    <a:pt x="371" y="728"/>
                  </a:lnTo>
                  <a:lnTo>
                    <a:pt x="350" y="720"/>
                  </a:lnTo>
                  <a:lnTo>
                    <a:pt x="328" y="710"/>
                  </a:lnTo>
                  <a:lnTo>
                    <a:pt x="306" y="696"/>
                  </a:lnTo>
                  <a:lnTo>
                    <a:pt x="284" y="681"/>
                  </a:lnTo>
                  <a:lnTo>
                    <a:pt x="260" y="662"/>
                  </a:lnTo>
                  <a:lnTo>
                    <a:pt x="260" y="662"/>
                  </a:lnTo>
                  <a:lnTo>
                    <a:pt x="241" y="666"/>
                  </a:lnTo>
                  <a:lnTo>
                    <a:pt x="224" y="668"/>
                  </a:lnTo>
                  <a:lnTo>
                    <a:pt x="206" y="670"/>
                  </a:lnTo>
                  <a:lnTo>
                    <a:pt x="191" y="672"/>
                  </a:lnTo>
                  <a:lnTo>
                    <a:pt x="174" y="673"/>
                  </a:lnTo>
                  <a:lnTo>
                    <a:pt x="160" y="672"/>
                  </a:lnTo>
                  <a:lnTo>
                    <a:pt x="145" y="670"/>
                  </a:lnTo>
                  <a:lnTo>
                    <a:pt x="131" y="668"/>
                  </a:lnTo>
                  <a:lnTo>
                    <a:pt x="117" y="666"/>
                  </a:lnTo>
                  <a:lnTo>
                    <a:pt x="105" y="663"/>
                  </a:lnTo>
                  <a:lnTo>
                    <a:pt x="93" y="659"/>
                  </a:lnTo>
                  <a:lnTo>
                    <a:pt x="82" y="654"/>
                  </a:lnTo>
                  <a:lnTo>
                    <a:pt x="71" y="648"/>
                  </a:lnTo>
                  <a:lnTo>
                    <a:pt x="61" y="642"/>
                  </a:lnTo>
                  <a:lnTo>
                    <a:pt x="52" y="634"/>
                  </a:lnTo>
                  <a:lnTo>
                    <a:pt x="44" y="626"/>
                  </a:lnTo>
                  <a:lnTo>
                    <a:pt x="44" y="626"/>
                  </a:lnTo>
                  <a:lnTo>
                    <a:pt x="35" y="618"/>
                  </a:lnTo>
                  <a:lnTo>
                    <a:pt x="29" y="609"/>
                  </a:lnTo>
                  <a:lnTo>
                    <a:pt x="23" y="600"/>
                  </a:lnTo>
                  <a:lnTo>
                    <a:pt x="17" y="590"/>
                  </a:lnTo>
                  <a:lnTo>
                    <a:pt x="13" y="579"/>
                  </a:lnTo>
                  <a:lnTo>
                    <a:pt x="8" y="568"/>
                  </a:lnTo>
                  <a:lnTo>
                    <a:pt x="5" y="557"/>
                  </a:lnTo>
                  <a:lnTo>
                    <a:pt x="3" y="544"/>
                  </a:lnTo>
                  <a:lnTo>
                    <a:pt x="1" y="532"/>
                  </a:lnTo>
                  <a:lnTo>
                    <a:pt x="0" y="518"/>
                  </a:lnTo>
                  <a:lnTo>
                    <a:pt x="0" y="505"/>
                  </a:lnTo>
                  <a:lnTo>
                    <a:pt x="0" y="490"/>
                  </a:lnTo>
                  <a:lnTo>
                    <a:pt x="1" y="476"/>
                  </a:lnTo>
                  <a:lnTo>
                    <a:pt x="3" y="460"/>
                  </a:lnTo>
                  <a:lnTo>
                    <a:pt x="6" y="445"/>
                  </a:lnTo>
                  <a:lnTo>
                    <a:pt x="9" y="429"/>
                  </a:lnTo>
                  <a:lnTo>
                    <a:pt x="9" y="429"/>
                  </a:lnTo>
                  <a:lnTo>
                    <a:pt x="9" y="429"/>
                  </a:lnTo>
                  <a:lnTo>
                    <a:pt x="15" y="412"/>
                  </a:lnTo>
                  <a:lnTo>
                    <a:pt x="20" y="396"/>
                  </a:lnTo>
                  <a:lnTo>
                    <a:pt x="26" y="381"/>
                  </a:lnTo>
                  <a:lnTo>
                    <a:pt x="33" y="365"/>
                  </a:lnTo>
                  <a:lnTo>
                    <a:pt x="42" y="351"/>
                  </a:lnTo>
                  <a:lnTo>
                    <a:pt x="50" y="337"/>
                  </a:lnTo>
                  <a:lnTo>
                    <a:pt x="59" y="324"/>
                  </a:lnTo>
                  <a:lnTo>
                    <a:pt x="68" y="311"/>
                  </a:lnTo>
                  <a:lnTo>
                    <a:pt x="89" y="286"/>
                  </a:lnTo>
                  <a:lnTo>
                    <a:pt x="112" y="262"/>
                  </a:lnTo>
                  <a:lnTo>
                    <a:pt x="136" y="239"/>
                  </a:lnTo>
                  <a:lnTo>
                    <a:pt x="160" y="215"/>
                  </a:lnTo>
                  <a:lnTo>
                    <a:pt x="160" y="215"/>
                  </a:lnTo>
                  <a:lnTo>
                    <a:pt x="203" y="174"/>
                  </a:lnTo>
                  <a:lnTo>
                    <a:pt x="224" y="151"/>
                  </a:lnTo>
                  <a:lnTo>
                    <a:pt x="244" y="128"/>
                  </a:lnTo>
                  <a:lnTo>
                    <a:pt x="264" y="105"/>
                  </a:lnTo>
                  <a:lnTo>
                    <a:pt x="282" y="78"/>
                  </a:lnTo>
                  <a:lnTo>
                    <a:pt x="290" y="64"/>
                  </a:lnTo>
                  <a:lnTo>
                    <a:pt x="298" y="51"/>
                  </a:lnTo>
                  <a:lnTo>
                    <a:pt x="305" y="35"/>
                  </a:lnTo>
                  <a:lnTo>
                    <a:pt x="312" y="20"/>
                  </a:lnTo>
                  <a:lnTo>
                    <a:pt x="312" y="20"/>
                  </a:lnTo>
                  <a:lnTo>
                    <a:pt x="316" y="13"/>
                  </a:lnTo>
                  <a:lnTo>
                    <a:pt x="321" y="8"/>
                  </a:lnTo>
                  <a:lnTo>
                    <a:pt x="327" y="4"/>
                  </a:lnTo>
                  <a:lnTo>
                    <a:pt x="333" y="1"/>
                  </a:lnTo>
                  <a:lnTo>
                    <a:pt x="333" y="1"/>
                  </a:lnTo>
                  <a:lnTo>
                    <a:pt x="341" y="0"/>
                  </a:lnTo>
                  <a:lnTo>
                    <a:pt x="348" y="0"/>
                  </a:lnTo>
                  <a:lnTo>
                    <a:pt x="355" y="2"/>
                  </a:lnTo>
                  <a:lnTo>
                    <a:pt x="361" y="6"/>
                  </a:lnTo>
                  <a:lnTo>
                    <a:pt x="361" y="6"/>
                  </a:lnTo>
                  <a:lnTo>
                    <a:pt x="377" y="17"/>
                  </a:lnTo>
                  <a:lnTo>
                    <a:pt x="391" y="29"/>
                  </a:lnTo>
                  <a:lnTo>
                    <a:pt x="405" y="42"/>
                  </a:lnTo>
                  <a:lnTo>
                    <a:pt x="418" y="56"/>
                  </a:lnTo>
                  <a:lnTo>
                    <a:pt x="432" y="71"/>
                  </a:lnTo>
                  <a:lnTo>
                    <a:pt x="445" y="87"/>
                  </a:lnTo>
                  <a:lnTo>
                    <a:pt x="458" y="103"/>
                  </a:lnTo>
                  <a:lnTo>
                    <a:pt x="469" y="120"/>
                  </a:lnTo>
                  <a:lnTo>
                    <a:pt x="481" y="138"/>
                  </a:lnTo>
                  <a:lnTo>
                    <a:pt x="492" y="156"/>
                  </a:lnTo>
                  <a:lnTo>
                    <a:pt x="503" y="175"/>
                  </a:lnTo>
                  <a:lnTo>
                    <a:pt x="512" y="193"/>
                  </a:lnTo>
                  <a:lnTo>
                    <a:pt x="532" y="233"/>
                  </a:lnTo>
                  <a:lnTo>
                    <a:pt x="549" y="273"/>
                  </a:lnTo>
                  <a:lnTo>
                    <a:pt x="562" y="314"/>
                  </a:lnTo>
                  <a:lnTo>
                    <a:pt x="575" y="354"/>
                  </a:lnTo>
                  <a:lnTo>
                    <a:pt x="584" y="393"/>
                  </a:lnTo>
                  <a:lnTo>
                    <a:pt x="590" y="433"/>
                  </a:lnTo>
                  <a:lnTo>
                    <a:pt x="593" y="451"/>
                  </a:lnTo>
                  <a:lnTo>
                    <a:pt x="594" y="470"/>
                  </a:lnTo>
                  <a:lnTo>
                    <a:pt x="595" y="487"/>
                  </a:lnTo>
                  <a:lnTo>
                    <a:pt x="595" y="505"/>
                  </a:lnTo>
                  <a:lnTo>
                    <a:pt x="595" y="522"/>
                  </a:lnTo>
                  <a:lnTo>
                    <a:pt x="593" y="538"/>
                  </a:lnTo>
                  <a:lnTo>
                    <a:pt x="591" y="554"/>
                  </a:lnTo>
                  <a:lnTo>
                    <a:pt x="588" y="568"/>
                  </a:lnTo>
                  <a:lnTo>
                    <a:pt x="588" y="568"/>
                  </a:lnTo>
                  <a:lnTo>
                    <a:pt x="584" y="585"/>
                  </a:lnTo>
                  <a:lnTo>
                    <a:pt x="580" y="600"/>
                  </a:lnTo>
                  <a:lnTo>
                    <a:pt x="575" y="615"/>
                  </a:lnTo>
                  <a:lnTo>
                    <a:pt x="569" y="629"/>
                  </a:lnTo>
                  <a:lnTo>
                    <a:pt x="563" y="643"/>
                  </a:lnTo>
                  <a:lnTo>
                    <a:pt x="557" y="655"/>
                  </a:lnTo>
                  <a:lnTo>
                    <a:pt x="550" y="666"/>
                  </a:lnTo>
                  <a:lnTo>
                    <a:pt x="542" y="677"/>
                  </a:lnTo>
                  <a:lnTo>
                    <a:pt x="535" y="687"/>
                  </a:lnTo>
                  <a:lnTo>
                    <a:pt x="527" y="696"/>
                  </a:lnTo>
                  <a:lnTo>
                    <a:pt x="519" y="705"/>
                  </a:lnTo>
                  <a:lnTo>
                    <a:pt x="510" y="712"/>
                  </a:lnTo>
                  <a:lnTo>
                    <a:pt x="501" y="718"/>
                  </a:lnTo>
                  <a:lnTo>
                    <a:pt x="492" y="723"/>
                  </a:lnTo>
                  <a:lnTo>
                    <a:pt x="481" y="728"/>
                  </a:lnTo>
                  <a:lnTo>
                    <a:pt x="471" y="733"/>
                  </a:lnTo>
                  <a:lnTo>
                    <a:pt x="471" y="733"/>
                  </a:lnTo>
                  <a:lnTo>
                    <a:pt x="461" y="736"/>
                  </a:lnTo>
                  <a:lnTo>
                    <a:pt x="450" y="738"/>
                  </a:lnTo>
                  <a:lnTo>
                    <a:pt x="440" y="739"/>
                  </a:lnTo>
                  <a:lnTo>
                    <a:pt x="429" y="739"/>
                  </a:lnTo>
                  <a:lnTo>
                    <a:pt x="429" y="739"/>
                  </a:lnTo>
                  <a:close/>
                  <a:moveTo>
                    <a:pt x="268" y="594"/>
                  </a:moveTo>
                  <a:lnTo>
                    <a:pt x="268" y="594"/>
                  </a:lnTo>
                  <a:lnTo>
                    <a:pt x="274" y="594"/>
                  </a:lnTo>
                  <a:lnTo>
                    <a:pt x="280" y="596"/>
                  </a:lnTo>
                  <a:lnTo>
                    <a:pt x="285" y="598"/>
                  </a:lnTo>
                  <a:lnTo>
                    <a:pt x="290" y="601"/>
                  </a:lnTo>
                  <a:lnTo>
                    <a:pt x="290" y="601"/>
                  </a:lnTo>
                  <a:lnTo>
                    <a:pt x="315" y="622"/>
                  </a:lnTo>
                  <a:lnTo>
                    <a:pt x="338" y="638"/>
                  </a:lnTo>
                  <a:lnTo>
                    <a:pt x="360" y="652"/>
                  </a:lnTo>
                  <a:lnTo>
                    <a:pt x="381" y="661"/>
                  </a:lnTo>
                  <a:lnTo>
                    <a:pt x="391" y="665"/>
                  </a:lnTo>
                  <a:lnTo>
                    <a:pt x="401" y="668"/>
                  </a:lnTo>
                  <a:lnTo>
                    <a:pt x="410" y="670"/>
                  </a:lnTo>
                  <a:lnTo>
                    <a:pt x="419" y="673"/>
                  </a:lnTo>
                  <a:lnTo>
                    <a:pt x="428" y="673"/>
                  </a:lnTo>
                  <a:lnTo>
                    <a:pt x="436" y="673"/>
                  </a:lnTo>
                  <a:lnTo>
                    <a:pt x="443" y="672"/>
                  </a:lnTo>
                  <a:lnTo>
                    <a:pt x="450" y="669"/>
                  </a:lnTo>
                  <a:lnTo>
                    <a:pt x="450" y="669"/>
                  </a:lnTo>
                  <a:lnTo>
                    <a:pt x="458" y="666"/>
                  </a:lnTo>
                  <a:lnTo>
                    <a:pt x="465" y="662"/>
                  </a:lnTo>
                  <a:lnTo>
                    <a:pt x="471" y="658"/>
                  </a:lnTo>
                  <a:lnTo>
                    <a:pt x="477" y="652"/>
                  </a:lnTo>
                  <a:lnTo>
                    <a:pt x="483" y="646"/>
                  </a:lnTo>
                  <a:lnTo>
                    <a:pt x="489" y="638"/>
                  </a:lnTo>
                  <a:lnTo>
                    <a:pt x="499" y="623"/>
                  </a:lnTo>
                  <a:lnTo>
                    <a:pt x="507" y="606"/>
                  </a:lnTo>
                  <a:lnTo>
                    <a:pt x="513" y="588"/>
                  </a:lnTo>
                  <a:lnTo>
                    <a:pt x="520" y="570"/>
                  </a:lnTo>
                  <a:lnTo>
                    <a:pt x="524" y="553"/>
                  </a:lnTo>
                  <a:lnTo>
                    <a:pt x="524" y="553"/>
                  </a:lnTo>
                  <a:lnTo>
                    <a:pt x="527" y="541"/>
                  </a:lnTo>
                  <a:lnTo>
                    <a:pt x="528" y="529"/>
                  </a:lnTo>
                  <a:lnTo>
                    <a:pt x="529" y="516"/>
                  </a:lnTo>
                  <a:lnTo>
                    <a:pt x="530" y="504"/>
                  </a:lnTo>
                  <a:lnTo>
                    <a:pt x="529" y="476"/>
                  </a:lnTo>
                  <a:lnTo>
                    <a:pt x="526" y="446"/>
                  </a:lnTo>
                  <a:lnTo>
                    <a:pt x="521" y="415"/>
                  </a:lnTo>
                  <a:lnTo>
                    <a:pt x="513" y="383"/>
                  </a:lnTo>
                  <a:lnTo>
                    <a:pt x="505" y="350"/>
                  </a:lnTo>
                  <a:lnTo>
                    <a:pt x="494" y="317"/>
                  </a:lnTo>
                  <a:lnTo>
                    <a:pt x="481" y="285"/>
                  </a:lnTo>
                  <a:lnTo>
                    <a:pt x="467" y="251"/>
                  </a:lnTo>
                  <a:lnTo>
                    <a:pt x="451" y="219"/>
                  </a:lnTo>
                  <a:lnTo>
                    <a:pt x="435" y="189"/>
                  </a:lnTo>
                  <a:lnTo>
                    <a:pt x="416" y="159"/>
                  </a:lnTo>
                  <a:lnTo>
                    <a:pt x="397" y="132"/>
                  </a:lnTo>
                  <a:lnTo>
                    <a:pt x="376" y="108"/>
                  </a:lnTo>
                  <a:lnTo>
                    <a:pt x="365" y="96"/>
                  </a:lnTo>
                  <a:lnTo>
                    <a:pt x="354" y="85"/>
                  </a:lnTo>
                  <a:lnTo>
                    <a:pt x="354" y="85"/>
                  </a:lnTo>
                  <a:lnTo>
                    <a:pt x="339" y="113"/>
                  </a:lnTo>
                  <a:lnTo>
                    <a:pt x="321" y="138"/>
                  </a:lnTo>
                  <a:lnTo>
                    <a:pt x="302" y="161"/>
                  </a:lnTo>
                  <a:lnTo>
                    <a:pt x="284" y="184"/>
                  </a:lnTo>
                  <a:lnTo>
                    <a:pt x="264" y="205"/>
                  </a:lnTo>
                  <a:lnTo>
                    <a:pt x="244" y="226"/>
                  </a:lnTo>
                  <a:lnTo>
                    <a:pt x="205" y="263"/>
                  </a:lnTo>
                  <a:lnTo>
                    <a:pt x="205" y="263"/>
                  </a:lnTo>
                  <a:lnTo>
                    <a:pt x="183" y="285"/>
                  </a:lnTo>
                  <a:lnTo>
                    <a:pt x="162" y="305"/>
                  </a:lnTo>
                  <a:lnTo>
                    <a:pt x="142" y="327"/>
                  </a:lnTo>
                  <a:lnTo>
                    <a:pt x="123" y="348"/>
                  </a:lnTo>
                  <a:lnTo>
                    <a:pt x="107" y="370"/>
                  </a:lnTo>
                  <a:lnTo>
                    <a:pt x="100" y="382"/>
                  </a:lnTo>
                  <a:lnTo>
                    <a:pt x="93" y="393"/>
                  </a:lnTo>
                  <a:lnTo>
                    <a:pt x="87" y="406"/>
                  </a:lnTo>
                  <a:lnTo>
                    <a:pt x="82" y="418"/>
                  </a:lnTo>
                  <a:lnTo>
                    <a:pt x="78" y="431"/>
                  </a:lnTo>
                  <a:lnTo>
                    <a:pt x="74" y="445"/>
                  </a:lnTo>
                  <a:lnTo>
                    <a:pt x="74" y="445"/>
                  </a:lnTo>
                  <a:lnTo>
                    <a:pt x="71" y="459"/>
                  </a:lnTo>
                  <a:lnTo>
                    <a:pt x="68" y="476"/>
                  </a:lnTo>
                  <a:lnTo>
                    <a:pt x="66" y="495"/>
                  </a:lnTo>
                  <a:lnTo>
                    <a:pt x="66" y="513"/>
                  </a:lnTo>
                  <a:lnTo>
                    <a:pt x="67" y="532"/>
                  </a:lnTo>
                  <a:lnTo>
                    <a:pt x="70" y="540"/>
                  </a:lnTo>
                  <a:lnTo>
                    <a:pt x="72" y="549"/>
                  </a:lnTo>
                  <a:lnTo>
                    <a:pt x="76" y="558"/>
                  </a:lnTo>
                  <a:lnTo>
                    <a:pt x="79" y="566"/>
                  </a:lnTo>
                  <a:lnTo>
                    <a:pt x="84" y="573"/>
                  </a:lnTo>
                  <a:lnTo>
                    <a:pt x="90" y="579"/>
                  </a:lnTo>
                  <a:lnTo>
                    <a:pt x="90" y="579"/>
                  </a:lnTo>
                  <a:lnTo>
                    <a:pt x="95" y="585"/>
                  </a:lnTo>
                  <a:lnTo>
                    <a:pt x="103" y="590"/>
                  </a:lnTo>
                  <a:lnTo>
                    <a:pt x="110" y="594"/>
                  </a:lnTo>
                  <a:lnTo>
                    <a:pt x="117" y="597"/>
                  </a:lnTo>
                  <a:lnTo>
                    <a:pt x="125" y="600"/>
                  </a:lnTo>
                  <a:lnTo>
                    <a:pt x="135" y="602"/>
                  </a:lnTo>
                  <a:lnTo>
                    <a:pt x="145" y="604"/>
                  </a:lnTo>
                  <a:lnTo>
                    <a:pt x="155" y="605"/>
                  </a:lnTo>
                  <a:lnTo>
                    <a:pt x="178" y="606"/>
                  </a:lnTo>
                  <a:lnTo>
                    <a:pt x="203" y="604"/>
                  </a:lnTo>
                  <a:lnTo>
                    <a:pt x="231" y="601"/>
                  </a:lnTo>
                  <a:lnTo>
                    <a:pt x="261" y="595"/>
                  </a:lnTo>
                  <a:lnTo>
                    <a:pt x="261" y="595"/>
                  </a:lnTo>
                  <a:lnTo>
                    <a:pt x="268" y="594"/>
                  </a:lnTo>
                  <a:lnTo>
                    <a:pt x="268" y="59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27"/>
            <p:cNvSpPr/>
            <p:nvPr/>
          </p:nvSpPr>
          <p:spPr>
            <a:xfrm>
              <a:off x="4962525" y="4268788"/>
              <a:ext cx="90488" cy="14288"/>
            </a:xfrm>
            <a:custGeom>
              <a:rect b="b" l="l" r="r" t="t"/>
              <a:pathLst>
                <a:path extrusionOk="0" h="66" w="397">
                  <a:moveTo>
                    <a:pt x="364" y="66"/>
                  </a:moveTo>
                  <a:lnTo>
                    <a:pt x="33" y="66"/>
                  </a:lnTo>
                  <a:lnTo>
                    <a:pt x="33" y="66"/>
                  </a:lnTo>
                  <a:lnTo>
                    <a:pt x="27" y="66"/>
                  </a:lnTo>
                  <a:lnTo>
                    <a:pt x="20" y="64"/>
                  </a:lnTo>
                  <a:lnTo>
                    <a:pt x="14" y="61"/>
                  </a:lnTo>
                  <a:lnTo>
                    <a:pt x="10" y="57"/>
                  </a:lnTo>
                  <a:lnTo>
                    <a:pt x="6" y="51"/>
                  </a:lnTo>
                  <a:lnTo>
                    <a:pt x="3" y="46"/>
                  </a:lnTo>
                  <a:lnTo>
                    <a:pt x="1" y="40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27"/>
                  </a:lnTo>
                  <a:lnTo>
                    <a:pt x="3" y="20"/>
                  </a:lnTo>
                  <a:lnTo>
                    <a:pt x="6" y="14"/>
                  </a:lnTo>
                  <a:lnTo>
                    <a:pt x="10" y="10"/>
                  </a:lnTo>
                  <a:lnTo>
                    <a:pt x="14" y="6"/>
                  </a:lnTo>
                  <a:lnTo>
                    <a:pt x="20" y="3"/>
                  </a:lnTo>
                  <a:lnTo>
                    <a:pt x="27" y="1"/>
                  </a:lnTo>
                  <a:lnTo>
                    <a:pt x="33" y="0"/>
                  </a:lnTo>
                  <a:lnTo>
                    <a:pt x="364" y="0"/>
                  </a:lnTo>
                  <a:lnTo>
                    <a:pt x="364" y="0"/>
                  </a:lnTo>
                  <a:lnTo>
                    <a:pt x="370" y="1"/>
                  </a:lnTo>
                  <a:lnTo>
                    <a:pt x="376" y="3"/>
                  </a:lnTo>
                  <a:lnTo>
                    <a:pt x="382" y="6"/>
                  </a:lnTo>
                  <a:lnTo>
                    <a:pt x="387" y="10"/>
                  </a:lnTo>
                  <a:lnTo>
                    <a:pt x="391" y="14"/>
                  </a:lnTo>
                  <a:lnTo>
                    <a:pt x="394" y="20"/>
                  </a:lnTo>
                  <a:lnTo>
                    <a:pt x="396" y="27"/>
                  </a:lnTo>
                  <a:lnTo>
                    <a:pt x="397" y="33"/>
                  </a:lnTo>
                  <a:lnTo>
                    <a:pt x="397" y="33"/>
                  </a:lnTo>
                  <a:lnTo>
                    <a:pt x="396" y="40"/>
                  </a:lnTo>
                  <a:lnTo>
                    <a:pt x="394" y="46"/>
                  </a:lnTo>
                  <a:lnTo>
                    <a:pt x="391" y="51"/>
                  </a:lnTo>
                  <a:lnTo>
                    <a:pt x="387" y="57"/>
                  </a:lnTo>
                  <a:lnTo>
                    <a:pt x="382" y="61"/>
                  </a:lnTo>
                  <a:lnTo>
                    <a:pt x="376" y="64"/>
                  </a:lnTo>
                  <a:lnTo>
                    <a:pt x="370" y="66"/>
                  </a:lnTo>
                  <a:lnTo>
                    <a:pt x="364" y="66"/>
                  </a:lnTo>
                  <a:lnTo>
                    <a:pt x="364" y="6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27"/>
            <p:cNvSpPr/>
            <p:nvPr/>
          </p:nvSpPr>
          <p:spPr>
            <a:xfrm>
              <a:off x="4962525" y="4298950"/>
              <a:ext cx="90488" cy="14288"/>
            </a:xfrm>
            <a:custGeom>
              <a:rect b="b" l="l" r="r" t="t"/>
              <a:pathLst>
                <a:path extrusionOk="0" h="66" w="397">
                  <a:moveTo>
                    <a:pt x="364" y="66"/>
                  </a:moveTo>
                  <a:lnTo>
                    <a:pt x="33" y="66"/>
                  </a:lnTo>
                  <a:lnTo>
                    <a:pt x="33" y="66"/>
                  </a:lnTo>
                  <a:lnTo>
                    <a:pt x="27" y="65"/>
                  </a:lnTo>
                  <a:lnTo>
                    <a:pt x="20" y="63"/>
                  </a:lnTo>
                  <a:lnTo>
                    <a:pt x="14" y="61"/>
                  </a:lnTo>
                  <a:lnTo>
                    <a:pt x="10" y="57"/>
                  </a:lnTo>
                  <a:lnTo>
                    <a:pt x="6" y="52"/>
                  </a:lnTo>
                  <a:lnTo>
                    <a:pt x="3" y="46"/>
                  </a:lnTo>
                  <a:lnTo>
                    <a:pt x="1" y="39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27"/>
                  </a:lnTo>
                  <a:lnTo>
                    <a:pt x="3" y="21"/>
                  </a:lnTo>
                  <a:lnTo>
                    <a:pt x="6" y="15"/>
                  </a:lnTo>
                  <a:lnTo>
                    <a:pt x="10" y="9"/>
                  </a:lnTo>
                  <a:lnTo>
                    <a:pt x="14" y="6"/>
                  </a:lnTo>
                  <a:lnTo>
                    <a:pt x="20" y="3"/>
                  </a:lnTo>
                  <a:lnTo>
                    <a:pt x="27" y="1"/>
                  </a:lnTo>
                  <a:lnTo>
                    <a:pt x="33" y="0"/>
                  </a:lnTo>
                  <a:lnTo>
                    <a:pt x="364" y="0"/>
                  </a:lnTo>
                  <a:lnTo>
                    <a:pt x="364" y="0"/>
                  </a:lnTo>
                  <a:lnTo>
                    <a:pt x="370" y="1"/>
                  </a:lnTo>
                  <a:lnTo>
                    <a:pt x="376" y="3"/>
                  </a:lnTo>
                  <a:lnTo>
                    <a:pt x="382" y="6"/>
                  </a:lnTo>
                  <a:lnTo>
                    <a:pt x="387" y="9"/>
                  </a:lnTo>
                  <a:lnTo>
                    <a:pt x="391" y="15"/>
                  </a:lnTo>
                  <a:lnTo>
                    <a:pt x="394" y="21"/>
                  </a:lnTo>
                  <a:lnTo>
                    <a:pt x="396" y="27"/>
                  </a:lnTo>
                  <a:lnTo>
                    <a:pt x="397" y="33"/>
                  </a:lnTo>
                  <a:lnTo>
                    <a:pt x="397" y="33"/>
                  </a:lnTo>
                  <a:lnTo>
                    <a:pt x="396" y="39"/>
                  </a:lnTo>
                  <a:lnTo>
                    <a:pt x="394" y="46"/>
                  </a:lnTo>
                  <a:lnTo>
                    <a:pt x="391" y="52"/>
                  </a:lnTo>
                  <a:lnTo>
                    <a:pt x="387" y="57"/>
                  </a:lnTo>
                  <a:lnTo>
                    <a:pt x="382" y="61"/>
                  </a:lnTo>
                  <a:lnTo>
                    <a:pt x="376" y="63"/>
                  </a:lnTo>
                  <a:lnTo>
                    <a:pt x="370" y="65"/>
                  </a:lnTo>
                  <a:lnTo>
                    <a:pt x="364" y="66"/>
                  </a:lnTo>
                  <a:lnTo>
                    <a:pt x="364" y="6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27"/>
            <p:cNvSpPr/>
            <p:nvPr/>
          </p:nvSpPr>
          <p:spPr>
            <a:xfrm>
              <a:off x="5000625" y="4298950"/>
              <a:ext cx="15875" cy="30163"/>
            </a:xfrm>
            <a:custGeom>
              <a:rect b="b" l="l" r="r" t="t"/>
              <a:pathLst>
                <a:path extrusionOk="0" h="133" w="67">
                  <a:moveTo>
                    <a:pt x="33" y="133"/>
                  </a:moveTo>
                  <a:lnTo>
                    <a:pt x="33" y="133"/>
                  </a:lnTo>
                  <a:lnTo>
                    <a:pt x="26" y="132"/>
                  </a:lnTo>
                  <a:lnTo>
                    <a:pt x="20" y="129"/>
                  </a:lnTo>
                  <a:lnTo>
                    <a:pt x="15" y="126"/>
                  </a:lnTo>
                  <a:lnTo>
                    <a:pt x="10" y="123"/>
                  </a:lnTo>
                  <a:lnTo>
                    <a:pt x="5" y="118"/>
                  </a:lnTo>
                  <a:lnTo>
                    <a:pt x="2" y="112"/>
                  </a:lnTo>
                  <a:lnTo>
                    <a:pt x="1" y="106"/>
                  </a:lnTo>
                  <a:lnTo>
                    <a:pt x="0" y="99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27"/>
                  </a:lnTo>
                  <a:lnTo>
                    <a:pt x="2" y="21"/>
                  </a:lnTo>
                  <a:lnTo>
                    <a:pt x="5" y="15"/>
                  </a:lnTo>
                  <a:lnTo>
                    <a:pt x="10" y="9"/>
                  </a:lnTo>
                  <a:lnTo>
                    <a:pt x="15" y="6"/>
                  </a:lnTo>
                  <a:lnTo>
                    <a:pt x="20" y="3"/>
                  </a:lnTo>
                  <a:lnTo>
                    <a:pt x="26" y="1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40" y="1"/>
                  </a:lnTo>
                  <a:lnTo>
                    <a:pt x="46" y="3"/>
                  </a:lnTo>
                  <a:lnTo>
                    <a:pt x="52" y="6"/>
                  </a:lnTo>
                  <a:lnTo>
                    <a:pt x="56" y="9"/>
                  </a:lnTo>
                  <a:lnTo>
                    <a:pt x="60" y="15"/>
                  </a:lnTo>
                  <a:lnTo>
                    <a:pt x="63" y="21"/>
                  </a:lnTo>
                  <a:lnTo>
                    <a:pt x="65" y="27"/>
                  </a:lnTo>
                  <a:lnTo>
                    <a:pt x="67" y="33"/>
                  </a:lnTo>
                  <a:lnTo>
                    <a:pt x="67" y="99"/>
                  </a:lnTo>
                  <a:lnTo>
                    <a:pt x="67" y="99"/>
                  </a:lnTo>
                  <a:lnTo>
                    <a:pt x="65" y="106"/>
                  </a:lnTo>
                  <a:lnTo>
                    <a:pt x="63" y="112"/>
                  </a:lnTo>
                  <a:lnTo>
                    <a:pt x="60" y="118"/>
                  </a:lnTo>
                  <a:lnTo>
                    <a:pt x="56" y="123"/>
                  </a:lnTo>
                  <a:lnTo>
                    <a:pt x="52" y="126"/>
                  </a:lnTo>
                  <a:lnTo>
                    <a:pt x="46" y="129"/>
                  </a:lnTo>
                  <a:lnTo>
                    <a:pt x="40" y="132"/>
                  </a:lnTo>
                  <a:lnTo>
                    <a:pt x="33" y="133"/>
                  </a:lnTo>
                  <a:lnTo>
                    <a:pt x="33" y="1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27"/>
            <p:cNvSpPr/>
            <p:nvPr/>
          </p:nvSpPr>
          <p:spPr>
            <a:xfrm>
              <a:off x="4992688" y="4070350"/>
              <a:ext cx="30163" cy="182563"/>
            </a:xfrm>
            <a:custGeom>
              <a:rect b="b" l="l" r="r" t="t"/>
              <a:pathLst>
                <a:path extrusionOk="0" h="804" w="138">
                  <a:moveTo>
                    <a:pt x="70" y="804"/>
                  </a:moveTo>
                  <a:lnTo>
                    <a:pt x="70" y="804"/>
                  </a:lnTo>
                  <a:lnTo>
                    <a:pt x="64" y="804"/>
                  </a:lnTo>
                  <a:lnTo>
                    <a:pt x="59" y="803"/>
                  </a:lnTo>
                  <a:lnTo>
                    <a:pt x="54" y="800"/>
                  </a:lnTo>
                  <a:lnTo>
                    <a:pt x="50" y="797"/>
                  </a:lnTo>
                  <a:lnTo>
                    <a:pt x="46" y="794"/>
                  </a:lnTo>
                  <a:lnTo>
                    <a:pt x="42" y="789"/>
                  </a:lnTo>
                  <a:lnTo>
                    <a:pt x="39" y="784"/>
                  </a:lnTo>
                  <a:lnTo>
                    <a:pt x="38" y="779"/>
                  </a:lnTo>
                  <a:lnTo>
                    <a:pt x="38" y="779"/>
                  </a:lnTo>
                  <a:lnTo>
                    <a:pt x="32" y="749"/>
                  </a:lnTo>
                  <a:lnTo>
                    <a:pt x="22" y="682"/>
                  </a:lnTo>
                  <a:lnTo>
                    <a:pt x="17" y="638"/>
                  </a:lnTo>
                  <a:lnTo>
                    <a:pt x="10" y="587"/>
                  </a:lnTo>
                  <a:lnTo>
                    <a:pt x="6" y="532"/>
                  </a:lnTo>
                  <a:lnTo>
                    <a:pt x="2" y="474"/>
                  </a:lnTo>
                  <a:lnTo>
                    <a:pt x="0" y="413"/>
                  </a:lnTo>
                  <a:lnTo>
                    <a:pt x="0" y="382"/>
                  </a:lnTo>
                  <a:lnTo>
                    <a:pt x="1" y="351"/>
                  </a:lnTo>
                  <a:lnTo>
                    <a:pt x="2" y="320"/>
                  </a:lnTo>
                  <a:lnTo>
                    <a:pt x="4" y="289"/>
                  </a:lnTo>
                  <a:lnTo>
                    <a:pt x="6" y="258"/>
                  </a:lnTo>
                  <a:lnTo>
                    <a:pt x="10" y="228"/>
                  </a:lnTo>
                  <a:lnTo>
                    <a:pt x="15" y="198"/>
                  </a:lnTo>
                  <a:lnTo>
                    <a:pt x="20" y="169"/>
                  </a:lnTo>
                  <a:lnTo>
                    <a:pt x="27" y="140"/>
                  </a:lnTo>
                  <a:lnTo>
                    <a:pt x="34" y="113"/>
                  </a:lnTo>
                  <a:lnTo>
                    <a:pt x="43" y="86"/>
                  </a:lnTo>
                  <a:lnTo>
                    <a:pt x="53" y="62"/>
                  </a:lnTo>
                  <a:lnTo>
                    <a:pt x="64" y="38"/>
                  </a:lnTo>
                  <a:lnTo>
                    <a:pt x="77" y="16"/>
                  </a:lnTo>
                  <a:lnTo>
                    <a:pt x="77" y="16"/>
                  </a:lnTo>
                  <a:lnTo>
                    <a:pt x="81" y="11"/>
                  </a:lnTo>
                  <a:lnTo>
                    <a:pt x="86" y="7"/>
                  </a:lnTo>
                  <a:lnTo>
                    <a:pt x="92" y="4"/>
                  </a:lnTo>
                  <a:lnTo>
                    <a:pt x="97" y="2"/>
                  </a:lnTo>
                  <a:lnTo>
                    <a:pt x="105" y="0"/>
                  </a:lnTo>
                  <a:lnTo>
                    <a:pt x="111" y="0"/>
                  </a:lnTo>
                  <a:lnTo>
                    <a:pt x="117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28" y="10"/>
                  </a:lnTo>
                  <a:lnTo>
                    <a:pt x="132" y="15"/>
                  </a:lnTo>
                  <a:lnTo>
                    <a:pt x="136" y="20"/>
                  </a:lnTo>
                  <a:lnTo>
                    <a:pt x="138" y="26"/>
                  </a:lnTo>
                  <a:lnTo>
                    <a:pt x="138" y="33"/>
                  </a:lnTo>
                  <a:lnTo>
                    <a:pt x="138" y="39"/>
                  </a:lnTo>
                  <a:lnTo>
                    <a:pt x="136" y="45"/>
                  </a:lnTo>
                  <a:lnTo>
                    <a:pt x="134" y="51"/>
                  </a:lnTo>
                  <a:lnTo>
                    <a:pt x="134" y="51"/>
                  </a:lnTo>
                  <a:lnTo>
                    <a:pt x="121" y="71"/>
                  </a:lnTo>
                  <a:lnTo>
                    <a:pt x="112" y="93"/>
                  </a:lnTo>
                  <a:lnTo>
                    <a:pt x="102" y="116"/>
                  </a:lnTo>
                  <a:lnTo>
                    <a:pt x="94" y="140"/>
                  </a:lnTo>
                  <a:lnTo>
                    <a:pt x="88" y="166"/>
                  </a:lnTo>
                  <a:lnTo>
                    <a:pt x="82" y="193"/>
                  </a:lnTo>
                  <a:lnTo>
                    <a:pt x="78" y="220"/>
                  </a:lnTo>
                  <a:lnTo>
                    <a:pt x="73" y="249"/>
                  </a:lnTo>
                  <a:lnTo>
                    <a:pt x="70" y="278"/>
                  </a:lnTo>
                  <a:lnTo>
                    <a:pt x="68" y="307"/>
                  </a:lnTo>
                  <a:lnTo>
                    <a:pt x="67" y="336"/>
                  </a:lnTo>
                  <a:lnTo>
                    <a:pt x="66" y="366"/>
                  </a:lnTo>
                  <a:lnTo>
                    <a:pt x="67" y="425"/>
                  </a:lnTo>
                  <a:lnTo>
                    <a:pt x="69" y="484"/>
                  </a:lnTo>
                  <a:lnTo>
                    <a:pt x="72" y="539"/>
                  </a:lnTo>
                  <a:lnTo>
                    <a:pt x="78" y="591"/>
                  </a:lnTo>
                  <a:lnTo>
                    <a:pt x="83" y="639"/>
                  </a:lnTo>
                  <a:lnTo>
                    <a:pt x="89" y="680"/>
                  </a:lnTo>
                  <a:lnTo>
                    <a:pt x="98" y="741"/>
                  </a:lnTo>
                  <a:lnTo>
                    <a:pt x="102" y="765"/>
                  </a:lnTo>
                  <a:lnTo>
                    <a:pt x="102" y="765"/>
                  </a:lnTo>
                  <a:lnTo>
                    <a:pt x="104" y="772"/>
                  </a:lnTo>
                  <a:lnTo>
                    <a:pt x="102" y="779"/>
                  </a:lnTo>
                  <a:lnTo>
                    <a:pt x="100" y="785"/>
                  </a:lnTo>
                  <a:lnTo>
                    <a:pt x="97" y="790"/>
                  </a:lnTo>
                  <a:lnTo>
                    <a:pt x="94" y="795"/>
                  </a:lnTo>
                  <a:lnTo>
                    <a:pt x="89" y="799"/>
                  </a:lnTo>
                  <a:lnTo>
                    <a:pt x="83" y="802"/>
                  </a:lnTo>
                  <a:lnTo>
                    <a:pt x="77" y="804"/>
                  </a:lnTo>
                  <a:lnTo>
                    <a:pt x="77" y="804"/>
                  </a:lnTo>
                  <a:lnTo>
                    <a:pt x="70" y="804"/>
                  </a:lnTo>
                  <a:lnTo>
                    <a:pt x="70" y="8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27"/>
            <p:cNvSpPr/>
            <p:nvPr/>
          </p:nvSpPr>
          <p:spPr>
            <a:xfrm>
              <a:off x="4865688" y="3968750"/>
              <a:ext cx="285750" cy="284163"/>
            </a:xfrm>
            <a:custGeom>
              <a:rect b="b" l="l" r="r" t="t"/>
              <a:pathLst>
                <a:path extrusionOk="0" h="1255" w="1257">
                  <a:moveTo>
                    <a:pt x="794" y="1255"/>
                  </a:moveTo>
                  <a:lnTo>
                    <a:pt x="463" y="1255"/>
                  </a:lnTo>
                  <a:lnTo>
                    <a:pt x="463" y="1255"/>
                  </a:lnTo>
                  <a:lnTo>
                    <a:pt x="457" y="1255"/>
                  </a:lnTo>
                  <a:lnTo>
                    <a:pt x="450" y="1253"/>
                  </a:lnTo>
                  <a:lnTo>
                    <a:pt x="444" y="1250"/>
                  </a:lnTo>
                  <a:lnTo>
                    <a:pt x="440" y="1246"/>
                  </a:lnTo>
                  <a:lnTo>
                    <a:pt x="436" y="1241"/>
                  </a:lnTo>
                  <a:lnTo>
                    <a:pt x="433" y="1236"/>
                  </a:lnTo>
                  <a:lnTo>
                    <a:pt x="431" y="1230"/>
                  </a:lnTo>
                  <a:lnTo>
                    <a:pt x="430" y="1222"/>
                  </a:lnTo>
                  <a:lnTo>
                    <a:pt x="430" y="1159"/>
                  </a:lnTo>
                  <a:lnTo>
                    <a:pt x="430" y="1159"/>
                  </a:lnTo>
                  <a:lnTo>
                    <a:pt x="406" y="1151"/>
                  </a:lnTo>
                  <a:lnTo>
                    <a:pt x="383" y="1143"/>
                  </a:lnTo>
                  <a:lnTo>
                    <a:pt x="360" y="1132"/>
                  </a:lnTo>
                  <a:lnTo>
                    <a:pt x="339" y="1122"/>
                  </a:lnTo>
                  <a:lnTo>
                    <a:pt x="317" y="1111"/>
                  </a:lnTo>
                  <a:lnTo>
                    <a:pt x="296" y="1099"/>
                  </a:lnTo>
                  <a:lnTo>
                    <a:pt x="276" y="1087"/>
                  </a:lnTo>
                  <a:lnTo>
                    <a:pt x="256" y="1073"/>
                  </a:lnTo>
                  <a:lnTo>
                    <a:pt x="236" y="1059"/>
                  </a:lnTo>
                  <a:lnTo>
                    <a:pt x="218" y="1044"/>
                  </a:lnTo>
                  <a:lnTo>
                    <a:pt x="200" y="1029"/>
                  </a:lnTo>
                  <a:lnTo>
                    <a:pt x="182" y="1012"/>
                  </a:lnTo>
                  <a:lnTo>
                    <a:pt x="166" y="996"/>
                  </a:lnTo>
                  <a:lnTo>
                    <a:pt x="149" y="979"/>
                  </a:lnTo>
                  <a:lnTo>
                    <a:pt x="134" y="961"/>
                  </a:lnTo>
                  <a:lnTo>
                    <a:pt x="119" y="943"/>
                  </a:lnTo>
                  <a:lnTo>
                    <a:pt x="106" y="923"/>
                  </a:lnTo>
                  <a:lnTo>
                    <a:pt x="92" y="905"/>
                  </a:lnTo>
                  <a:lnTo>
                    <a:pt x="81" y="885"/>
                  </a:lnTo>
                  <a:lnTo>
                    <a:pt x="70" y="864"/>
                  </a:lnTo>
                  <a:lnTo>
                    <a:pt x="58" y="844"/>
                  </a:lnTo>
                  <a:lnTo>
                    <a:pt x="49" y="823"/>
                  </a:lnTo>
                  <a:lnTo>
                    <a:pt x="40" y="801"/>
                  </a:lnTo>
                  <a:lnTo>
                    <a:pt x="31" y="779"/>
                  </a:lnTo>
                  <a:lnTo>
                    <a:pt x="24" y="758"/>
                  </a:lnTo>
                  <a:lnTo>
                    <a:pt x="18" y="735"/>
                  </a:lnTo>
                  <a:lnTo>
                    <a:pt x="13" y="712"/>
                  </a:lnTo>
                  <a:lnTo>
                    <a:pt x="9" y="689"/>
                  </a:lnTo>
                  <a:lnTo>
                    <a:pt x="4" y="666"/>
                  </a:lnTo>
                  <a:lnTo>
                    <a:pt x="2" y="642"/>
                  </a:lnTo>
                  <a:lnTo>
                    <a:pt x="0" y="619"/>
                  </a:lnTo>
                  <a:lnTo>
                    <a:pt x="0" y="595"/>
                  </a:lnTo>
                  <a:lnTo>
                    <a:pt x="0" y="595"/>
                  </a:lnTo>
                  <a:lnTo>
                    <a:pt x="1" y="564"/>
                  </a:lnTo>
                  <a:lnTo>
                    <a:pt x="3" y="534"/>
                  </a:lnTo>
                  <a:lnTo>
                    <a:pt x="7" y="504"/>
                  </a:lnTo>
                  <a:lnTo>
                    <a:pt x="13" y="475"/>
                  </a:lnTo>
                  <a:lnTo>
                    <a:pt x="20" y="446"/>
                  </a:lnTo>
                  <a:lnTo>
                    <a:pt x="28" y="418"/>
                  </a:lnTo>
                  <a:lnTo>
                    <a:pt x="39" y="390"/>
                  </a:lnTo>
                  <a:lnTo>
                    <a:pt x="50" y="364"/>
                  </a:lnTo>
                  <a:lnTo>
                    <a:pt x="62" y="337"/>
                  </a:lnTo>
                  <a:lnTo>
                    <a:pt x="76" y="312"/>
                  </a:lnTo>
                  <a:lnTo>
                    <a:pt x="91" y="287"/>
                  </a:lnTo>
                  <a:lnTo>
                    <a:pt x="108" y="262"/>
                  </a:lnTo>
                  <a:lnTo>
                    <a:pt x="125" y="239"/>
                  </a:lnTo>
                  <a:lnTo>
                    <a:pt x="144" y="217"/>
                  </a:lnTo>
                  <a:lnTo>
                    <a:pt x="164" y="195"/>
                  </a:lnTo>
                  <a:lnTo>
                    <a:pt x="184" y="174"/>
                  </a:lnTo>
                  <a:lnTo>
                    <a:pt x="206" y="155"/>
                  </a:lnTo>
                  <a:lnTo>
                    <a:pt x="229" y="136"/>
                  </a:lnTo>
                  <a:lnTo>
                    <a:pt x="253" y="118"/>
                  </a:lnTo>
                  <a:lnTo>
                    <a:pt x="278" y="102"/>
                  </a:lnTo>
                  <a:lnTo>
                    <a:pt x="302" y="86"/>
                  </a:lnTo>
                  <a:lnTo>
                    <a:pt x="329" y="72"/>
                  </a:lnTo>
                  <a:lnTo>
                    <a:pt x="356" y="58"/>
                  </a:lnTo>
                  <a:lnTo>
                    <a:pt x="384" y="47"/>
                  </a:lnTo>
                  <a:lnTo>
                    <a:pt x="412" y="36"/>
                  </a:lnTo>
                  <a:lnTo>
                    <a:pt x="442" y="26"/>
                  </a:lnTo>
                  <a:lnTo>
                    <a:pt x="471" y="19"/>
                  </a:lnTo>
                  <a:lnTo>
                    <a:pt x="502" y="12"/>
                  </a:lnTo>
                  <a:lnTo>
                    <a:pt x="533" y="7"/>
                  </a:lnTo>
                  <a:lnTo>
                    <a:pt x="564" y="3"/>
                  </a:lnTo>
                  <a:lnTo>
                    <a:pt x="596" y="0"/>
                  </a:lnTo>
                  <a:lnTo>
                    <a:pt x="628" y="0"/>
                  </a:lnTo>
                  <a:lnTo>
                    <a:pt x="628" y="0"/>
                  </a:lnTo>
                  <a:lnTo>
                    <a:pt x="660" y="0"/>
                  </a:lnTo>
                  <a:lnTo>
                    <a:pt x="693" y="3"/>
                  </a:lnTo>
                  <a:lnTo>
                    <a:pt x="724" y="7"/>
                  </a:lnTo>
                  <a:lnTo>
                    <a:pt x="755" y="12"/>
                  </a:lnTo>
                  <a:lnTo>
                    <a:pt x="785" y="19"/>
                  </a:lnTo>
                  <a:lnTo>
                    <a:pt x="815" y="26"/>
                  </a:lnTo>
                  <a:lnTo>
                    <a:pt x="844" y="36"/>
                  </a:lnTo>
                  <a:lnTo>
                    <a:pt x="873" y="47"/>
                  </a:lnTo>
                  <a:lnTo>
                    <a:pt x="901" y="58"/>
                  </a:lnTo>
                  <a:lnTo>
                    <a:pt x="927" y="72"/>
                  </a:lnTo>
                  <a:lnTo>
                    <a:pt x="953" y="86"/>
                  </a:lnTo>
                  <a:lnTo>
                    <a:pt x="979" y="102"/>
                  </a:lnTo>
                  <a:lnTo>
                    <a:pt x="1004" y="118"/>
                  </a:lnTo>
                  <a:lnTo>
                    <a:pt x="1028" y="136"/>
                  </a:lnTo>
                  <a:lnTo>
                    <a:pt x="1051" y="155"/>
                  </a:lnTo>
                  <a:lnTo>
                    <a:pt x="1072" y="174"/>
                  </a:lnTo>
                  <a:lnTo>
                    <a:pt x="1093" y="195"/>
                  </a:lnTo>
                  <a:lnTo>
                    <a:pt x="1113" y="217"/>
                  </a:lnTo>
                  <a:lnTo>
                    <a:pt x="1131" y="239"/>
                  </a:lnTo>
                  <a:lnTo>
                    <a:pt x="1149" y="262"/>
                  </a:lnTo>
                  <a:lnTo>
                    <a:pt x="1165" y="287"/>
                  </a:lnTo>
                  <a:lnTo>
                    <a:pt x="1180" y="312"/>
                  </a:lnTo>
                  <a:lnTo>
                    <a:pt x="1194" y="337"/>
                  </a:lnTo>
                  <a:lnTo>
                    <a:pt x="1207" y="364"/>
                  </a:lnTo>
                  <a:lnTo>
                    <a:pt x="1218" y="390"/>
                  </a:lnTo>
                  <a:lnTo>
                    <a:pt x="1229" y="418"/>
                  </a:lnTo>
                  <a:lnTo>
                    <a:pt x="1237" y="446"/>
                  </a:lnTo>
                  <a:lnTo>
                    <a:pt x="1243" y="475"/>
                  </a:lnTo>
                  <a:lnTo>
                    <a:pt x="1249" y="504"/>
                  </a:lnTo>
                  <a:lnTo>
                    <a:pt x="1253" y="534"/>
                  </a:lnTo>
                  <a:lnTo>
                    <a:pt x="1256" y="564"/>
                  </a:lnTo>
                  <a:lnTo>
                    <a:pt x="1257" y="595"/>
                  </a:lnTo>
                  <a:lnTo>
                    <a:pt x="1257" y="595"/>
                  </a:lnTo>
                  <a:lnTo>
                    <a:pt x="1256" y="619"/>
                  </a:lnTo>
                  <a:lnTo>
                    <a:pt x="1254" y="642"/>
                  </a:lnTo>
                  <a:lnTo>
                    <a:pt x="1251" y="666"/>
                  </a:lnTo>
                  <a:lnTo>
                    <a:pt x="1248" y="689"/>
                  </a:lnTo>
                  <a:lnTo>
                    <a:pt x="1244" y="712"/>
                  </a:lnTo>
                  <a:lnTo>
                    <a:pt x="1239" y="735"/>
                  </a:lnTo>
                  <a:lnTo>
                    <a:pt x="1232" y="758"/>
                  </a:lnTo>
                  <a:lnTo>
                    <a:pt x="1226" y="779"/>
                  </a:lnTo>
                  <a:lnTo>
                    <a:pt x="1217" y="801"/>
                  </a:lnTo>
                  <a:lnTo>
                    <a:pt x="1208" y="823"/>
                  </a:lnTo>
                  <a:lnTo>
                    <a:pt x="1199" y="844"/>
                  </a:lnTo>
                  <a:lnTo>
                    <a:pt x="1187" y="864"/>
                  </a:lnTo>
                  <a:lnTo>
                    <a:pt x="1176" y="885"/>
                  </a:lnTo>
                  <a:lnTo>
                    <a:pt x="1163" y="905"/>
                  </a:lnTo>
                  <a:lnTo>
                    <a:pt x="1151" y="923"/>
                  </a:lnTo>
                  <a:lnTo>
                    <a:pt x="1137" y="943"/>
                  </a:lnTo>
                  <a:lnTo>
                    <a:pt x="1122" y="961"/>
                  </a:lnTo>
                  <a:lnTo>
                    <a:pt x="1108" y="979"/>
                  </a:lnTo>
                  <a:lnTo>
                    <a:pt x="1091" y="996"/>
                  </a:lnTo>
                  <a:lnTo>
                    <a:pt x="1074" y="1012"/>
                  </a:lnTo>
                  <a:lnTo>
                    <a:pt x="1057" y="1029"/>
                  </a:lnTo>
                  <a:lnTo>
                    <a:pt x="1039" y="1044"/>
                  </a:lnTo>
                  <a:lnTo>
                    <a:pt x="1021" y="1059"/>
                  </a:lnTo>
                  <a:lnTo>
                    <a:pt x="1001" y="1073"/>
                  </a:lnTo>
                  <a:lnTo>
                    <a:pt x="981" y="1087"/>
                  </a:lnTo>
                  <a:lnTo>
                    <a:pt x="961" y="1099"/>
                  </a:lnTo>
                  <a:lnTo>
                    <a:pt x="940" y="1111"/>
                  </a:lnTo>
                  <a:lnTo>
                    <a:pt x="918" y="1122"/>
                  </a:lnTo>
                  <a:lnTo>
                    <a:pt x="896" y="1132"/>
                  </a:lnTo>
                  <a:lnTo>
                    <a:pt x="874" y="1143"/>
                  </a:lnTo>
                  <a:lnTo>
                    <a:pt x="850" y="1151"/>
                  </a:lnTo>
                  <a:lnTo>
                    <a:pt x="827" y="1159"/>
                  </a:lnTo>
                  <a:lnTo>
                    <a:pt x="827" y="1222"/>
                  </a:lnTo>
                  <a:lnTo>
                    <a:pt x="827" y="1222"/>
                  </a:lnTo>
                  <a:lnTo>
                    <a:pt x="826" y="1230"/>
                  </a:lnTo>
                  <a:lnTo>
                    <a:pt x="824" y="1236"/>
                  </a:lnTo>
                  <a:lnTo>
                    <a:pt x="821" y="1241"/>
                  </a:lnTo>
                  <a:lnTo>
                    <a:pt x="817" y="1246"/>
                  </a:lnTo>
                  <a:lnTo>
                    <a:pt x="812" y="1250"/>
                  </a:lnTo>
                  <a:lnTo>
                    <a:pt x="806" y="1253"/>
                  </a:lnTo>
                  <a:lnTo>
                    <a:pt x="800" y="1255"/>
                  </a:lnTo>
                  <a:lnTo>
                    <a:pt x="794" y="1255"/>
                  </a:lnTo>
                  <a:lnTo>
                    <a:pt x="794" y="1255"/>
                  </a:lnTo>
                  <a:close/>
                  <a:moveTo>
                    <a:pt x="496" y="1190"/>
                  </a:moveTo>
                  <a:lnTo>
                    <a:pt x="761" y="1190"/>
                  </a:lnTo>
                  <a:lnTo>
                    <a:pt x="761" y="1134"/>
                  </a:lnTo>
                  <a:lnTo>
                    <a:pt x="761" y="1134"/>
                  </a:lnTo>
                  <a:lnTo>
                    <a:pt x="761" y="1129"/>
                  </a:lnTo>
                  <a:lnTo>
                    <a:pt x="762" y="1124"/>
                  </a:lnTo>
                  <a:lnTo>
                    <a:pt x="764" y="1119"/>
                  </a:lnTo>
                  <a:lnTo>
                    <a:pt x="767" y="1115"/>
                  </a:lnTo>
                  <a:lnTo>
                    <a:pt x="771" y="1111"/>
                  </a:lnTo>
                  <a:lnTo>
                    <a:pt x="775" y="1107"/>
                  </a:lnTo>
                  <a:lnTo>
                    <a:pt x="779" y="1104"/>
                  </a:lnTo>
                  <a:lnTo>
                    <a:pt x="785" y="1102"/>
                  </a:lnTo>
                  <a:lnTo>
                    <a:pt x="785" y="1102"/>
                  </a:lnTo>
                  <a:lnTo>
                    <a:pt x="807" y="1096"/>
                  </a:lnTo>
                  <a:lnTo>
                    <a:pt x="829" y="1089"/>
                  </a:lnTo>
                  <a:lnTo>
                    <a:pt x="850" y="1081"/>
                  </a:lnTo>
                  <a:lnTo>
                    <a:pt x="871" y="1071"/>
                  </a:lnTo>
                  <a:lnTo>
                    <a:pt x="891" y="1062"/>
                  </a:lnTo>
                  <a:lnTo>
                    <a:pt x="911" y="1052"/>
                  </a:lnTo>
                  <a:lnTo>
                    <a:pt x="931" y="1040"/>
                  </a:lnTo>
                  <a:lnTo>
                    <a:pt x="949" y="1029"/>
                  </a:lnTo>
                  <a:lnTo>
                    <a:pt x="967" y="1016"/>
                  </a:lnTo>
                  <a:lnTo>
                    <a:pt x="984" y="1003"/>
                  </a:lnTo>
                  <a:lnTo>
                    <a:pt x="1002" y="990"/>
                  </a:lnTo>
                  <a:lnTo>
                    <a:pt x="1019" y="975"/>
                  </a:lnTo>
                  <a:lnTo>
                    <a:pt x="1034" y="960"/>
                  </a:lnTo>
                  <a:lnTo>
                    <a:pt x="1049" y="944"/>
                  </a:lnTo>
                  <a:lnTo>
                    <a:pt x="1063" y="928"/>
                  </a:lnTo>
                  <a:lnTo>
                    <a:pt x="1078" y="912"/>
                  </a:lnTo>
                  <a:lnTo>
                    <a:pt x="1090" y="894"/>
                  </a:lnTo>
                  <a:lnTo>
                    <a:pt x="1102" y="878"/>
                  </a:lnTo>
                  <a:lnTo>
                    <a:pt x="1114" y="859"/>
                  </a:lnTo>
                  <a:lnTo>
                    <a:pt x="1125" y="841"/>
                  </a:lnTo>
                  <a:lnTo>
                    <a:pt x="1135" y="822"/>
                  </a:lnTo>
                  <a:lnTo>
                    <a:pt x="1145" y="803"/>
                  </a:lnTo>
                  <a:lnTo>
                    <a:pt x="1153" y="784"/>
                  </a:lnTo>
                  <a:lnTo>
                    <a:pt x="1160" y="764"/>
                  </a:lnTo>
                  <a:lnTo>
                    <a:pt x="1168" y="743"/>
                  </a:lnTo>
                  <a:lnTo>
                    <a:pt x="1174" y="723"/>
                  </a:lnTo>
                  <a:lnTo>
                    <a:pt x="1179" y="702"/>
                  </a:lnTo>
                  <a:lnTo>
                    <a:pt x="1183" y="681"/>
                  </a:lnTo>
                  <a:lnTo>
                    <a:pt x="1186" y="659"/>
                  </a:lnTo>
                  <a:lnTo>
                    <a:pt x="1188" y="639"/>
                  </a:lnTo>
                  <a:lnTo>
                    <a:pt x="1189" y="617"/>
                  </a:lnTo>
                  <a:lnTo>
                    <a:pt x="1190" y="595"/>
                  </a:lnTo>
                  <a:lnTo>
                    <a:pt x="1190" y="595"/>
                  </a:lnTo>
                  <a:lnTo>
                    <a:pt x="1189" y="567"/>
                  </a:lnTo>
                  <a:lnTo>
                    <a:pt x="1187" y="540"/>
                  </a:lnTo>
                  <a:lnTo>
                    <a:pt x="1184" y="515"/>
                  </a:lnTo>
                  <a:lnTo>
                    <a:pt x="1179" y="489"/>
                  </a:lnTo>
                  <a:lnTo>
                    <a:pt x="1173" y="463"/>
                  </a:lnTo>
                  <a:lnTo>
                    <a:pt x="1164" y="438"/>
                  </a:lnTo>
                  <a:lnTo>
                    <a:pt x="1156" y="413"/>
                  </a:lnTo>
                  <a:lnTo>
                    <a:pt x="1146" y="389"/>
                  </a:lnTo>
                  <a:lnTo>
                    <a:pt x="1134" y="366"/>
                  </a:lnTo>
                  <a:lnTo>
                    <a:pt x="1122" y="343"/>
                  </a:lnTo>
                  <a:lnTo>
                    <a:pt x="1109" y="321"/>
                  </a:lnTo>
                  <a:lnTo>
                    <a:pt x="1094" y="299"/>
                  </a:lnTo>
                  <a:lnTo>
                    <a:pt x="1079" y="279"/>
                  </a:lnTo>
                  <a:lnTo>
                    <a:pt x="1062" y="259"/>
                  </a:lnTo>
                  <a:lnTo>
                    <a:pt x="1044" y="239"/>
                  </a:lnTo>
                  <a:lnTo>
                    <a:pt x="1026" y="221"/>
                  </a:lnTo>
                  <a:lnTo>
                    <a:pt x="1006" y="203"/>
                  </a:lnTo>
                  <a:lnTo>
                    <a:pt x="985" y="187"/>
                  </a:lnTo>
                  <a:lnTo>
                    <a:pt x="965" y="171"/>
                  </a:lnTo>
                  <a:lnTo>
                    <a:pt x="942" y="157"/>
                  </a:lnTo>
                  <a:lnTo>
                    <a:pt x="919" y="143"/>
                  </a:lnTo>
                  <a:lnTo>
                    <a:pt x="896" y="130"/>
                  </a:lnTo>
                  <a:lnTo>
                    <a:pt x="872" y="118"/>
                  </a:lnTo>
                  <a:lnTo>
                    <a:pt x="847" y="108"/>
                  </a:lnTo>
                  <a:lnTo>
                    <a:pt x="821" y="98"/>
                  </a:lnTo>
                  <a:lnTo>
                    <a:pt x="795" y="89"/>
                  </a:lnTo>
                  <a:lnTo>
                    <a:pt x="768" y="83"/>
                  </a:lnTo>
                  <a:lnTo>
                    <a:pt x="741" y="77"/>
                  </a:lnTo>
                  <a:lnTo>
                    <a:pt x="713" y="72"/>
                  </a:lnTo>
                  <a:lnTo>
                    <a:pt x="685" y="69"/>
                  </a:lnTo>
                  <a:lnTo>
                    <a:pt x="657" y="67"/>
                  </a:lnTo>
                  <a:lnTo>
                    <a:pt x="628" y="66"/>
                  </a:lnTo>
                  <a:lnTo>
                    <a:pt x="628" y="66"/>
                  </a:lnTo>
                  <a:lnTo>
                    <a:pt x="599" y="67"/>
                  </a:lnTo>
                  <a:lnTo>
                    <a:pt x="570" y="69"/>
                  </a:lnTo>
                  <a:lnTo>
                    <a:pt x="543" y="72"/>
                  </a:lnTo>
                  <a:lnTo>
                    <a:pt x="516" y="77"/>
                  </a:lnTo>
                  <a:lnTo>
                    <a:pt x="488" y="83"/>
                  </a:lnTo>
                  <a:lnTo>
                    <a:pt x="462" y="89"/>
                  </a:lnTo>
                  <a:lnTo>
                    <a:pt x="435" y="98"/>
                  </a:lnTo>
                  <a:lnTo>
                    <a:pt x="410" y="108"/>
                  </a:lnTo>
                  <a:lnTo>
                    <a:pt x="385" y="118"/>
                  </a:lnTo>
                  <a:lnTo>
                    <a:pt x="360" y="130"/>
                  </a:lnTo>
                  <a:lnTo>
                    <a:pt x="338" y="143"/>
                  </a:lnTo>
                  <a:lnTo>
                    <a:pt x="314" y="157"/>
                  </a:lnTo>
                  <a:lnTo>
                    <a:pt x="292" y="171"/>
                  </a:lnTo>
                  <a:lnTo>
                    <a:pt x="271" y="187"/>
                  </a:lnTo>
                  <a:lnTo>
                    <a:pt x="251" y="203"/>
                  </a:lnTo>
                  <a:lnTo>
                    <a:pt x="231" y="221"/>
                  </a:lnTo>
                  <a:lnTo>
                    <a:pt x="212" y="239"/>
                  </a:lnTo>
                  <a:lnTo>
                    <a:pt x="195" y="259"/>
                  </a:lnTo>
                  <a:lnTo>
                    <a:pt x="178" y="279"/>
                  </a:lnTo>
                  <a:lnTo>
                    <a:pt x="163" y="299"/>
                  </a:lnTo>
                  <a:lnTo>
                    <a:pt x="148" y="321"/>
                  </a:lnTo>
                  <a:lnTo>
                    <a:pt x="134" y="343"/>
                  </a:lnTo>
                  <a:lnTo>
                    <a:pt x="121" y="366"/>
                  </a:lnTo>
                  <a:lnTo>
                    <a:pt x="111" y="389"/>
                  </a:lnTo>
                  <a:lnTo>
                    <a:pt x="101" y="413"/>
                  </a:lnTo>
                  <a:lnTo>
                    <a:pt x="91" y="438"/>
                  </a:lnTo>
                  <a:lnTo>
                    <a:pt x="84" y="463"/>
                  </a:lnTo>
                  <a:lnTo>
                    <a:pt x="78" y="489"/>
                  </a:lnTo>
                  <a:lnTo>
                    <a:pt x="73" y="515"/>
                  </a:lnTo>
                  <a:lnTo>
                    <a:pt x="70" y="540"/>
                  </a:lnTo>
                  <a:lnTo>
                    <a:pt x="67" y="567"/>
                  </a:lnTo>
                  <a:lnTo>
                    <a:pt x="66" y="595"/>
                  </a:lnTo>
                  <a:lnTo>
                    <a:pt x="66" y="595"/>
                  </a:lnTo>
                  <a:lnTo>
                    <a:pt x="66" y="617"/>
                  </a:lnTo>
                  <a:lnTo>
                    <a:pt x="69" y="639"/>
                  </a:lnTo>
                  <a:lnTo>
                    <a:pt x="71" y="659"/>
                  </a:lnTo>
                  <a:lnTo>
                    <a:pt x="74" y="681"/>
                  </a:lnTo>
                  <a:lnTo>
                    <a:pt x="78" y="702"/>
                  </a:lnTo>
                  <a:lnTo>
                    <a:pt x="83" y="723"/>
                  </a:lnTo>
                  <a:lnTo>
                    <a:pt x="89" y="743"/>
                  </a:lnTo>
                  <a:lnTo>
                    <a:pt x="96" y="764"/>
                  </a:lnTo>
                  <a:lnTo>
                    <a:pt x="104" y="784"/>
                  </a:lnTo>
                  <a:lnTo>
                    <a:pt x="112" y="803"/>
                  </a:lnTo>
                  <a:lnTo>
                    <a:pt x="121" y="822"/>
                  </a:lnTo>
                  <a:lnTo>
                    <a:pt x="132" y="841"/>
                  </a:lnTo>
                  <a:lnTo>
                    <a:pt x="142" y="859"/>
                  </a:lnTo>
                  <a:lnTo>
                    <a:pt x="154" y="878"/>
                  </a:lnTo>
                  <a:lnTo>
                    <a:pt x="167" y="894"/>
                  </a:lnTo>
                  <a:lnTo>
                    <a:pt x="179" y="912"/>
                  </a:lnTo>
                  <a:lnTo>
                    <a:pt x="194" y="928"/>
                  </a:lnTo>
                  <a:lnTo>
                    <a:pt x="207" y="944"/>
                  </a:lnTo>
                  <a:lnTo>
                    <a:pt x="223" y="960"/>
                  </a:lnTo>
                  <a:lnTo>
                    <a:pt x="238" y="975"/>
                  </a:lnTo>
                  <a:lnTo>
                    <a:pt x="255" y="990"/>
                  </a:lnTo>
                  <a:lnTo>
                    <a:pt x="272" y="1003"/>
                  </a:lnTo>
                  <a:lnTo>
                    <a:pt x="290" y="1016"/>
                  </a:lnTo>
                  <a:lnTo>
                    <a:pt x="308" y="1029"/>
                  </a:lnTo>
                  <a:lnTo>
                    <a:pt x="326" y="1040"/>
                  </a:lnTo>
                  <a:lnTo>
                    <a:pt x="346" y="1052"/>
                  </a:lnTo>
                  <a:lnTo>
                    <a:pt x="366" y="1062"/>
                  </a:lnTo>
                  <a:lnTo>
                    <a:pt x="386" y="1071"/>
                  </a:lnTo>
                  <a:lnTo>
                    <a:pt x="407" y="1081"/>
                  </a:lnTo>
                  <a:lnTo>
                    <a:pt x="428" y="1089"/>
                  </a:lnTo>
                  <a:lnTo>
                    <a:pt x="449" y="1096"/>
                  </a:lnTo>
                  <a:lnTo>
                    <a:pt x="472" y="1102"/>
                  </a:lnTo>
                  <a:lnTo>
                    <a:pt x="472" y="1102"/>
                  </a:lnTo>
                  <a:lnTo>
                    <a:pt x="477" y="1104"/>
                  </a:lnTo>
                  <a:lnTo>
                    <a:pt x="481" y="1107"/>
                  </a:lnTo>
                  <a:lnTo>
                    <a:pt x="486" y="1111"/>
                  </a:lnTo>
                  <a:lnTo>
                    <a:pt x="490" y="1115"/>
                  </a:lnTo>
                  <a:lnTo>
                    <a:pt x="492" y="1119"/>
                  </a:lnTo>
                  <a:lnTo>
                    <a:pt x="494" y="1124"/>
                  </a:lnTo>
                  <a:lnTo>
                    <a:pt x="496" y="1129"/>
                  </a:lnTo>
                  <a:lnTo>
                    <a:pt x="496" y="1134"/>
                  </a:lnTo>
                  <a:lnTo>
                    <a:pt x="496" y="11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3" name="Google Shape;573;p27"/>
          <p:cNvSpPr/>
          <p:nvPr/>
        </p:nvSpPr>
        <p:spPr>
          <a:xfrm>
            <a:off x="3577274" y="1608822"/>
            <a:ext cx="480376" cy="480376"/>
          </a:xfrm>
          <a:prstGeom prst="ellipse">
            <a:avLst/>
          </a:prstGeom>
          <a:solidFill>
            <a:srgbClr val="FADF4B"/>
          </a:solidFill>
          <a:ln cap="flat" cmpd="sng" w="317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574" name="Google Shape;574;p27"/>
          <p:cNvSpPr/>
          <p:nvPr/>
        </p:nvSpPr>
        <p:spPr>
          <a:xfrm flipH="1">
            <a:off x="5086352" y="1608822"/>
            <a:ext cx="480376" cy="480376"/>
          </a:xfrm>
          <a:prstGeom prst="ellipse">
            <a:avLst/>
          </a:prstGeom>
          <a:solidFill>
            <a:srgbClr val="FADF4B"/>
          </a:solidFill>
          <a:ln cap="flat" cmpd="sng" w="317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575" name="Google Shape;575;p27"/>
          <p:cNvSpPr/>
          <p:nvPr/>
        </p:nvSpPr>
        <p:spPr>
          <a:xfrm>
            <a:off x="3577274" y="3559128"/>
            <a:ext cx="480376" cy="480376"/>
          </a:xfrm>
          <a:prstGeom prst="ellipse">
            <a:avLst/>
          </a:prstGeom>
          <a:solidFill>
            <a:srgbClr val="FADF4B"/>
          </a:solidFill>
          <a:ln cap="flat" cmpd="sng" w="317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576" name="Google Shape;576;p27"/>
          <p:cNvSpPr/>
          <p:nvPr/>
        </p:nvSpPr>
        <p:spPr>
          <a:xfrm flipH="1">
            <a:off x="5086352" y="3559128"/>
            <a:ext cx="480376" cy="480376"/>
          </a:xfrm>
          <a:prstGeom prst="ellipse">
            <a:avLst/>
          </a:prstGeom>
          <a:solidFill>
            <a:srgbClr val="FADF4B"/>
          </a:solidFill>
          <a:ln cap="flat" cmpd="sng" w="317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cxnSp>
        <p:nvCxnSpPr>
          <p:cNvPr id="577" name="Google Shape;577;p27"/>
          <p:cNvCxnSpPr/>
          <p:nvPr/>
        </p:nvCxnSpPr>
        <p:spPr>
          <a:xfrm flipH="1" rot="10800000">
            <a:off x="618771" y="2824163"/>
            <a:ext cx="2340000" cy="1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27"/>
          <p:cNvCxnSpPr/>
          <p:nvPr/>
        </p:nvCxnSpPr>
        <p:spPr>
          <a:xfrm flipH="1" rot="10800000">
            <a:off x="6185230" y="2824163"/>
            <a:ext cx="2340000" cy="1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9" name="Google Shape;579;p27"/>
          <p:cNvSpPr/>
          <p:nvPr/>
        </p:nvSpPr>
        <p:spPr>
          <a:xfrm>
            <a:off x="624508" y="2792641"/>
            <a:ext cx="528320" cy="6204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7"/>
          <p:cNvSpPr/>
          <p:nvPr/>
        </p:nvSpPr>
        <p:spPr>
          <a:xfrm>
            <a:off x="7991174" y="2792641"/>
            <a:ext cx="528320" cy="6204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1" name="Google Shape;581;p27"/>
          <p:cNvGrpSpPr/>
          <p:nvPr/>
        </p:nvGrpSpPr>
        <p:grpSpPr>
          <a:xfrm>
            <a:off x="624508" y="1498479"/>
            <a:ext cx="2615529" cy="845126"/>
            <a:chOff x="624508" y="1399327"/>
            <a:chExt cx="2615529" cy="845126"/>
          </a:xfrm>
        </p:grpSpPr>
        <p:sp>
          <p:nvSpPr>
            <p:cNvPr id="582" name="Google Shape;582;p27"/>
            <p:cNvSpPr txBox="1"/>
            <p:nvPr/>
          </p:nvSpPr>
          <p:spPr>
            <a:xfrm flipH="1">
              <a:off x="624508" y="1667402"/>
              <a:ext cx="2615529" cy="5770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Чанар, хурд, найдвартай байдлыг эрхэмлэнэ. Шинэ боломжийг цаг алдалгүй ашиглана.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27"/>
            <p:cNvSpPr txBox="1"/>
            <p:nvPr/>
          </p:nvSpPr>
          <p:spPr>
            <a:xfrm flipH="1">
              <a:off x="624508" y="1399327"/>
              <a:ext cx="2615529" cy="284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mn-MN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Зорилтын нэр энд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4" name="Google Shape;584;p27"/>
          <p:cNvGrpSpPr/>
          <p:nvPr/>
        </p:nvGrpSpPr>
        <p:grpSpPr>
          <a:xfrm>
            <a:off x="624508" y="3376753"/>
            <a:ext cx="2615529" cy="845126"/>
            <a:chOff x="624508" y="1399327"/>
            <a:chExt cx="2615529" cy="845126"/>
          </a:xfrm>
        </p:grpSpPr>
        <p:sp>
          <p:nvSpPr>
            <p:cNvPr id="585" name="Google Shape;585;p27"/>
            <p:cNvSpPr txBox="1"/>
            <p:nvPr/>
          </p:nvSpPr>
          <p:spPr>
            <a:xfrm flipH="1">
              <a:off x="624508" y="1667402"/>
              <a:ext cx="2615529" cy="5770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Харилцагчидтайгаа урт хугацааны түншлэл тогтооно.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27"/>
            <p:cNvSpPr txBox="1"/>
            <p:nvPr/>
          </p:nvSpPr>
          <p:spPr>
            <a:xfrm flipH="1">
              <a:off x="624508" y="1399327"/>
              <a:ext cx="2615529" cy="284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mn-MN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Гол санаа энд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7" name="Google Shape;587;p27"/>
          <p:cNvGrpSpPr/>
          <p:nvPr/>
        </p:nvGrpSpPr>
        <p:grpSpPr>
          <a:xfrm>
            <a:off x="5896801" y="1498479"/>
            <a:ext cx="2615529" cy="845126"/>
            <a:chOff x="624508" y="1399327"/>
            <a:chExt cx="2615529" cy="845126"/>
          </a:xfrm>
        </p:grpSpPr>
        <p:sp>
          <p:nvSpPr>
            <p:cNvPr id="588" name="Google Shape;588;p27"/>
            <p:cNvSpPr txBox="1"/>
            <p:nvPr/>
          </p:nvSpPr>
          <p:spPr>
            <a:xfrm flipH="1">
              <a:off x="624508" y="1667402"/>
              <a:ext cx="2615529" cy="5770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Энд гол санаагаа бичнэ үү. Товч бөгөөд ойлгомжтой тайлбар.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27"/>
            <p:cNvSpPr txBox="1"/>
            <p:nvPr/>
          </p:nvSpPr>
          <p:spPr>
            <a:xfrm flipH="1">
              <a:off x="624508" y="1399327"/>
              <a:ext cx="2615529" cy="284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mn-MN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Дэд гарчиг энд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0" name="Google Shape;590;p27"/>
          <p:cNvGrpSpPr/>
          <p:nvPr/>
        </p:nvGrpSpPr>
        <p:grpSpPr>
          <a:xfrm>
            <a:off x="5896801" y="3376753"/>
            <a:ext cx="2615529" cy="845126"/>
            <a:chOff x="624508" y="1399327"/>
            <a:chExt cx="2615529" cy="845126"/>
          </a:xfrm>
        </p:grpSpPr>
        <p:sp>
          <p:nvSpPr>
            <p:cNvPr id="591" name="Google Shape;591;p27"/>
            <p:cNvSpPr txBox="1"/>
            <p:nvPr/>
          </p:nvSpPr>
          <p:spPr>
            <a:xfrm flipH="1">
              <a:off x="624508" y="1667402"/>
              <a:ext cx="2615529" cy="5770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mn-MN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Тоо баримт, жишээ ашиглавал илүү үр дүнтэй.</a:t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27"/>
            <p:cNvSpPr txBox="1"/>
            <p:nvPr/>
          </p:nvSpPr>
          <p:spPr>
            <a:xfrm flipH="1">
              <a:off x="624508" y="1399327"/>
              <a:ext cx="2615529" cy="284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0" spcFirstLastPara="1" rIns="0" wrap="square" tIns="3427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mn-MN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Товч тайлбар энд</a:t>
              </a:r>
              <a:endPara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8"/>
          <p:cNvSpPr/>
          <p:nvPr/>
        </p:nvSpPr>
        <p:spPr>
          <a:xfrm flipH="1" rot="5400000">
            <a:off x="-314740" y="314735"/>
            <a:ext cx="5201488" cy="4572002"/>
          </a:xfrm>
          <a:prstGeom prst="rect">
            <a:avLst/>
          </a:prstGeom>
          <a:gradFill>
            <a:gsLst>
              <a:gs pos="0">
                <a:srgbClr val="5BB180"/>
              </a:gs>
              <a:gs pos="29000">
                <a:srgbClr val="05121A"/>
              </a:gs>
              <a:gs pos="100000">
                <a:srgbClr val="05121A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8" name="Google Shape;598;p28"/>
          <p:cNvSpPr txBox="1"/>
          <p:nvPr>
            <p:ph idx="12" type="sldNum"/>
          </p:nvPr>
        </p:nvSpPr>
        <p:spPr>
          <a:xfrm>
            <a:off x="8582089" y="4748642"/>
            <a:ext cx="3110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9" name="Google Shape;599;p28"/>
          <p:cNvPicPr preferRelativeResize="0"/>
          <p:nvPr/>
        </p:nvPicPr>
        <p:blipFill rotWithShape="1">
          <a:blip r:embed="rId3">
            <a:alphaModFix/>
          </a:blip>
          <a:srcRect b="24469" l="23486" r="56222" t="52445"/>
          <a:stretch/>
        </p:blipFill>
        <p:spPr>
          <a:xfrm>
            <a:off x="-1" y="-8"/>
            <a:ext cx="4572002" cy="5201489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28"/>
          <p:cNvSpPr/>
          <p:nvPr/>
        </p:nvSpPr>
        <p:spPr>
          <a:xfrm>
            <a:off x="3169920" y="268288"/>
            <a:ext cx="5723254" cy="4464050"/>
          </a:xfrm>
          <a:prstGeom prst="roundRect">
            <a:avLst>
              <a:gd fmla="val 2860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1" name="Google Shape;601;p28"/>
          <p:cNvGrpSpPr/>
          <p:nvPr/>
        </p:nvGrpSpPr>
        <p:grpSpPr>
          <a:xfrm>
            <a:off x="3502813" y="529949"/>
            <a:ext cx="795501" cy="795497"/>
            <a:chOff x="689173" y="2937193"/>
            <a:chExt cx="474981" cy="474979"/>
          </a:xfrm>
        </p:grpSpPr>
        <p:sp>
          <p:nvSpPr>
            <p:cNvPr id="602" name="Google Shape;602;p28"/>
            <p:cNvSpPr/>
            <p:nvPr/>
          </p:nvSpPr>
          <p:spPr>
            <a:xfrm>
              <a:off x="689173" y="2937193"/>
              <a:ext cx="474981" cy="474979"/>
            </a:xfrm>
            <a:prstGeom prst="ellipse">
              <a:avLst/>
            </a:prstGeom>
            <a:solidFill>
              <a:srgbClr val="D8D8D8">
                <a:alpha val="25882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28"/>
            <p:cNvSpPr/>
            <p:nvPr/>
          </p:nvSpPr>
          <p:spPr>
            <a:xfrm>
              <a:off x="733528" y="2981548"/>
              <a:ext cx="386272" cy="386270"/>
            </a:xfrm>
            <a:prstGeom prst="ellipse">
              <a:avLst/>
            </a:prstGeom>
            <a:gradFill>
              <a:gsLst>
                <a:gs pos="0">
                  <a:srgbClr val="5BB180"/>
                </a:gs>
                <a:gs pos="85000">
                  <a:srgbClr val="05121A"/>
                </a:gs>
                <a:gs pos="100000">
                  <a:srgbClr val="05121A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  <a:effectLst>
              <a:outerShdw blurRad="152400" rotWithShape="0" algn="t" dir="5400000" dist="38100">
                <a:srgbClr val="5BB18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4" name="Google Shape;604;p28"/>
          <p:cNvSpPr txBox="1"/>
          <p:nvPr/>
        </p:nvSpPr>
        <p:spPr>
          <a:xfrm flipH="1">
            <a:off x="4572000" y="625644"/>
            <a:ext cx="4005176" cy="5770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mn-M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Өсөлтийг тогтмол хэмжиж, сайжруулна. Энэ хэсэгт өөрийн текстээ оруулна уу. Гол үзүүлэлтүүдээ товч дурдана.</a:t>
            </a:r>
            <a:endParaRPr/>
          </a:p>
        </p:txBody>
      </p:sp>
      <p:sp>
        <p:nvSpPr>
          <p:cNvPr id="605" name="Google Shape;605;p28"/>
          <p:cNvSpPr txBox="1"/>
          <p:nvPr/>
        </p:nvSpPr>
        <p:spPr>
          <a:xfrm flipH="1">
            <a:off x="4572000" y="1660990"/>
            <a:ext cx="4005176" cy="5770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Хэрэглэгчийн хэрэгцээг нарийн судална. Чанар, хурд, найдвартай байдлыг эрхэмлэнэ. Шинэ боломжийг цаг алдалгүй ашиглана.</a:t>
            </a:r>
            <a:endParaRPr/>
          </a:p>
        </p:txBody>
      </p:sp>
      <p:sp>
        <p:nvSpPr>
          <p:cNvPr id="606" name="Google Shape;606;p28"/>
          <p:cNvSpPr txBox="1"/>
          <p:nvPr/>
        </p:nvSpPr>
        <p:spPr>
          <a:xfrm flipH="1">
            <a:off x="4572000" y="2707856"/>
            <a:ext cx="4005176" cy="5770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Үр дүнд суурилсан шийдлийг санал болгоно. Харилцагчидтайгаа урт хугацааны түншлэл тогтооно.</a:t>
            </a:r>
            <a:endParaRPr/>
          </a:p>
        </p:txBody>
      </p:sp>
      <p:sp>
        <p:nvSpPr>
          <p:cNvPr id="607" name="Google Shape;607;p28"/>
          <p:cNvSpPr txBox="1"/>
          <p:nvPr/>
        </p:nvSpPr>
        <p:spPr>
          <a:xfrm flipH="1">
            <a:off x="4572000" y="3755938"/>
            <a:ext cx="4005176" cy="57705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mn-M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Технологийн шинэчлэлийг тасралтгүй нэвтрүүлнэ. Энд гол санаагаа бичнэ үү. Товч бөгөөд ойлгомжтой тайлбар.</a:t>
            </a:r>
            <a:endParaRPr/>
          </a:p>
        </p:txBody>
      </p:sp>
      <p:cxnSp>
        <p:nvCxnSpPr>
          <p:cNvPr id="608" name="Google Shape;608;p28"/>
          <p:cNvCxnSpPr/>
          <p:nvPr/>
        </p:nvCxnSpPr>
        <p:spPr>
          <a:xfrm flipH="1" rot="10800000">
            <a:off x="4572000" y="3548721"/>
            <a:ext cx="3895673" cy="1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p28"/>
          <p:cNvCxnSpPr/>
          <p:nvPr/>
        </p:nvCxnSpPr>
        <p:spPr>
          <a:xfrm flipH="1" rot="10800000">
            <a:off x="4572000" y="2500312"/>
            <a:ext cx="3895673" cy="1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p28"/>
          <p:cNvCxnSpPr/>
          <p:nvPr/>
        </p:nvCxnSpPr>
        <p:spPr>
          <a:xfrm flipH="1" rot="10800000">
            <a:off x="4572000" y="1451902"/>
            <a:ext cx="3895673" cy="1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11" name="Google Shape;611;p28"/>
          <p:cNvGrpSpPr/>
          <p:nvPr/>
        </p:nvGrpSpPr>
        <p:grpSpPr>
          <a:xfrm>
            <a:off x="3502813" y="1576787"/>
            <a:ext cx="795501" cy="795497"/>
            <a:chOff x="689173" y="2937193"/>
            <a:chExt cx="474981" cy="474979"/>
          </a:xfrm>
        </p:grpSpPr>
        <p:sp>
          <p:nvSpPr>
            <p:cNvPr id="612" name="Google Shape;612;p28"/>
            <p:cNvSpPr/>
            <p:nvPr/>
          </p:nvSpPr>
          <p:spPr>
            <a:xfrm>
              <a:off x="689173" y="2937193"/>
              <a:ext cx="474981" cy="474979"/>
            </a:xfrm>
            <a:prstGeom prst="ellipse">
              <a:avLst/>
            </a:prstGeom>
            <a:solidFill>
              <a:srgbClr val="D8D8D8">
                <a:alpha val="25882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28"/>
            <p:cNvSpPr/>
            <p:nvPr/>
          </p:nvSpPr>
          <p:spPr>
            <a:xfrm>
              <a:off x="733528" y="2981548"/>
              <a:ext cx="386272" cy="386270"/>
            </a:xfrm>
            <a:prstGeom prst="ellipse">
              <a:avLst/>
            </a:prstGeom>
            <a:gradFill>
              <a:gsLst>
                <a:gs pos="0">
                  <a:srgbClr val="5BB180"/>
                </a:gs>
                <a:gs pos="85000">
                  <a:srgbClr val="05121A"/>
                </a:gs>
                <a:gs pos="100000">
                  <a:srgbClr val="05121A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  <a:effectLst>
              <a:outerShdw blurRad="152400" rotWithShape="0" algn="t" dir="5400000" dist="38100">
                <a:srgbClr val="5BB18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4" name="Google Shape;614;p28"/>
          <p:cNvGrpSpPr/>
          <p:nvPr/>
        </p:nvGrpSpPr>
        <p:grpSpPr>
          <a:xfrm>
            <a:off x="3502813" y="2623625"/>
            <a:ext cx="795501" cy="795497"/>
            <a:chOff x="689173" y="2937193"/>
            <a:chExt cx="474981" cy="474979"/>
          </a:xfrm>
        </p:grpSpPr>
        <p:sp>
          <p:nvSpPr>
            <p:cNvPr id="615" name="Google Shape;615;p28"/>
            <p:cNvSpPr/>
            <p:nvPr/>
          </p:nvSpPr>
          <p:spPr>
            <a:xfrm>
              <a:off x="689173" y="2937193"/>
              <a:ext cx="474981" cy="474979"/>
            </a:xfrm>
            <a:prstGeom prst="ellipse">
              <a:avLst/>
            </a:prstGeom>
            <a:solidFill>
              <a:srgbClr val="D8D8D8">
                <a:alpha val="25882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28"/>
            <p:cNvSpPr/>
            <p:nvPr/>
          </p:nvSpPr>
          <p:spPr>
            <a:xfrm>
              <a:off x="733528" y="2981548"/>
              <a:ext cx="386272" cy="386270"/>
            </a:xfrm>
            <a:prstGeom prst="ellipse">
              <a:avLst/>
            </a:prstGeom>
            <a:gradFill>
              <a:gsLst>
                <a:gs pos="0">
                  <a:srgbClr val="5BB180"/>
                </a:gs>
                <a:gs pos="85000">
                  <a:srgbClr val="05121A"/>
                </a:gs>
                <a:gs pos="100000">
                  <a:srgbClr val="05121A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  <a:effectLst>
              <a:outerShdw blurRad="152400" rotWithShape="0" algn="t" dir="5400000" dist="38100">
                <a:srgbClr val="5BB18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7" name="Google Shape;617;p28"/>
          <p:cNvGrpSpPr/>
          <p:nvPr/>
        </p:nvGrpSpPr>
        <p:grpSpPr>
          <a:xfrm>
            <a:off x="3502813" y="3670463"/>
            <a:ext cx="795501" cy="795497"/>
            <a:chOff x="689173" y="2937193"/>
            <a:chExt cx="474981" cy="474979"/>
          </a:xfrm>
        </p:grpSpPr>
        <p:sp>
          <p:nvSpPr>
            <p:cNvPr id="618" name="Google Shape;618;p28"/>
            <p:cNvSpPr/>
            <p:nvPr/>
          </p:nvSpPr>
          <p:spPr>
            <a:xfrm>
              <a:off x="689173" y="2937193"/>
              <a:ext cx="474981" cy="474979"/>
            </a:xfrm>
            <a:prstGeom prst="ellipse">
              <a:avLst/>
            </a:prstGeom>
            <a:solidFill>
              <a:srgbClr val="D8D8D8">
                <a:alpha val="25882"/>
              </a:srgb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28"/>
            <p:cNvSpPr/>
            <p:nvPr/>
          </p:nvSpPr>
          <p:spPr>
            <a:xfrm>
              <a:off x="733528" y="2981548"/>
              <a:ext cx="386272" cy="386270"/>
            </a:xfrm>
            <a:prstGeom prst="ellipse">
              <a:avLst/>
            </a:prstGeom>
            <a:gradFill>
              <a:gsLst>
                <a:gs pos="0">
                  <a:srgbClr val="5BB180"/>
                </a:gs>
                <a:gs pos="85000">
                  <a:srgbClr val="05121A"/>
                </a:gs>
                <a:gs pos="100000">
                  <a:srgbClr val="05121A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  <a:effectLst>
              <a:outerShdw blurRad="152400" rotWithShape="0" algn="t" dir="5400000" dist="38100">
                <a:srgbClr val="5BB180">
                  <a:alpha val="4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0" name="Google Shape;620;p28"/>
          <p:cNvSpPr txBox="1"/>
          <p:nvPr>
            <p:ph type="title"/>
          </p:nvPr>
        </p:nvSpPr>
        <p:spPr>
          <a:xfrm>
            <a:off x="451104" y="664871"/>
            <a:ext cx="2218944" cy="4985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pen Sans"/>
              <a:buNone/>
            </a:pPr>
            <a:r>
              <a:rPr b="1" lang="mn-MN" sz="3600">
                <a:solidFill>
                  <a:schemeClr val="lt1"/>
                </a:solidFill>
              </a:rPr>
              <a:t>Дүгнэлт</a:t>
            </a:r>
            <a:endParaRPr/>
          </a:p>
        </p:txBody>
      </p:sp>
      <p:grpSp>
        <p:nvGrpSpPr>
          <p:cNvPr id="621" name="Google Shape;621;p28"/>
          <p:cNvGrpSpPr/>
          <p:nvPr/>
        </p:nvGrpSpPr>
        <p:grpSpPr>
          <a:xfrm>
            <a:off x="3747025" y="787012"/>
            <a:ext cx="307076" cy="281370"/>
            <a:chOff x="9155113" y="3624263"/>
            <a:chExt cx="360363" cy="330201"/>
          </a:xfrm>
        </p:grpSpPr>
        <p:sp>
          <p:nvSpPr>
            <p:cNvPr id="622" name="Google Shape;622;p28"/>
            <p:cNvSpPr/>
            <p:nvPr/>
          </p:nvSpPr>
          <p:spPr>
            <a:xfrm>
              <a:off x="9155113" y="3819526"/>
              <a:ext cx="360363" cy="134938"/>
            </a:xfrm>
            <a:custGeom>
              <a:rect b="b" l="l" r="r" t="t"/>
              <a:pathLst>
                <a:path extrusionOk="0" h="510" w="1361">
                  <a:moveTo>
                    <a:pt x="1333" y="510"/>
                  </a:moveTo>
                  <a:lnTo>
                    <a:pt x="29" y="510"/>
                  </a:lnTo>
                  <a:lnTo>
                    <a:pt x="29" y="510"/>
                  </a:lnTo>
                  <a:lnTo>
                    <a:pt x="24" y="510"/>
                  </a:lnTo>
                  <a:lnTo>
                    <a:pt x="18" y="508"/>
                  </a:lnTo>
                  <a:lnTo>
                    <a:pt x="14" y="506"/>
                  </a:lnTo>
                  <a:lnTo>
                    <a:pt x="10" y="502"/>
                  </a:lnTo>
                  <a:lnTo>
                    <a:pt x="6" y="497"/>
                  </a:lnTo>
                  <a:lnTo>
                    <a:pt x="4" y="492"/>
                  </a:lnTo>
                  <a:lnTo>
                    <a:pt x="1" y="487"/>
                  </a:lnTo>
                  <a:lnTo>
                    <a:pt x="0" y="481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1" y="23"/>
                  </a:lnTo>
                  <a:lnTo>
                    <a:pt x="4" y="17"/>
                  </a:lnTo>
                  <a:lnTo>
                    <a:pt x="6" y="13"/>
                  </a:lnTo>
                  <a:lnTo>
                    <a:pt x="10" y="8"/>
                  </a:lnTo>
                  <a:lnTo>
                    <a:pt x="14" y="5"/>
                  </a:lnTo>
                  <a:lnTo>
                    <a:pt x="18" y="2"/>
                  </a:lnTo>
                  <a:lnTo>
                    <a:pt x="24" y="1"/>
                  </a:lnTo>
                  <a:lnTo>
                    <a:pt x="29" y="0"/>
                  </a:lnTo>
                  <a:lnTo>
                    <a:pt x="426" y="0"/>
                  </a:lnTo>
                  <a:lnTo>
                    <a:pt x="426" y="0"/>
                  </a:lnTo>
                  <a:lnTo>
                    <a:pt x="432" y="1"/>
                  </a:lnTo>
                  <a:lnTo>
                    <a:pt x="437" y="2"/>
                  </a:lnTo>
                  <a:lnTo>
                    <a:pt x="442" y="5"/>
                  </a:lnTo>
                  <a:lnTo>
                    <a:pt x="446" y="8"/>
                  </a:lnTo>
                  <a:lnTo>
                    <a:pt x="449" y="13"/>
                  </a:lnTo>
                  <a:lnTo>
                    <a:pt x="452" y="17"/>
                  </a:lnTo>
                  <a:lnTo>
                    <a:pt x="454" y="23"/>
                  </a:lnTo>
                  <a:lnTo>
                    <a:pt x="454" y="28"/>
                  </a:lnTo>
                  <a:lnTo>
                    <a:pt x="454" y="113"/>
                  </a:lnTo>
                  <a:lnTo>
                    <a:pt x="907" y="113"/>
                  </a:lnTo>
                  <a:lnTo>
                    <a:pt x="907" y="28"/>
                  </a:lnTo>
                  <a:lnTo>
                    <a:pt x="907" y="28"/>
                  </a:lnTo>
                  <a:lnTo>
                    <a:pt x="909" y="23"/>
                  </a:lnTo>
                  <a:lnTo>
                    <a:pt x="910" y="17"/>
                  </a:lnTo>
                  <a:lnTo>
                    <a:pt x="913" y="13"/>
                  </a:lnTo>
                  <a:lnTo>
                    <a:pt x="916" y="8"/>
                  </a:lnTo>
                  <a:lnTo>
                    <a:pt x="921" y="5"/>
                  </a:lnTo>
                  <a:lnTo>
                    <a:pt x="925" y="2"/>
                  </a:lnTo>
                  <a:lnTo>
                    <a:pt x="931" y="1"/>
                  </a:lnTo>
                  <a:lnTo>
                    <a:pt x="936" y="0"/>
                  </a:lnTo>
                  <a:lnTo>
                    <a:pt x="1333" y="0"/>
                  </a:lnTo>
                  <a:lnTo>
                    <a:pt x="1333" y="0"/>
                  </a:lnTo>
                  <a:lnTo>
                    <a:pt x="1339" y="1"/>
                  </a:lnTo>
                  <a:lnTo>
                    <a:pt x="1344" y="2"/>
                  </a:lnTo>
                  <a:lnTo>
                    <a:pt x="1349" y="5"/>
                  </a:lnTo>
                  <a:lnTo>
                    <a:pt x="1353" y="8"/>
                  </a:lnTo>
                  <a:lnTo>
                    <a:pt x="1356" y="13"/>
                  </a:lnTo>
                  <a:lnTo>
                    <a:pt x="1359" y="17"/>
                  </a:lnTo>
                  <a:lnTo>
                    <a:pt x="1361" y="23"/>
                  </a:lnTo>
                  <a:lnTo>
                    <a:pt x="1361" y="28"/>
                  </a:lnTo>
                  <a:lnTo>
                    <a:pt x="1361" y="481"/>
                  </a:lnTo>
                  <a:lnTo>
                    <a:pt x="1361" y="481"/>
                  </a:lnTo>
                  <a:lnTo>
                    <a:pt x="1361" y="487"/>
                  </a:lnTo>
                  <a:lnTo>
                    <a:pt x="1359" y="492"/>
                  </a:lnTo>
                  <a:lnTo>
                    <a:pt x="1356" y="497"/>
                  </a:lnTo>
                  <a:lnTo>
                    <a:pt x="1353" y="502"/>
                  </a:lnTo>
                  <a:lnTo>
                    <a:pt x="1349" y="506"/>
                  </a:lnTo>
                  <a:lnTo>
                    <a:pt x="1344" y="508"/>
                  </a:lnTo>
                  <a:lnTo>
                    <a:pt x="1339" y="510"/>
                  </a:lnTo>
                  <a:lnTo>
                    <a:pt x="1333" y="510"/>
                  </a:lnTo>
                  <a:lnTo>
                    <a:pt x="1333" y="510"/>
                  </a:lnTo>
                  <a:close/>
                  <a:moveTo>
                    <a:pt x="57" y="453"/>
                  </a:moveTo>
                  <a:lnTo>
                    <a:pt x="1304" y="453"/>
                  </a:lnTo>
                  <a:lnTo>
                    <a:pt x="1304" y="56"/>
                  </a:lnTo>
                  <a:lnTo>
                    <a:pt x="964" y="56"/>
                  </a:lnTo>
                  <a:lnTo>
                    <a:pt x="964" y="142"/>
                  </a:lnTo>
                  <a:lnTo>
                    <a:pt x="964" y="142"/>
                  </a:lnTo>
                  <a:lnTo>
                    <a:pt x="964" y="147"/>
                  </a:lnTo>
                  <a:lnTo>
                    <a:pt x="962" y="152"/>
                  </a:lnTo>
                  <a:lnTo>
                    <a:pt x="960" y="157"/>
                  </a:lnTo>
                  <a:lnTo>
                    <a:pt x="956" y="161"/>
                  </a:lnTo>
                  <a:lnTo>
                    <a:pt x="952" y="165"/>
                  </a:lnTo>
                  <a:lnTo>
                    <a:pt x="947" y="167"/>
                  </a:lnTo>
                  <a:lnTo>
                    <a:pt x="942" y="169"/>
                  </a:lnTo>
                  <a:lnTo>
                    <a:pt x="936" y="170"/>
                  </a:lnTo>
                  <a:lnTo>
                    <a:pt x="426" y="170"/>
                  </a:lnTo>
                  <a:lnTo>
                    <a:pt x="426" y="170"/>
                  </a:lnTo>
                  <a:lnTo>
                    <a:pt x="421" y="169"/>
                  </a:lnTo>
                  <a:lnTo>
                    <a:pt x="415" y="167"/>
                  </a:lnTo>
                  <a:lnTo>
                    <a:pt x="411" y="165"/>
                  </a:lnTo>
                  <a:lnTo>
                    <a:pt x="405" y="161"/>
                  </a:lnTo>
                  <a:lnTo>
                    <a:pt x="402" y="157"/>
                  </a:lnTo>
                  <a:lnTo>
                    <a:pt x="399" y="152"/>
                  </a:lnTo>
                  <a:lnTo>
                    <a:pt x="398" y="147"/>
                  </a:lnTo>
                  <a:lnTo>
                    <a:pt x="397" y="142"/>
                  </a:lnTo>
                  <a:lnTo>
                    <a:pt x="397" y="56"/>
                  </a:lnTo>
                  <a:lnTo>
                    <a:pt x="57" y="56"/>
                  </a:lnTo>
                  <a:lnTo>
                    <a:pt x="57" y="45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28"/>
            <p:cNvSpPr/>
            <p:nvPr/>
          </p:nvSpPr>
          <p:spPr>
            <a:xfrm>
              <a:off x="9290050" y="3624263"/>
              <a:ext cx="180975" cy="239713"/>
            </a:xfrm>
            <a:custGeom>
              <a:rect b="b" l="l" r="r" t="t"/>
              <a:pathLst>
                <a:path extrusionOk="0" h="907" w="680">
                  <a:moveTo>
                    <a:pt x="28" y="907"/>
                  </a:moveTo>
                  <a:lnTo>
                    <a:pt x="28" y="907"/>
                  </a:lnTo>
                  <a:lnTo>
                    <a:pt x="23" y="906"/>
                  </a:lnTo>
                  <a:lnTo>
                    <a:pt x="18" y="904"/>
                  </a:lnTo>
                  <a:lnTo>
                    <a:pt x="13" y="902"/>
                  </a:lnTo>
                  <a:lnTo>
                    <a:pt x="9" y="898"/>
                  </a:lnTo>
                  <a:lnTo>
                    <a:pt x="5" y="894"/>
                  </a:lnTo>
                  <a:lnTo>
                    <a:pt x="3" y="889"/>
                  </a:lnTo>
                  <a:lnTo>
                    <a:pt x="1" y="884"/>
                  </a:lnTo>
                  <a:lnTo>
                    <a:pt x="0" y="87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1" y="23"/>
                  </a:lnTo>
                  <a:lnTo>
                    <a:pt x="3" y="17"/>
                  </a:lnTo>
                  <a:lnTo>
                    <a:pt x="5" y="12"/>
                  </a:lnTo>
                  <a:lnTo>
                    <a:pt x="9" y="8"/>
                  </a:lnTo>
                  <a:lnTo>
                    <a:pt x="13" y="4"/>
                  </a:lnTo>
                  <a:lnTo>
                    <a:pt x="18" y="2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652" y="0"/>
                  </a:lnTo>
                  <a:lnTo>
                    <a:pt x="652" y="0"/>
                  </a:lnTo>
                  <a:lnTo>
                    <a:pt x="657" y="0"/>
                  </a:lnTo>
                  <a:lnTo>
                    <a:pt x="663" y="2"/>
                  </a:lnTo>
                  <a:lnTo>
                    <a:pt x="667" y="4"/>
                  </a:lnTo>
                  <a:lnTo>
                    <a:pt x="672" y="8"/>
                  </a:lnTo>
                  <a:lnTo>
                    <a:pt x="675" y="12"/>
                  </a:lnTo>
                  <a:lnTo>
                    <a:pt x="678" y="17"/>
                  </a:lnTo>
                  <a:lnTo>
                    <a:pt x="679" y="23"/>
                  </a:lnTo>
                  <a:lnTo>
                    <a:pt x="680" y="29"/>
                  </a:lnTo>
                  <a:lnTo>
                    <a:pt x="680" y="765"/>
                  </a:lnTo>
                  <a:lnTo>
                    <a:pt x="680" y="765"/>
                  </a:lnTo>
                  <a:lnTo>
                    <a:pt x="679" y="771"/>
                  </a:lnTo>
                  <a:lnTo>
                    <a:pt x="678" y="776"/>
                  </a:lnTo>
                  <a:lnTo>
                    <a:pt x="675" y="781"/>
                  </a:lnTo>
                  <a:lnTo>
                    <a:pt x="672" y="785"/>
                  </a:lnTo>
                  <a:lnTo>
                    <a:pt x="667" y="789"/>
                  </a:lnTo>
                  <a:lnTo>
                    <a:pt x="663" y="791"/>
                  </a:lnTo>
                  <a:lnTo>
                    <a:pt x="657" y="793"/>
                  </a:lnTo>
                  <a:lnTo>
                    <a:pt x="652" y="793"/>
                  </a:lnTo>
                  <a:lnTo>
                    <a:pt x="652" y="793"/>
                  </a:lnTo>
                  <a:lnTo>
                    <a:pt x="646" y="793"/>
                  </a:lnTo>
                  <a:lnTo>
                    <a:pt x="641" y="791"/>
                  </a:lnTo>
                  <a:lnTo>
                    <a:pt x="636" y="789"/>
                  </a:lnTo>
                  <a:lnTo>
                    <a:pt x="632" y="785"/>
                  </a:lnTo>
                  <a:lnTo>
                    <a:pt x="629" y="781"/>
                  </a:lnTo>
                  <a:lnTo>
                    <a:pt x="626" y="776"/>
                  </a:lnTo>
                  <a:lnTo>
                    <a:pt x="624" y="771"/>
                  </a:lnTo>
                  <a:lnTo>
                    <a:pt x="624" y="765"/>
                  </a:lnTo>
                  <a:lnTo>
                    <a:pt x="624" y="57"/>
                  </a:lnTo>
                  <a:lnTo>
                    <a:pt x="57" y="57"/>
                  </a:lnTo>
                  <a:lnTo>
                    <a:pt x="57" y="879"/>
                  </a:lnTo>
                  <a:lnTo>
                    <a:pt x="57" y="879"/>
                  </a:lnTo>
                  <a:lnTo>
                    <a:pt x="56" y="884"/>
                  </a:lnTo>
                  <a:lnTo>
                    <a:pt x="54" y="889"/>
                  </a:lnTo>
                  <a:lnTo>
                    <a:pt x="52" y="894"/>
                  </a:lnTo>
                  <a:lnTo>
                    <a:pt x="48" y="898"/>
                  </a:lnTo>
                  <a:lnTo>
                    <a:pt x="44" y="902"/>
                  </a:lnTo>
                  <a:lnTo>
                    <a:pt x="39" y="904"/>
                  </a:lnTo>
                  <a:lnTo>
                    <a:pt x="34" y="906"/>
                  </a:lnTo>
                  <a:lnTo>
                    <a:pt x="28" y="907"/>
                  </a:lnTo>
                  <a:lnTo>
                    <a:pt x="28" y="9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28"/>
            <p:cNvSpPr/>
            <p:nvPr/>
          </p:nvSpPr>
          <p:spPr>
            <a:xfrm>
              <a:off x="9201150" y="3654426"/>
              <a:ext cx="104775" cy="179388"/>
            </a:xfrm>
            <a:custGeom>
              <a:rect b="b" l="l" r="r" t="t"/>
              <a:pathLst>
                <a:path extrusionOk="0" h="680" w="397">
                  <a:moveTo>
                    <a:pt x="28" y="680"/>
                  </a:moveTo>
                  <a:lnTo>
                    <a:pt x="28" y="680"/>
                  </a:lnTo>
                  <a:lnTo>
                    <a:pt x="22" y="680"/>
                  </a:lnTo>
                  <a:lnTo>
                    <a:pt x="17" y="678"/>
                  </a:lnTo>
                  <a:lnTo>
                    <a:pt x="12" y="676"/>
                  </a:lnTo>
                  <a:lnTo>
                    <a:pt x="8" y="672"/>
                  </a:lnTo>
                  <a:lnTo>
                    <a:pt x="4" y="668"/>
                  </a:lnTo>
                  <a:lnTo>
                    <a:pt x="2" y="663"/>
                  </a:lnTo>
                  <a:lnTo>
                    <a:pt x="0" y="658"/>
                  </a:lnTo>
                  <a:lnTo>
                    <a:pt x="0" y="652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2" y="18"/>
                  </a:lnTo>
                  <a:lnTo>
                    <a:pt x="4" y="13"/>
                  </a:lnTo>
                  <a:lnTo>
                    <a:pt x="8" y="8"/>
                  </a:lnTo>
                  <a:lnTo>
                    <a:pt x="12" y="5"/>
                  </a:lnTo>
                  <a:lnTo>
                    <a:pt x="17" y="2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368" y="0"/>
                  </a:lnTo>
                  <a:lnTo>
                    <a:pt x="368" y="0"/>
                  </a:lnTo>
                  <a:lnTo>
                    <a:pt x="374" y="0"/>
                  </a:lnTo>
                  <a:lnTo>
                    <a:pt x="379" y="2"/>
                  </a:lnTo>
                  <a:lnTo>
                    <a:pt x="384" y="5"/>
                  </a:lnTo>
                  <a:lnTo>
                    <a:pt x="388" y="8"/>
                  </a:lnTo>
                  <a:lnTo>
                    <a:pt x="392" y="13"/>
                  </a:lnTo>
                  <a:lnTo>
                    <a:pt x="394" y="18"/>
                  </a:lnTo>
                  <a:lnTo>
                    <a:pt x="396" y="23"/>
                  </a:lnTo>
                  <a:lnTo>
                    <a:pt x="397" y="29"/>
                  </a:lnTo>
                  <a:lnTo>
                    <a:pt x="397" y="29"/>
                  </a:lnTo>
                  <a:lnTo>
                    <a:pt x="396" y="35"/>
                  </a:lnTo>
                  <a:lnTo>
                    <a:pt x="394" y="40"/>
                  </a:lnTo>
                  <a:lnTo>
                    <a:pt x="392" y="45"/>
                  </a:lnTo>
                  <a:lnTo>
                    <a:pt x="388" y="49"/>
                  </a:lnTo>
                  <a:lnTo>
                    <a:pt x="384" y="52"/>
                  </a:lnTo>
                  <a:lnTo>
                    <a:pt x="379" y="55"/>
                  </a:lnTo>
                  <a:lnTo>
                    <a:pt x="374" y="56"/>
                  </a:lnTo>
                  <a:lnTo>
                    <a:pt x="368" y="57"/>
                  </a:lnTo>
                  <a:lnTo>
                    <a:pt x="57" y="57"/>
                  </a:lnTo>
                  <a:lnTo>
                    <a:pt x="57" y="652"/>
                  </a:lnTo>
                  <a:lnTo>
                    <a:pt x="57" y="652"/>
                  </a:lnTo>
                  <a:lnTo>
                    <a:pt x="56" y="658"/>
                  </a:lnTo>
                  <a:lnTo>
                    <a:pt x="55" y="663"/>
                  </a:lnTo>
                  <a:lnTo>
                    <a:pt x="52" y="668"/>
                  </a:lnTo>
                  <a:lnTo>
                    <a:pt x="49" y="672"/>
                  </a:lnTo>
                  <a:lnTo>
                    <a:pt x="44" y="676"/>
                  </a:lnTo>
                  <a:lnTo>
                    <a:pt x="40" y="678"/>
                  </a:lnTo>
                  <a:lnTo>
                    <a:pt x="34" y="680"/>
                  </a:lnTo>
                  <a:lnTo>
                    <a:pt x="28" y="680"/>
                  </a:lnTo>
                  <a:lnTo>
                    <a:pt x="28" y="68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28"/>
            <p:cNvSpPr/>
            <p:nvPr/>
          </p:nvSpPr>
          <p:spPr>
            <a:xfrm>
              <a:off x="9350375" y="3668713"/>
              <a:ext cx="90488" cy="15875"/>
            </a:xfrm>
            <a:custGeom>
              <a:rect b="b" l="l" r="r" t="t"/>
              <a:pathLst>
                <a:path extrusionOk="0" h="57" w="340">
                  <a:moveTo>
                    <a:pt x="312" y="57"/>
                  </a:moveTo>
                  <a:lnTo>
                    <a:pt x="28" y="57"/>
                  </a:lnTo>
                  <a:lnTo>
                    <a:pt x="28" y="57"/>
                  </a:lnTo>
                  <a:lnTo>
                    <a:pt x="22" y="57"/>
                  </a:lnTo>
                  <a:lnTo>
                    <a:pt x="17" y="55"/>
                  </a:lnTo>
                  <a:lnTo>
                    <a:pt x="12" y="51"/>
                  </a:lnTo>
                  <a:lnTo>
                    <a:pt x="8" y="48"/>
                  </a:lnTo>
                  <a:lnTo>
                    <a:pt x="5" y="44"/>
                  </a:lnTo>
                  <a:lnTo>
                    <a:pt x="2" y="39"/>
                  </a:lnTo>
                  <a:lnTo>
                    <a:pt x="0" y="34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22"/>
                  </a:lnTo>
                  <a:lnTo>
                    <a:pt x="2" y="17"/>
                  </a:lnTo>
                  <a:lnTo>
                    <a:pt x="5" y="12"/>
                  </a:lnTo>
                  <a:lnTo>
                    <a:pt x="8" y="8"/>
                  </a:lnTo>
                  <a:lnTo>
                    <a:pt x="12" y="5"/>
                  </a:lnTo>
                  <a:lnTo>
                    <a:pt x="17" y="2"/>
                  </a:lnTo>
                  <a:lnTo>
                    <a:pt x="22" y="1"/>
                  </a:lnTo>
                  <a:lnTo>
                    <a:pt x="28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7" y="1"/>
                  </a:lnTo>
                  <a:lnTo>
                    <a:pt x="322" y="2"/>
                  </a:lnTo>
                  <a:lnTo>
                    <a:pt x="327" y="5"/>
                  </a:lnTo>
                  <a:lnTo>
                    <a:pt x="331" y="8"/>
                  </a:lnTo>
                  <a:lnTo>
                    <a:pt x="335" y="12"/>
                  </a:lnTo>
                  <a:lnTo>
                    <a:pt x="337" y="17"/>
                  </a:lnTo>
                  <a:lnTo>
                    <a:pt x="339" y="22"/>
                  </a:lnTo>
                  <a:lnTo>
                    <a:pt x="340" y="28"/>
                  </a:lnTo>
                  <a:lnTo>
                    <a:pt x="340" y="28"/>
                  </a:lnTo>
                  <a:lnTo>
                    <a:pt x="339" y="34"/>
                  </a:lnTo>
                  <a:lnTo>
                    <a:pt x="337" y="39"/>
                  </a:lnTo>
                  <a:lnTo>
                    <a:pt x="335" y="44"/>
                  </a:lnTo>
                  <a:lnTo>
                    <a:pt x="331" y="48"/>
                  </a:lnTo>
                  <a:lnTo>
                    <a:pt x="327" y="51"/>
                  </a:lnTo>
                  <a:lnTo>
                    <a:pt x="322" y="55"/>
                  </a:lnTo>
                  <a:lnTo>
                    <a:pt x="317" y="57"/>
                  </a:lnTo>
                  <a:lnTo>
                    <a:pt x="312" y="57"/>
                  </a:lnTo>
                  <a:lnTo>
                    <a:pt x="312" y="5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8"/>
            <p:cNvSpPr/>
            <p:nvPr/>
          </p:nvSpPr>
          <p:spPr>
            <a:xfrm>
              <a:off x="9320213" y="3698876"/>
              <a:ext cx="120650" cy="14288"/>
            </a:xfrm>
            <a:custGeom>
              <a:rect b="b" l="l" r="r" t="t"/>
              <a:pathLst>
                <a:path extrusionOk="0" h="57" w="453">
                  <a:moveTo>
                    <a:pt x="425" y="57"/>
                  </a:moveTo>
                  <a:lnTo>
                    <a:pt x="28" y="57"/>
                  </a:lnTo>
                  <a:lnTo>
                    <a:pt x="28" y="57"/>
                  </a:lnTo>
                  <a:lnTo>
                    <a:pt x="22" y="57"/>
                  </a:lnTo>
                  <a:lnTo>
                    <a:pt x="17" y="55"/>
                  </a:lnTo>
                  <a:lnTo>
                    <a:pt x="12" y="53"/>
                  </a:lnTo>
                  <a:lnTo>
                    <a:pt x="8" y="49"/>
                  </a:lnTo>
                  <a:lnTo>
                    <a:pt x="4" y="45"/>
                  </a:lnTo>
                  <a:lnTo>
                    <a:pt x="2" y="39"/>
                  </a:lnTo>
                  <a:lnTo>
                    <a:pt x="0" y="34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23"/>
                  </a:lnTo>
                  <a:lnTo>
                    <a:pt x="2" y="17"/>
                  </a:lnTo>
                  <a:lnTo>
                    <a:pt x="4" y="13"/>
                  </a:lnTo>
                  <a:lnTo>
                    <a:pt x="8" y="8"/>
                  </a:lnTo>
                  <a:lnTo>
                    <a:pt x="12" y="5"/>
                  </a:lnTo>
                  <a:lnTo>
                    <a:pt x="17" y="2"/>
                  </a:lnTo>
                  <a:lnTo>
                    <a:pt x="22" y="1"/>
                  </a:lnTo>
                  <a:lnTo>
                    <a:pt x="28" y="0"/>
                  </a:lnTo>
                  <a:lnTo>
                    <a:pt x="425" y="0"/>
                  </a:lnTo>
                  <a:lnTo>
                    <a:pt x="425" y="0"/>
                  </a:lnTo>
                  <a:lnTo>
                    <a:pt x="430" y="1"/>
                  </a:lnTo>
                  <a:lnTo>
                    <a:pt x="435" y="2"/>
                  </a:lnTo>
                  <a:lnTo>
                    <a:pt x="440" y="5"/>
                  </a:lnTo>
                  <a:lnTo>
                    <a:pt x="444" y="8"/>
                  </a:lnTo>
                  <a:lnTo>
                    <a:pt x="448" y="13"/>
                  </a:lnTo>
                  <a:lnTo>
                    <a:pt x="450" y="17"/>
                  </a:lnTo>
                  <a:lnTo>
                    <a:pt x="452" y="23"/>
                  </a:lnTo>
                  <a:lnTo>
                    <a:pt x="453" y="28"/>
                  </a:lnTo>
                  <a:lnTo>
                    <a:pt x="453" y="28"/>
                  </a:lnTo>
                  <a:lnTo>
                    <a:pt x="452" y="34"/>
                  </a:lnTo>
                  <a:lnTo>
                    <a:pt x="450" y="39"/>
                  </a:lnTo>
                  <a:lnTo>
                    <a:pt x="448" y="45"/>
                  </a:lnTo>
                  <a:lnTo>
                    <a:pt x="444" y="49"/>
                  </a:lnTo>
                  <a:lnTo>
                    <a:pt x="440" y="53"/>
                  </a:lnTo>
                  <a:lnTo>
                    <a:pt x="435" y="55"/>
                  </a:lnTo>
                  <a:lnTo>
                    <a:pt x="430" y="57"/>
                  </a:lnTo>
                  <a:lnTo>
                    <a:pt x="425" y="57"/>
                  </a:lnTo>
                  <a:lnTo>
                    <a:pt x="425" y="5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28"/>
            <p:cNvSpPr/>
            <p:nvPr/>
          </p:nvSpPr>
          <p:spPr>
            <a:xfrm>
              <a:off x="9320213" y="3729038"/>
              <a:ext cx="120650" cy="14288"/>
            </a:xfrm>
            <a:custGeom>
              <a:rect b="b" l="l" r="r" t="t"/>
              <a:pathLst>
                <a:path extrusionOk="0" h="57" w="453">
                  <a:moveTo>
                    <a:pt x="425" y="57"/>
                  </a:moveTo>
                  <a:lnTo>
                    <a:pt x="28" y="57"/>
                  </a:lnTo>
                  <a:lnTo>
                    <a:pt x="28" y="57"/>
                  </a:lnTo>
                  <a:lnTo>
                    <a:pt x="22" y="56"/>
                  </a:lnTo>
                  <a:lnTo>
                    <a:pt x="17" y="54"/>
                  </a:lnTo>
                  <a:lnTo>
                    <a:pt x="12" y="52"/>
                  </a:lnTo>
                  <a:lnTo>
                    <a:pt x="8" y="48"/>
                  </a:lnTo>
                  <a:lnTo>
                    <a:pt x="4" y="44"/>
                  </a:lnTo>
                  <a:lnTo>
                    <a:pt x="2" y="40"/>
                  </a:lnTo>
                  <a:lnTo>
                    <a:pt x="0" y="34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22"/>
                  </a:lnTo>
                  <a:lnTo>
                    <a:pt x="2" y="17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2" y="4"/>
                  </a:lnTo>
                  <a:lnTo>
                    <a:pt x="17" y="2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425" y="0"/>
                  </a:lnTo>
                  <a:lnTo>
                    <a:pt x="425" y="0"/>
                  </a:lnTo>
                  <a:lnTo>
                    <a:pt x="430" y="0"/>
                  </a:lnTo>
                  <a:lnTo>
                    <a:pt x="435" y="2"/>
                  </a:lnTo>
                  <a:lnTo>
                    <a:pt x="440" y="4"/>
                  </a:lnTo>
                  <a:lnTo>
                    <a:pt x="444" y="8"/>
                  </a:lnTo>
                  <a:lnTo>
                    <a:pt x="448" y="12"/>
                  </a:lnTo>
                  <a:lnTo>
                    <a:pt x="450" y="17"/>
                  </a:lnTo>
                  <a:lnTo>
                    <a:pt x="452" y="22"/>
                  </a:lnTo>
                  <a:lnTo>
                    <a:pt x="453" y="28"/>
                  </a:lnTo>
                  <a:lnTo>
                    <a:pt x="453" y="28"/>
                  </a:lnTo>
                  <a:lnTo>
                    <a:pt x="452" y="34"/>
                  </a:lnTo>
                  <a:lnTo>
                    <a:pt x="450" y="40"/>
                  </a:lnTo>
                  <a:lnTo>
                    <a:pt x="448" y="44"/>
                  </a:lnTo>
                  <a:lnTo>
                    <a:pt x="444" y="48"/>
                  </a:lnTo>
                  <a:lnTo>
                    <a:pt x="440" y="52"/>
                  </a:lnTo>
                  <a:lnTo>
                    <a:pt x="435" y="54"/>
                  </a:lnTo>
                  <a:lnTo>
                    <a:pt x="430" y="56"/>
                  </a:lnTo>
                  <a:lnTo>
                    <a:pt x="425" y="57"/>
                  </a:lnTo>
                  <a:lnTo>
                    <a:pt x="425" y="5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28"/>
            <p:cNvSpPr/>
            <p:nvPr/>
          </p:nvSpPr>
          <p:spPr>
            <a:xfrm>
              <a:off x="9320213" y="3759201"/>
              <a:ext cx="120650" cy="14288"/>
            </a:xfrm>
            <a:custGeom>
              <a:rect b="b" l="l" r="r" t="t"/>
              <a:pathLst>
                <a:path extrusionOk="0" h="57" w="453">
                  <a:moveTo>
                    <a:pt x="425" y="57"/>
                  </a:moveTo>
                  <a:lnTo>
                    <a:pt x="28" y="57"/>
                  </a:lnTo>
                  <a:lnTo>
                    <a:pt x="28" y="57"/>
                  </a:lnTo>
                  <a:lnTo>
                    <a:pt x="22" y="56"/>
                  </a:lnTo>
                  <a:lnTo>
                    <a:pt x="17" y="55"/>
                  </a:lnTo>
                  <a:lnTo>
                    <a:pt x="12" y="52"/>
                  </a:lnTo>
                  <a:lnTo>
                    <a:pt x="8" y="49"/>
                  </a:lnTo>
                  <a:lnTo>
                    <a:pt x="4" y="45"/>
                  </a:lnTo>
                  <a:lnTo>
                    <a:pt x="2" y="40"/>
                  </a:lnTo>
                  <a:lnTo>
                    <a:pt x="0" y="34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2" y="18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2" y="5"/>
                  </a:lnTo>
                  <a:lnTo>
                    <a:pt x="17" y="2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425" y="0"/>
                  </a:lnTo>
                  <a:lnTo>
                    <a:pt x="425" y="0"/>
                  </a:lnTo>
                  <a:lnTo>
                    <a:pt x="430" y="0"/>
                  </a:lnTo>
                  <a:lnTo>
                    <a:pt x="435" y="2"/>
                  </a:lnTo>
                  <a:lnTo>
                    <a:pt x="440" y="5"/>
                  </a:lnTo>
                  <a:lnTo>
                    <a:pt x="444" y="8"/>
                  </a:lnTo>
                  <a:lnTo>
                    <a:pt x="448" y="12"/>
                  </a:lnTo>
                  <a:lnTo>
                    <a:pt x="450" y="18"/>
                  </a:lnTo>
                  <a:lnTo>
                    <a:pt x="452" y="23"/>
                  </a:lnTo>
                  <a:lnTo>
                    <a:pt x="453" y="29"/>
                  </a:lnTo>
                  <a:lnTo>
                    <a:pt x="453" y="29"/>
                  </a:lnTo>
                  <a:lnTo>
                    <a:pt x="452" y="34"/>
                  </a:lnTo>
                  <a:lnTo>
                    <a:pt x="450" y="40"/>
                  </a:lnTo>
                  <a:lnTo>
                    <a:pt x="448" y="45"/>
                  </a:lnTo>
                  <a:lnTo>
                    <a:pt x="444" y="49"/>
                  </a:lnTo>
                  <a:lnTo>
                    <a:pt x="440" y="52"/>
                  </a:lnTo>
                  <a:lnTo>
                    <a:pt x="435" y="55"/>
                  </a:lnTo>
                  <a:lnTo>
                    <a:pt x="430" y="56"/>
                  </a:lnTo>
                  <a:lnTo>
                    <a:pt x="425" y="57"/>
                  </a:lnTo>
                  <a:lnTo>
                    <a:pt x="425" y="5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28"/>
            <p:cNvSpPr/>
            <p:nvPr/>
          </p:nvSpPr>
          <p:spPr>
            <a:xfrm>
              <a:off x="9320213" y="3789363"/>
              <a:ext cx="120650" cy="14288"/>
            </a:xfrm>
            <a:custGeom>
              <a:rect b="b" l="l" r="r" t="t"/>
              <a:pathLst>
                <a:path extrusionOk="0" h="57" w="453">
                  <a:moveTo>
                    <a:pt x="425" y="57"/>
                  </a:moveTo>
                  <a:lnTo>
                    <a:pt x="28" y="57"/>
                  </a:lnTo>
                  <a:lnTo>
                    <a:pt x="28" y="57"/>
                  </a:lnTo>
                  <a:lnTo>
                    <a:pt x="22" y="57"/>
                  </a:lnTo>
                  <a:lnTo>
                    <a:pt x="17" y="55"/>
                  </a:lnTo>
                  <a:lnTo>
                    <a:pt x="12" y="52"/>
                  </a:lnTo>
                  <a:lnTo>
                    <a:pt x="8" y="49"/>
                  </a:lnTo>
                  <a:lnTo>
                    <a:pt x="4" y="45"/>
                  </a:lnTo>
                  <a:lnTo>
                    <a:pt x="2" y="40"/>
                  </a:lnTo>
                  <a:lnTo>
                    <a:pt x="0" y="3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3"/>
                  </a:lnTo>
                  <a:lnTo>
                    <a:pt x="2" y="18"/>
                  </a:lnTo>
                  <a:lnTo>
                    <a:pt x="4" y="13"/>
                  </a:lnTo>
                  <a:lnTo>
                    <a:pt x="8" y="9"/>
                  </a:lnTo>
                  <a:lnTo>
                    <a:pt x="12" y="6"/>
                  </a:lnTo>
                  <a:lnTo>
                    <a:pt x="17" y="2"/>
                  </a:lnTo>
                  <a:lnTo>
                    <a:pt x="22" y="1"/>
                  </a:lnTo>
                  <a:lnTo>
                    <a:pt x="28" y="0"/>
                  </a:lnTo>
                  <a:lnTo>
                    <a:pt x="425" y="0"/>
                  </a:lnTo>
                  <a:lnTo>
                    <a:pt x="425" y="0"/>
                  </a:lnTo>
                  <a:lnTo>
                    <a:pt x="430" y="1"/>
                  </a:lnTo>
                  <a:lnTo>
                    <a:pt x="435" y="2"/>
                  </a:lnTo>
                  <a:lnTo>
                    <a:pt x="440" y="6"/>
                  </a:lnTo>
                  <a:lnTo>
                    <a:pt x="444" y="9"/>
                  </a:lnTo>
                  <a:lnTo>
                    <a:pt x="448" y="13"/>
                  </a:lnTo>
                  <a:lnTo>
                    <a:pt x="450" y="18"/>
                  </a:lnTo>
                  <a:lnTo>
                    <a:pt x="452" y="23"/>
                  </a:lnTo>
                  <a:lnTo>
                    <a:pt x="453" y="29"/>
                  </a:lnTo>
                  <a:lnTo>
                    <a:pt x="453" y="29"/>
                  </a:lnTo>
                  <a:lnTo>
                    <a:pt x="452" y="35"/>
                  </a:lnTo>
                  <a:lnTo>
                    <a:pt x="450" y="40"/>
                  </a:lnTo>
                  <a:lnTo>
                    <a:pt x="448" y="45"/>
                  </a:lnTo>
                  <a:lnTo>
                    <a:pt x="444" y="49"/>
                  </a:lnTo>
                  <a:lnTo>
                    <a:pt x="440" y="52"/>
                  </a:lnTo>
                  <a:lnTo>
                    <a:pt x="435" y="55"/>
                  </a:lnTo>
                  <a:lnTo>
                    <a:pt x="430" y="57"/>
                  </a:lnTo>
                  <a:lnTo>
                    <a:pt x="425" y="57"/>
                  </a:lnTo>
                  <a:lnTo>
                    <a:pt x="425" y="5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0" name="Google Shape;630;p28"/>
          <p:cNvGrpSpPr/>
          <p:nvPr/>
        </p:nvGrpSpPr>
        <p:grpSpPr>
          <a:xfrm>
            <a:off x="3756625" y="1830598"/>
            <a:ext cx="287876" cy="287874"/>
            <a:chOff x="7715250" y="2528888"/>
            <a:chExt cx="360363" cy="360363"/>
          </a:xfrm>
        </p:grpSpPr>
        <p:sp>
          <p:nvSpPr>
            <p:cNvPr id="631" name="Google Shape;631;p28"/>
            <p:cNvSpPr/>
            <p:nvPr/>
          </p:nvSpPr>
          <p:spPr>
            <a:xfrm>
              <a:off x="7715250" y="2543176"/>
              <a:ext cx="360363" cy="346075"/>
            </a:xfrm>
            <a:custGeom>
              <a:rect b="b" l="l" r="r" t="t"/>
              <a:pathLst>
                <a:path extrusionOk="0" h="1304" w="1361">
                  <a:moveTo>
                    <a:pt x="1333" y="1304"/>
                  </a:moveTo>
                  <a:lnTo>
                    <a:pt x="29" y="1304"/>
                  </a:lnTo>
                  <a:lnTo>
                    <a:pt x="29" y="1304"/>
                  </a:lnTo>
                  <a:lnTo>
                    <a:pt x="23" y="1303"/>
                  </a:lnTo>
                  <a:lnTo>
                    <a:pt x="18" y="1302"/>
                  </a:lnTo>
                  <a:lnTo>
                    <a:pt x="12" y="1299"/>
                  </a:lnTo>
                  <a:lnTo>
                    <a:pt x="8" y="1296"/>
                  </a:lnTo>
                  <a:lnTo>
                    <a:pt x="4" y="1291"/>
                  </a:lnTo>
                  <a:lnTo>
                    <a:pt x="2" y="1287"/>
                  </a:lnTo>
                  <a:lnTo>
                    <a:pt x="0" y="1281"/>
                  </a:lnTo>
                  <a:lnTo>
                    <a:pt x="0" y="127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0" y="22"/>
                  </a:lnTo>
                  <a:lnTo>
                    <a:pt x="2" y="17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2" y="5"/>
                  </a:lnTo>
                  <a:lnTo>
                    <a:pt x="18" y="2"/>
                  </a:lnTo>
                  <a:lnTo>
                    <a:pt x="23" y="1"/>
                  </a:lnTo>
                  <a:lnTo>
                    <a:pt x="29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204" y="1"/>
                  </a:lnTo>
                  <a:lnTo>
                    <a:pt x="209" y="2"/>
                  </a:lnTo>
                  <a:lnTo>
                    <a:pt x="215" y="5"/>
                  </a:lnTo>
                  <a:lnTo>
                    <a:pt x="219" y="8"/>
                  </a:lnTo>
                  <a:lnTo>
                    <a:pt x="222" y="12"/>
                  </a:lnTo>
                  <a:lnTo>
                    <a:pt x="225" y="17"/>
                  </a:lnTo>
                  <a:lnTo>
                    <a:pt x="227" y="22"/>
                  </a:lnTo>
                  <a:lnTo>
                    <a:pt x="227" y="28"/>
                  </a:lnTo>
                  <a:lnTo>
                    <a:pt x="227" y="28"/>
                  </a:lnTo>
                  <a:lnTo>
                    <a:pt x="227" y="34"/>
                  </a:lnTo>
                  <a:lnTo>
                    <a:pt x="225" y="39"/>
                  </a:lnTo>
                  <a:lnTo>
                    <a:pt x="222" y="44"/>
                  </a:lnTo>
                  <a:lnTo>
                    <a:pt x="219" y="48"/>
                  </a:lnTo>
                  <a:lnTo>
                    <a:pt x="215" y="51"/>
                  </a:lnTo>
                  <a:lnTo>
                    <a:pt x="209" y="54"/>
                  </a:lnTo>
                  <a:lnTo>
                    <a:pt x="204" y="56"/>
                  </a:lnTo>
                  <a:lnTo>
                    <a:pt x="198" y="56"/>
                  </a:lnTo>
                  <a:lnTo>
                    <a:pt x="57" y="56"/>
                  </a:lnTo>
                  <a:lnTo>
                    <a:pt x="57" y="1247"/>
                  </a:lnTo>
                  <a:lnTo>
                    <a:pt x="1303" y="1247"/>
                  </a:lnTo>
                  <a:lnTo>
                    <a:pt x="1303" y="56"/>
                  </a:lnTo>
                  <a:lnTo>
                    <a:pt x="652" y="56"/>
                  </a:lnTo>
                  <a:lnTo>
                    <a:pt x="652" y="56"/>
                  </a:lnTo>
                  <a:lnTo>
                    <a:pt x="646" y="56"/>
                  </a:lnTo>
                  <a:lnTo>
                    <a:pt x="641" y="54"/>
                  </a:lnTo>
                  <a:lnTo>
                    <a:pt x="636" y="51"/>
                  </a:lnTo>
                  <a:lnTo>
                    <a:pt x="632" y="48"/>
                  </a:lnTo>
                  <a:lnTo>
                    <a:pt x="629" y="44"/>
                  </a:lnTo>
                  <a:lnTo>
                    <a:pt x="626" y="39"/>
                  </a:lnTo>
                  <a:lnTo>
                    <a:pt x="625" y="34"/>
                  </a:lnTo>
                  <a:lnTo>
                    <a:pt x="624" y="28"/>
                  </a:lnTo>
                  <a:lnTo>
                    <a:pt x="624" y="28"/>
                  </a:lnTo>
                  <a:lnTo>
                    <a:pt x="625" y="22"/>
                  </a:lnTo>
                  <a:lnTo>
                    <a:pt x="626" y="17"/>
                  </a:lnTo>
                  <a:lnTo>
                    <a:pt x="629" y="12"/>
                  </a:lnTo>
                  <a:lnTo>
                    <a:pt x="632" y="8"/>
                  </a:lnTo>
                  <a:lnTo>
                    <a:pt x="636" y="5"/>
                  </a:lnTo>
                  <a:lnTo>
                    <a:pt x="641" y="2"/>
                  </a:lnTo>
                  <a:lnTo>
                    <a:pt x="646" y="1"/>
                  </a:lnTo>
                  <a:lnTo>
                    <a:pt x="652" y="0"/>
                  </a:lnTo>
                  <a:lnTo>
                    <a:pt x="1333" y="0"/>
                  </a:lnTo>
                  <a:lnTo>
                    <a:pt x="1333" y="0"/>
                  </a:lnTo>
                  <a:lnTo>
                    <a:pt x="1338" y="1"/>
                  </a:lnTo>
                  <a:lnTo>
                    <a:pt x="1343" y="2"/>
                  </a:lnTo>
                  <a:lnTo>
                    <a:pt x="1348" y="5"/>
                  </a:lnTo>
                  <a:lnTo>
                    <a:pt x="1352" y="8"/>
                  </a:lnTo>
                  <a:lnTo>
                    <a:pt x="1356" y="12"/>
                  </a:lnTo>
                  <a:lnTo>
                    <a:pt x="1358" y="17"/>
                  </a:lnTo>
                  <a:lnTo>
                    <a:pt x="1360" y="22"/>
                  </a:lnTo>
                  <a:lnTo>
                    <a:pt x="1361" y="28"/>
                  </a:lnTo>
                  <a:lnTo>
                    <a:pt x="1361" y="1276"/>
                  </a:lnTo>
                  <a:lnTo>
                    <a:pt x="1361" y="1276"/>
                  </a:lnTo>
                  <a:lnTo>
                    <a:pt x="1360" y="1281"/>
                  </a:lnTo>
                  <a:lnTo>
                    <a:pt x="1358" y="1287"/>
                  </a:lnTo>
                  <a:lnTo>
                    <a:pt x="1356" y="1291"/>
                  </a:lnTo>
                  <a:lnTo>
                    <a:pt x="1352" y="1296"/>
                  </a:lnTo>
                  <a:lnTo>
                    <a:pt x="1348" y="1299"/>
                  </a:lnTo>
                  <a:lnTo>
                    <a:pt x="1343" y="1302"/>
                  </a:lnTo>
                  <a:lnTo>
                    <a:pt x="1338" y="1303"/>
                  </a:lnTo>
                  <a:lnTo>
                    <a:pt x="1333" y="1304"/>
                  </a:lnTo>
                  <a:lnTo>
                    <a:pt x="1333" y="130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28"/>
            <p:cNvSpPr/>
            <p:nvPr/>
          </p:nvSpPr>
          <p:spPr>
            <a:xfrm>
              <a:off x="7761288" y="2528888"/>
              <a:ext cx="134938" cy="209550"/>
            </a:xfrm>
            <a:custGeom>
              <a:rect b="b" l="l" r="r" t="t"/>
              <a:pathLst>
                <a:path extrusionOk="0" h="794" w="510">
                  <a:moveTo>
                    <a:pt x="482" y="794"/>
                  </a:moveTo>
                  <a:lnTo>
                    <a:pt x="482" y="794"/>
                  </a:lnTo>
                  <a:lnTo>
                    <a:pt x="477" y="793"/>
                  </a:lnTo>
                  <a:lnTo>
                    <a:pt x="471" y="791"/>
                  </a:lnTo>
                  <a:lnTo>
                    <a:pt x="467" y="789"/>
                  </a:lnTo>
                  <a:lnTo>
                    <a:pt x="462" y="785"/>
                  </a:lnTo>
                  <a:lnTo>
                    <a:pt x="256" y="579"/>
                  </a:lnTo>
                  <a:lnTo>
                    <a:pt x="49" y="785"/>
                  </a:lnTo>
                  <a:lnTo>
                    <a:pt x="49" y="785"/>
                  </a:lnTo>
                  <a:lnTo>
                    <a:pt x="46" y="788"/>
                  </a:lnTo>
                  <a:lnTo>
                    <a:pt x="41" y="790"/>
                  </a:lnTo>
                  <a:lnTo>
                    <a:pt x="34" y="793"/>
                  </a:lnTo>
                  <a:lnTo>
                    <a:pt x="25" y="793"/>
                  </a:lnTo>
                  <a:lnTo>
                    <a:pt x="21" y="793"/>
                  </a:lnTo>
                  <a:lnTo>
                    <a:pt x="17" y="791"/>
                  </a:lnTo>
                  <a:lnTo>
                    <a:pt x="17" y="791"/>
                  </a:lnTo>
                  <a:lnTo>
                    <a:pt x="14" y="789"/>
                  </a:lnTo>
                  <a:lnTo>
                    <a:pt x="10" y="787"/>
                  </a:lnTo>
                  <a:lnTo>
                    <a:pt x="5" y="781"/>
                  </a:lnTo>
                  <a:lnTo>
                    <a:pt x="1" y="774"/>
                  </a:lnTo>
                  <a:lnTo>
                    <a:pt x="0" y="770"/>
                  </a:lnTo>
                  <a:lnTo>
                    <a:pt x="0" y="765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1" y="22"/>
                  </a:lnTo>
                  <a:lnTo>
                    <a:pt x="2" y="17"/>
                  </a:lnTo>
                  <a:lnTo>
                    <a:pt x="5" y="12"/>
                  </a:lnTo>
                  <a:lnTo>
                    <a:pt x="8" y="8"/>
                  </a:lnTo>
                  <a:lnTo>
                    <a:pt x="12" y="5"/>
                  </a:lnTo>
                  <a:lnTo>
                    <a:pt x="17" y="2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482" y="0"/>
                  </a:lnTo>
                  <a:lnTo>
                    <a:pt x="482" y="0"/>
                  </a:lnTo>
                  <a:lnTo>
                    <a:pt x="488" y="0"/>
                  </a:lnTo>
                  <a:lnTo>
                    <a:pt x="493" y="2"/>
                  </a:lnTo>
                  <a:lnTo>
                    <a:pt x="498" y="5"/>
                  </a:lnTo>
                  <a:lnTo>
                    <a:pt x="502" y="8"/>
                  </a:lnTo>
                  <a:lnTo>
                    <a:pt x="505" y="12"/>
                  </a:lnTo>
                  <a:lnTo>
                    <a:pt x="508" y="17"/>
                  </a:lnTo>
                  <a:lnTo>
                    <a:pt x="510" y="22"/>
                  </a:lnTo>
                  <a:lnTo>
                    <a:pt x="510" y="28"/>
                  </a:lnTo>
                  <a:lnTo>
                    <a:pt x="510" y="765"/>
                  </a:lnTo>
                  <a:lnTo>
                    <a:pt x="510" y="765"/>
                  </a:lnTo>
                  <a:lnTo>
                    <a:pt x="510" y="770"/>
                  </a:lnTo>
                  <a:lnTo>
                    <a:pt x="509" y="774"/>
                  </a:lnTo>
                  <a:lnTo>
                    <a:pt x="505" y="781"/>
                  </a:lnTo>
                  <a:lnTo>
                    <a:pt x="500" y="787"/>
                  </a:lnTo>
                  <a:lnTo>
                    <a:pt x="497" y="789"/>
                  </a:lnTo>
                  <a:lnTo>
                    <a:pt x="493" y="791"/>
                  </a:lnTo>
                  <a:lnTo>
                    <a:pt x="493" y="791"/>
                  </a:lnTo>
                  <a:lnTo>
                    <a:pt x="488" y="793"/>
                  </a:lnTo>
                  <a:lnTo>
                    <a:pt x="482" y="794"/>
                  </a:lnTo>
                  <a:lnTo>
                    <a:pt x="482" y="794"/>
                  </a:lnTo>
                  <a:close/>
                  <a:moveTo>
                    <a:pt x="256" y="510"/>
                  </a:moveTo>
                  <a:lnTo>
                    <a:pt x="256" y="510"/>
                  </a:lnTo>
                  <a:lnTo>
                    <a:pt x="261" y="510"/>
                  </a:lnTo>
                  <a:lnTo>
                    <a:pt x="266" y="512"/>
                  </a:lnTo>
                  <a:lnTo>
                    <a:pt x="271" y="515"/>
                  </a:lnTo>
                  <a:lnTo>
                    <a:pt x="275" y="518"/>
                  </a:lnTo>
                  <a:lnTo>
                    <a:pt x="454" y="697"/>
                  </a:lnTo>
                  <a:lnTo>
                    <a:pt x="454" y="57"/>
                  </a:lnTo>
                  <a:lnTo>
                    <a:pt x="57" y="57"/>
                  </a:lnTo>
                  <a:lnTo>
                    <a:pt x="57" y="697"/>
                  </a:lnTo>
                  <a:lnTo>
                    <a:pt x="235" y="518"/>
                  </a:lnTo>
                  <a:lnTo>
                    <a:pt x="235" y="518"/>
                  </a:lnTo>
                  <a:lnTo>
                    <a:pt x="239" y="515"/>
                  </a:lnTo>
                  <a:lnTo>
                    <a:pt x="244" y="512"/>
                  </a:lnTo>
                  <a:lnTo>
                    <a:pt x="250" y="510"/>
                  </a:lnTo>
                  <a:lnTo>
                    <a:pt x="256" y="510"/>
                  </a:lnTo>
                  <a:lnTo>
                    <a:pt x="256" y="5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28"/>
            <p:cNvSpPr/>
            <p:nvPr/>
          </p:nvSpPr>
          <p:spPr>
            <a:xfrm>
              <a:off x="7926388" y="2633663"/>
              <a:ext cx="104775" cy="15875"/>
            </a:xfrm>
            <a:custGeom>
              <a:rect b="b" l="l" r="r" t="t"/>
              <a:pathLst>
                <a:path extrusionOk="0" h="57" w="397">
                  <a:moveTo>
                    <a:pt x="369" y="57"/>
                  </a:moveTo>
                  <a:lnTo>
                    <a:pt x="29" y="57"/>
                  </a:lnTo>
                  <a:lnTo>
                    <a:pt x="29" y="57"/>
                  </a:lnTo>
                  <a:lnTo>
                    <a:pt x="23" y="56"/>
                  </a:lnTo>
                  <a:lnTo>
                    <a:pt x="18" y="55"/>
                  </a:lnTo>
                  <a:lnTo>
                    <a:pt x="13" y="52"/>
                  </a:lnTo>
                  <a:lnTo>
                    <a:pt x="9" y="49"/>
                  </a:lnTo>
                  <a:lnTo>
                    <a:pt x="5" y="44"/>
                  </a:lnTo>
                  <a:lnTo>
                    <a:pt x="3" y="39"/>
                  </a:lnTo>
                  <a:lnTo>
                    <a:pt x="1" y="33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1" y="22"/>
                  </a:lnTo>
                  <a:lnTo>
                    <a:pt x="3" y="17"/>
                  </a:lnTo>
                  <a:lnTo>
                    <a:pt x="5" y="12"/>
                  </a:lnTo>
                  <a:lnTo>
                    <a:pt x="9" y="8"/>
                  </a:lnTo>
                  <a:lnTo>
                    <a:pt x="13" y="4"/>
                  </a:lnTo>
                  <a:lnTo>
                    <a:pt x="18" y="2"/>
                  </a:lnTo>
                  <a:lnTo>
                    <a:pt x="23" y="0"/>
                  </a:lnTo>
                  <a:lnTo>
                    <a:pt x="29" y="0"/>
                  </a:lnTo>
                  <a:lnTo>
                    <a:pt x="369" y="0"/>
                  </a:lnTo>
                  <a:lnTo>
                    <a:pt x="369" y="0"/>
                  </a:lnTo>
                  <a:lnTo>
                    <a:pt x="375" y="0"/>
                  </a:lnTo>
                  <a:lnTo>
                    <a:pt x="380" y="2"/>
                  </a:lnTo>
                  <a:lnTo>
                    <a:pt x="385" y="4"/>
                  </a:lnTo>
                  <a:lnTo>
                    <a:pt x="389" y="8"/>
                  </a:lnTo>
                  <a:lnTo>
                    <a:pt x="392" y="12"/>
                  </a:lnTo>
                  <a:lnTo>
                    <a:pt x="395" y="17"/>
                  </a:lnTo>
                  <a:lnTo>
                    <a:pt x="397" y="22"/>
                  </a:lnTo>
                  <a:lnTo>
                    <a:pt x="397" y="28"/>
                  </a:lnTo>
                  <a:lnTo>
                    <a:pt x="397" y="28"/>
                  </a:lnTo>
                  <a:lnTo>
                    <a:pt x="397" y="33"/>
                  </a:lnTo>
                  <a:lnTo>
                    <a:pt x="395" y="39"/>
                  </a:lnTo>
                  <a:lnTo>
                    <a:pt x="392" y="44"/>
                  </a:lnTo>
                  <a:lnTo>
                    <a:pt x="389" y="49"/>
                  </a:lnTo>
                  <a:lnTo>
                    <a:pt x="385" y="52"/>
                  </a:lnTo>
                  <a:lnTo>
                    <a:pt x="380" y="55"/>
                  </a:lnTo>
                  <a:lnTo>
                    <a:pt x="375" y="56"/>
                  </a:lnTo>
                  <a:lnTo>
                    <a:pt x="369" y="57"/>
                  </a:lnTo>
                  <a:lnTo>
                    <a:pt x="369" y="5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28"/>
            <p:cNvSpPr/>
            <p:nvPr/>
          </p:nvSpPr>
          <p:spPr>
            <a:xfrm>
              <a:off x="7926388" y="2678113"/>
              <a:ext cx="104775" cy="15875"/>
            </a:xfrm>
            <a:custGeom>
              <a:rect b="b" l="l" r="r" t="t"/>
              <a:pathLst>
                <a:path extrusionOk="0" h="56" w="397">
                  <a:moveTo>
                    <a:pt x="369" y="56"/>
                  </a:moveTo>
                  <a:lnTo>
                    <a:pt x="29" y="56"/>
                  </a:lnTo>
                  <a:lnTo>
                    <a:pt x="29" y="56"/>
                  </a:lnTo>
                  <a:lnTo>
                    <a:pt x="23" y="56"/>
                  </a:lnTo>
                  <a:lnTo>
                    <a:pt x="18" y="54"/>
                  </a:lnTo>
                  <a:lnTo>
                    <a:pt x="13" y="51"/>
                  </a:lnTo>
                  <a:lnTo>
                    <a:pt x="9" y="48"/>
                  </a:lnTo>
                  <a:lnTo>
                    <a:pt x="5" y="44"/>
                  </a:lnTo>
                  <a:lnTo>
                    <a:pt x="3" y="39"/>
                  </a:lnTo>
                  <a:lnTo>
                    <a:pt x="1" y="34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1" y="22"/>
                  </a:lnTo>
                  <a:lnTo>
                    <a:pt x="3" y="17"/>
                  </a:lnTo>
                  <a:lnTo>
                    <a:pt x="5" y="12"/>
                  </a:lnTo>
                  <a:lnTo>
                    <a:pt x="9" y="8"/>
                  </a:lnTo>
                  <a:lnTo>
                    <a:pt x="13" y="5"/>
                  </a:lnTo>
                  <a:lnTo>
                    <a:pt x="18" y="2"/>
                  </a:lnTo>
                  <a:lnTo>
                    <a:pt x="23" y="1"/>
                  </a:lnTo>
                  <a:lnTo>
                    <a:pt x="29" y="0"/>
                  </a:lnTo>
                  <a:lnTo>
                    <a:pt x="369" y="0"/>
                  </a:lnTo>
                  <a:lnTo>
                    <a:pt x="369" y="0"/>
                  </a:lnTo>
                  <a:lnTo>
                    <a:pt x="375" y="1"/>
                  </a:lnTo>
                  <a:lnTo>
                    <a:pt x="380" y="2"/>
                  </a:lnTo>
                  <a:lnTo>
                    <a:pt x="385" y="5"/>
                  </a:lnTo>
                  <a:lnTo>
                    <a:pt x="389" y="8"/>
                  </a:lnTo>
                  <a:lnTo>
                    <a:pt x="392" y="12"/>
                  </a:lnTo>
                  <a:lnTo>
                    <a:pt x="395" y="17"/>
                  </a:lnTo>
                  <a:lnTo>
                    <a:pt x="397" y="22"/>
                  </a:lnTo>
                  <a:lnTo>
                    <a:pt x="397" y="28"/>
                  </a:lnTo>
                  <a:lnTo>
                    <a:pt x="397" y="28"/>
                  </a:lnTo>
                  <a:lnTo>
                    <a:pt x="397" y="34"/>
                  </a:lnTo>
                  <a:lnTo>
                    <a:pt x="395" y="39"/>
                  </a:lnTo>
                  <a:lnTo>
                    <a:pt x="392" y="44"/>
                  </a:lnTo>
                  <a:lnTo>
                    <a:pt x="389" y="48"/>
                  </a:lnTo>
                  <a:lnTo>
                    <a:pt x="385" y="51"/>
                  </a:lnTo>
                  <a:lnTo>
                    <a:pt x="380" y="54"/>
                  </a:lnTo>
                  <a:lnTo>
                    <a:pt x="375" y="56"/>
                  </a:lnTo>
                  <a:lnTo>
                    <a:pt x="369" y="56"/>
                  </a:lnTo>
                  <a:lnTo>
                    <a:pt x="369" y="5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28"/>
            <p:cNvSpPr/>
            <p:nvPr/>
          </p:nvSpPr>
          <p:spPr>
            <a:xfrm>
              <a:off x="7926388" y="2724151"/>
              <a:ext cx="104775" cy="14288"/>
            </a:xfrm>
            <a:custGeom>
              <a:rect b="b" l="l" r="r" t="t"/>
              <a:pathLst>
                <a:path extrusionOk="0" h="57" w="397">
                  <a:moveTo>
                    <a:pt x="369" y="57"/>
                  </a:moveTo>
                  <a:lnTo>
                    <a:pt x="29" y="57"/>
                  </a:lnTo>
                  <a:lnTo>
                    <a:pt x="29" y="57"/>
                  </a:lnTo>
                  <a:lnTo>
                    <a:pt x="23" y="56"/>
                  </a:lnTo>
                  <a:lnTo>
                    <a:pt x="18" y="54"/>
                  </a:lnTo>
                  <a:lnTo>
                    <a:pt x="13" y="52"/>
                  </a:lnTo>
                  <a:lnTo>
                    <a:pt x="9" y="48"/>
                  </a:lnTo>
                  <a:lnTo>
                    <a:pt x="5" y="44"/>
                  </a:lnTo>
                  <a:lnTo>
                    <a:pt x="3" y="39"/>
                  </a:lnTo>
                  <a:lnTo>
                    <a:pt x="1" y="34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1" y="23"/>
                  </a:lnTo>
                  <a:lnTo>
                    <a:pt x="3" y="18"/>
                  </a:lnTo>
                  <a:lnTo>
                    <a:pt x="5" y="13"/>
                  </a:lnTo>
                  <a:lnTo>
                    <a:pt x="9" y="9"/>
                  </a:lnTo>
                  <a:lnTo>
                    <a:pt x="13" y="5"/>
                  </a:lnTo>
                  <a:lnTo>
                    <a:pt x="18" y="3"/>
                  </a:lnTo>
                  <a:lnTo>
                    <a:pt x="23" y="1"/>
                  </a:lnTo>
                  <a:lnTo>
                    <a:pt x="29" y="0"/>
                  </a:lnTo>
                  <a:lnTo>
                    <a:pt x="369" y="0"/>
                  </a:lnTo>
                  <a:lnTo>
                    <a:pt x="369" y="0"/>
                  </a:lnTo>
                  <a:lnTo>
                    <a:pt x="375" y="1"/>
                  </a:lnTo>
                  <a:lnTo>
                    <a:pt x="380" y="3"/>
                  </a:lnTo>
                  <a:lnTo>
                    <a:pt x="385" y="5"/>
                  </a:lnTo>
                  <a:lnTo>
                    <a:pt x="389" y="9"/>
                  </a:lnTo>
                  <a:lnTo>
                    <a:pt x="392" y="13"/>
                  </a:lnTo>
                  <a:lnTo>
                    <a:pt x="395" y="18"/>
                  </a:lnTo>
                  <a:lnTo>
                    <a:pt x="397" y="23"/>
                  </a:lnTo>
                  <a:lnTo>
                    <a:pt x="397" y="28"/>
                  </a:lnTo>
                  <a:lnTo>
                    <a:pt x="397" y="28"/>
                  </a:lnTo>
                  <a:lnTo>
                    <a:pt x="397" y="34"/>
                  </a:lnTo>
                  <a:lnTo>
                    <a:pt x="395" y="39"/>
                  </a:lnTo>
                  <a:lnTo>
                    <a:pt x="392" y="44"/>
                  </a:lnTo>
                  <a:lnTo>
                    <a:pt x="389" y="48"/>
                  </a:lnTo>
                  <a:lnTo>
                    <a:pt x="385" y="52"/>
                  </a:lnTo>
                  <a:lnTo>
                    <a:pt x="380" y="54"/>
                  </a:lnTo>
                  <a:lnTo>
                    <a:pt x="375" y="56"/>
                  </a:lnTo>
                  <a:lnTo>
                    <a:pt x="369" y="57"/>
                  </a:lnTo>
                  <a:lnTo>
                    <a:pt x="369" y="5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28"/>
            <p:cNvSpPr/>
            <p:nvPr/>
          </p:nvSpPr>
          <p:spPr>
            <a:xfrm>
              <a:off x="7761288" y="2768601"/>
              <a:ext cx="269875" cy="15875"/>
            </a:xfrm>
            <a:custGeom>
              <a:rect b="b" l="l" r="r" t="t"/>
              <a:pathLst>
                <a:path extrusionOk="0" h="57" w="1020">
                  <a:moveTo>
                    <a:pt x="992" y="57"/>
                  </a:moveTo>
                  <a:lnTo>
                    <a:pt x="28" y="57"/>
                  </a:lnTo>
                  <a:lnTo>
                    <a:pt x="28" y="57"/>
                  </a:lnTo>
                  <a:lnTo>
                    <a:pt x="22" y="56"/>
                  </a:lnTo>
                  <a:lnTo>
                    <a:pt x="17" y="55"/>
                  </a:lnTo>
                  <a:lnTo>
                    <a:pt x="12" y="52"/>
                  </a:lnTo>
                  <a:lnTo>
                    <a:pt x="8" y="49"/>
                  </a:lnTo>
                  <a:lnTo>
                    <a:pt x="5" y="45"/>
                  </a:lnTo>
                  <a:lnTo>
                    <a:pt x="2" y="40"/>
                  </a:lnTo>
                  <a:lnTo>
                    <a:pt x="1" y="34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1" y="23"/>
                  </a:lnTo>
                  <a:lnTo>
                    <a:pt x="2" y="18"/>
                  </a:lnTo>
                  <a:lnTo>
                    <a:pt x="5" y="12"/>
                  </a:lnTo>
                  <a:lnTo>
                    <a:pt x="8" y="8"/>
                  </a:lnTo>
                  <a:lnTo>
                    <a:pt x="12" y="5"/>
                  </a:lnTo>
                  <a:lnTo>
                    <a:pt x="17" y="2"/>
                  </a:lnTo>
                  <a:lnTo>
                    <a:pt x="22" y="0"/>
                  </a:lnTo>
                  <a:lnTo>
                    <a:pt x="28" y="0"/>
                  </a:lnTo>
                  <a:lnTo>
                    <a:pt x="992" y="0"/>
                  </a:lnTo>
                  <a:lnTo>
                    <a:pt x="992" y="0"/>
                  </a:lnTo>
                  <a:lnTo>
                    <a:pt x="998" y="0"/>
                  </a:lnTo>
                  <a:lnTo>
                    <a:pt x="1003" y="2"/>
                  </a:lnTo>
                  <a:lnTo>
                    <a:pt x="1008" y="5"/>
                  </a:lnTo>
                  <a:lnTo>
                    <a:pt x="1012" y="8"/>
                  </a:lnTo>
                  <a:lnTo>
                    <a:pt x="1015" y="12"/>
                  </a:lnTo>
                  <a:lnTo>
                    <a:pt x="1018" y="18"/>
                  </a:lnTo>
                  <a:lnTo>
                    <a:pt x="1020" y="23"/>
                  </a:lnTo>
                  <a:lnTo>
                    <a:pt x="1020" y="29"/>
                  </a:lnTo>
                  <a:lnTo>
                    <a:pt x="1020" y="29"/>
                  </a:lnTo>
                  <a:lnTo>
                    <a:pt x="1020" y="34"/>
                  </a:lnTo>
                  <a:lnTo>
                    <a:pt x="1018" y="40"/>
                  </a:lnTo>
                  <a:lnTo>
                    <a:pt x="1015" y="45"/>
                  </a:lnTo>
                  <a:lnTo>
                    <a:pt x="1012" y="49"/>
                  </a:lnTo>
                  <a:lnTo>
                    <a:pt x="1008" y="52"/>
                  </a:lnTo>
                  <a:lnTo>
                    <a:pt x="1003" y="55"/>
                  </a:lnTo>
                  <a:lnTo>
                    <a:pt x="998" y="56"/>
                  </a:lnTo>
                  <a:lnTo>
                    <a:pt x="992" y="57"/>
                  </a:lnTo>
                  <a:lnTo>
                    <a:pt x="992" y="5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28"/>
            <p:cNvSpPr/>
            <p:nvPr/>
          </p:nvSpPr>
          <p:spPr>
            <a:xfrm>
              <a:off x="7761288" y="2814638"/>
              <a:ext cx="209550" cy="14288"/>
            </a:xfrm>
            <a:custGeom>
              <a:rect b="b" l="l" r="r" t="t"/>
              <a:pathLst>
                <a:path extrusionOk="0" h="57" w="794">
                  <a:moveTo>
                    <a:pt x="766" y="57"/>
                  </a:moveTo>
                  <a:lnTo>
                    <a:pt x="28" y="57"/>
                  </a:lnTo>
                  <a:lnTo>
                    <a:pt x="28" y="57"/>
                  </a:lnTo>
                  <a:lnTo>
                    <a:pt x="22" y="57"/>
                  </a:lnTo>
                  <a:lnTo>
                    <a:pt x="17" y="55"/>
                  </a:lnTo>
                  <a:lnTo>
                    <a:pt x="12" y="52"/>
                  </a:lnTo>
                  <a:lnTo>
                    <a:pt x="8" y="49"/>
                  </a:lnTo>
                  <a:lnTo>
                    <a:pt x="5" y="45"/>
                  </a:lnTo>
                  <a:lnTo>
                    <a:pt x="2" y="39"/>
                  </a:lnTo>
                  <a:lnTo>
                    <a:pt x="1" y="34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1" y="23"/>
                  </a:lnTo>
                  <a:lnTo>
                    <a:pt x="2" y="17"/>
                  </a:lnTo>
                  <a:lnTo>
                    <a:pt x="5" y="12"/>
                  </a:lnTo>
                  <a:lnTo>
                    <a:pt x="8" y="8"/>
                  </a:lnTo>
                  <a:lnTo>
                    <a:pt x="12" y="5"/>
                  </a:lnTo>
                  <a:lnTo>
                    <a:pt x="17" y="2"/>
                  </a:lnTo>
                  <a:lnTo>
                    <a:pt x="22" y="1"/>
                  </a:lnTo>
                  <a:lnTo>
                    <a:pt x="28" y="0"/>
                  </a:lnTo>
                  <a:lnTo>
                    <a:pt x="766" y="0"/>
                  </a:lnTo>
                  <a:lnTo>
                    <a:pt x="766" y="0"/>
                  </a:lnTo>
                  <a:lnTo>
                    <a:pt x="771" y="1"/>
                  </a:lnTo>
                  <a:lnTo>
                    <a:pt x="777" y="2"/>
                  </a:lnTo>
                  <a:lnTo>
                    <a:pt x="781" y="5"/>
                  </a:lnTo>
                  <a:lnTo>
                    <a:pt x="786" y="8"/>
                  </a:lnTo>
                  <a:lnTo>
                    <a:pt x="789" y="12"/>
                  </a:lnTo>
                  <a:lnTo>
                    <a:pt x="792" y="17"/>
                  </a:lnTo>
                  <a:lnTo>
                    <a:pt x="793" y="23"/>
                  </a:lnTo>
                  <a:lnTo>
                    <a:pt x="794" y="28"/>
                  </a:lnTo>
                  <a:lnTo>
                    <a:pt x="794" y="28"/>
                  </a:lnTo>
                  <a:lnTo>
                    <a:pt x="793" y="34"/>
                  </a:lnTo>
                  <a:lnTo>
                    <a:pt x="792" y="39"/>
                  </a:lnTo>
                  <a:lnTo>
                    <a:pt x="789" y="45"/>
                  </a:lnTo>
                  <a:lnTo>
                    <a:pt x="786" y="49"/>
                  </a:lnTo>
                  <a:lnTo>
                    <a:pt x="781" y="52"/>
                  </a:lnTo>
                  <a:lnTo>
                    <a:pt x="777" y="55"/>
                  </a:lnTo>
                  <a:lnTo>
                    <a:pt x="771" y="57"/>
                  </a:lnTo>
                  <a:lnTo>
                    <a:pt x="766" y="57"/>
                  </a:lnTo>
                  <a:lnTo>
                    <a:pt x="766" y="5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8" name="Google Shape;638;p28"/>
          <p:cNvGrpSpPr/>
          <p:nvPr/>
        </p:nvGrpSpPr>
        <p:grpSpPr>
          <a:xfrm>
            <a:off x="3756616" y="2877434"/>
            <a:ext cx="287879" cy="287878"/>
            <a:chOff x="2676525" y="3609976"/>
            <a:chExt cx="360363" cy="360363"/>
          </a:xfrm>
        </p:grpSpPr>
        <p:sp>
          <p:nvSpPr>
            <p:cNvPr id="639" name="Google Shape;639;p28"/>
            <p:cNvSpPr/>
            <p:nvPr/>
          </p:nvSpPr>
          <p:spPr>
            <a:xfrm>
              <a:off x="2720975" y="3698876"/>
              <a:ext cx="196850" cy="271463"/>
            </a:xfrm>
            <a:custGeom>
              <a:rect b="b" l="l" r="r" t="t"/>
              <a:pathLst>
                <a:path extrusionOk="0" h="1194" w="862">
                  <a:moveTo>
                    <a:pt x="829" y="1194"/>
                  </a:moveTo>
                  <a:lnTo>
                    <a:pt x="33" y="1194"/>
                  </a:lnTo>
                  <a:lnTo>
                    <a:pt x="33" y="1194"/>
                  </a:lnTo>
                  <a:lnTo>
                    <a:pt x="27" y="1193"/>
                  </a:lnTo>
                  <a:lnTo>
                    <a:pt x="20" y="1192"/>
                  </a:lnTo>
                  <a:lnTo>
                    <a:pt x="14" y="1189"/>
                  </a:lnTo>
                  <a:lnTo>
                    <a:pt x="9" y="1185"/>
                  </a:lnTo>
                  <a:lnTo>
                    <a:pt x="5" y="1180"/>
                  </a:lnTo>
                  <a:lnTo>
                    <a:pt x="3" y="1173"/>
                  </a:lnTo>
                  <a:lnTo>
                    <a:pt x="1" y="1167"/>
                  </a:lnTo>
                  <a:lnTo>
                    <a:pt x="0" y="116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27"/>
                  </a:lnTo>
                  <a:lnTo>
                    <a:pt x="3" y="21"/>
                  </a:lnTo>
                  <a:lnTo>
                    <a:pt x="5" y="15"/>
                  </a:lnTo>
                  <a:lnTo>
                    <a:pt x="9" y="11"/>
                  </a:lnTo>
                  <a:lnTo>
                    <a:pt x="14" y="6"/>
                  </a:lnTo>
                  <a:lnTo>
                    <a:pt x="20" y="3"/>
                  </a:lnTo>
                  <a:lnTo>
                    <a:pt x="27" y="1"/>
                  </a:lnTo>
                  <a:lnTo>
                    <a:pt x="33" y="0"/>
                  </a:lnTo>
                  <a:lnTo>
                    <a:pt x="829" y="0"/>
                  </a:lnTo>
                  <a:lnTo>
                    <a:pt x="829" y="0"/>
                  </a:lnTo>
                  <a:lnTo>
                    <a:pt x="835" y="1"/>
                  </a:lnTo>
                  <a:lnTo>
                    <a:pt x="841" y="3"/>
                  </a:lnTo>
                  <a:lnTo>
                    <a:pt x="846" y="6"/>
                  </a:lnTo>
                  <a:lnTo>
                    <a:pt x="851" y="11"/>
                  </a:lnTo>
                  <a:lnTo>
                    <a:pt x="856" y="15"/>
                  </a:lnTo>
                  <a:lnTo>
                    <a:pt x="859" y="21"/>
                  </a:lnTo>
                  <a:lnTo>
                    <a:pt x="861" y="27"/>
                  </a:lnTo>
                  <a:lnTo>
                    <a:pt x="862" y="33"/>
                  </a:lnTo>
                  <a:lnTo>
                    <a:pt x="862" y="1161"/>
                  </a:lnTo>
                  <a:lnTo>
                    <a:pt x="862" y="1161"/>
                  </a:lnTo>
                  <a:lnTo>
                    <a:pt x="861" y="1167"/>
                  </a:lnTo>
                  <a:lnTo>
                    <a:pt x="859" y="1173"/>
                  </a:lnTo>
                  <a:lnTo>
                    <a:pt x="856" y="1180"/>
                  </a:lnTo>
                  <a:lnTo>
                    <a:pt x="851" y="1185"/>
                  </a:lnTo>
                  <a:lnTo>
                    <a:pt x="846" y="1189"/>
                  </a:lnTo>
                  <a:lnTo>
                    <a:pt x="841" y="1192"/>
                  </a:lnTo>
                  <a:lnTo>
                    <a:pt x="835" y="1193"/>
                  </a:lnTo>
                  <a:lnTo>
                    <a:pt x="829" y="1194"/>
                  </a:lnTo>
                  <a:lnTo>
                    <a:pt x="829" y="1194"/>
                  </a:lnTo>
                  <a:close/>
                  <a:moveTo>
                    <a:pt x="66" y="1128"/>
                  </a:moveTo>
                  <a:lnTo>
                    <a:pt x="796" y="1128"/>
                  </a:lnTo>
                  <a:lnTo>
                    <a:pt x="796" y="67"/>
                  </a:lnTo>
                  <a:lnTo>
                    <a:pt x="66" y="67"/>
                  </a:lnTo>
                  <a:lnTo>
                    <a:pt x="66" y="11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28"/>
            <p:cNvSpPr/>
            <p:nvPr/>
          </p:nvSpPr>
          <p:spPr>
            <a:xfrm>
              <a:off x="2676525" y="3609976"/>
              <a:ext cx="104775" cy="255588"/>
            </a:xfrm>
            <a:custGeom>
              <a:rect b="b" l="l" r="r" t="t"/>
              <a:pathLst>
                <a:path extrusionOk="0" h="1127" w="464">
                  <a:moveTo>
                    <a:pt x="232" y="1127"/>
                  </a:moveTo>
                  <a:lnTo>
                    <a:pt x="33" y="1127"/>
                  </a:lnTo>
                  <a:lnTo>
                    <a:pt x="33" y="1127"/>
                  </a:lnTo>
                  <a:lnTo>
                    <a:pt x="26" y="1126"/>
                  </a:lnTo>
                  <a:lnTo>
                    <a:pt x="20" y="1124"/>
                  </a:lnTo>
                  <a:lnTo>
                    <a:pt x="14" y="1121"/>
                  </a:lnTo>
                  <a:lnTo>
                    <a:pt x="9" y="1117"/>
                  </a:lnTo>
                  <a:lnTo>
                    <a:pt x="5" y="1113"/>
                  </a:lnTo>
                  <a:lnTo>
                    <a:pt x="2" y="1106"/>
                  </a:lnTo>
                  <a:lnTo>
                    <a:pt x="1" y="1100"/>
                  </a:lnTo>
                  <a:lnTo>
                    <a:pt x="0" y="1094"/>
                  </a:lnTo>
                  <a:lnTo>
                    <a:pt x="0" y="232"/>
                  </a:lnTo>
                  <a:lnTo>
                    <a:pt x="0" y="232"/>
                  </a:lnTo>
                  <a:lnTo>
                    <a:pt x="1" y="208"/>
                  </a:lnTo>
                  <a:lnTo>
                    <a:pt x="4" y="185"/>
                  </a:lnTo>
                  <a:lnTo>
                    <a:pt x="10" y="163"/>
                  </a:lnTo>
                  <a:lnTo>
                    <a:pt x="19" y="142"/>
                  </a:lnTo>
                  <a:lnTo>
                    <a:pt x="28" y="121"/>
                  </a:lnTo>
                  <a:lnTo>
                    <a:pt x="39" y="102"/>
                  </a:lnTo>
                  <a:lnTo>
                    <a:pt x="53" y="85"/>
                  </a:lnTo>
                  <a:lnTo>
                    <a:pt x="68" y="68"/>
                  </a:lnTo>
                  <a:lnTo>
                    <a:pt x="85" y="52"/>
                  </a:lnTo>
                  <a:lnTo>
                    <a:pt x="102" y="39"/>
                  </a:lnTo>
                  <a:lnTo>
                    <a:pt x="121" y="28"/>
                  </a:lnTo>
                  <a:lnTo>
                    <a:pt x="142" y="18"/>
                  </a:lnTo>
                  <a:lnTo>
                    <a:pt x="162" y="10"/>
                  </a:lnTo>
                  <a:lnTo>
                    <a:pt x="185" y="5"/>
                  </a:lnTo>
                  <a:lnTo>
                    <a:pt x="208" y="1"/>
                  </a:lnTo>
                  <a:lnTo>
                    <a:pt x="232" y="0"/>
                  </a:lnTo>
                  <a:lnTo>
                    <a:pt x="232" y="0"/>
                  </a:lnTo>
                  <a:lnTo>
                    <a:pt x="256" y="1"/>
                  </a:lnTo>
                  <a:lnTo>
                    <a:pt x="278" y="5"/>
                  </a:lnTo>
                  <a:lnTo>
                    <a:pt x="301" y="10"/>
                  </a:lnTo>
                  <a:lnTo>
                    <a:pt x="322" y="18"/>
                  </a:lnTo>
                  <a:lnTo>
                    <a:pt x="343" y="28"/>
                  </a:lnTo>
                  <a:lnTo>
                    <a:pt x="361" y="39"/>
                  </a:lnTo>
                  <a:lnTo>
                    <a:pt x="380" y="52"/>
                  </a:lnTo>
                  <a:lnTo>
                    <a:pt x="395" y="68"/>
                  </a:lnTo>
                  <a:lnTo>
                    <a:pt x="411" y="85"/>
                  </a:lnTo>
                  <a:lnTo>
                    <a:pt x="424" y="102"/>
                  </a:lnTo>
                  <a:lnTo>
                    <a:pt x="436" y="121"/>
                  </a:lnTo>
                  <a:lnTo>
                    <a:pt x="446" y="142"/>
                  </a:lnTo>
                  <a:lnTo>
                    <a:pt x="453" y="163"/>
                  </a:lnTo>
                  <a:lnTo>
                    <a:pt x="459" y="185"/>
                  </a:lnTo>
                  <a:lnTo>
                    <a:pt x="463" y="208"/>
                  </a:lnTo>
                  <a:lnTo>
                    <a:pt x="464" y="232"/>
                  </a:lnTo>
                  <a:lnTo>
                    <a:pt x="464" y="232"/>
                  </a:lnTo>
                  <a:lnTo>
                    <a:pt x="463" y="255"/>
                  </a:lnTo>
                  <a:lnTo>
                    <a:pt x="459" y="278"/>
                  </a:lnTo>
                  <a:lnTo>
                    <a:pt x="453" y="301"/>
                  </a:lnTo>
                  <a:lnTo>
                    <a:pt x="446" y="322"/>
                  </a:lnTo>
                  <a:lnTo>
                    <a:pt x="436" y="342"/>
                  </a:lnTo>
                  <a:lnTo>
                    <a:pt x="424" y="361"/>
                  </a:lnTo>
                  <a:lnTo>
                    <a:pt x="411" y="380"/>
                  </a:lnTo>
                  <a:lnTo>
                    <a:pt x="395" y="396"/>
                  </a:lnTo>
                  <a:lnTo>
                    <a:pt x="380" y="411"/>
                  </a:lnTo>
                  <a:lnTo>
                    <a:pt x="361" y="424"/>
                  </a:lnTo>
                  <a:lnTo>
                    <a:pt x="343" y="436"/>
                  </a:lnTo>
                  <a:lnTo>
                    <a:pt x="322" y="446"/>
                  </a:lnTo>
                  <a:lnTo>
                    <a:pt x="301" y="453"/>
                  </a:lnTo>
                  <a:lnTo>
                    <a:pt x="278" y="459"/>
                  </a:lnTo>
                  <a:lnTo>
                    <a:pt x="256" y="462"/>
                  </a:lnTo>
                  <a:lnTo>
                    <a:pt x="232" y="464"/>
                  </a:lnTo>
                  <a:lnTo>
                    <a:pt x="232" y="464"/>
                  </a:lnTo>
                  <a:lnTo>
                    <a:pt x="226" y="464"/>
                  </a:lnTo>
                  <a:lnTo>
                    <a:pt x="219" y="461"/>
                  </a:lnTo>
                  <a:lnTo>
                    <a:pt x="213" y="458"/>
                  </a:lnTo>
                  <a:lnTo>
                    <a:pt x="208" y="454"/>
                  </a:lnTo>
                  <a:lnTo>
                    <a:pt x="204" y="449"/>
                  </a:lnTo>
                  <a:lnTo>
                    <a:pt x="202" y="444"/>
                  </a:lnTo>
                  <a:lnTo>
                    <a:pt x="200" y="438"/>
                  </a:lnTo>
                  <a:lnTo>
                    <a:pt x="199" y="430"/>
                  </a:lnTo>
                  <a:lnTo>
                    <a:pt x="199" y="298"/>
                  </a:lnTo>
                  <a:lnTo>
                    <a:pt x="199" y="298"/>
                  </a:lnTo>
                  <a:lnTo>
                    <a:pt x="200" y="292"/>
                  </a:lnTo>
                  <a:lnTo>
                    <a:pt x="202" y="285"/>
                  </a:lnTo>
                  <a:lnTo>
                    <a:pt x="204" y="279"/>
                  </a:lnTo>
                  <a:lnTo>
                    <a:pt x="208" y="275"/>
                  </a:lnTo>
                  <a:lnTo>
                    <a:pt x="213" y="271"/>
                  </a:lnTo>
                  <a:lnTo>
                    <a:pt x="219" y="268"/>
                  </a:lnTo>
                  <a:lnTo>
                    <a:pt x="226" y="266"/>
                  </a:lnTo>
                  <a:lnTo>
                    <a:pt x="232" y="265"/>
                  </a:lnTo>
                  <a:lnTo>
                    <a:pt x="394" y="265"/>
                  </a:lnTo>
                  <a:lnTo>
                    <a:pt x="394" y="265"/>
                  </a:lnTo>
                  <a:lnTo>
                    <a:pt x="396" y="248"/>
                  </a:lnTo>
                  <a:lnTo>
                    <a:pt x="397" y="232"/>
                  </a:lnTo>
                  <a:lnTo>
                    <a:pt x="397" y="232"/>
                  </a:lnTo>
                  <a:lnTo>
                    <a:pt x="396" y="215"/>
                  </a:lnTo>
                  <a:lnTo>
                    <a:pt x="394" y="198"/>
                  </a:lnTo>
                  <a:lnTo>
                    <a:pt x="390" y="183"/>
                  </a:lnTo>
                  <a:lnTo>
                    <a:pt x="385" y="167"/>
                  </a:lnTo>
                  <a:lnTo>
                    <a:pt x="378" y="153"/>
                  </a:lnTo>
                  <a:lnTo>
                    <a:pt x="369" y="139"/>
                  </a:lnTo>
                  <a:lnTo>
                    <a:pt x="360" y="126"/>
                  </a:lnTo>
                  <a:lnTo>
                    <a:pt x="349" y="115"/>
                  </a:lnTo>
                  <a:lnTo>
                    <a:pt x="337" y="104"/>
                  </a:lnTo>
                  <a:lnTo>
                    <a:pt x="324" y="94"/>
                  </a:lnTo>
                  <a:lnTo>
                    <a:pt x="310" y="86"/>
                  </a:lnTo>
                  <a:lnTo>
                    <a:pt x="296" y="79"/>
                  </a:lnTo>
                  <a:lnTo>
                    <a:pt x="281" y="73"/>
                  </a:lnTo>
                  <a:lnTo>
                    <a:pt x="265" y="69"/>
                  </a:lnTo>
                  <a:lnTo>
                    <a:pt x="248" y="67"/>
                  </a:lnTo>
                  <a:lnTo>
                    <a:pt x="232" y="66"/>
                  </a:lnTo>
                  <a:lnTo>
                    <a:pt x="232" y="66"/>
                  </a:lnTo>
                  <a:lnTo>
                    <a:pt x="215" y="67"/>
                  </a:lnTo>
                  <a:lnTo>
                    <a:pt x="199" y="69"/>
                  </a:lnTo>
                  <a:lnTo>
                    <a:pt x="182" y="73"/>
                  </a:lnTo>
                  <a:lnTo>
                    <a:pt x="168" y="79"/>
                  </a:lnTo>
                  <a:lnTo>
                    <a:pt x="153" y="86"/>
                  </a:lnTo>
                  <a:lnTo>
                    <a:pt x="140" y="94"/>
                  </a:lnTo>
                  <a:lnTo>
                    <a:pt x="126" y="104"/>
                  </a:lnTo>
                  <a:lnTo>
                    <a:pt x="115" y="115"/>
                  </a:lnTo>
                  <a:lnTo>
                    <a:pt x="105" y="126"/>
                  </a:lnTo>
                  <a:lnTo>
                    <a:pt x="94" y="139"/>
                  </a:lnTo>
                  <a:lnTo>
                    <a:pt x="86" y="153"/>
                  </a:lnTo>
                  <a:lnTo>
                    <a:pt x="80" y="167"/>
                  </a:lnTo>
                  <a:lnTo>
                    <a:pt x="73" y="183"/>
                  </a:lnTo>
                  <a:lnTo>
                    <a:pt x="69" y="198"/>
                  </a:lnTo>
                  <a:lnTo>
                    <a:pt x="67" y="215"/>
                  </a:lnTo>
                  <a:lnTo>
                    <a:pt x="66" y="232"/>
                  </a:lnTo>
                  <a:lnTo>
                    <a:pt x="66" y="1061"/>
                  </a:lnTo>
                  <a:lnTo>
                    <a:pt x="232" y="1061"/>
                  </a:lnTo>
                  <a:lnTo>
                    <a:pt x="232" y="1061"/>
                  </a:lnTo>
                  <a:lnTo>
                    <a:pt x="238" y="1061"/>
                  </a:lnTo>
                  <a:lnTo>
                    <a:pt x="245" y="1063"/>
                  </a:lnTo>
                  <a:lnTo>
                    <a:pt x="250" y="1066"/>
                  </a:lnTo>
                  <a:lnTo>
                    <a:pt x="256" y="1070"/>
                  </a:lnTo>
                  <a:lnTo>
                    <a:pt x="260" y="1075"/>
                  </a:lnTo>
                  <a:lnTo>
                    <a:pt x="263" y="1081"/>
                  </a:lnTo>
                  <a:lnTo>
                    <a:pt x="264" y="1087"/>
                  </a:lnTo>
                  <a:lnTo>
                    <a:pt x="265" y="1094"/>
                  </a:lnTo>
                  <a:lnTo>
                    <a:pt x="265" y="1094"/>
                  </a:lnTo>
                  <a:lnTo>
                    <a:pt x="264" y="1100"/>
                  </a:lnTo>
                  <a:lnTo>
                    <a:pt x="263" y="1106"/>
                  </a:lnTo>
                  <a:lnTo>
                    <a:pt x="260" y="1113"/>
                  </a:lnTo>
                  <a:lnTo>
                    <a:pt x="256" y="1117"/>
                  </a:lnTo>
                  <a:lnTo>
                    <a:pt x="250" y="1121"/>
                  </a:lnTo>
                  <a:lnTo>
                    <a:pt x="245" y="1124"/>
                  </a:lnTo>
                  <a:lnTo>
                    <a:pt x="238" y="1126"/>
                  </a:lnTo>
                  <a:lnTo>
                    <a:pt x="232" y="1127"/>
                  </a:lnTo>
                  <a:lnTo>
                    <a:pt x="232" y="1127"/>
                  </a:lnTo>
                  <a:close/>
                  <a:moveTo>
                    <a:pt x="265" y="331"/>
                  </a:moveTo>
                  <a:lnTo>
                    <a:pt x="265" y="394"/>
                  </a:lnTo>
                  <a:lnTo>
                    <a:pt x="265" y="394"/>
                  </a:lnTo>
                  <a:lnTo>
                    <a:pt x="279" y="390"/>
                  </a:lnTo>
                  <a:lnTo>
                    <a:pt x="294" y="386"/>
                  </a:lnTo>
                  <a:lnTo>
                    <a:pt x="307" y="379"/>
                  </a:lnTo>
                  <a:lnTo>
                    <a:pt x="321" y="371"/>
                  </a:lnTo>
                  <a:lnTo>
                    <a:pt x="333" y="363"/>
                  </a:lnTo>
                  <a:lnTo>
                    <a:pt x="345" y="354"/>
                  </a:lnTo>
                  <a:lnTo>
                    <a:pt x="355" y="342"/>
                  </a:lnTo>
                  <a:lnTo>
                    <a:pt x="364" y="331"/>
                  </a:lnTo>
                  <a:lnTo>
                    <a:pt x="265" y="3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28"/>
            <p:cNvSpPr/>
            <p:nvPr/>
          </p:nvSpPr>
          <p:spPr>
            <a:xfrm>
              <a:off x="2720975" y="3609976"/>
              <a:ext cx="241300" cy="104775"/>
            </a:xfrm>
            <a:custGeom>
              <a:rect b="b" l="l" r="r" t="t"/>
              <a:pathLst>
                <a:path extrusionOk="0" h="464" w="1060">
                  <a:moveTo>
                    <a:pt x="829" y="464"/>
                  </a:moveTo>
                  <a:lnTo>
                    <a:pt x="829" y="464"/>
                  </a:lnTo>
                  <a:lnTo>
                    <a:pt x="821" y="464"/>
                  </a:lnTo>
                  <a:lnTo>
                    <a:pt x="815" y="461"/>
                  </a:lnTo>
                  <a:lnTo>
                    <a:pt x="810" y="458"/>
                  </a:lnTo>
                  <a:lnTo>
                    <a:pt x="805" y="454"/>
                  </a:lnTo>
                  <a:lnTo>
                    <a:pt x="801" y="449"/>
                  </a:lnTo>
                  <a:lnTo>
                    <a:pt x="798" y="444"/>
                  </a:lnTo>
                  <a:lnTo>
                    <a:pt x="796" y="438"/>
                  </a:lnTo>
                  <a:lnTo>
                    <a:pt x="796" y="430"/>
                  </a:lnTo>
                  <a:lnTo>
                    <a:pt x="796" y="430"/>
                  </a:lnTo>
                  <a:lnTo>
                    <a:pt x="796" y="424"/>
                  </a:lnTo>
                  <a:lnTo>
                    <a:pt x="798" y="418"/>
                  </a:lnTo>
                  <a:lnTo>
                    <a:pt x="801" y="412"/>
                  </a:lnTo>
                  <a:lnTo>
                    <a:pt x="805" y="408"/>
                  </a:lnTo>
                  <a:lnTo>
                    <a:pt x="810" y="403"/>
                  </a:lnTo>
                  <a:lnTo>
                    <a:pt x="815" y="400"/>
                  </a:lnTo>
                  <a:lnTo>
                    <a:pt x="821" y="398"/>
                  </a:lnTo>
                  <a:lnTo>
                    <a:pt x="829" y="397"/>
                  </a:lnTo>
                  <a:lnTo>
                    <a:pt x="829" y="397"/>
                  </a:lnTo>
                  <a:lnTo>
                    <a:pt x="845" y="396"/>
                  </a:lnTo>
                  <a:lnTo>
                    <a:pt x="862" y="394"/>
                  </a:lnTo>
                  <a:lnTo>
                    <a:pt x="877" y="390"/>
                  </a:lnTo>
                  <a:lnTo>
                    <a:pt x="893" y="385"/>
                  </a:lnTo>
                  <a:lnTo>
                    <a:pt x="907" y="378"/>
                  </a:lnTo>
                  <a:lnTo>
                    <a:pt x="921" y="369"/>
                  </a:lnTo>
                  <a:lnTo>
                    <a:pt x="933" y="360"/>
                  </a:lnTo>
                  <a:lnTo>
                    <a:pt x="946" y="349"/>
                  </a:lnTo>
                  <a:lnTo>
                    <a:pt x="956" y="337"/>
                  </a:lnTo>
                  <a:lnTo>
                    <a:pt x="965" y="325"/>
                  </a:lnTo>
                  <a:lnTo>
                    <a:pt x="974" y="310"/>
                  </a:lnTo>
                  <a:lnTo>
                    <a:pt x="981" y="296"/>
                  </a:lnTo>
                  <a:lnTo>
                    <a:pt x="986" y="281"/>
                  </a:lnTo>
                  <a:lnTo>
                    <a:pt x="990" y="265"/>
                  </a:lnTo>
                  <a:lnTo>
                    <a:pt x="993" y="249"/>
                  </a:lnTo>
                  <a:lnTo>
                    <a:pt x="994" y="232"/>
                  </a:lnTo>
                  <a:lnTo>
                    <a:pt x="994" y="232"/>
                  </a:lnTo>
                  <a:lnTo>
                    <a:pt x="993" y="215"/>
                  </a:lnTo>
                  <a:lnTo>
                    <a:pt x="990" y="198"/>
                  </a:lnTo>
                  <a:lnTo>
                    <a:pt x="986" y="183"/>
                  </a:lnTo>
                  <a:lnTo>
                    <a:pt x="981" y="167"/>
                  </a:lnTo>
                  <a:lnTo>
                    <a:pt x="974" y="153"/>
                  </a:lnTo>
                  <a:lnTo>
                    <a:pt x="965" y="139"/>
                  </a:lnTo>
                  <a:lnTo>
                    <a:pt x="956" y="126"/>
                  </a:lnTo>
                  <a:lnTo>
                    <a:pt x="946" y="115"/>
                  </a:lnTo>
                  <a:lnTo>
                    <a:pt x="933" y="104"/>
                  </a:lnTo>
                  <a:lnTo>
                    <a:pt x="921" y="94"/>
                  </a:lnTo>
                  <a:lnTo>
                    <a:pt x="907" y="86"/>
                  </a:lnTo>
                  <a:lnTo>
                    <a:pt x="893" y="79"/>
                  </a:lnTo>
                  <a:lnTo>
                    <a:pt x="877" y="73"/>
                  </a:lnTo>
                  <a:lnTo>
                    <a:pt x="862" y="69"/>
                  </a:lnTo>
                  <a:lnTo>
                    <a:pt x="845" y="67"/>
                  </a:lnTo>
                  <a:lnTo>
                    <a:pt x="829" y="66"/>
                  </a:lnTo>
                  <a:lnTo>
                    <a:pt x="33" y="66"/>
                  </a:lnTo>
                  <a:lnTo>
                    <a:pt x="33" y="66"/>
                  </a:lnTo>
                  <a:lnTo>
                    <a:pt x="27" y="65"/>
                  </a:lnTo>
                  <a:lnTo>
                    <a:pt x="20" y="64"/>
                  </a:lnTo>
                  <a:lnTo>
                    <a:pt x="14" y="61"/>
                  </a:lnTo>
                  <a:lnTo>
                    <a:pt x="9" y="57"/>
                  </a:lnTo>
                  <a:lnTo>
                    <a:pt x="5" y="51"/>
                  </a:lnTo>
                  <a:lnTo>
                    <a:pt x="3" y="46"/>
                  </a:lnTo>
                  <a:lnTo>
                    <a:pt x="1" y="40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27"/>
                  </a:lnTo>
                  <a:lnTo>
                    <a:pt x="3" y="20"/>
                  </a:lnTo>
                  <a:lnTo>
                    <a:pt x="5" y="14"/>
                  </a:lnTo>
                  <a:lnTo>
                    <a:pt x="9" y="9"/>
                  </a:lnTo>
                  <a:lnTo>
                    <a:pt x="14" y="6"/>
                  </a:lnTo>
                  <a:lnTo>
                    <a:pt x="20" y="3"/>
                  </a:lnTo>
                  <a:lnTo>
                    <a:pt x="27" y="1"/>
                  </a:lnTo>
                  <a:lnTo>
                    <a:pt x="33" y="0"/>
                  </a:lnTo>
                  <a:lnTo>
                    <a:pt x="829" y="0"/>
                  </a:lnTo>
                  <a:lnTo>
                    <a:pt x="829" y="0"/>
                  </a:lnTo>
                  <a:lnTo>
                    <a:pt x="851" y="1"/>
                  </a:lnTo>
                  <a:lnTo>
                    <a:pt x="875" y="5"/>
                  </a:lnTo>
                  <a:lnTo>
                    <a:pt x="897" y="10"/>
                  </a:lnTo>
                  <a:lnTo>
                    <a:pt x="919" y="18"/>
                  </a:lnTo>
                  <a:lnTo>
                    <a:pt x="938" y="28"/>
                  </a:lnTo>
                  <a:lnTo>
                    <a:pt x="958" y="39"/>
                  </a:lnTo>
                  <a:lnTo>
                    <a:pt x="976" y="52"/>
                  </a:lnTo>
                  <a:lnTo>
                    <a:pt x="992" y="68"/>
                  </a:lnTo>
                  <a:lnTo>
                    <a:pt x="1007" y="85"/>
                  </a:lnTo>
                  <a:lnTo>
                    <a:pt x="1020" y="102"/>
                  </a:lnTo>
                  <a:lnTo>
                    <a:pt x="1032" y="121"/>
                  </a:lnTo>
                  <a:lnTo>
                    <a:pt x="1042" y="142"/>
                  </a:lnTo>
                  <a:lnTo>
                    <a:pt x="1050" y="163"/>
                  </a:lnTo>
                  <a:lnTo>
                    <a:pt x="1055" y="185"/>
                  </a:lnTo>
                  <a:lnTo>
                    <a:pt x="1059" y="208"/>
                  </a:lnTo>
                  <a:lnTo>
                    <a:pt x="1060" y="232"/>
                  </a:lnTo>
                  <a:lnTo>
                    <a:pt x="1060" y="232"/>
                  </a:lnTo>
                  <a:lnTo>
                    <a:pt x="1059" y="255"/>
                  </a:lnTo>
                  <a:lnTo>
                    <a:pt x="1055" y="278"/>
                  </a:lnTo>
                  <a:lnTo>
                    <a:pt x="1050" y="301"/>
                  </a:lnTo>
                  <a:lnTo>
                    <a:pt x="1042" y="322"/>
                  </a:lnTo>
                  <a:lnTo>
                    <a:pt x="1032" y="342"/>
                  </a:lnTo>
                  <a:lnTo>
                    <a:pt x="1020" y="361"/>
                  </a:lnTo>
                  <a:lnTo>
                    <a:pt x="1007" y="380"/>
                  </a:lnTo>
                  <a:lnTo>
                    <a:pt x="992" y="396"/>
                  </a:lnTo>
                  <a:lnTo>
                    <a:pt x="976" y="411"/>
                  </a:lnTo>
                  <a:lnTo>
                    <a:pt x="958" y="424"/>
                  </a:lnTo>
                  <a:lnTo>
                    <a:pt x="938" y="436"/>
                  </a:lnTo>
                  <a:lnTo>
                    <a:pt x="919" y="446"/>
                  </a:lnTo>
                  <a:lnTo>
                    <a:pt x="897" y="453"/>
                  </a:lnTo>
                  <a:lnTo>
                    <a:pt x="875" y="459"/>
                  </a:lnTo>
                  <a:lnTo>
                    <a:pt x="851" y="462"/>
                  </a:lnTo>
                  <a:lnTo>
                    <a:pt x="829" y="464"/>
                  </a:lnTo>
                  <a:lnTo>
                    <a:pt x="829" y="4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28"/>
            <p:cNvSpPr/>
            <p:nvPr/>
          </p:nvSpPr>
          <p:spPr>
            <a:xfrm>
              <a:off x="2811463" y="3759201"/>
              <a:ext cx="74613" cy="15875"/>
            </a:xfrm>
            <a:custGeom>
              <a:rect b="b" l="l" r="r" t="t"/>
              <a:pathLst>
                <a:path extrusionOk="0" h="67" w="331">
                  <a:moveTo>
                    <a:pt x="298" y="67"/>
                  </a:moveTo>
                  <a:lnTo>
                    <a:pt x="33" y="67"/>
                  </a:lnTo>
                  <a:lnTo>
                    <a:pt x="33" y="67"/>
                  </a:lnTo>
                  <a:lnTo>
                    <a:pt x="27" y="67"/>
                  </a:lnTo>
                  <a:lnTo>
                    <a:pt x="21" y="64"/>
                  </a:lnTo>
                  <a:lnTo>
                    <a:pt x="15" y="61"/>
                  </a:lnTo>
                  <a:lnTo>
                    <a:pt x="10" y="57"/>
                  </a:lnTo>
                  <a:lnTo>
                    <a:pt x="6" y="52"/>
                  </a:lnTo>
                  <a:lnTo>
                    <a:pt x="3" y="47"/>
                  </a:lnTo>
                  <a:lnTo>
                    <a:pt x="1" y="4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27"/>
                  </a:lnTo>
                  <a:lnTo>
                    <a:pt x="3" y="21"/>
                  </a:lnTo>
                  <a:lnTo>
                    <a:pt x="6" y="16"/>
                  </a:lnTo>
                  <a:lnTo>
                    <a:pt x="10" y="11"/>
                  </a:lnTo>
                  <a:lnTo>
                    <a:pt x="15" y="7"/>
                  </a:lnTo>
                  <a:lnTo>
                    <a:pt x="21" y="3"/>
                  </a:lnTo>
                  <a:lnTo>
                    <a:pt x="27" y="1"/>
                  </a:lnTo>
                  <a:lnTo>
                    <a:pt x="33" y="0"/>
                  </a:lnTo>
                  <a:lnTo>
                    <a:pt x="298" y="0"/>
                  </a:lnTo>
                  <a:lnTo>
                    <a:pt x="298" y="0"/>
                  </a:lnTo>
                  <a:lnTo>
                    <a:pt x="305" y="1"/>
                  </a:lnTo>
                  <a:lnTo>
                    <a:pt x="312" y="3"/>
                  </a:lnTo>
                  <a:lnTo>
                    <a:pt x="317" y="7"/>
                  </a:lnTo>
                  <a:lnTo>
                    <a:pt x="322" y="11"/>
                  </a:lnTo>
                  <a:lnTo>
                    <a:pt x="326" y="16"/>
                  </a:lnTo>
                  <a:lnTo>
                    <a:pt x="329" y="21"/>
                  </a:lnTo>
                  <a:lnTo>
                    <a:pt x="331" y="27"/>
                  </a:lnTo>
                  <a:lnTo>
                    <a:pt x="331" y="33"/>
                  </a:lnTo>
                  <a:lnTo>
                    <a:pt x="331" y="33"/>
                  </a:lnTo>
                  <a:lnTo>
                    <a:pt x="331" y="41"/>
                  </a:lnTo>
                  <a:lnTo>
                    <a:pt x="329" y="47"/>
                  </a:lnTo>
                  <a:lnTo>
                    <a:pt x="326" y="52"/>
                  </a:lnTo>
                  <a:lnTo>
                    <a:pt x="322" y="57"/>
                  </a:lnTo>
                  <a:lnTo>
                    <a:pt x="317" y="61"/>
                  </a:lnTo>
                  <a:lnTo>
                    <a:pt x="312" y="64"/>
                  </a:lnTo>
                  <a:lnTo>
                    <a:pt x="305" y="67"/>
                  </a:lnTo>
                  <a:lnTo>
                    <a:pt x="298" y="67"/>
                  </a:lnTo>
                  <a:lnTo>
                    <a:pt x="298" y="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28"/>
            <p:cNvSpPr/>
            <p:nvPr/>
          </p:nvSpPr>
          <p:spPr>
            <a:xfrm>
              <a:off x="2811463" y="3819526"/>
              <a:ext cx="74613" cy="15875"/>
            </a:xfrm>
            <a:custGeom>
              <a:rect b="b" l="l" r="r" t="t"/>
              <a:pathLst>
                <a:path extrusionOk="0" h="67" w="331">
                  <a:moveTo>
                    <a:pt x="298" y="67"/>
                  </a:moveTo>
                  <a:lnTo>
                    <a:pt x="33" y="67"/>
                  </a:lnTo>
                  <a:lnTo>
                    <a:pt x="33" y="67"/>
                  </a:lnTo>
                  <a:lnTo>
                    <a:pt x="27" y="66"/>
                  </a:lnTo>
                  <a:lnTo>
                    <a:pt x="21" y="64"/>
                  </a:lnTo>
                  <a:lnTo>
                    <a:pt x="15" y="60"/>
                  </a:lnTo>
                  <a:lnTo>
                    <a:pt x="10" y="56"/>
                  </a:lnTo>
                  <a:lnTo>
                    <a:pt x="6" y="52"/>
                  </a:lnTo>
                  <a:lnTo>
                    <a:pt x="3" y="46"/>
                  </a:lnTo>
                  <a:lnTo>
                    <a:pt x="1" y="4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1" y="26"/>
                  </a:lnTo>
                  <a:lnTo>
                    <a:pt x="3" y="20"/>
                  </a:lnTo>
                  <a:lnTo>
                    <a:pt x="6" y="15"/>
                  </a:lnTo>
                  <a:lnTo>
                    <a:pt x="10" y="10"/>
                  </a:lnTo>
                  <a:lnTo>
                    <a:pt x="15" y="6"/>
                  </a:lnTo>
                  <a:lnTo>
                    <a:pt x="21" y="2"/>
                  </a:lnTo>
                  <a:lnTo>
                    <a:pt x="27" y="0"/>
                  </a:lnTo>
                  <a:lnTo>
                    <a:pt x="33" y="0"/>
                  </a:lnTo>
                  <a:lnTo>
                    <a:pt x="298" y="0"/>
                  </a:lnTo>
                  <a:lnTo>
                    <a:pt x="298" y="0"/>
                  </a:lnTo>
                  <a:lnTo>
                    <a:pt x="305" y="0"/>
                  </a:lnTo>
                  <a:lnTo>
                    <a:pt x="312" y="2"/>
                  </a:lnTo>
                  <a:lnTo>
                    <a:pt x="317" y="6"/>
                  </a:lnTo>
                  <a:lnTo>
                    <a:pt x="322" y="10"/>
                  </a:lnTo>
                  <a:lnTo>
                    <a:pt x="326" y="15"/>
                  </a:lnTo>
                  <a:lnTo>
                    <a:pt x="329" y="20"/>
                  </a:lnTo>
                  <a:lnTo>
                    <a:pt x="331" y="26"/>
                  </a:lnTo>
                  <a:lnTo>
                    <a:pt x="331" y="34"/>
                  </a:lnTo>
                  <a:lnTo>
                    <a:pt x="331" y="34"/>
                  </a:lnTo>
                  <a:lnTo>
                    <a:pt x="331" y="40"/>
                  </a:lnTo>
                  <a:lnTo>
                    <a:pt x="329" y="46"/>
                  </a:lnTo>
                  <a:lnTo>
                    <a:pt x="326" y="52"/>
                  </a:lnTo>
                  <a:lnTo>
                    <a:pt x="322" y="56"/>
                  </a:lnTo>
                  <a:lnTo>
                    <a:pt x="317" y="60"/>
                  </a:lnTo>
                  <a:lnTo>
                    <a:pt x="312" y="64"/>
                  </a:lnTo>
                  <a:lnTo>
                    <a:pt x="305" y="66"/>
                  </a:lnTo>
                  <a:lnTo>
                    <a:pt x="298" y="67"/>
                  </a:lnTo>
                  <a:lnTo>
                    <a:pt x="298" y="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28"/>
            <p:cNvSpPr/>
            <p:nvPr/>
          </p:nvSpPr>
          <p:spPr>
            <a:xfrm>
              <a:off x="2811463" y="3879851"/>
              <a:ext cx="74613" cy="15875"/>
            </a:xfrm>
            <a:custGeom>
              <a:rect b="b" l="l" r="r" t="t"/>
              <a:pathLst>
                <a:path extrusionOk="0" h="67" w="331">
                  <a:moveTo>
                    <a:pt x="298" y="67"/>
                  </a:moveTo>
                  <a:lnTo>
                    <a:pt x="33" y="67"/>
                  </a:lnTo>
                  <a:lnTo>
                    <a:pt x="33" y="67"/>
                  </a:lnTo>
                  <a:lnTo>
                    <a:pt x="27" y="66"/>
                  </a:lnTo>
                  <a:lnTo>
                    <a:pt x="21" y="64"/>
                  </a:lnTo>
                  <a:lnTo>
                    <a:pt x="15" y="60"/>
                  </a:lnTo>
                  <a:lnTo>
                    <a:pt x="10" y="56"/>
                  </a:lnTo>
                  <a:lnTo>
                    <a:pt x="6" y="52"/>
                  </a:lnTo>
                  <a:lnTo>
                    <a:pt x="3" y="46"/>
                  </a:lnTo>
                  <a:lnTo>
                    <a:pt x="1" y="4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1" y="26"/>
                  </a:lnTo>
                  <a:lnTo>
                    <a:pt x="3" y="20"/>
                  </a:lnTo>
                  <a:lnTo>
                    <a:pt x="6" y="15"/>
                  </a:lnTo>
                  <a:lnTo>
                    <a:pt x="10" y="10"/>
                  </a:lnTo>
                  <a:lnTo>
                    <a:pt x="15" y="6"/>
                  </a:lnTo>
                  <a:lnTo>
                    <a:pt x="21" y="2"/>
                  </a:lnTo>
                  <a:lnTo>
                    <a:pt x="27" y="0"/>
                  </a:lnTo>
                  <a:lnTo>
                    <a:pt x="33" y="0"/>
                  </a:lnTo>
                  <a:lnTo>
                    <a:pt x="298" y="0"/>
                  </a:lnTo>
                  <a:lnTo>
                    <a:pt x="298" y="0"/>
                  </a:lnTo>
                  <a:lnTo>
                    <a:pt x="305" y="0"/>
                  </a:lnTo>
                  <a:lnTo>
                    <a:pt x="312" y="2"/>
                  </a:lnTo>
                  <a:lnTo>
                    <a:pt x="317" y="6"/>
                  </a:lnTo>
                  <a:lnTo>
                    <a:pt x="322" y="10"/>
                  </a:lnTo>
                  <a:lnTo>
                    <a:pt x="326" y="15"/>
                  </a:lnTo>
                  <a:lnTo>
                    <a:pt x="329" y="20"/>
                  </a:lnTo>
                  <a:lnTo>
                    <a:pt x="331" y="26"/>
                  </a:lnTo>
                  <a:lnTo>
                    <a:pt x="331" y="34"/>
                  </a:lnTo>
                  <a:lnTo>
                    <a:pt x="331" y="34"/>
                  </a:lnTo>
                  <a:lnTo>
                    <a:pt x="331" y="40"/>
                  </a:lnTo>
                  <a:lnTo>
                    <a:pt x="329" y="46"/>
                  </a:lnTo>
                  <a:lnTo>
                    <a:pt x="326" y="52"/>
                  </a:lnTo>
                  <a:lnTo>
                    <a:pt x="322" y="56"/>
                  </a:lnTo>
                  <a:lnTo>
                    <a:pt x="317" y="60"/>
                  </a:lnTo>
                  <a:lnTo>
                    <a:pt x="312" y="64"/>
                  </a:lnTo>
                  <a:lnTo>
                    <a:pt x="305" y="66"/>
                  </a:lnTo>
                  <a:lnTo>
                    <a:pt x="298" y="67"/>
                  </a:lnTo>
                  <a:lnTo>
                    <a:pt x="298" y="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28"/>
            <p:cNvSpPr/>
            <p:nvPr/>
          </p:nvSpPr>
          <p:spPr>
            <a:xfrm>
              <a:off x="2751138" y="3729038"/>
              <a:ext cx="52388" cy="46038"/>
            </a:xfrm>
            <a:custGeom>
              <a:rect b="b" l="l" r="r" t="t"/>
              <a:pathLst>
                <a:path extrusionOk="0" h="199" w="232">
                  <a:moveTo>
                    <a:pt x="66" y="199"/>
                  </a:moveTo>
                  <a:lnTo>
                    <a:pt x="66" y="199"/>
                  </a:lnTo>
                  <a:lnTo>
                    <a:pt x="60" y="199"/>
                  </a:lnTo>
                  <a:lnTo>
                    <a:pt x="54" y="196"/>
                  </a:lnTo>
                  <a:lnTo>
                    <a:pt x="49" y="193"/>
                  </a:lnTo>
                  <a:lnTo>
                    <a:pt x="43" y="189"/>
                  </a:lnTo>
                  <a:lnTo>
                    <a:pt x="9" y="156"/>
                  </a:lnTo>
                  <a:lnTo>
                    <a:pt x="9" y="156"/>
                  </a:lnTo>
                  <a:lnTo>
                    <a:pt x="5" y="151"/>
                  </a:lnTo>
                  <a:lnTo>
                    <a:pt x="2" y="146"/>
                  </a:lnTo>
                  <a:lnTo>
                    <a:pt x="1" y="140"/>
                  </a:lnTo>
                  <a:lnTo>
                    <a:pt x="0" y="132"/>
                  </a:lnTo>
                  <a:lnTo>
                    <a:pt x="1" y="126"/>
                  </a:lnTo>
                  <a:lnTo>
                    <a:pt x="2" y="120"/>
                  </a:lnTo>
                  <a:lnTo>
                    <a:pt x="5" y="115"/>
                  </a:lnTo>
                  <a:lnTo>
                    <a:pt x="9" y="110"/>
                  </a:lnTo>
                  <a:lnTo>
                    <a:pt x="9" y="110"/>
                  </a:lnTo>
                  <a:lnTo>
                    <a:pt x="15" y="105"/>
                  </a:lnTo>
                  <a:lnTo>
                    <a:pt x="21" y="102"/>
                  </a:lnTo>
                  <a:lnTo>
                    <a:pt x="27" y="100"/>
                  </a:lnTo>
                  <a:lnTo>
                    <a:pt x="33" y="99"/>
                  </a:lnTo>
                  <a:lnTo>
                    <a:pt x="39" y="100"/>
                  </a:lnTo>
                  <a:lnTo>
                    <a:pt x="46" y="102"/>
                  </a:lnTo>
                  <a:lnTo>
                    <a:pt x="52" y="105"/>
                  </a:lnTo>
                  <a:lnTo>
                    <a:pt x="57" y="110"/>
                  </a:lnTo>
                  <a:lnTo>
                    <a:pt x="66" y="119"/>
                  </a:lnTo>
                  <a:lnTo>
                    <a:pt x="176" y="10"/>
                  </a:lnTo>
                  <a:lnTo>
                    <a:pt x="176" y="10"/>
                  </a:lnTo>
                  <a:lnTo>
                    <a:pt x="181" y="6"/>
                  </a:lnTo>
                  <a:lnTo>
                    <a:pt x="186" y="3"/>
                  </a:lnTo>
                  <a:lnTo>
                    <a:pt x="193" y="1"/>
                  </a:lnTo>
                  <a:lnTo>
                    <a:pt x="199" y="0"/>
                  </a:lnTo>
                  <a:lnTo>
                    <a:pt x="205" y="1"/>
                  </a:lnTo>
                  <a:lnTo>
                    <a:pt x="211" y="3"/>
                  </a:lnTo>
                  <a:lnTo>
                    <a:pt x="217" y="6"/>
                  </a:lnTo>
                  <a:lnTo>
                    <a:pt x="223" y="10"/>
                  </a:lnTo>
                  <a:lnTo>
                    <a:pt x="223" y="10"/>
                  </a:lnTo>
                  <a:lnTo>
                    <a:pt x="227" y="15"/>
                  </a:lnTo>
                  <a:lnTo>
                    <a:pt x="230" y="20"/>
                  </a:lnTo>
                  <a:lnTo>
                    <a:pt x="232" y="27"/>
                  </a:lnTo>
                  <a:lnTo>
                    <a:pt x="232" y="33"/>
                  </a:lnTo>
                  <a:lnTo>
                    <a:pt x="232" y="40"/>
                  </a:lnTo>
                  <a:lnTo>
                    <a:pt x="230" y="45"/>
                  </a:lnTo>
                  <a:lnTo>
                    <a:pt x="227" y="52"/>
                  </a:lnTo>
                  <a:lnTo>
                    <a:pt x="223" y="57"/>
                  </a:lnTo>
                  <a:lnTo>
                    <a:pt x="90" y="189"/>
                  </a:lnTo>
                  <a:lnTo>
                    <a:pt x="90" y="189"/>
                  </a:lnTo>
                  <a:lnTo>
                    <a:pt x="85" y="193"/>
                  </a:lnTo>
                  <a:lnTo>
                    <a:pt x="79" y="196"/>
                  </a:lnTo>
                  <a:lnTo>
                    <a:pt x="73" y="199"/>
                  </a:lnTo>
                  <a:lnTo>
                    <a:pt x="66" y="199"/>
                  </a:lnTo>
                  <a:lnTo>
                    <a:pt x="66" y="1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28"/>
            <p:cNvSpPr/>
            <p:nvPr/>
          </p:nvSpPr>
          <p:spPr>
            <a:xfrm>
              <a:off x="2751138" y="3789363"/>
              <a:ext cx="52388" cy="46038"/>
            </a:xfrm>
            <a:custGeom>
              <a:rect b="b" l="l" r="r" t="t"/>
              <a:pathLst>
                <a:path extrusionOk="0" h="199" w="232">
                  <a:moveTo>
                    <a:pt x="66" y="199"/>
                  </a:moveTo>
                  <a:lnTo>
                    <a:pt x="66" y="199"/>
                  </a:lnTo>
                  <a:lnTo>
                    <a:pt x="60" y="198"/>
                  </a:lnTo>
                  <a:lnTo>
                    <a:pt x="54" y="196"/>
                  </a:lnTo>
                  <a:lnTo>
                    <a:pt x="49" y="192"/>
                  </a:lnTo>
                  <a:lnTo>
                    <a:pt x="43" y="188"/>
                  </a:lnTo>
                  <a:lnTo>
                    <a:pt x="9" y="155"/>
                  </a:lnTo>
                  <a:lnTo>
                    <a:pt x="9" y="155"/>
                  </a:lnTo>
                  <a:lnTo>
                    <a:pt x="5" y="150"/>
                  </a:lnTo>
                  <a:lnTo>
                    <a:pt x="2" y="145"/>
                  </a:lnTo>
                  <a:lnTo>
                    <a:pt x="1" y="139"/>
                  </a:lnTo>
                  <a:lnTo>
                    <a:pt x="0" y="132"/>
                  </a:lnTo>
                  <a:lnTo>
                    <a:pt x="1" y="126"/>
                  </a:lnTo>
                  <a:lnTo>
                    <a:pt x="2" y="120"/>
                  </a:lnTo>
                  <a:lnTo>
                    <a:pt x="5" y="114"/>
                  </a:lnTo>
                  <a:lnTo>
                    <a:pt x="9" y="109"/>
                  </a:lnTo>
                  <a:lnTo>
                    <a:pt x="9" y="109"/>
                  </a:lnTo>
                  <a:lnTo>
                    <a:pt x="15" y="104"/>
                  </a:lnTo>
                  <a:lnTo>
                    <a:pt x="21" y="101"/>
                  </a:lnTo>
                  <a:lnTo>
                    <a:pt x="27" y="99"/>
                  </a:lnTo>
                  <a:lnTo>
                    <a:pt x="33" y="99"/>
                  </a:lnTo>
                  <a:lnTo>
                    <a:pt x="39" y="99"/>
                  </a:lnTo>
                  <a:lnTo>
                    <a:pt x="46" y="101"/>
                  </a:lnTo>
                  <a:lnTo>
                    <a:pt x="52" y="104"/>
                  </a:lnTo>
                  <a:lnTo>
                    <a:pt x="57" y="109"/>
                  </a:lnTo>
                  <a:lnTo>
                    <a:pt x="66" y="118"/>
                  </a:lnTo>
                  <a:lnTo>
                    <a:pt x="176" y="9"/>
                  </a:lnTo>
                  <a:lnTo>
                    <a:pt x="176" y="9"/>
                  </a:lnTo>
                  <a:lnTo>
                    <a:pt x="181" y="5"/>
                  </a:lnTo>
                  <a:lnTo>
                    <a:pt x="186" y="2"/>
                  </a:lnTo>
                  <a:lnTo>
                    <a:pt x="193" y="0"/>
                  </a:lnTo>
                  <a:lnTo>
                    <a:pt x="199" y="0"/>
                  </a:lnTo>
                  <a:lnTo>
                    <a:pt x="205" y="0"/>
                  </a:lnTo>
                  <a:lnTo>
                    <a:pt x="211" y="2"/>
                  </a:lnTo>
                  <a:lnTo>
                    <a:pt x="217" y="5"/>
                  </a:lnTo>
                  <a:lnTo>
                    <a:pt x="223" y="9"/>
                  </a:lnTo>
                  <a:lnTo>
                    <a:pt x="223" y="9"/>
                  </a:lnTo>
                  <a:lnTo>
                    <a:pt x="227" y="14"/>
                  </a:lnTo>
                  <a:lnTo>
                    <a:pt x="230" y="21"/>
                  </a:lnTo>
                  <a:lnTo>
                    <a:pt x="232" y="26"/>
                  </a:lnTo>
                  <a:lnTo>
                    <a:pt x="232" y="33"/>
                  </a:lnTo>
                  <a:lnTo>
                    <a:pt x="232" y="39"/>
                  </a:lnTo>
                  <a:lnTo>
                    <a:pt x="230" y="45"/>
                  </a:lnTo>
                  <a:lnTo>
                    <a:pt x="227" y="51"/>
                  </a:lnTo>
                  <a:lnTo>
                    <a:pt x="223" y="56"/>
                  </a:lnTo>
                  <a:lnTo>
                    <a:pt x="90" y="188"/>
                  </a:lnTo>
                  <a:lnTo>
                    <a:pt x="90" y="188"/>
                  </a:lnTo>
                  <a:lnTo>
                    <a:pt x="85" y="192"/>
                  </a:lnTo>
                  <a:lnTo>
                    <a:pt x="79" y="196"/>
                  </a:lnTo>
                  <a:lnTo>
                    <a:pt x="73" y="198"/>
                  </a:lnTo>
                  <a:lnTo>
                    <a:pt x="66" y="199"/>
                  </a:lnTo>
                  <a:lnTo>
                    <a:pt x="66" y="1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28"/>
            <p:cNvSpPr/>
            <p:nvPr/>
          </p:nvSpPr>
          <p:spPr>
            <a:xfrm>
              <a:off x="2976563" y="3692526"/>
              <a:ext cx="60325" cy="277813"/>
            </a:xfrm>
            <a:custGeom>
              <a:rect b="b" l="l" r="r" t="t"/>
              <a:pathLst>
                <a:path extrusionOk="0" h="1227" w="265">
                  <a:moveTo>
                    <a:pt x="132" y="1227"/>
                  </a:moveTo>
                  <a:lnTo>
                    <a:pt x="132" y="1227"/>
                  </a:lnTo>
                  <a:lnTo>
                    <a:pt x="119" y="1226"/>
                  </a:lnTo>
                  <a:lnTo>
                    <a:pt x="105" y="1224"/>
                  </a:lnTo>
                  <a:lnTo>
                    <a:pt x="93" y="1221"/>
                  </a:lnTo>
                  <a:lnTo>
                    <a:pt x="80" y="1217"/>
                  </a:lnTo>
                  <a:lnTo>
                    <a:pt x="69" y="1211"/>
                  </a:lnTo>
                  <a:lnTo>
                    <a:pt x="58" y="1204"/>
                  </a:lnTo>
                  <a:lnTo>
                    <a:pt x="47" y="1197"/>
                  </a:lnTo>
                  <a:lnTo>
                    <a:pt x="38" y="1188"/>
                  </a:lnTo>
                  <a:lnTo>
                    <a:pt x="30" y="1178"/>
                  </a:lnTo>
                  <a:lnTo>
                    <a:pt x="22" y="1169"/>
                  </a:lnTo>
                  <a:lnTo>
                    <a:pt x="15" y="1158"/>
                  </a:lnTo>
                  <a:lnTo>
                    <a:pt x="10" y="1146"/>
                  </a:lnTo>
                  <a:lnTo>
                    <a:pt x="5" y="1134"/>
                  </a:lnTo>
                  <a:lnTo>
                    <a:pt x="2" y="1121"/>
                  </a:lnTo>
                  <a:lnTo>
                    <a:pt x="0" y="1108"/>
                  </a:lnTo>
                  <a:lnTo>
                    <a:pt x="0" y="1094"/>
                  </a:lnTo>
                  <a:lnTo>
                    <a:pt x="0" y="133"/>
                  </a:lnTo>
                  <a:lnTo>
                    <a:pt x="0" y="133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5" y="93"/>
                  </a:lnTo>
                  <a:lnTo>
                    <a:pt x="10" y="82"/>
                  </a:lnTo>
                  <a:lnTo>
                    <a:pt x="15" y="69"/>
                  </a:lnTo>
                  <a:lnTo>
                    <a:pt x="22" y="59"/>
                  </a:lnTo>
                  <a:lnTo>
                    <a:pt x="30" y="49"/>
                  </a:lnTo>
                  <a:lnTo>
                    <a:pt x="38" y="39"/>
                  </a:lnTo>
                  <a:lnTo>
                    <a:pt x="47" y="31"/>
                  </a:lnTo>
                  <a:lnTo>
                    <a:pt x="58" y="23"/>
                  </a:lnTo>
                  <a:lnTo>
                    <a:pt x="69" y="17"/>
                  </a:lnTo>
                  <a:lnTo>
                    <a:pt x="80" y="10"/>
                  </a:lnTo>
                  <a:lnTo>
                    <a:pt x="93" y="6"/>
                  </a:lnTo>
                  <a:lnTo>
                    <a:pt x="105" y="3"/>
                  </a:lnTo>
                  <a:lnTo>
                    <a:pt x="119" y="1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46" y="1"/>
                  </a:lnTo>
                  <a:lnTo>
                    <a:pt x="159" y="3"/>
                  </a:lnTo>
                  <a:lnTo>
                    <a:pt x="171" y="6"/>
                  </a:lnTo>
                  <a:lnTo>
                    <a:pt x="184" y="10"/>
                  </a:lnTo>
                  <a:lnTo>
                    <a:pt x="195" y="17"/>
                  </a:lnTo>
                  <a:lnTo>
                    <a:pt x="206" y="23"/>
                  </a:lnTo>
                  <a:lnTo>
                    <a:pt x="216" y="31"/>
                  </a:lnTo>
                  <a:lnTo>
                    <a:pt x="225" y="39"/>
                  </a:lnTo>
                  <a:lnTo>
                    <a:pt x="235" y="49"/>
                  </a:lnTo>
                  <a:lnTo>
                    <a:pt x="242" y="59"/>
                  </a:lnTo>
                  <a:lnTo>
                    <a:pt x="248" y="69"/>
                  </a:lnTo>
                  <a:lnTo>
                    <a:pt x="254" y="82"/>
                  </a:lnTo>
                  <a:lnTo>
                    <a:pt x="258" y="93"/>
                  </a:lnTo>
                  <a:lnTo>
                    <a:pt x="261" y="107"/>
                  </a:lnTo>
                  <a:lnTo>
                    <a:pt x="264" y="119"/>
                  </a:lnTo>
                  <a:lnTo>
                    <a:pt x="265" y="133"/>
                  </a:lnTo>
                  <a:lnTo>
                    <a:pt x="265" y="1094"/>
                  </a:lnTo>
                  <a:lnTo>
                    <a:pt x="265" y="1094"/>
                  </a:lnTo>
                  <a:lnTo>
                    <a:pt x="264" y="1108"/>
                  </a:lnTo>
                  <a:lnTo>
                    <a:pt x="261" y="1121"/>
                  </a:lnTo>
                  <a:lnTo>
                    <a:pt x="258" y="1134"/>
                  </a:lnTo>
                  <a:lnTo>
                    <a:pt x="254" y="1146"/>
                  </a:lnTo>
                  <a:lnTo>
                    <a:pt x="248" y="1158"/>
                  </a:lnTo>
                  <a:lnTo>
                    <a:pt x="242" y="1169"/>
                  </a:lnTo>
                  <a:lnTo>
                    <a:pt x="235" y="1178"/>
                  </a:lnTo>
                  <a:lnTo>
                    <a:pt x="225" y="1188"/>
                  </a:lnTo>
                  <a:lnTo>
                    <a:pt x="216" y="1197"/>
                  </a:lnTo>
                  <a:lnTo>
                    <a:pt x="206" y="1204"/>
                  </a:lnTo>
                  <a:lnTo>
                    <a:pt x="195" y="1211"/>
                  </a:lnTo>
                  <a:lnTo>
                    <a:pt x="184" y="1217"/>
                  </a:lnTo>
                  <a:lnTo>
                    <a:pt x="171" y="1221"/>
                  </a:lnTo>
                  <a:lnTo>
                    <a:pt x="159" y="1224"/>
                  </a:lnTo>
                  <a:lnTo>
                    <a:pt x="146" y="1226"/>
                  </a:lnTo>
                  <a:lnTo>
                    <a:pt x="132" y="1227"/>
                  </a:lnTo>
                  <a:lnTo>
                    <a:pt x="132" y="1227"/>
                  </a:lnTo>
                  <a:close/>
                  <a:moveTo>
                    <a:pt x="132" y="66"/>
                  </a:moveTo>
                  <a:lnTo>
                    <a:pt x="132" y="66"/>
                  </a:lnTo>
                  <a:lnTo>
                    <a:pt x="125" y="67"/>
                  </a:lnTo>
                  <a:lnTo>
                    <a:pt x="119" y="68"/>
                  </a:lnTo>
                  <a:lnTo>
                    <a:pt x="112" y="69"/>
                  </a:lnTo>
                  <a:lnTo>
                    <a:pt x="106" y="72"/>
                  </a:lnTo>
                  <a:lnTo>
                    <a:pt x="100" y="75"/>
                  </a:lnTo>
                  <a:lnTo>
                    <a:pt x="95" y="78"/>
                  </a:lnTo>
                  <a:lnTo>
                    <a:pt x="86" y="86"/>
                  </a:lnTo>
                  <a:lnTo>
                    <a:pt x="77" y="96"/>
                  </a:lnTo>
                  <a:lnTo>
                    <a:pt x="73" y="102"/>
                  </a:lnTo>
                  <a:lnTo>
                    <a:pt x="71" y="107"/>
                  </a:lnTo>
                  <a:lnTo>
                    <a:pt x="69" y="113"/>
                  </a:lnTo>
                  <a:lnTo>
                    <a:pt x="67" y="119"/>
                  </a:lnTo>
                  <a:lnTo>
                    <a:pt x="66" y="126"/>
                  </a:lnTo>
                  <a:lnTo>
                    <a:pt x="66" y="133"/>
                  </a:lnTo>
                  <a:lnTo>
                    <a:pt x="66" y="1094"/>
                  </a:lnTo>
                  <a:lnTo>
                    <a:pt x="66" y="1094"/>
                  </a:lnTo>
                  <a:lnTo>
                    <a:pt x="66" y="1101"/>
                  </a:lnTo>
                  <a:lnTo>
                    <a:pt x="67" y="1108"/>
                  </a:lnTo>
                  <a:lnTo>
                    <a:pt x="69" y="1114"/>
                  </a:lnTo>
                  <a:lnTo>
                    <a:pt x="71" y="1120"/>
                  </a:lnTo>
                  <a:lnTo>
                    <a:pt x="73" y="1126"/>
                  </a:lnTo>
                  <a:lnTo>
                    <a:pt x="77" y="1132"/>
                  </a:lnTo>
                  <a:lnTo>
                    <a:pt x="86" y="1141"/>
                  </a:lnTo>
                  <a:lnTo>
                    <a:pt x="95" y="1149"/>
                  </a:lnTo>
                  <a:lnTo>
                    <a:pt x="100" y="1152"/>
                  </a:lnTo>
                  <a:lnTo>
                    <a:pt x="106" y="1156"/>
                  </a:lnTo>
                  <a:lnTo>
                    <a:pt x="112" y="1158"/>
                  </a:lnTo>
                  <a:lnTo>
                    <a:pt x="119" y="1160"/>
                  </a:lnTo>
                  <a:lnTo>
                    <a:pt x="125" y="1161"/>
                  </a:lnTo>
                  <a:lnTo>
                    <a:pt x="132" y="1161"/>
                  </a:lnTo>
                  <a:lnTo>
                    <a:pt x="132" y="1161"/>
                  </a:lnTo>
                  <a:lnTo>
                    <a:pt x="138" y="1161"/>
                  </a:lnTo>
                  <a:lnTo>
                    <a:pt x="146" y="1160"/>
                  </a:lnTo>
                  <a:lnTo>
                    <a:pt x="152" y="1158"/>
                  </a:lnTo>
                  <a:lnTo>
                    <a:pt x="158" y="1156"/>
                  </a:lnTo>
                  <a:lnTo>
                    <a:pt x="163" y="1152"/>
                  </a:lnTo>
                  <a:lnTo>
                    <a:pt x="169" y="1149"/>
                  </a:lnTo>
                  <a:lnTo>
                    <a:pt x="179" y="1141"/>
                  </a:lnTo>
                  <a:lnTo>
                    <a:pt x="187" y="1132"/>
                  </a:lnTo>
                  <a:lnTo>
                    <a:pt x="190" y="1126"/>
                  </a:lnTo>
                  <a:lnTo>
                    <a:pt x="193" y="1120"/>
                  </a:lnTo>
                  <a:lnTo>
                    <a:pt x="195" y="1114"/>
                  </a:lnTo>
                  <a:lnTo>
                    <a:pt x="197" y="1108"/>
                  </a:lnTo>
                  <a:lnTo>
                    <a:pt x="198" y="1101"/>
                  </a:lnTo>
                  <a:lnTo>
                    <a:pt x="198" y="1094"/>
                  </a:lnTo>
                  <a:lnTo>
                    <a:pt x="198" y="133"/>
                  </a:lnTo>
                  <a:lnTo>
                    <a:pt x="198" y="133"/>
                  </a:lnTo>
                  <a:lnTo>
                    <a:pt x="198" y="126"/>
                  </a:lnTo>
                  <a:lnTo>
                    <a:pt x="197" y="119"/>
                  </a:lnTo>
                  <a:lnTo>
                    <a:pt x="195" y="113"/>
                  </a:lnTo>
                  <a:lnTo>
                    <a:pt x="193" y="107"/>
                  </a:lnTo>
                  <a:lnTo>
                    <a:pt x="190" y="102"/>
                  </a:lnTo>
                  <a:lnTo>
                    <a:pt x="187" y="96"/>
                  </a:lnTo>
                  <a:lnTo>
                    <a:pt x="179" y="86"/>
                  </a:lnTo>
                  <a:lnTo>
                    <a:pt x="169" y="78"/>
                  </a:lnTo>
                  <a:lnTo>
                    <a:pt x="163" y="75"/>
                  </a:lnTo>
                  <a:lnTo>
                    <a:pt x="158" y="72"/>
                  </a:lnTo>
                  <a:lnTo>
                    <a:pt x="152" y="69"/>
                  </a:lnTo>
                  <a:lnTo>
                    <a:pt x="146" y="68"/>
                  </a:lnTo>
                  <a:lnTo>
                    <a:pt x="138" y="67"/>
                  </a:lnTo>
                  <a:lnTo>
                    <a:pt x="132" y="66"/>
                  </a:lnTo>
                  <a:lnTo>
                    <a:pt x="132" y="6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28"/>
            <p:cNvSpPr/>
            <p:nvPr/>
          </p:nvSpPr>
          <p:spPr>
            <a:xfrm>
              <a:off x="2976563" y="3925888"/>
              <a:ext cx="60325" cy="14288"/>
            </a:xfrm>
            <a:custGeom>
              <a:rect b="b" l="l" r="r" t="t"/>
              <a:pathLst>
                <a:path extrusionOk="0" h="66" w="265">
                  <a:moveTo>
                    <a:pt x="231" y="66"/>
                  </a:moveTo>
                  <a:lnTo>
                    <a:pt x="33" y="66"/>
                  </a:lnTo>
                  <a:lnTo>
                    <a:pt x="33" y="66"/>
                  </a:lnTo>
                  <a:lnTo>
                    <a:pt x="26" y="65"/>
                  </a:lnTo>
                  <a:lnTo>
                    <a:pt x="19" y="63"/>
                  </a:lnTo>
                  <a:lnTo>
                    <a:pt x="14" y="60"/>
                  </a:lnTo>
                  <a:lnTo>
                    <a:pt x="9" y="57"/>
                  </a:lnTo>
                  <a:lnTo>
                    <a:pt x="5" y="52"/>
                  </a:lnTo>
                  <a:lnTo>
                    <a:pt x="2" y="46"/>
                  </a:lnTo>
                  <a:lnTo>
                    <a:pt x="0" y="40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0" y="26"/>
                  </a:lnTo>
                  <a:lnTo>
                    <a:pt x="2" y="20"/>
                  </a:lnTo>
                  <a:lnTo>
                    <a:pt x="5" y="15"/>
                  </a:lnTo>
                  <a:lnTo>
                    <a:pt x="9" y="10"/>
                  </a:lnTo>
                  <a:lnTo>
                    <a:pt x="14" y="5"/>
                  </a:lnTo>
                  <a:lnTo>
                    <a:pt x="19" y="2"/>
                  </a:lnTo>
                  <a:lnTo>
                    <a:pt x="26" y="1"/>
                  </a:lnTo>
                  <a:lnTo>
                    <a:pt x="33" y="0"/>
                  </a:lnTo>
                  <a:lnTo>
                    <a:pt x="231" y="0"/>
                  </a:lnTo>
                  <a:lnTo>
                    <a:pt x="231" y="0"/>
                  </a:lnTo>
                  <a:lnTo>
                    <a:pt x="238" y="1"/>
                  </a:lnTo>
                  <a:lnTo>
                    <a:pt x="244" y="2"/>
                  </a:lnTo>
                  <a:lnTo>
                    <a:pt x="250" y="5"/>
                  </a:lnTo>
                  <a:lnTo>
                    <a:pt x="255" y="10"/>
                  </a:lnTo>
                  <a:lnTo>
                    <a:pt x="258" y="15"/>
                  </a:lnTo>
                  <a:lnTo>
                    <a:pt x="261" y="20"/>
                  </a:lnTo>
                  <a:lnTo>
                    <a:pt x="264" y="26"/>
                  </a:lnTo>
                  <a:lnTo>
                    <a:pt x="265" y="33"/>
                  </a:lnTo>
                  <a:lnTo>
                    <a:pt x="265" y="33"/>
                  </a:lnTo>
                  <a:lnTo>
                    <a:pt x="264" y="40"/>
                  </a:lnTo>
                  <a:lnTo>
                    <a:pt x="261" y="46"/>
                  </a:lnTo>
                  <a:lnTo>
                    <a:pt x="258" y="52"/>
                  </a:lnTo>
                  <a:lnTo>
                    <a:pt x="255" y="57"/>
                  </a:lnTo>
                  <a:lnTo>
                    <a:pt x="250" y="60"/>
                  </a:lnTo>
                  <a:lnTo>
                    <a:pt x="244" y="63"/>
                  </a:lnTo>
                  <a:lnTo>
                    <a:pt x="238" y="65"/>
                  </a:lnTo>
                  <a:lnTo>
                    <a:pt x="231" y="66"/>
                  </a:lnTo>
                  <a:lnTo>
                    <a:pt x="231" y="6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28"/>
            <p:cNvSpPr/>
            <p:nvPr/>
          </p:nvSpPr>
          <p:spPr>
            <a:xfrm>
              <a:off x="2976563" y="3819526"/>
              <a:ext cx="60325" cy="15875"/>
            </a:xfrm>
            <a:custGeom>
              <a:rect b="b" l="l" r="r" t="t"/>
              <a:pathLst>
                <a:path extrusionOk="0" h="67" w="265">
                  <a:moveTo>
                    <a:pt x="231" y="67"/>
                  </a:moveTo>
                  <a:lnTo>
                    <a:pt x="33" y="67"/>
                  </a:lnTo>
                  <a:lnTo>
                    <a:pt x="33" y="67"/>
                  </a:lnTo>
                  <a:lnTo>
                    <a:pt x="26" y="66"/>
                  </a:lnTo>
                  <a:lnTo>
                    <a:pt x="19" y="64"/>
                  </a:lnTo>
                  <a:lnTo>
                    <a:pt x="14" y="60"/>
                  </a:lnTo>
                  <a:lnTo>
                    <a:pt x="9" y="56"/>
                  </a:lnTo>
                  <a:lnTo>
                    <a:pt x="5" y="52"/>
                  </a:lnTo>
                  <a:lnTo>
                    <a:pt x="2" y="46"/>
                  </a:lnTo>
                  <a:lnTo>
                    <a:pt x="0" y="4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26"/>
                  </a:lnTo>
                  <a:lnTo>
                    <a:pt x="2" y="20"/>
                  </a:lnTo>
                  <a:lnTo>
                    <a:pt x="5" y="15"/>
                  </a:lnTo>
                  <a:lnTo>
                    <a:pt x="9" y="10"/>
                  </a:lnTo>
                  <a:lnTo>
                    <a:pt x="14" y="6"/>
                  </a:lnTo>
                  <a:lnTo>
                    <a:pt x="19" y="2"/>
                  </a:lnTo>
                  <a:lnTo>
                    <a:pt x="26" y="0"/>
                  </a:lnTo>
                  <a:lnTo>
                    <a:pt x="33" y="0"/>
                  </a:lnTo>
                  <a:lnTo>
                    <a:pt x="231" y="0"/>
                  </a:lnTo>
                  <a:lnTo>
                    <a:pt x="231" y="0"/>
                  </a:lnTo>
                  <a:lnTo>
                    <a:pt x="238" y="0"/>
                  </a:lnTo>
                  <a:lnTo>
                    <a:pt x="244" y="2"/>
                  </a:lnTo>
                  <a:lnTo>
                    <a:pt x="250" y="6"/>
                  </a:lnTo>
                  <a:lnTo>
                    <a:pt x="255" y="10"/>
                  </a:lnTo>
                  <a:lnTo>
                    <a:pt x="258" y="15"/>
                  </a:lnTo>
                  <a:lnTo>
                    <a:pt x="261" y="20"/>
                  </a:lnTo>
                  <a:lnTo>
                    <a:pt x="264" y="26"/>
                  </a:lnTo>
                  <a:lnTo>
                    <a:pt x="265" y="34"/>
                  </a:lnTo>
                  <a:lnTo>
                    <a:pt x="265" y="34"/>
                  </a:lnTo>
                  <a:lnTo>
                    <a:pt x="264" y="40"/>
                  </a:lnTo>
                  <a:lnTo>
                    <a:pt x="261" y="46"/>
                  </a:lnTo>
                  <a:lnTo>
                    <a:pt x="258" y="52"/>
                  </a:lnTo>
                  <a:lnTo>
                    <a:pt x="255" y="56"/>
                  </a:lnTo>
                  <a:lnTo>
                    <a:pt x="250" y="60"/>
                  </a:lnTo>
                  <a:lnTo>
                    <a:pt x="244" y="64"/>
                  </a:lnTo>
                  <a:lnTo>
                    <a:pt x="238" y="66"/>
                  </a:lnTo>
                  <a:lnTo>
                    <a:pt x="231" y="67"/>
                  </a:lnTo>
                  <a:lnTo>
                    <a:pt x="231" y="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28"/>
            <p:cNvSpPr/>
            <p:nvPr/>
          </p:nvSpPr>
          <p:spPr>
            <a:xfrm>
              <a:off x="2946400" y="3706813"/>
              <a:ext cx="46038" cy="150813"/>
            </a:xfrm>
            <a:custGeom>
              <a:rect b="b" l="l" r="r" t="t"/>
              <a:pathLst>
                <a:path extrusionOk="0" h="664" w="199">
                  <a:moveTo>
                    <a:pt x="33" y="664"/>
                  </a:moveTo>
                  <a:lnTo>
                    <a:pt x="33" y="664"/>
                  </a:lnTo>
                  <a:lnTo>
                    <a:pt x="26" y="663"/>
                  </a:lnTo>
                  <a:lnTo>
                    <a:pt x="20" y="661"/>
                  </a:lnTo>
                  <a:lnTo>
                    <a:pt x="15" y="658"/>
                  </a:lnTo>
                  <a:lnTo>
                    <a:pt x="10" y="654"/>
                  </a:lnTo>
                  <a:lnTo>
                    <a:pt x="5" y="650"/>
                  </a:lnTo>
                  <a:lnTo>
                    <a:pt x="2" y="643"/>
                  </a:lnTo>
                  <a:lnTo>
                    <a:pt x="0" y="637"/>
                  </a:lnTo>
                  <a:lnTo>
                    <a:pt x="0" y="631"/>
                  </a:lnTo>
                  <a:lnTo>
                    <a:pt x="0" y="133"/>
                  </a:lnTo>
                  <a:lnTo>
                    <a:pt x="0" y="133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5" y="94"/>
                  </a:lnTo>
                  <a:lnTo>
                    <a:pt x="11" y="82"/>
                  </a:lnTo>
                  <a:lnTo>
                    <a:pt x="16" y="70"/>
                  </a:lnTo>
                  <a:lnTo>
                    <a:pt x="23" y="59"/>
                  </a:lnTo>
                  <a:lnTo>
                    <a:pt x="30" y="49"/>
                  </a:lnTo>
                  <a:lnTo>
                    <a:pt x="38" y="40"/>
                  </a:lnTo>
                  <a:lnTo>
                    <a:pt x="48" y="31"/>
                  </a:lnTo>
                  <a:lnTo>
                    <a:pt x="58" y="23"/>
                  </a:lnTo>
                  <a:lnTo>
                    <a:pt x="70" y="17"/>
                  </a:lnTo>
                  <a:lnTo>
                    <a:pt x="81" y="11"/>
                  </a:lnTo>
                  <a:lnTo>
                    <a:pt x="93" y="7"/>
                  </a:lnTo>
                  <a:lnTo>
                    <a:pt x="106" y="3"/>
                  </a:lnTo>
                  <a:lnTo>
                    <a:pt x="119" y="1"/>
                  </a:lnTo>
                  <a:lnTo>
                    <a:pt x="133" y="0"/>
                  </a:lnTo>
                  <a:lnTo>
                    <a:pt x="166" y="0"/>
                  </a:lnTo>
                  <a:lnTo>
                    <a:pt x="166" y="0"/>
                  </a:lnTo>
                  <a:lnTo>
                    <a:pt x="172" y="1"/>
                  </a:lnTo>
                  <a:lnTo>
                    <a:pt x="178" y="3"/>
                  </a:lnTo>
                  <a:lnTo>
                    <a:pt x="184" y="7"/>
                  </a:lnTo>
                  <a:lnTo>
                    <a:pt x="189" y="11"/>
                  </a:lnTo>
                  <a:lnTo>
                    <a:pt x="193" y="15"/>
                  </a:lnTo>
                  <a:lnTo>
                    <a:pt x="196" y="21"/>
                  </a:lnTo>
                  <a:lnTo>
                    <a:pt x="198" y="27"/>
                  </a:lnTo>
                  <a:lnTo>
                    <a:pt x="199" y="34"/>
                  </a:lnTo>
                  <a:lnTo>
                    <a:pt x="199" y="34"/>
                  </a:lnTo>
                  <a:lnTo>
                    <a:pt x="198" y="41"/>
                  </a:lnTo>
                  <a:lnTo>
                    <a:pt x="196" y="47"/>
                  </a:lnTo>
                  <a:lnTo>
                    <a:pt x="193" y="52"/>
                  </a:lnTo>
                  <a:lnTo>
                    <a:pt x="189" y="57"/>
                  </a:lnTo>
                  <a:lnTo>
                    <a:pt x="184" y="61"/>
                  </a:lnTo>
                  <a:lnTo>
                    <a:pt x="178" y="65"/>
                  </a:lnTo>
                  <a:lnTo>
                    <a:pt x="172" y="67"/>
                  </a:lnTo>
                  <a:lnTo>
                    <a:pt x="166" y="67"/>
                  </a:lnTo>
                  <a:lnTo>
                    <a:pt x="133" y="67"/>
                  </a:lnTo>
                  <a:lnTo>
                    <a:pt x="133" y="67"/>
                  </a:lnTo>
                  <a:lnTo>
                    <a:pt x="125" y="68"/>
                  </a:lnTo>
                  <a:lnTo>
                    <a:pt x="119" y="69"/>
                  </a:lnTo>
                  <a:lnTo>
                    <a:pt x="113" y="70"/>
                  </a:lnTo>
                  <a:lnTo>
                    <a:pt x="107" y="72"/>
                  </a:lnTo>
                  <a:lnTo>
                    <a:pt x="101" y="75"/>
                  </a:lnTo>
                  <a:lnTo>
                    <a:pt x="95" y="78"/>
                  </a:lnTo>
                  <a:lnTo>
                    <a:pt x="85" y="86"/>
                  </a:lnTo>
                  <a:lnTo>
                    <a:pt x="78" y="97"/>
                  </a:lnTo>
                  <a:lnTo>
                    <a:pt x="74" y="102"/>
                  </a:lnTo>
                  <a:lnTo>
                    <a:pt x="72" y="107"/>
                  </a:lnTo>
                  <a:lnTo>
                    <a:pt x="70" y="113"/>
                  </a:lnTo>
                  <a:lnTo>
                    <a:pt x="67" y="120"/>
                  </a:lnTo>
                  <a:lnTo>
                    <a:pt x="66" y="127"/>
                  </a:lnTo>
                  <a:lnTo>
                    <a:pt x="66" y="133"/>
                  </a:lnTo>
                  <a:lnTo>
                    <a:pt x="66" y="631"/>
                  </a:lnTo>
                  <a:lnTo>
                    <a:pt x="66" y="631"/>
                  </a:lnTo>
                  <a:lnTo>
                    <a:pt x="65" y="637"/>
                  </a:lnTo>
                  <a:lnTo>
                    <a:pt x="63" y="643"/>
                  </a:lnTo>
                  <a:lnTo>
                    <a:pt x="60" y="650"/>
                  </a:lnTo>
                  <a:lnTo>
                    <a:pt x="56" y="654"/>
                  </a:lnTo>
                  <a:lnTo>
                    <a:pt x="52" y="658"/>
                  </a:lnTo>
                  <a:lnTo>
                    <a:pt x="46" y="661"/>
                  </a:lnTo>
                  <a:lnTo>
                    <a:pt x="40" y="663"/>
                  </a:lnTo>
                  <a:lnTo>
                    <a:pt x="33" y="664"/>
                  </a:lnTo>
                  <a:lnTo>
                    <a:pt x="33" y="66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1" name="Google Shape;651;p28"/>
          <p:cNvGrpSpPr/>
          <p:nvPr/>
        </p:nvGrpSpPr>
        <p:grpSpPr>
          <a:xfrm>
            <a:off x="3753498" y="3929995"/>
            <a:ext cx="294221" cy="276464"/>
            <a:chOff x="5548313" y="2543175"/>
            <a:chExt cx="368300" cy="346075"/>
          </a:xfrm>
        </p:grpSpPr>
        <p:sp>
          <p:nvSpPr>
            <p:cNvPr id="652" name="Google Shape;652;p28"/>
            <p:cNvSpPr/>
            <p:nvPr/>
          </p:nvSpPr>
          <p:spPr>
            <a:xfrm>
              <a:off x="5676900" y="2784475"/>
              <a:ext cx="111125" cy="1428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28"/>
            <p:cNvSpPr/>
            <p:nvPr/>
          </p:nvSpPr>
          <p:spPr>
            <a:xfrm>
              <a:off x="5770563" y="2843213"/>
              <a:ext cx="61913" cy="158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28"/>
            <p:cNvSpPr/>
            <p:nvPr/>
          </p:nvSpPr>
          <p:spPr>
            <a:xfrm>
              <a:off x="5727700" y="2603500"/>
              <a:ext cx="46038" cy="15875"/>
            </a:xfrm>
            <a:custGeom>
              <a:rect b="b" l="l" r="r" t="t"/>
              <a:pathLst>
                <a:path extrusionOk="0" h="66" w="199">
                  <a:moveTo>
                    <a:pt x="166" y="66"/>
                  </a:moveTo>
                  <a:lnTo>
                    <a:pt x="34" y="66"/>
                  </a:lnTo>
                  <a:lnTo>
                    <a:pt x="34" y="66"/>
                  </a:lnTo>
                  <a:lnTo>
                    <a:pt x="27" y="65"/>
                  </a:lnTo>
                  <a:lnTo>
                    <a:pt x="21" y="63"/>
                  </a:lnTo>
                  <a:lnTo>
                    <a:pt x="15" y="60"/>
                  </a:lnTo>
                  <a:lnTo>
                    <a:pt x="11" y="56"/>
                  </a:lnTo>
                  <a:lnTo>
                    <a:pt x="7" y="52"/>
                  </a:lnTo>
                  <a:lnTo>
                    <a:pt x="4" y="45"/>
                  </a:lnTo>
                  <a:lnTo>
                    <a:pt x="1" y="39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26"/>
                  </a:lnTo>
                  <a:lnTo>
                    <a:pt x="4" y="20"/>
                  </a:lnTo>
                  <a:lnTo>
                    <a:pt x="7" y="14"/>
                  </a:lnTo>
                  <a:lnTo>
                    <a:pt x="11" y="9"/>
                  </a:lnTo>
                  <a:lnTo>
                    <a:pt x="15" y="5"/>
                  </a:lnTo>
                  <a:lnTo>
                    <a:pt x="21" y="2"/>
                  </a:lnTo>
                  <a:lnTo>
                    <a:pt x="27" y="0"/>
                  </a:lnTo>
                  <a:lnTo>
                    <a:pt x="34" y="0"/>
                  </a:lnTo>
                  <a:lnTo>
                    <a:pt x="166" y="0"/>
                  </a:lnTo>
                  <a:lnTo>
                    <a:pt x="166" y="0"/>
                  </a:lnTo>
                  <a:lnTo>
                    <a:pt x="172" y="0"/>
                  </a:lnTo>
                  <a:lnTo>
                    <a:pt x="178" y="2"/>
                  </a:lnTo>
                  <a:lnTo>
                    <a:pt x="185" y="5"/>
                  </a:lnTo>
                  <a:lnTo>
                    <a:pt x="190" y="9"/>
                  </a:lnTo>
                  <a:lnTo>
                    <a:pt x="194" y="14"/>
                  </a:lnTo>
                  <a:lnTo>
                    <a:pt x="196" y="20"/>
                  </a:lnTo>
                  <a:lnTo>
                    <a:pt x="198" y="26"/>
                  </a:lnTo>
                  <a:lnTo>
                    <a:pt x="199" y="33"/>
                  </a:lnTo>
                  <a:lnTo>
                    <a:pt x="199" y="33"/>
                  </a:lnTo>
                  <a:lnTo>
                    <a:pt x="198" y="39"/>
                  </a:lnTo>
                  <a:lnTo>
                    <a:pt x="196" y="45"/>
                  </a:lnTo>
                  <a:lnTo>
                    <a:pt x="194" y="52"/>
                  </a:lnTo>
                  <a:lnTo>
                    <a:pt x="190" y="56"/>
                  </a:lnTo>
                  <a:lnTo>
                    <a:pt x="185" y="60"/>
                  </a:lnTo>
                  <a:lnTo>
                    <a:pt x="178" y="63"/>
                  </a:lnTo>
                  <a:lnTo>
                    <a:pt x="172" y="65"/>
                  </a:lnTo>
                  <a:lnTo>
                    <a:pt x="166" y="66"/>
                  </a:lnTo>
                  <a:lnTo>
                    <a:pt x="166" y="6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28"/>
            <p:cNvSpPr/>
            <p:nvPr/>
          </p:nvSpPr>
          <p:spPr>
            <a:xfrm>
              <a:off x="5743575" y="2633663"/>
              <a:ext cx="96838" cy="15875"/>
            </a:xfrm>
            <a:custGeom>
              <a:rect b="b" l="l" r="r" t="t"/>
              <a:pathLst>
                <a:path extrusionOk="0" h="67" w="430">
                  <a:moveTo>
                    <a:pt x="397" y="67"/>
                  </a:moveTo>
                  <a:lnTo>
                    <a:pt x="33" y="67"/>
                  </a:lnTo>
                  <a:lnTo>
                    <a:pt x="33" y="67"/>
                  </a:lnTo>
                  <a:lnTo>
                    <a:pt x="27" y="66"/>
                  </a:lnTo>
                  <a:lnTo>
                    <a:pt x="20" y="64"/>
                  </a:lnTo>
                  <a:lnTo>
                    <a:pt x="14" y="60"/>
                  </a:lnTo>
                  <a:lnTo>
                    <a:pt x="10" y="56"/>
                  </a:lnTo>
                  <a:lnTo>
                    <a:pt x="6" y="51"/>
                  </a:lnTo>
                  <a:lnTo>
                    <a:pt x="3" y="46"/>
                  </a:lnTo>
                  <a:lnTo>
                    <a:pt x="1" y="4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1" y="26"/>
                  </a:lnTo>
                  <a:lnTo>
                    <a:pt x="3" y="20"/>
                  </a:lnTo>
                  <a:lnTo>
                    <a:pt x="6" y="15"/>
                  </a:lnTo>
                  <a:lnTo>
                    <a:pt x="10" y="10"/>
                  </a:lnTo>
                  <a:lnTo>
                    <a:pt x="14" y="6"/>
                  </a:lnTo>
                  <a:lnTo>
                    <a:pt x="20" y="2"/>
                  </a:lnTo>
                  <a:lnTo>
                    <a:pt x="27" y="0"/>
                  </a:lnTo>
                  <a:lnTo>
                    <a:pt x="33" y="0"/>
                  </a:lnTo>
                  <a:lnTo>
                    <a:pt x="397" y="0"/>
                  </a:lnTo>
                  <a:lnTo>
                    <a:pt x="397" y="0"/>
                  </a:lnTo>
                  <a:lnTo>
                    <a:pt x="403" y="0"/>
                  </a:lnTo>
                  <a:lnTo>
                    <a:pt x="409" y="2"/>
                  </a:lnTo>
                  <a:lnTo>
                    <a:pt x="415" y="6"/>
                  </a:lnTo>
                  <a:lnTo>
                    <a:pt x="420" y="10"/>
                  </a:lnTo>
                  <a:lnTo>
                    <a:pt x="424" y="15"/>
                  </a:lnTo>
                  <a:lnTo>
                    <a:pt x="427" y="20"/>
                  </a:lnTo>
                  <a:lnTo>
                    <a:pt x="429" y="26"/>
                  </a:lnTo>
                  <a:lnTo>
                    <a:pt x="430" y="34"/>
                  </a:lnTo>
                  <a:lnTo>
                    <a:pt x="430" y="34"/>
                  </a:lnTo>
                  <a:lnTo>
                    <a:pt x="429" y="40"/>
                  </a:lnTo>
                  <a:lnTo>
                    <a:pt x="427" y="46"/>
                  </a:lnTo>
                  <a:lnTo>
                    <a:pt x="424" y="51"/>
                  </a:lnTo>
                  <a:lnTo>
                    <a:pt x="420" y="56"/>
                  </a:lnTo>
                  <a:lnTo>
                    <a:pt x="415" y="60"/>
                  </a:lnTo>
                  <a:lnTo>
                    <a:pt x="409" y="64"/>
                  </a:lnTo>
                  <a:lnTo>
                    <a:pt x="403" y="66"/>
                  </a:lnTo>
                  <a:lnTo>
                    <a:pt x="397" y="67"/>
                  </a:lnTo>
                  <a:lnTo>
                    <a:pt x="397" y="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28"/>
            <p:cNvSpPr/>
            <p:nvPr/>
          </p:nvSpPr>
          <p:spPr>
            <a:xfrm>
              <a:off x="5721350" y="2663825"/>
              <a:ext cx="112713" cy="14288"/>
            </a:xfrm>
            <a:custGeom>
              <a:rect b="b" l="l" r="r" t="t"/>
              <a:pathLst>
                <a:path extrusionOk="0" h="66" w="497">
                  <a:moveTo>
                    <a:pt x="464" y="66"/>
                  </a:moveTo>
                  <a:lnTo>
                    <a:pt x="33" y="66"/>
                  </a:lnTo>
                  <a:lnTo>
                    <a:pt x="33" y="66"/>
                  </a:lnTo>
                  <a:lnTo>
                    <a:pt x="27" y="66"/>
                  </a:lnTo>
                  <a:lnTo>
                    <a:pt x="21" y="64"/>
                  </a:lnTo>
                  <a:lnTo>
                    <a:pt x="15" y="61"/>
                  </a:lnTo>
                  <a:lnTo>
                    <a:pt x="11" y="57"/>
                  </a:lnTo>
                  <a:lnTo>
                    <a:pt x="6" y="52"/>
                  </a:lnTo>
                  <a:lnTo>
                    <a:pt x="3" y="46"/>
                  </a:lnTo>
                  <a:lnTo>
                    <a:pt x="1" y="40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27"/>
                  </a:lnTo>
                  <a:lnTo>
                    <a:pt x="3" y="21"/>
                  </a:lnTo>
                  <a:lnTo>
                    <a:pt x="6" y="15"/>
                  </a:lnTo>
                  <a:lnTo>
                    <a:pt x="11" y="10"/>
                  </a:lnTo>
                  <a:lnTo>
                    <a:pt x="15" y="6"/>
                  </a:lnTo>
                  <a:lnTo>
                    <a:pt x="21" y="3"/>
                  </a:lnTo>
                  <a:lnTo>
                    <a:pt x="27" y="1"/>
                  </a:lnTo>
                  <a:lnTo>
                    <a:pt x="33" y="0"/>
                  </a:lnTo>
                  <a:lnTo>
                    <a:pt x="464" y="0"/>
                  </a:lnTo>
                  <a:lnTo>
                    <a:pt x="464" y="0"/>
                  </a:lnTo>
                  <a:lnTo>
                    <a:pt x="470" y="1"/>
                  </a:lnTo>
                  <a:lnTo>
                    <a:pt x="476" y="3"/>
                  </a:lnTo>
                  <a:lnTo>
                    <a:pt x="483" y="6"/>
                  </a:lnTo>
                  <a:lnTo>
                    <a:pt x="487" y="10"/>
                  </a:lnTo>
                  <a:lnTo>
                    <a:pt x="491" y="15"/>
                  </a:lnTo>
                  <a:lnTo>
                    <a:pt x="494" y="21"/>
                  </a:lnTo>
                  <a:lnTo>
                    <a:pt x="496" y="27"/>
                  </a:lnTo>
                  <a:lnTo>
                    <a:pt x="497" y="33"/>
                  </a:lnTo>
                  <a:lnTo>
                    <a:pt x="497" y="33"/>
                  </a:lnTo>
                  <a:lnTo>
                    <a:pt x="496" y="40"/>
                  </a:lnTo>
                  <a:lnTo>
                    <a:pt x="494" y="46"/>
                  </a:lnTo>
                  <a:lnTo>
                    <a:pt x="491" y="52"/>
                  </a:lnTo>
                  <a:lnTo>
                    <a:pt x="487" y="57"/>
                  </a:lnTo>
                  <a:lnTo>
                    <a:pt x="483" y="61"/>
                  </a:lnTo>
                  <a:lnTo>
                    <a:pt x="476" y="64"/>
                  </a:lnTo>
                  <a:lnTo>
                    <a:pt x="470" y="66"/>
                  </a:lnTo>
                  <a:lnTo>
                    <a:pt x="464" y="66"/>
                  </a:lnTo>
                  <a:lnTo>
                    <a:pt x="464" y="6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28"/>
            <p:cNvSpPr/>
            <p:nvPr/>
          </p:nvSpPr>
          <p:spPr>
            <a:xfrm>
              <a:off x="5721350" y="2693988"/>
              <a:ext cx="119063" cy="14288"/>
            </a:xfrm>
            <a:custGeom>
              <a:rect b="b" l="l" r="r" t="t"/>
              <a:pathLst>
                <a:path extrusionOk="0" h="67" w="530">
                  <a:moveTo>
                    <a:pt x="497" y="67"/>
                  </a:moveTo>
                  <a:lnTo>
                    <a:pt x="33" y="67"/>
                  </a:lnTo>
                  <a:lnTo>
                    <a:pt x="33" y="67"/>
                  </a:lnTo>
                  <a:lnTo>
                    <a:pt x="27" y="67"/>
                  </a:lnTo>
                  <a:lnTo>
                    <a:pt x="21" y="65"/>
                  </a:lnTo>
                  <a:lnTo>
                    <a:pt x="15" y="61"/>
                  </a:lnTo>
                  <a:lnTo>
                    <a:pt x="11" y="57"/>
                  </a:lnTo>
                  <a:lnTo>
                    <a:pt x="6" y="52"/>
                  </a:lnTo>
                  <a:lnTo>
                    <a:pt x="3" y="47"/>
                  </a:lnTo>
                  <a:lnTo>
                    <a:pt x="1" y="4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27"/>
                  </a:lnTo>
                  <a:lnTo>
                    <a:pt x="3" y="21"/>
                  </a:lnTo>
                  <a:lnTo>
                    <a:pt x="6" y="15"/>
                  </a:lnTo>
                  <a:lnTo>
                    <a:pt x="11" y="11"/>
                  </a:lnTo>
                  <a:lnTo>
                    <a:pt x="15" y="7"/>
                  </a:lnTo>
                  <a:lnTo>
                    <a:pt x="21" y="3"/>
                  </a:lnTo>
                  <a:lnTo>
                    <a:pt x="27" y="1"/>
                  </a:lnTo>
                  <a:lnTo>
                    <a:pt x="33" y="0"/>
                  </a:lnTo>
                  <a:lnTo>
                    <a:pt x="497" y="0"/>
                  </a:lnTo>
                  <a:lnTo>
                    <a:pt x="497" y="0"/>
                  </a:lnTo>
                  <a:lnTo>
                    <a:pt x="503" y="1"/>
                  </a:lnTo>
                  <a:lnTo>
                    <a:pt x="509" y="3"/>
                  </a:lnTo>
                  <a:lnTo>
                    <a:pt x="515" y="7"/>
                  </a:lnTo>
                  <a:lnTo>
                    <a:pt x="520" y="11"/>
                  </a:lnTo>
                  <a:lnTo>
                    <a:pt x="524" y="15"/>
                  </a:lnTo>
                  <a:lnTo>
                    <a:pt x="527" y="21"/>
                  </a:lnTo>
                  <a:lnTo>
                    <a:pt x="529" y="27"/>
                  </a:lnTo>
                  <a:lnTo>
                    <a:pt x="530" y="33"/>
                  </a:lnTo>
                  <a:lnTo>
                    <a:pt x="530" y="33"/>
                  </a:lnTo>
                  <a:lnTo>
                    <a:pt x="529" y="41"/>
                  </a:lnTo>
                  <a:lnTo>
                    <a:pt x="527" y="47"/>
                  </a:lnTo>
                  <a:lnTo>
                    <a:pt x="524" y="52"/>
                  </a:lnTo>
                  <a:lnTo>
                    <a:pt x="520" y="57"/>
                  </a:lnTo>
                  <a:lnTo>
                    <a:pt x="515" y="61"/>
                  </a:lnTo>
                  <a:lnTo>
                    <a:pt x="509" y="65"/>
                  </a:lnTo>
                  <a:lnTo>
                    <a:pt x="503" y="67"/>
                  </a:lnTo>
                  <a:lnTo>
                    <a:pt x="497" y="67"/>
                  </a:lnTo>
                  <a:lnTo>
                    <a:pt x="497" y="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28"/>
            <p:cNvSpPr/>
            <p:nvPr/>
          </p:nvSpPr>
          <p:spPr>
            <a:xfrm>
              <a:off x="5721350" y="2724150"/>
              <a:ext cx="104775" cy="14288"/>
            </a:xfrm>
            <a:custGeom>
              <a:rect b="b" l="l" r="r" t="t"/>
              <a:pathLst>
                <a:path extrusionOk="0" h="66" w="464">
                  <a:moveTo>
                    <a:pt x="431" y="66"/>
                  </a:moveTo>
                  <a:lnTo>
                    <a:pt x="33" y="66"/>
                  </a:lnTo>
                  <a:lnTo>
                    <a:pt x="33" y="66"/>
                  </a:lnTo>
                  <a:lnTo>
                    <a:pt x="27" y="65"/>
                  </a:lnTo>
                  <a:lnTo>
                    <a:pt x="21" y="63"/>
                  </a:lnTo>
                  <a:lnTo>
                    <a:pt x="15" y="61"/>
                  </a:lnTo>
                  <a:lnTo>
                    <a:pt x="11" y="57"/>
                  </a:lnTo>
                  <a:lnTo>
                    <a:pt x="6" y="52"/>
                  </a:lnTo>
                  <a:lnTo>
                    <a:pt x="3" y="45"/>
                  </a:lnTo>
                  <a:lnTo>
                    <a:pt x="1" y="39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27"/>
                  </a:lnTo>
                  <a:lnTo>
                    <a:pt x="3" y="21"/>
                  </a:lnTo>
                  <a:lnTo>
                    <a:pt x="6" y="14"/>
                  </a:lnTo>
                  <a:lnTo>
                    <a:pt x="11" y="9"/>
                  </a:lnTo>
                  <a:lnTo>
                    <a:pt x="15" y="6"/>
                  </a:lnTo>
                  <a:lnTo>
                    <a:pt x="21" y="3"/>
                  </a:lnTo>
                  <a:lnTo>
                    <a:pt x="27" y="1"/>
                  </a:lnTo>
                  <a:lnTo>
                    <a:pt x="33" y="0"/>
                  </a:lnTo>
                  <a:lnTo>
                    <a:pt x="431" y="0"/>
                  </a:lnTo>
                  <a:lnTo>
                    <a:pt x="431" y="0"/>
                  </a:lnTo>
                  <a:lnTo>
                    <a:pt x="437" y="1"/>
                  </a:lnTo>
                  <a:lnTo>
                    <a:pt x="443" y="3"/>
                  </a:lnTo>
                  <a:lnTo>
                    <a:pt x="449" y="6"/>
                  </a:lnTo>
                  <a:lnTo>
                    <a:pt x="454" y="9"/>
                  </a:lnTo>
                  <a:lnTo>
                    <a:pt x="458" y="14"/>
                  </a:lnTo>
                  <a:lnTo>
                    <a:pt x="461" y="21"/>
                  </a:lnTo>
                  <a:lnTo>
                    <a:pt x="463" y="27"/>
                  </a:lnTo>
                  <a:lnTo>
                    <a:pt x="464" y="33"/>
                  </a:lnTo>
                  <a:lnTo>
                    <a:pt x="464" y="33"/>
                  </a:lnTo>
                  <a:lnTo>
                    <a:pt x="463" y="39"/>
                  </a:lnTo>
                  <a:lnTo>
                    <a:pt x="461" y="45"/>
                  </a:lnTo>
                  <a:lnTo>
                    <a:pt x="458" y="52"/>
                  </a:lnTo>
                  <a:lnTo>
                    <a:pt x="454" y="57"/>
                  </a:lnTo>
                  <a:lnTo>
                    <a:pt x="449" y="61"/>
                  </a:lnTo>
                  <a:lnTo>
                    <a:pt x="443" y="63"/>
                  </a:lnTo>
                  <a:lnTo>
                    <a:pt x="437" y="65"/>
                  </a:lnTo>
                  <a:lnTo>
                    <a:pt x="431" y="66"/>
                  </a:lnTo>
                  <a:lnTo>
                    <a:pt x="431" y="6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28"/>
            <p:cNvSpPr/>
            <p:nvPr/>
          </p:nvSpPr>
          <p:spPr>
            <a:xfrm>
              <a:off x="5713413" y="2754313"/>
              <a:ext cx="120650" cy="14288"/>
            </a:xfrm>
            <a:custGeom>
              <a:rect b="b" l="l" r="r" t="t"/>
              <a:pathLst>
                <a:path extrusionOk="0" h="67" w="530">
                  <a:moveTo>
                    <a:pt x="497" y="67"/>
                  </a:moveTo>
                  <a:lnTo>
                    <a:pt x="33" y="67"/>
                  </a:lnTo>
                  <a:lnTo>
                    <a:pt x="33" y="67"/>
                  </a:lnTo>
                  <a:lnTo>
                    <a:pt x="27" y="66"/>
                  </a:lnTo>
                  <a:lnTo>
                    <a:pt x="21" y="63"/>
                  </a:lnTo>
                  <a:lnTo>
                    <a:pt x="15" y="60"/>
                  </a:lnTo>
                  <a:lnTo>
                    <a:pt x="11" y="56"/>
                  </a:lnTo>
                  <a:lnTo>
                    <a:pt x="6" y="52"/>
                  </a:lnTo>
                  <a:lnTo>
                    <a:pt x="3" y="46"/>
                  </a:lnTo>
                  <a:lnTo>
                    <a:pt x="1" y="40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1" y="26"/>
                  </a:lnTo>
                  <a:lnTo>
                    <a:pt x="3" y="20"/>
                  </a:lnTo>
                  <a:lnTo>
                    <a:pt x="6" y="15"/>
                  </a:lnTo>
                  <a:lnTo>
                    <a:pt x="11" y="10"/>
                  </a:lnTo>
                  <a:lnTo>
                    <a:pt x="15" y="5"/>
                  </a:lnTo>
                  <a:lnTo>
                    <a:pt x="21" y="2"/>
                  </a:lnTo>
                  <a:lnTo>
                    <a:pt x="27" y="1"/>
                  </a:lnTo>
                  <a:lnTo>
                    <a:pt x="33" y="0"/>
                  </a:lnTo>
                  <a:lnTo>
                    <a:pt x="497" y="0"/>
                  </a:lnTo>
                  <a:lnTo>
                    <a:pt x="497" y="0"/>
                  </a:lnTo>
                  <a:lnTo>
                    <a:pt x="503" y="1"/>
                  </a:lnTo>
                  <a:lnTo>
                    <a:pt x="509" y="2"/>
                  </a:lnTo>
                  <a:lnTo>
                    <a:pt x="516" y="5"/>
                  </a:lnTo>
                  <a:lnTo>
                    <a:pt x="520" y="10"/>
                  </a:lnTo>
                  <a:lnTo>
                    <a:pt x="524" y="15"/>
                  </a:lnTo>
                  <a:lnTo>
                    <a:pt x="527" y="20"/>
                  </a:lnTo>
                  <a:lnTo>
                    <a:pt x="529" y="26"/>
                  </a:lnTo>
                  <a:lnTo>
                    <a:pt x="530" y="33"/>
                  </a:lnTo>
                  <a:lnTo>
                    <a:pt x="530" y="33"/>
                  </a:lnTo>
                  <a:lnTo>
                    <a:pt x="529" y="40"/>
                  </a:lnTo>
                  <a:lnTo>
                    <a:pt x="527" y="46"/>
                  </a:lnTo>
                  <a:lnTo>
                    <a:pt x="524" y="52"/>
                  </a:lnTo>
                  <a:lnTo>
                    <a:pt x="520" y="56"/>
                  </a:lnTo>
                  <a:lnTo>
                    <a:pt x="516" y="60"/>
                  </a:lnTo>
                  <a:lnTo>
                    <a:pt x="509" y="63"/>
                  </a:lnTo>
                  <a:lnTo>
                    <a:pt x="503" y="66"/>
                  </a:lnTo>
                  <a:lnTo>
                    <a:pt x="497" y="67"/>
                  </a:lnTo>
                  <a:lnTo>
                    <a:pt x="497" y="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28"/>
            <p:cNvSpPr/>
            <p:nvPr/>
          </p:nvSpPr>
          <p:spPr>
            <a:xfrm>
              <a:off x="5707063" y="2543175"/>
              <a:ext cx="185738" cy="158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28"/>
            <p:cNvSpPr/>
            <p:nvPr/>
          </p:nvSpPr>
          <p:spPr>
            <a:xfrm>
              <a:off x="5548313" y="2543175"/>
              <a:ext cx="368300" cy="346075"/>
            </a:xfrm>
            <a:custGeom>
              <a:rect b="b" l="l" r="r" t="t"/>
              <a:pathLst>
                <a:path extrusionOk="0" h="1521" w="1620">
                  <a:moveTo>
                    <a:pt x="859" y="1521"/>
                  </a:moveTo>
                  <a:lnTo>
                    <a:pt x="33" y="1521"/>
                  </a:lnTo>
                  <a:lnTo>
                    <a:pt x="33" y="1521"/>
                  </a:lnTo>
                  <a:lnTo>
                    <a:pt x="27" y="1520"/>
                  </a:lnTo>
                  <a:lnTo>
                    <a:pt x="20" y="1518"/>
                  </a:lnTo>
                  <a:lnTo>
                    <a:pt x="15" y="1516"/>
                  </a:lnTo>
                  <a:lnTo>
                    <a:pt x="10" y="1512"/>
                  </a:lnTo>
                  <a:lnTo>
                    <a:pt x="6" y="1507"/>
                  </a:lnTo>
                  <a:lnTo>
                    <a:pt x="3" y="1501"/>
                  </a:lnTo>
                  <a:lnTo>
                    <a:pt x="1" y="1495"/>
                  </a:lnTo>
                  <a:lnTo>
                    <a:pt x="0" y="1488"/>
                  </a:lnTo>
                  <a:lnTo>
                    <a:pt x="0" y="1488"/>
                  </a:lnTo>
                  <a:lnTo>
                    <a:pt x="1" y="1482"/>
                  </a:lnTo>
                  <a:lnTo>
                    <a:pt x="3" y="1476"/>
                  </a:lnTo>
                  <a:lnTo>
                    <a:pt x="6" y="1470"/>
                  </a:lnTo>
                  <a:lnTo>
                    <a:pt x="10" y="1465"/>
                  </a:lnTo>
                  <a:lnTo>
                    <a:pt x="15" y="1461"/>
                  </a:lnTo>
                  <a:lnTo>
                    <a:pt x="20" y="1458"/>
                  </a:lnTo>
                  <a:lnTo>
                    <a:pt x="27" y="1456"/>
                  </a:lnTo>
                  <a:lnTo>
                    <a:pt x="33" y="1455"/>
                  </a:lnTo>
                  <a:lnTo>
                    <a:pt x="33" y="1455"/>
                  </a:lnTo>
                  <a:lnTo>
                    <a:pt x="43" y="1455"/>
                  </a:lnTo>
                  <a:lnTo>
                    <a:pt x="52" y="1454"/>
                  </a:lnTo>
                  <a:lnTo>
                    <a:pt x="61" y="1452"/>
                  </a:lnTo>
                  <a:lnTo>
                    <a:pt x="69" y="1450"/>
                  </a:lnTo>
                  <a:lnTo>
                    <a:pt x="76" y="1448"/>
                  </a:lnTo>
                  <a:lnTo>
                    <a:pt x="82" y="1444"/>
                  </a:lnTo>
                  <a:lnTo>
                    <a:pt x="89" y="1440"/>
                  </a:lnTo>
                  <a:lnTo>
                    <a:pt x="94" y="1436"/>
                  </a:lnTo>
                  <a:lnTo>
                    <a:pt x="94" y="1436"/>
                  </a:lnTo>
                  <a:lnTo>
                    <a:pt x="99" y="1429"/>
                  </a:lnTo>
                  <a:lnTo>
                    <a:pt x="104" y="1422"/>
                  </a:lnTo>
                  <a:lnTo>
                    <a:pt x="108" y="1414"/>
                  </a:lnTo>
                  <a:lnTo>
                    <a:pt x="111" y="1404"/>
                  </a:lnTo>
                  <a:lnTo>
                    <a:pt x="115" y="1395"/>
                  </a:lnTo>
                  <a:lnTo>
                    <a:pt x="117" y="1385"/>
                  </a:lnTo>
                  <a:lnTo>
                    <a:pt x="121" y="1363"/>
                  </a:lnTo>
                  <a:lnTo>
                    <a:pt x="123" y="1339"/>
                  </a:lnTo>
                  <a:lnTo>
                    <a:pt x="124" y="1314"/>
                  </a:lnTo>
                  <a:lnTo>
                    <a:pt x="124" y="1265"/>
                  </a:lnTo>
                  <a:lnTo>
                    <a:pt x="124" y="1265"/>
                  </a:lnTo>
                  <a:lnTo>
                    <a:pt x="124" y="1212"/>
                  </a:lnTo>
                  <a:lnTo>
                    <a:pt x="126" y="1187"/>
                  </a:lnTo>
                  <a:lnTo>
                    <a:pt x="128" y="1162"/>
                  </a:lnTo>
                  <a:lnTo>
                    <a:pt x="132" y="1141"/>
                  </a:lnTo>
                  <a:lnTo>
                    <a:pt x="135" y="1129"/>
                  </a:lnTo>
                  <a:lnTo>
                    <a:pt x="139" y="1120"/>
                  </a:lnTo>
                  <a:lnTo>
                    <a:pt x="144" y="1111"/>
                  </a:lnTo>
                  <a:lnTo>
                    <a:pt x="149" y="1101"/>
                  </a:lnTo>
                  <a:lnTo>
                    <a:pt x="155" y="1093"/>
                  </a:lnTo>
                  <a:lnTo>
                    <a:pt x="161" y="1086"/>
                  </a:lnTo>
                  <a:lnTo>
                    <a:pt x="161" y="1086"/>
                  </a:lnTo>
                  <a:lnTo>
                    <a:pt x="168" y="1079"/>
                  </a:lnTo>
                  <a:lnTo>
                    <a:pt x="176" y="1073"/>
                  </a:lnTo>
                  <a:lnTo>
                    <a:pt x="184" y="1069"/>
                  </a:lnTo>
                  <a:lnTo>
                    <a:pt x="192" y="1065"/>
                  </a:lnTo>
                  <a:lnTo>
                    <a:pt x="201" y="1062"/>
                  </a:lnTo>
                  <a:lnTo>
                    <a:pt x="211" y="1060"/>
                  </a:lnTo>
                  <a:lnTo>
                    <a:pt x="221" y="1059"/>
                  </a:lnTo>
                  <a:lnTo>
                    <a:pt x="231" y="1059"/>
                  </a:lnTo>
                  <a:lnTo>
                    <a:pt x="535" y="1059"/>
                  </a:lnTo>
                  <a:lnTo>
                    <a:pt x="535" y="1059"/>
                  </a:lnTo>
                  <a:lnTo>
                    <a:pt x="546" y="988"/>
                  </a:lnTo>
                  <a:lnTo>
                    <a:pt x="556" y="915"/>
                  </a:lnTo>
                  <a:lnTo>
                    <a:pt x="566" y="839"/>
                  </a:lnTo>
                  <a:lnTo>
                    <a:pt x="572" y="763"/>
                  </a:lnTo>
                  <a:lnTo>
                    <a:pt x="578" y="685"/>
                  </a:lnTo>
                  <a:lnTo>
                    <a:pt x="583" y="609"/>
                  </a:lnTo>
                  <a:lnTo>
                    <a:pt x="587" y="534"/>
                  </a:lnTo>
                  <a:lnTo>
                    <a:pt x="591" y="463"/>
                  </a:lnTo>
                  <a:lnTo>
                    <a:pt x="594" y="333"/>
                  </a:lnTo>
                  <a:lnTo>
                    <a:pt x="596" y="229"/>
                  </a:lnTo>
                  <a:lnTo>
                    <a:pt x="596" y="159"/>
                  </a:lnTo>
                  <a:lnTo>
                    <a:pt x="596" y="132"/>
                  </a:lnTo>
                  <a:lnTo>
                    <a:pt x="596" y="132"/>
                  </a:lnTo>
                  <a:lnTo>
                    <a:pt x="597" y="114"/>
                  </a:lnTo>
                  <a:lnTo>
                    <a:pt x="601" y="92"/>
                  </a:lnTo>
                  <a:lnTo>
                    <a:pt x="603" y="82"/>
                  </a:lnTo>
                  <a:lnTo>
                    <a:pt x="607" y="70"/>
                  </a:lnTo>
                  <a:lnTo>
                    <a:pt x="611" y="60"/>
                  </a:lnTo>
                  <a:lnTo>
                    <a:pt x="616" y="49"/>
                  </a:lnTo>
                  <a:lnTo>
                    <a:pt x="623" y="39"/>
                  </a:lnTo>
                  <a:lnTo>
                    <a:pt x="630" y="30"/>
                  </a:lnTo>
                  <a:lnTo>
                    <a:pt x="638" y="22"/>
                  </a:lnTo>
                  <a:lnTo>
                    <a:pt x="647" y="14"/>
                  </a:lnTo>
                  <a:lnTo>
                    <a:pt x="658" y="8"/>
                  </a:lnTo>
                  <a:lnTo>
                    <a:pt x="669" y="4"/>
                  </a:lnTo>
                  <a:lnTo>
                    <a:pt x="683" y="1"/>
                  </a:lnTo>
                  <a:lnTo>
                    <a:pt x="696" y="0"/>
                  </a:lnTo>
                  <a:lnTo>
                    <a:pt x="696" y="66"/>
                  </a:lnTo>
                  <a:lnTo>
                    <a:pt x="696" y="66"/>
                  </a:lnTo>
                  <a:lnTo>
                    <a:pt x="691" y="67"/>
                  </a:lnTo>
                  <a:lnTo>
                    <a:pt x="686" y="69"/>
                  </a:lnTo>
                  <a:lnTo>
                    <a:pt x="682" y="72"/>
                  </a:lnTo>
                  <a:lnTo>
                    <a:pt x="677" y="77"/>
                  </a:lnTo>
                  <a:lnTo>
                    <a:pt x="674" y="82"/>
                  </a:lnTo>
                  <a:lnTo>
                    <a:pt x="671" y="87"/>
                  </a:lnTo>
                  <a:lnTo>
                    <a:pt x="667" y="99"/>
                  </a:lnTo>
                  <a:lnTo>
                    <a:pt x="664" y="112"/>
                  </a:lnTo>
                  <a:lnTo>
                    <a:pt x="662" y="122"/>
                  </a:lnTo>
                  <a:lnTo>
                    <a:pt x="661" y="133"/>
                  </a:lnTo>
                  <a:lnTo>
                    <a:pt x="661" y="133"/>
                  </a:lnTo>
                  <a:lnTo>
                    <a:pt x="662" y="167"/>
                  </a:lnTo>
                  <a:lnTo>
                    <a:pt x="661" y="242"/>
                  </a:lnTo>
                  <a:lnTo>
                    <a:pt x="660" y="352"/>
                  </a:lnTo>
                  <a:lnTo>
                    <a:pt x="658" y="417"/>
                  </a:lnTo>
                  <a:lnTo>
                    <a:pt x="656" y="486"/>
                  </a:lnTo>
                  <a:lnTo>
                    <a:pt x="653" y="561"/>
                  </a:lnTo>
                  <a:lnTo>
                    <a:pt x="649" y="638"/>
                  </a:lnTo>
                  <a:lnTo>
                    <a:pt x="642" y="716"/>
                  </a:lnTo>
                  <a:lnTo>
                    <a:pt x="636" y="796"/>
                  </a:lnTo>
                  <a:lnTo>
                    <a:pt x="628" y="875"/>
                  </a:lnTo>
                  <a:lnTo>
                    <a:pt x="619" y="952"/>
                  </a:lnTo>
                  <a:lnTo>
                    <a:pt x="607" y="1027"/>
                  </a:lnTo>
                  <a:lnTo>
                    <a:pt x="601" y="1063"/>
                  </a:lnTo>
                  <a:lnTo>
                    <a:pt x="595" y="1098"/>
                  </a:lnTo>
                  <a:lnTo>
                    <a:pt x="595" y="1098"/>
                  </a:lnTo>
                  <a:lnTo>
                    <a:pt x="593" y="1103"/>
                  </a:lnTo>
                  <a:lnTo>
                    <a:pt x="591" y="1108"/>
                  </a:lnTo>
                  <a:lnTo>
                    <a:pt x="587" y="1114"/>
                  </a:lnTo>
                  <a:lnTo>
                    <a:pt x="583" y="1117"/>
                  </a:lnTo>
                  <a:lnTo>
                    <a:pt x="578" y="1120"/>
                  </a:lnTo>
                  <a:lnTo>
                    <a:pt x="574" y="1123"/>
                  </a:lnTo>
                  <a:lnTo>
                    <a:pt x="568" y="1124"/>
                  </a:lnTo>
                  <a:lnTo>
                    <a:pt x="563" y="1125"/>
                  </a:lnTo>
                  <a:lnTo>
                    <a:pt x="231" y="1125"/>
                  </a:lnTo>
                  <a:lnTo>
                    <a:pt x="231" y="1125"/>
                  </a:lnTo>
                  <a:lnTo>
                    <a:pt x="222" y="1125"/>
                  </a:lnTo>
                  <a:lnTo>
                    <a:pt x="216" y="1127"/>
                  </a:lnTo>
                  <a:lnTo>
                    <a:pt x="212" y="1129"/>
                  </a:lnTo>
                  <a:lnTo>
                    <a:pt x="209" y="1132"/>
                  </a:lnTo>
                  <a:lnTo>
                    <a:pt x="209" y="1132"/>
                  </a:lnTo>
                  <a:lnTo>
                    <a:pt x="205" y="1136"/>
                  </a:lnTo>
                  <a:lnTo>
                    <a:pt x="202" y="1141"/>
                  </a:lnTo>
                  <a:lnTo>
                    <a:pt x="199" y="1147"/>
                  </a:lnTo>
                  <a:lnTo>
                    <a:pt x="197" y="1153"/>
                  </a:lnTo>
                  <a:lnTo>
                    <a:pt x="194" y="1169"/>
                  </a:lnTo>
                  <a:lnTo>
                    <a:pt x="192" y="1186"/>
                  </a:lnTo>
                  <a:lnTo>
                    <a:pt x="191" y="1205"/>
                  </a:lnTo>
                  <a:lnTo>
                    <a:pt x="190" y="1224"/>
                  </a:lnTo>
                  <a:lnTo>
                    <a:pt x="190" y="1265"/>
                  </a:lnTo>
                  <a:lnTo>
                    <a:pt x="190" y="1265"/>
                  </a:lnTo>
                  <a:lnTo>
                    <a:pt x="190" y="1314"/>
                  </a:lnTo>
                  <a:lnTo>
                    <a:pt x="189" y="1340"/>
                  </a:lnTo>
                  <a:lnTo>
                    <a:pt x="187" y="1365"/>
                  </a:lnTo>
                  <a:lnTo>
                    <a:pt x="184" y="1389"/>
                  </a:lnTo>
                  <a:lnTo>
                    <a:pt x="179" y="1413"/>
                  </a:lnTo>
                  <a:lnTo>
                    <a:pt x="175" y="1424"/>
                  </a:lnTo>
                  <a:lnTo>
                    <a:pt x="170" y="1435"/>
                  </a:lnTo>
                  <a:lnTo>
                    <a:pt x="166" y="1445"/>
                  </a:lnTo>
                  <a:lnTo>
                    <a:pt x="161" y="1455"/>
                  </a:lnTo>
                  <a:lnTo>
                    <a:pt x="859" y="1455"/>
                  </a:lnTo>
                  <a:lnTo>
                    <a:pt x="859" y="1455"/>
                  </a:lnTo>
                  <a:lnTo>
                    <a:pt x="868" y="1455"/>
                  </a:lnTo>
                  <a:lnTo>
                    <a:pt x="877" y="1454"/>
                  </a:lnTo>
                  <a:lnTo>
                    <a:pt x="886" y="1452"/>
                  </a:lnTo>
                  <a:lnTo>
                    <a:pt x="894" y="1450"/>
                  </a:lnTo>
                  <a:lnTo>
                    <a:pt x="901" y="1448"/>
                  </a:lnTo>
                  <a:lnTo>
                    <a:pt x="907" y="1444"/>
                  </a:lnTo>
                  <a:lnTo>
                    <a:pt x="913" y="1440"/>
                  </a:lnTo>
                  <a:lnTo>
                    <a:pt x="919" y="1436"/>
                  </a:lnTo>
                  <a:lnTo>
                    <a:pt x="919" y="1436"/>
                  </a:lnTo>
                  <a:lnTo>
                    <a:pt x="924" y="1429"/>
                  </a:lnTo>
                  <a:lnTo>
                    <a:pt x="929" y="1422"/>
                  </a:lnTo>
                  <a:lnTo>
                    <a:pt x="933" y="1414"/>
                  </a:lnTo>
                  <a:lnTo>
                    <a:pt x="936" y="1404"/>
                  </a:lnTo>
                  <a:lnTo>
                    <a:pt x="939" y="1395"/>
                  </a:lnTo>
                  <a:lnTo>
                    <a:pt x="942" y="1385"/>
                  </a:lnTo>
                  <a:lnTo>
                    <a:pt x="946" y="1363"/>
                  </a:lnTo>
                  <a:lnTo>
                    <a:pt x="948" y="1339"/>
                  </a:lnTo>
                  <a:lnTo>
                    <a:pt x="949" y="1314"/>
                  </a:lnTo>
                  <a:lnTo>
                    <a:pt x="949" y="1265"/>
                  </a:lnTo>
                  <a:lnTo>
                    <a:pt x="949" y="1265"/>
                  </a:lnTo>
                  <a:lnTo>
                    <a:pt x="950" y="1212"/>
                  </a:lnTo>
                  <a:lnTo>
                    <a:pt x="951" y="1187"/>
                  </a:lnTo>
                  <a:lnTo>
                    <a:pt x="953" y="1162"/>
                  </a:lnTo>
                  <a:lnTo>
                    <a:pt x="958" y="1141"/>
                  </a:lnTo>
                  <a:lnTo>
                    <a:pt x="961" y="1129"/>
                  </a:lnTo>
                  <a:lnTo>
                    <a:pt x="964" y="1120"/>
                  </a:lnTo>
                  <a:lnTo>
                    <a:pt x="968" y="1111"/>
                  </a:lnTo>
                  <a:lnTo>
                    <a:pt x="973" y="1101"/>
                  </a:lnTo>
                  <a:lnTo>
                    <a:pt x="980" y="1093"/>
                  </a:lnTo>
                  <a:lnTo>
                    <a:pt x="987" y="1086"/>
                  </a:lnTo>
                  <a:lnTo>
                    <a:pt x="987" y="1086"/>
                  </a:lnTo>
                  <a:lnTo>
                    <a:pt x="993" y="1079"/>
                  </a:lnTo>
                  <a:lnTo>
                    <a:pt x="1001" y="1073"/>
                  </a:lnTo>
                  <a:lnTo>
                    <a:pt x="1009" y="1069"/>
                  </a:lnTo>
                  <a:lnTo>
                    <a:pt x="1017" y="1065"/>
                  </a:lnTo>
                  <a:lnTo>
                    <a:pt x="1026" y="1062"/>
                  </a:lnTo>
                  <a:lnTo>
                    <a:pt x="1036" y="1060"/>
                  </a:lnTo>
                  <a:lnTo>
                    <a:pt x="1046" y="1059"/>
                  </a:lnTo>
                  <a:lnTo>
                    <a:pt x="1056" y="1059"/>
                  </a:lnTo>
                  <a:lnTo>
                    <a:pt x="1056" y="1059"/>
                  </a:lnTo>
                  <a:lnTo>
                    <a:pt x="1069" y="1059"/>
                  </a:lnTo>
                  <a:lnTo>
                    <a:pt x="1080" y="1060"/>
                  </a:lnTo>
                  <a:lnTo>
                    <a:pt x="1091" y="1062"/>
                  </a:lnTo>
                  <a:lnTo>
                    <a:pt x="1102" y="1065"/>
                  </a:lnTo>
                  <a:lnTo>
                    <a:pt x="1111" y="1069"/>
                  </a:lnTo>
                  <a:lnTo>
                    <a:pt x="1119" y="1074"/>
                  </a:lnTo>
                  <a:lnTo>
                    <a:pt x="1128" y="1079"/>
                  </a:lnTo>
                  <a:lnTo>
                    <a:pt x="1135" y="1086"/>
                  </a:lnTo>
                  <a:lnTo>
                    <a:pt x="1135" y="1086"/>
                  </a:lnTo>
                  <a:lnTo>
                    <a:pt x="1140" y="1092"/>
                  </a:lnTo>
                  <a:lnTo>
                    <a:pt x="1144" y="1098"/>
                  </a:lnTo>
                  <a:lnTo>
                    <a:pt x="1148" y="1105"/>
                  </a:lnTo>
                  <a:lnTo>
                    <a:pt x="1152" y="1112"/>
                  </a:lnTo>
                  <a:lnTo>
                    <a:pt x="1158" y="1126"/>
                  </a:lnTo>
                  <a:lnTo>
                    <a:pt x="1161" y="1142"/>
                  </a:lnTo>
                  <a:lnTo>
                    <a:pt x="1163" y="1158"/>
                  </a:lnTo>
                  <a:lnTo>
                    <a:pt x="1164" y="1174"/>
                  </a:lnTo>
                  <a:lnTo>
                    <a:pt x="1164" y="1208"/>
                  </a:lnTo>
                  <a:lnTo>
                    <a:pt x="1164" y="1208"/>
                  </a:lnTo>
                  <a:lnTo>
                    <a:pt x="1164" y="1236"/>
                  </a:lnTo>
                  <a:lnTo>
                    <a:pt x="1165" y="1249"/>
                  </a:lnTo>
                  <a:lnTo>
                    <a:pt x="1166" y="1262"/>
                  </a:lnTo>
                  <a:lnTo>
                    <a:pt x="1168" y="1274"/>
                  </a:lnTo>
                  <a:lnTo>
                    <a:pt x="1171" y="1285"/>
                  </a:lnTo>
                  <a:lnTo>
                    <a:pt x="1176" y="1295"/>
                  </a:lnTo>
                  <a:lnTo>
                    <a:pt x="1183" y="1303"/>
                  </a:lnTo>
                  <a:lnTo>
                    <a:pt x="1183" y="1303"/>
                  </a:lnTo>
                  <a:lnTo>
                    <a:pt x="1188" y="1307"/>
                  </a:lnTo>
                  <a:lnTo>
                    <a:pt x="1195" y="1311"/>
                  </a:lnTo>
                  <a:lnTo>
                    <a:pt x="1202" y="1315"/>
                  </a:lnTo>
                  <a:lnTo>
                    <a:pt x="1210" y="1318"/>
                  </a:lnTo>
                  <a:lnTo>
                    <a:pt x="1220" y="1321"/>
                  </a:lnTo>
                  <a:lnTo>
                    <a:pt x="1231" y="1322"/>
                  </a:lnTo>
                  <a:lnTo>
                    <a:pt x="1243" y="1323"/>
                  </a:lnTo>
                  <a:lnTo>
                    <a:pt x="1255" y="1323"/>
                  </a:lnTo>
                  <a:lnTo>
                    <a:pt x="1255" y="1323"/>
                  </a:lnTo>
                  <a:lnTo>
                    <a:pt x="1259" y="1323"/>
                  </a:lnTo>
                  <a:lnTo>
                    <a:pt x="1266" y="1321"/>
                  </a:lnTo>
                  <a:lnTo>
                    <a:pt x="1270" y="1320"/>
                  </a:lnTo>
                  <a:lnTo>
                    <a:pt x="1275" y="1317"/>
                  </a:lnTo>
                  <a:lnTo>
                    <a:pt x="1280" y="1312"/>
                  </a:lnTo>
                  <a:lnTo>
                    <a:pt x="1286" y="1307"/>
                  </a:lnTo>
                  <a:lnTo>
                    <a:pt x="1286" y="1307"/>
                  </a:lnTo>
                  <a:lnTo>
                    <a:pt x="1291" y="1300"/>
                  </a:lnTo>
                  <a:lnTo>
                    <a:pt x="1297" y="1293"/>
                  </a:lnTo>
                  <a:lnTo>
                    <a:pt x="1309" y="1274"/>
                  </a:lnTo>
                  <a:lnTo>
                    <a:pt x="1320" y="1253"/>
                  </a:lnTo>
                  <a:lnTo>
                    <a:pt x="1329" y="1229"/>
                  </a:lnTo>
                  <a:lnTo>
                    <a:pt x="1339" y="1202"/>
                  </a:lnTo>
                  <a:lnTo>
                    <a:pt x="1348" y="1173"/>
                  </a:lnTo>
                  <a:lnTo>
                    <a:pt x="1356" y="1140"/>
                  </a:lnTo>
                  <a:lnTo>
                    <a:pt x="1364" y="1105"/>
                  </a:lnTo>
                  <a:lnTo>
                    <a:pt x="1371" y="1069"/>
                  </a:lnTo>
                  <a:lnTo>
                    <a:pt x="1377" y="1031"/>
                  </a:lnTo>
                  <a:lnTo>
                    <a:pt x="1383" y="990"/>
                  </a:lnTo>
                  <a:lnTo>
                    <a:pt x="1388" y="950"/>
                  </a:lnTo>
                  <a:lnTo>
                    <a:pt x="1398" y="863"/>
                  </a:lnTo>
                  <a:lnTo>
                    <a:pt x="1406" y="774"/>
                  </a:lnTo>
                  <a:lnTo>
                    <a:pt x="1411" y="683"/>
                  </a:lnTo>
                  <a:lnTo>
                    <a:pt x="1416" y="592"/>
                  </a:lnTo>
                  <a:lnTo>
                    <a:pt x="1419" y="502"/>
                  </a:lnTo>
                  <a:lnTo>
                    <a:pt x="1422" y="416"/>
                  </a:lnTo>
                  <a:lnTo>
                    <a:pt x="1423" y="334"/>
                  </a:lnTo>
                  <a:lnTo>
                    <a:pt x="1423" y="259"/>
                  </a:lnTo>
                  <a:lnTo>
                    <a:pt x="1422" y="191"/>
                  </a:lnTo>
                  <a:lnTo>
                    <a:pt x="1421" y="133"/>
                  </a:lnTo>
                  <a:lnTo>
                    <a:pt x="1421" y="133"/>
                  </a:lnTo>
                  <a:lnTo>
                    <a:pt x="1422" y="114"/>
                  </a:lnTo>
                  <a:lnTo>
                    <a:pt x="1426" y="93"/>
                  </a:lnTo>
                  <a:lnTo>
                    <a:pt x="1429" y="82"/>
                  </a:lnTo>
                  <a:lnTo>
                    <a:pt x="1432" y="70"/>
                  </a:lnTo>
                  <a:lnTo>
                    <a:pt x="1436" y="60"/>
                  </a:lnTo>
                  <a:lnTo>
                    <a:pt x="1441" y="50"/>
                  </a:lnTo>
                  <a:lnTo>
                    <a:pt x="1448" y="39"/>
                  </a:lnTo>
                  <a:lnTo>
                    <a:pt x="1455" y="30"/>
                  </a:lnTo>
                  <a:lnTo>
                    <a:pt x="1463" y="22"/>
                  </a:lnTo>
                  <a:lnTo>
                    <a:pt x="1472" y="14"/>
                  </a:lnTo>
                  <a:lnTo>
                    <a:pt x="1483" y="8"/>
                  </a:lnTo>
                  <a:lnTo>
                    <a:pt x="1494" y="4"/>
                  </a:lnTo>
                  <a:lnTo>
                    <a:pt x="1507" y="1"/>
                  </a:lnTo>
                  <a:lnTo>
                    <a:pt x="1521" y="0"/>
                  </a:lnTo>
                  <a:lnTo>
                    <a:pt x="1521" y="0"/>
                  </a:lnTo>
                  <a:lnTo>
                    <a:pt x="1529" y="1"/>
                  </a:lnTo>
                  <a:lnTo>
                    <a:pt x="1537" y="2"/>
                  </a:lnTo>
                  <a:lnTo>
                    <a:pt x="1545" y="4"/>
                  </a:lnTo>
                  <a:lnTo>
                    <a:pt x="1551" y="7"/>
                  </a:lnTo>
                  <a:lnTo>
                    <a:pt x="1557" y="11"/>
                  </a:lnTo>
                  <a:lnTo>
                    <a:pt x="1563" y="16"/>
                  </a:lnTo>
                  <a:lnTo>
                    <a:pt x="1570" y="21"/>
                  </a:lnTo>
                  <a:lnTo>
                    <a:pt x="1575" y="27"/>
                  </a:lnTo>
                  <a:lnTo>
                    <a:pt x="1584" y="40"/>
                  </a:lnTo>
                  <a:lnTo>
                    <a:pt x="1592" y="55"/>
                  </a:lnTo>
                  <a:lnTo>
                    <a:pt x="1599" y="71"/>
                  </a:lnTo>
                  <a:lnTo>
                    <a:pt x="1605" y="90"/>
                  </a:lnTo>
                  <a:lnTo>
                    <a:pt x="1609" y="109"/>
                  </a:lnTo>
                  <a:lnTo>
                    <a:pt x="1613" y="128"/>
                  </a:lnTo>
                  <a:lnTo>
                    <a:pt x="1615" y="147"/>
                  </a:lnTo>
                  <a:lnTo>
                    <a:pt x="1617" y="167"/>
                  </a:lnTo>
                  <a:lnTo>
                    <a:pt x="1619" y="202"/>
                  </a:lnTo>
                  <a:lnTo>
                    <a:pt x="1620" y="232"/>
                  </a:lnTo>
                  <a:lnTo>
                    <a:pt x="1620" y="232"/>
                  </a:lnTo>
                  <a:lnTo>
                    <a:pt x="1619" y="238"/>
                  </a:lnTo>
                  <a:lnTo>
                    <a:pt x="1618" y="244"/>
                  </a:lnTo>
                  <a:lnTo>
                    <a:pt x="1615" y="250"/>
                  </a:lnTo>
                  <a:lnTo>
                    <a:pt x="1611" y="255"/>
                  </a:lnTo>
                  <a:lnTo>
                    <a:pt x="1606" y="259"/>
                  </a:lnTo>
                  <a:lnTo>
                    <a:pt x="1601" y="262"/>
                  </a:lnTo>
                  <a:lnTo>
                    <a:pt x="1594" y="264"/>
                  </a:lnTo>
                  <a:lnTo>
                    <a:pt x="1587" y="265"/>
                  </a:lnTo>
                  <a:lnTo>
                    <a:pt x="1489" y="265"/>
                  </a:lnTo>
                  <a:lnTo>
                    <a:pt x="1489" y="265"/>
                  </a:lnTo>
                  <a:lnTo>
                    <a:pt x="1488" y="389"/>
                  </a:lnTo>
                  <a:lnTo>
                    <a:pt x="1487" y="461"/>
                  </a:lnTo>
                  <a:lnTo>
                    <a:pt x="1485" y="536"/>
                  </a:lnTo>
                  <a:lnTo>
                    <a:pt x="1482" y="616"/>
                  </a:lnTo>
                  <a:lnTo>
                    <a:pt x="1477" y="698"/>
                  </a:lnTo>
                  <a:lnTo>
                    <a:pt x="1472" y="780"/>
                  </a:lnTo>
                  <a:lnTo>
                    <a:pt x="1465" y="862"/>
                  </a:lnTo>
                  <a:lnTo>
                    <a:pt x="1457" y="943"/>
                  </a:lnTo>
                  <a:lnTo>
                    <a:pt x="1452" y="982"/>
                  </a:lnTo>
                  <a:lnTo>
                    <a:pt x="1445" y="1021"/>
                  </a:lnTo>
                  <a:lnTo>
                    <a:pt x="1440" y="1058"/>
                  </a:lnTo>
                  <a:lnTo>
                    <a:pt x="1433" y="1094"/>
                  </a:lnTo>
                  <a:lnTo>
                    <a:pt x="1426" y="1128"/>
                  </a:lnTo>
                  <a:lnTo>
                    <a:pt x="1418" y="1161"/>
                  </a:lnTo>
                  <a:lnTo>
                    <a:pt x="1410" y="1193"/>
                  </a:lnTo>
                  <a:lnTo>
                    <a:pt x="1401" y="1222"/>
                  </a:lnTo>
                  <a:lnTo>
                    <a:pt x="1392" y="1250"/>
                  </a:lnTo>
                  <a:lnTo>
                    <a:pt x="1381" y="1276"/>
                  </a:lnTo>
                  <a:lnTo>
                    <a:pt x="1370" y="1299"/>
                  </a:lnTo>
                  <a:lnTo>
                    <a:pt x="1358" y="1320"/>
                  </a:lnTo>
                  <a:lnTo>
                    <a:pt x="1346" y="1338"/>
                  </a:lnTo>
                  <a:lnTo>
                    <a:pt x="1333" y="1354"/>
                  </a:lnTo>
                  <a:lnTo>
                    <a:pt x="1333" y="1354"/>
                  </a:lnTo>
                  <a:lnTo>
                    <a:pt x="1324" y="1362"/>
                  </a:lnTo>
                  <a:lnTo>
                    <a:pt x="1315" y="1369"/>
                  </a:lnTo>
                  <a:lnTo>
                    <a:pt x="1306" y="1376"/>
                  </a:lnTo>
                  <a:lnTo>
                    <a:pt x="1296" y="1380"/>
                  </a:lnTo>
                  <a:lnTo>
                    <a:pt x="1286" y="1384"/>
                  </a:lnTo>
                  <a:lnTo>
                    <a:pt x="1276" y="1387"/>
                  </a:lnTo>
                  <a:lnTo>
                    <a:pt x="1265" y="1389"/>
                  </a:lnTo>
                  <a:lnTo>
                    <a:pt x="1255" y="1389"/>
                  </a:lnTo>
                  <a:lnTo>
                    <a:pt x="1255" y="1389"/>
                  </a:lnTo>
                  <a:lnTo>
                    <a:pt x="1235" y="1389"/>
                  </a:lnTo>
                  <a:lnTo>
                    <a:pt x="1218" y="1387"/>
                  </a:lnTo>
                  <a:lnTo>
                    <a:pt x="1200" y="1384"/>
                  </a:lnTo>
                  <a:lnTo>
                    <a:pt x="1185" y="1380"/>
                  </a:lnTo>
                  <a:lnTo>
                    <a:pt x="1171" y="1373"/>
                  </a:lnTo>
                  <a:lnTo>
                    <a:pt x="1158" y="1367"/>
                  </a:lnTo>
                  <a:lnTo>
                    <a:pt x="1146" y="1359"/>
                  </a:lnTo>
                  <a:lnTo>
                    <a:pt x="1136" y="1350"/>
                  </a:lnTo>
                  <a:lnTo>
                    <a:pt x="1136" y="1350"/>
                  </a:lnTo>
                  <a:lnTo>
                    <a:pt x="1129" y="1342"/>
                  </a:lnTo>
                  <a:lnTo>
                    <a:pt x="1122" y="1334"/>
                  </a:lnTo>
                  <a:lnTo>
                    <a:pt x="1117" y="1326"/>
                  </a:lnTo>
                  <a:lnTo>
                    <a:pt x="1113" y="1318"/>
                  </a:lnTo>
                  <a:lnTo>
                    <a:pt x="1110" y="1309"/>
                  </a:lnTo>
                  <a:lnTo>
                    <a:pt x="1107" y="1300"/>
                  </a:lnTo>
                  <a:lnTo>
                    <a:pt x="1102" y="1281"/>
                  </a:lnTo>
                  <a:lnTo>
                    <a:pt x="1100" y="1263"/>
                  </a:lnTo>
                  <a:lnTo>
                    <a:pt x="1099" y="1244"/>
                  </a:lnTo>
                  <a:lnTo>
                    <a:pt x="1098" y="1207"/>
                  </a:lnTo>
                  <a:lnTo>
                    <a:pt x="1098" y="1207"/>
                  </a:lnTo>
                  <a:lnTo>
                    <a:pt x="1098" y="1184"/>
                  </a:lnTo>
                  <a:lnTo>
                    <a:pt x="1097" y="1162"/>
                  </a:lnTo>
                  <a:lnTo>
                    <a:pt x="1096" y="1153"/>
                  </a:lnTo>
                  <a:lnTo>
                    <a:pt x="1094" y="1145"/>
                  </a:lnTo>
                  <a:lnTo>
                    <a:pt x="1091" y="1137"/>
                  </a:lnTo>
                  <a:lnTo>
                    <a:pt x="1087" y="1132"/>
                  </a:lnTo>
                  <a:lnTo>
                    <a:pt x="1087" y="1132"/>
                  </a:lnTo>
                  <a:lnTo>
                    <a:pt x="1084" y="1130"/>
                  </a:lnTo>
                  <a:lnTo>
                    <a:pt x="1081" y="1128"/>
                  </a:lnTo>
                  <a:lnTo>
                    <a:pt x="1074" y="1126"/>
                  </a:lnTo>
                  <a:lnTo>
                    <a:pt x="1065" y="1125"/>
                  </a:lnTo>
                  <a:lnTo>
                    <a:pt x="1056" y="1125"/>
                  </a:lnTo>
                  <a:lnTo>
                    <a:pt x="1056" y="1125"/>
                  </a:lnTo>
                  <a:lnTo>
                    <a:pt x="1047" y="1125"/>
                  </a:lnTo>
                  <a:lnTo>
                    <a:pt x="1041" y="1127"/>
                  </a:lnTo>
                  <a:lnTo>
                    <a:pt x="1037" y="1129"/>
                  </a:lnTo>
                  <a:lnTo>
                    <a:pt x="1033" y="1132"/>
                  </a:lnTo>
                  <a:lnTo>
                    <a:pt x="1033" y="1132"/>
                  </a:lnTo>
                  <a:lnTo>
                    <a:pt x="1030" y="1136"/>
                  </a:lnTo>
                  <a:lnTo>
                    <a:pt x="1027" y="1141"/>
                  </a:lnTo>
                  <a:lnTo>
                    <a:pt x="1024" y="1147"/>
                  </a:lnTo>
                  <a:lnTo>
                    <a:pt x="1022" y="1153"/>
                  </a:lnTo>
                  <a:lnTo>
                    <a:pt x="1019" y="1169"/>
                  </a:lnTo>
                  <a:lnTo>
                    <a:pt x="1017" y="1186"/>
                  </a:lnTo>
                  <a:lnTo>
                    <a:pt x="1016" y="1205"/>
                  </a:lnTo>
                  <a:lnTo>
                    <a:pt x="1015" y="1224"/>
                  </a:lnTo>
                  <a:lnTo>
                    <a:pt x="1015" y="1265"/>
                  </a:lnTo>
                  <a:lnTo>
                    <a:pt x="1015" y="1265"/>
                  </a:lnTo>
                  <a:lnTo>
                    <a:pt x="1015" y="1295"/>
                  </a:lnTo>
                  <a:lnTo>
                    <a:pt x="1015" y="1325"/>
                  </a:lnTo>
                  <a:lnTo>
                    <a:pt x="1013" y="1354"/>
                  </a:lnTo>
                  <a:lnTo>
                    <a:pt x="1010" y="1384"/>
                  </a:lnTo>
                  <a:lnTo>
                    <a:pt x="1007" y="1397"/>
                  </a:lnTo>
                  <a:lnTo>
                    <a:pt x="1003" y="1412"/>
                  </a:lnTo>
                  <a:lnTo>
                    <a:pt x="999" y="1424"/>
                  </a:lnTo>
                  <a:lnTo>
                    <a:pt x="995" y="1438"/>
                  </a:lnTo>
                  <a:lnTo>
                    <a:pt x="989" y="1450"/>
                  </a:lnTo>
                  <a:lnTo>
                    <a:pt x="982" y="1461"/>
                  </a:lnTo>
                  <a:lnTo>
                    <a:pt x="975" y="1472"/>
                  </a:lnTo>
                  <a:lnTo>
                    <a:pt x="965" y="1482"/>
                  </a:lnTo>
                  <a:lnTo>
                    <a:pt x="965" y="1482"/>
                  </a:lnTo>
                  <a:lnTo>
                    <a:pt x="955" y="1491"/>
                  </a:lnTo>
                  <a:lnTo>
                    <a:pt x="944" y="1500"/>
                  </a:lnTo>
                  <a:lnTo>
                    <a:pt x="932" y="1506"/>
                  </a:lnTo>
                  <a:lnTo>
                    <a:pt x="919" y="1511"/>
                  </a:lnTo>
                  <a:lnTo>
                    <a:pt x="905" y="1516"/>
                  </a:lnTo>
                  <a:lnTo>
                    <a:pt x="891" y="1519"/>
                  </a:lnTo>
                  <a:lnTo>
                    <a:pt x="875" y="1520"/>
                  </a:lnTo>
                  <a:lnTo>
                    <a:pt x="859" y="1521"/>
                  </a:lnTo>
                  <a:lnTo>
                    <a:pt x="859" y="1521"/>
                  </a:lnTo>
                  <a:close/>
                  <a:moveTo>
                    <a:pt x="1488" y="199"/>
                  </a:moveTo>
                  <a:lnTo>
                    <a:pt x="1553" y="199"/>
                  </a:lnTo>
                  <a:lnTo>
                    <a:pt x="1553" y="199"/>
                  </a:lnTo>
                  <a:lnTo>
                    <a:pt x="1551" y="174"/>
                  </a:lnTo>
                  <a:lnTo>
                    <a:pt x="1548" y="150"/>
                  </a:lnTo>
                  <a:lnTo>
                    <a:pt x="1545" y="128"/>
                  </a:lnTo>
                  <a:lnTo>
                    <a:pt x="1541" y="109"/>
                  </a:lnTo>
                  <a:lnTo>
                    <a:pt x="1535" y="93"/>
                  </a:lnTo>
                  <a:lnTo>
                    <a:pt x="1530" y="80"/>
                  </a:lnTo>
                  <a:lnTo>
                    <a:pt x="1525" y="70"/>
                  </a:lnTo>
                  <a:lnTo>
                    <a:pt x="1523" y="68"/>
                  </a:lnTo>
                  <a:lnTo>
                    <a:pt x="1521" y="66"/>
                  </a:lnTo>
                  <a:lnTo>
                    <a:pt x="1521" y="66"/>
                  </a:lnTo>
                  <a:lnTo>
                    <a:pt x="1515" y="67"/>
                  </a:lnTo>
                  <a:lnTo>
                    <a:pt x="1511" y="69"/>
                  </a:lnTo>
                  <a:lnTo>
                    <a:pt x="1505" y="72"/>
                  </a:lnTo>
                  <a:lnTo>
                    <a:pt x="1502" y="77"/>
                  </a:lnTo>
                  <a:lnTo>
                    <a:pt x="1499" y="82"/>
                  </a:lnTo>
                  <a:lnTo>
                    <a:pt x="1496" y="87"/>
                  </a:lnTo>
                  <a:lnTo>
                    <a:pt x="1492" y="99"/>
                  </a:lnTo>
                  <a:lnTo>
                    <a:pt x="1489" y="112"/>
                  </a:lnTo>
                  <a:lnTo>
                    <a:pt x="1488" y="122"/>
                  </a:lnTo>
                  <a:lnTo>
                    <a:pt x="1487" y="133"/>
                  </a:lnTo>
                  <a:lnTo>
                    <a:pt x="1487" y="133"/>
                  </a:lnTo>
                  <a:lnTo>
                    <a:pt x="1488" y="199"/>
                  </a:lnTo>
                  <a:lnTo>
                    <a:pt x="1488" y="1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2" name="Google Shape;662;p28"/>
          <p:cNvGrpSpPr/>
          <p:nvPr/>
        </p:nvGrpSpPr>
        <p:grpSpPr>
          <a:xfrm>
            <a:off x="451104" y="4026361"/>
            <a:ext cx="722376" cy="275750"/>
            <a:chOff x="451104" y="3857316"/>
            <a:chExt cx="1011936" cy="386282"/>
          </a:xfrm>
        </p:grpSpPr>
        <p:sp>
          <p:nvSpPr>
            <p:cNvPr id="663" name="Google Shape;663;p28"/>
            <p:cNvSpPr/>
            <p:nvPr/>
          </p:nvSpPr>
          <p:spPr>
            <a:xfrm>
              <a:off x="451104" y="3857316"/>
              <a:ext cx="1011936" cy="386282"/>
            </a:xfrm>
            <a:prstGeom prst="roundRect">
              <a:avLst>
                <a:gd fmla="val 50000" name="adj"/>
              </a:avLst>
            </a:prstGeom>
            <a:solidFill>
              <a:srgbClr val="FADF4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4" name="Google Shape;664;p28"/>
            <p:cNvCxnSpPr/>
            <p:nvPr/>
          </p:nvCxnSpPr>
          <p:spPr>
            <a:xfrm>
              <a:off x="633984" y="4050457"/>
              <a:ext cx="64617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cxnSp>
        <p:nvCxnSpPr>
          <p:cNvPr id="665" name="Google Shape;665;p28"/>
          <p:cNvCxnSpPr/>
          <p:nvPr/>
        </p:nvCxnSpPr>
        <p:spPr>
          <a:xfrm>
            <a:off x="1331089" y="4164236"/>
            <a:ext cx="1261640" cy="0"/>
          </a:xfrm>
          <a:prstGeom prst="straightConnector1">
            <a:avLst/>
          </a:prstGeom>
          <a:noFill/>
          <a:ln cap="rnd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