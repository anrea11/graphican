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20"/>
  </p:notesMasterIdLst>
  <p:sldIdLst>
    <p:sldId id="256" r:id="rId3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Manrope" panose="020B060402020202020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NSSygeG4eYehWb6GCfeYoTCOd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customschemas.google.com/relationships/presentationmetadata" Target="metadata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305990" y="1050132"/>
            <a:ext cx="8109347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05990" y="1050131"/>
            <a:ext cx="4208860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532020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2"/>
          </p:nvPr>
        </p:nvSpPr>
        <p:spPr>
          <a:xfrm>
            <a:off x="4636295" y="1050131"/>
            <a:ext cx="4208860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593931" y="4801313"/>
            <a:ext cx="244079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532020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  <a:defRPr sz="21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05990" y="1050132"/>
            <a:ext cx="8109347" cy="3582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ftr" idx="11"/>
          </p:nvPr>
        </p:nvSpPr>
        <p:spPr>
          <a:xfrm>
            <a:off x="5329238" y="4801313"/>
            <a:ext cx="3086100" cy="20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rgbClr val="7575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/>
          <p:nvPr/>
        </p:nvSpPr>
        <p:spPr>
          <a:xfrm>
            <a:off x="8660606" y="4660106"/>
            <a:ext cx="27384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1" i="0" u="none" strike="noStrike" cap="non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‹#›</a:t>
            </a:fld>
            <a:endParaRPr sz="800" b="1" i="0" u="none" strike="noStrike" cap="none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0" name="Google Shape;10;p18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11;p18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28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6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png"/></Relationships>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59.png"/><Relationship Id="rId7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62.png"/></Relationships>
</file>

<file path=ppt/slides/_rels/slide15.xml.rels><?xml version="1.0" encoding="UTF-8" standalone="yes"?>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7.xml.rels><?xml version="1.0" encoding="UTF-8" standalone="yes"?>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6.png"/><Relationship Id="rId7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8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1"/>
            <a:ext cx="9144000" cy="5143497"/>
          </a:xfrm>
          <a:prstGeom prst="rect">
            <a:avLst/>
          </a:prstGeom>
          <a:gradFill>
            <a:gsLst>
              <a:gs pos="0">
                <a:schemeClr val="accent1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"/>
          <p:cNvSpPr/>
          <p:nvPr/>
        </p:nvSpPr>
        <p:spPr>
          <a:xfrm flipH="1">
            <a:off x="-6" y="3038478"/>
            <a:ext cx="3876676" cy="2105022"/>
          </a:xfrm>
          <a:prstGeom prst="rect">
            <a:avLst/>
          </a:prstGeom>
          <a:gradFill>
            <a:gsLst>
              <a:gs pos="0">
                <a:schemeClr val="accent1"/>
              </a:gs>
              <a:gs pos="26000">
                <a:srgbClr val="05121A"/>
              </a:gs>
              <a:gs pos="100000">
                <a:srgbClr val="05121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 flipH="1">
            <a:off x="6883242" y="-379570"/>
            <a:ext cx="1881188" cy="2640332"/>
          </a:xfrm>
          <a:prstGeom prst="flowChartManualInput">
            <a:avLst/>
          </a:prstGeom>
          <a:gradFill>
            <a:gsLst>
              <a:gs pos="0">
                <a:schemeClr val="accent3"/>
              </a:gs>
              <a:gs pos="38000">
                <a:schemeClr val="accent1"/>
              </a:gs>
              <a:gs pos="67000">
                <a:schemeClr val="accent1"/>
              </a:gs>
              <a:gs pos="100000">
                <a:srgbClr val="05121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3" y="0"/>
            <a:ext cx="7184574" cy="5143497"/>
          </a:xfrm>
          <a:custGeom>
            <a:avLst/>
            <a:gdLst/>
            <a:ahLst/>
            <a:cxnLst/>
            <a:rect l="l" t="t" r="r" b="b"/>
            <a:pathLst>
              <a:path w="9579432" h="6857996" extrusionOk="0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44000">
                <a:schemeClr val="accent1"/>
              </a:gs>
              <a:gs pos="67000">
                <a:schemeClr val="accent1"/>
              </a:gs>
              <a:gs pos="100000">
                <a:srgbClr val="05121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0"/>
            <a:ext cx="7184574" cy="5143497"/>
          </a:xfrm>
          <a:custGeom>
            <a:avLst/>
            <a:gdLst/>
            <a:ahLst/>
            <a:cxnLst/>
            <a:rect l="l" t="t" r="r" b="b"/>
            <a:pathLst>
              <a:path w="9579432" h="6857996" extrusionOk="0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5121A"/>
              </a:gs>
              <a:gs pos="43000">
                <a:schemeClr val="accent1"/>
              </a:gs>
              <a:gs pos="67000">
                <a:srgbClr val="1428A0">
                  <a:alpha val="0"/>
                </a:srgbClr>
              </a:gs>
              <a:gs pos="100000">
                <a:srgbClr val="05121A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95375" y="3713825"/>
            <a:ext cx="2339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Зах зээлийн тайлан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095375" y="2571750"/>
            <a:ext cx="2640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mn-MN" sz="36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Хиймэл </a:t>
            </a:r>
            <a:r>
              <a:rPr lang="mn-MN" sz="36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оюун ухаан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"/>
          <p:cNvCxnSpPr>
            <a:endCxn id="96" idx="2"/>
          </p:cNvCxnSpPr>
          <p:nvPr/>
        </p:nvCxnSpPr>
        <p:spPr>
          <a:xfrm>
            <a:off x="4712199" y="2906980"/>
            <a:ext cx="3733800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" name="Google Shape;97;p1"/>
          <p:cNvCxnSpPr>
            <a:endCxn id="96" idx="0"/>
          </p:cNvCxnSpPr>
          <p:nvPr/>
        </p:nvCxnSpPr>
        <p:spPr>
          <a:xfrm>
            <a:off x="8656739" y="1881140"/>
            <a:ext cx="0" cy="815100"/>
          </a:xfrm>
          <a:prstGeom prst="straightConnector1">
            <a:avLst/>
          </a:prstGeom>
          <a:noFill/>
          <a:ln w="12700" cap="flat" cmpd="sng">
            <a:solidFill>
              <a:srgbClr val="EDF1FF">
                <a:alpha val="32549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"/>
          <p:cNvSpPr/>
          <p:nvPr/>
        </p:nvSpPr>
        <p:spPr>
          <a:xfrm rot="5400000">
            <a:off x="8235258" y="2485499"/>
            <a:ext cx="421481" cy="421481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t="15703" b="11715"/>
          <a:stretch/>
        </p:blipFill>
        <p:spPr>
          <a:xfrm rot="8035145">
            <a:off x="2100326" y="-1601379"/>
            <a:ext cx="4401423" cy="6391310"/>
          </a:xfrm>
          <a:custGeom>
            <a:avLst/>
            <a:gdLst/>
            <a:ahLst/>
            <a:cxnLst/>
            <a:rect l="l" t="t" r="r" b="b"/>
            <a:pathLst>
              <a:path w="5871174" h="8525537" extrusionOk="0">
                <a:moveTo>
                  <a:pt x="4093990" y="8525537"/>
                </a:moveTo>
                <a:lnTo>
                  <a:pt x="0" y="4276878"/>
                </a:lnTo>
                <a:lnTo>
                  <a:pt x="0" y="4276873"/>
                </a:lnTo>
                <a:lnTo>
                  <a:pt x="2679906" y="7058024"/>
                </a:lnTo>
                <a:lnTo>
                  <a:pt x="3497969" y="5358541"/>
                </a:lnTo>
                <a:cubicBezTo>
                  <a:pt x="3497969" y="5358541"/>
                  <a:pt x="3773219" y="4582393"/>
                  <a:pt x="3240973" y="4030039"/>
                </a:cubicBezTo>
                <a:lnTo>
                  <a:pt x="1179270" y="1890446"/>
                </a:lnTo>
                <a:lnTo>
                  <a:pt x="5402589" y="0"/>
                </a:lnTo>
                <a:lnTo>
                  <a:pt x="5871174" y="486288"/>
                </a:lnTo>
                <a:lnTo>
                  <a:pt x="5871174" y="85255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 l="4466" t="21653" b="16617"/>
          <a:stretch/>
        </p:blipFill>
        <p:spPr>
          <a:xfrm rot="-2246355">
            <a:off x="6415122" y="10877"/>
            <a:ext cx="2148739" cy="2777749"/>
          </a:xfrm>
          <a:custGeom>
            <a:avLst/>
            <a:gdLst/>
            <a:ahLst/>
            <a:cxnLst/>
            <a:rect l="l" t="t" r="r" b="b"/>
            <a:pathLst>
              <a:path w="2864985" h="3703665" extrusionOk="0">
                <a:moveTo>
                  <a:pt x="2083861" y="0"/>
                </a:moveTo>
                <a:lnTo>
                  <a:pt x="2864985" y="598063"/>
                </a:lnTo>
                <a:lnTo>
                  <a:pt x="2864985" y="3612553"/>
                </a:lnTo>
                <a:lnTo>
                  <a:pt x="2795226" y="3703665"/>
                </a:lnTo>
                <a:lnTo>
                  <a:pt x="0" y="15635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6662873" y="4293935"/>
            <a:ext cx="1985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Хиймэл оюуны салбар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Хиймэл оюун ба түүний хэрэглээний огцом тэлэлт</a:t>
            </a:r>
            <a:endParaRPr/>
          </a:p>
        </p:txBody>
      </p:sp>
      <p:sp>
        <p:nvSpPr>
          <p:cNvPr id="1189" name="Google Shape;1189;p10"/>
          <p:cNvSpPr/>
          <p:nvPr/>
        </p:nvSpPr>
        <p:spPr>
          <a:xfrm>
            <a:off x="2926170" y="1415482"/>
            <a:ext cx="2898058" cy="2898058"/>
          </a:xfrm>
          <a:prstGeom prst="ellipse">
            <a:avLst/>
          </a:prstGeom>
          <a:gradFill>
            <a:gsLst>
              <a:gs pos="0">
                <a:srgbClr val="D0D6E6">
                  <a:alpha val="69411"/>
                </a:srgbClr>
              </a:gs>
              <a:gs pos="100000">
                <a:srgbClr val="D9E5F8">
                  <a:alpha val="33333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0" name="Google Shape;1190;p10"/>
          <p:cNvSpPr/>
          <p:nvPr/>
        </p:nvSpPr>
        <p:spPr>
          <a:xfrm>
            <a:off x="3057900" y="1547212"/>
            <a:ext cx="2634598" cy="2634598"/>
          </a:xfrm>
          <a:prstGeom prst="ellipse">
            <a:avLst/>
          </a:prstGeom>
          <a:gradFill>
            <a:gsLst>
              <a:gs pos="0">
                <a:srgbClr val="D0D6E6">
                  <a:alpha val="93333"/>
                </a:srgbClr>
              </a:gs>
              <a:gs pos="100000">
                <a:srgbClr val="D9E5F8">
                  <a:alpha val="33333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1" name="Google Shape;1191;p10"/>
          <p:cNvSpPr/>
          <p:nvPr/>
        </p:nvSpPr>
        <p:spPr>
          <a:xfrm>
            <a:off x="3286522" y="1775834"/>
            <a:ext cx="2177354" cy="2177353"/>
          </a:xfrm>
          <a:prstGeom prst="ellipse">
            <a:avLst/>
          </a:prstGeom>
          <a:gradFill>
            <a:gsLst>
              <a:gs pos="0">
                <a:srgbClr val="D0D6E6"/>
              </a:gs>
              <a:gs pos="100000">
                <a:srgbClr val="D9E5F8">
                  <a:alpha val="33333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279400" dist="38100" dir="5400000" algn="t" rotWithShape="0">
              <a:schemeClr val="accent1">
                <a:alpha val="35294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2" name="Google Shape;1192;p10"/>
          <p:cNvSpPr/>
          <p:nvPr/>
        </p:nvSpPr>
        <p:spPr>
          <a:xfrm rot="-5400000">
            <a:off x="1421480" y="1063488"/>
            <a:ext cx="1426622" cy="3657601"/>
          </a:xfrm>
          <a:prstGeom prst="round2SameRect">
            <a:avLst>
              <a:gd name="adj1" fmla="val 7436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3" name="Google Shape;1193;p10"/>
          <p:cNvSpPr/>
          <p:nvPr/>
        </p:nvSpPr>
        <p:spPr>
          <a:xfrm rot="5400000" flipH="1">
            <a:off x="5987526" y="1063491"/>
            <a:ext cx="1426622" cy="3657600"/>
          </a:xfrm>
          <a:prstGeom prst="round2SameRect">
            <a:avLst>
              <a:gd name="adj1" fmla="val 994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94" name="Google Shape;1194;p10"/>
          <p:cNvSpPr/>
          <p:nvPr/>
        </p:nvSpPr>
        <p:spPr>
          <a:xfrm>
            <a:off x="3345249" y="1834561"/>
            <a:ext cx="2059899" cy="205989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 w="41275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55600" dist="38100" dir="5400000" algn="t" rotWithShape="0">
              <a:schemeClr val="accent1">
                <a:alpha val="23529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195" name="Google Shape;1195;p10"/>
          <p:cNvGrpSpPr/>
          <p:nvPr/>
        </p:nvGrpSpPr>
        <p:grpSpPr>
          <a:xfrm>
            <a:off x="2776725" y="2627060"/>
            <a:ext cx="383179" cy="530459"/>
            <a:chOff x="3398867" y="3388687"/>
            <a:chExt cx="692262" cy="584528"/>
          </a:xfrm>
        </p:grpSpPr>
        <p:sp>
          <p:nvSpPr>
            <p:cNvPr id="1196" name="Google Shape;1196;p10"/>
            <p:cNvSpPr/>
            <p:nvPr/>
          </p:nvSpPr>
          <p:spPr>
            <a:xfrm rot="5400000">
              <a:off x="3614578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 rot="5400000">
              <a:off x="3463015" y="3496664"/>
              <a:ext cx="584527" cy="368573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 rot="5400000">
              <a:off x="3290890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199" name="Google Shape;1199;p10"/>
          <p:cNvGrpSpPr/>
          <p:nvPr/>
        </p:nvGrpSpPr>
        <p:grpSpPr>
          <a:xfrm flipH="1">
            <a:off x="5585453" y="2627061"/>
            <a:ext cx="383179" cy="530459"/>
            <a:chOff x="3434705" y="3388688"/>
            <a:chExt cx="692264" cy="584527"/>
          </a:xfrm>
        </p:grpSpPr>
        <p:sp>
          <p:nvSpPr>
            <p:cNvPr id="1200" name="Google Shape;1200;p10"/>
            <p:cNvSpPr/>
            <p:nvPr/>
          </p:nvSpPr>
          <p:spPr>
            <a:xfrm rot="5400000">
              <a:off x="3650418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 rot="5400000">
              <a:off x="3498852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 rot="5400000">
              <a:off x="3326728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03" name="Google Shape;1203;p10"/>
          <p:cNvSpPr/>
          <p:nvPr/>
        </p:nvSpPr>
        <p:spPr>
          <a:xfrm>
            <a:off x="650872" y="3394166"/>
            <a:ext cx="1068695" cy="1157950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Нүүрстөрөгчийн </a:t>
            </a:r>
            <a:b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ялгарал бага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0"/>
          <p:cNvSpPr txBox="1"/>
          <p:nvPr/>
        </p:nvSpPr>
        <p:spPr>
          <a:xfrm>
            <a:off x="732973" y="2767640"/>
            <a:ext cx="199429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nrope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Цахилгааны шийдэл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0"/>
          <p:cNvSpPr txBox="1"/>
          <p:nvPr/>
        </p:nvSpPr>
        <p:spPr>
          <a:xfrm>
            <a:off x="5997606" y="2767640"/>
            <a:ext cx="221424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nrope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Аюулгүй байдлын шийдэл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6" name="Google Shape;1206;p10"/>
          <p:cNvGrpSpPr/>
          <p:nvPr/>
        </p:nvGrpSpPr>
        <p:grpSpPr>
          <a:xfrm>
            <a:off x="919143" y="3163707"/>
            <a:ext cx="501378" cy="501378"/>
            <a:chOff x="1691842" y="2809946"/>
            <a:chExt cx="607731" cy="607731"/>
          </a:xfrm>
        </p:grpSpPr>
        <p:sp>
          <p:nvSpPr>
            <p:cNvPr id="1207" name="Google Shape;1207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09" name="Google Shape;1209;p10"/>
          <p:cNvSpPr/>
          <p:nvPr/>
        </p:nvSpPr>
        <p:spPr>
          <a:xfrm>
            <a:off x="1857475" y="3394166"/>
            <a:ext cx="1068695" cy="1157950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Дулааны удирдлага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p10"/>
          <p:cNvGrpSpPr/>
          <p:nvPr/>
        </p:nvGrpSpPr>
        <p:grpSpPr>
          <a:xfrm>
            <a:off x="2125746" y="3163707"/>
            <a:ext cx="501378" cy="501378"/>
            <a:chOff x="1691842" y="2809946"/>
            <a:chExt cx="607731" cy="607731"/>
          </a:xfrm>
        </p:grpSpPr>
        <p:sp>
          <p:nvSpPr>
            <p:cNvPr id="1211" name="Google Shape;1211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13" name="Google Shape;1213;p10"/>
          <p:cNvSpPr/>
          <p:nvPr/>
        </p:nvSpPr>
        <p:spPr>
          <a:xfrm>
            <a:off x="650872" y="1177409"/>
            <a:ext cx="1068695" cy="1157951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0" tIns="0" rIns="0" bIns="27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Эрчим хүчний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хэмнэлт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4" name="Google Shape;1214;p10"/>
          <p:cNvGrpSpPr/>
          <p:nvPr/>
        </p:nvGrpSpPr>
        <p:grpSpPr>
          <a:xfrm>
            <a:off x="919143" y="2040157"/>
            <a:ext cx="501378" cy="501378"/>
            <a:chOff x="1691842" y="2809946"/>
            <a:chExt cx="607731" cy="607731"/>
          </a:xfrm>
        </p:grpSpPr>
        <p:sp>
          <p:nvSpPr>
            <p:cNvPr id="1215" name="Google Shape;1215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17" name="Google Shape;1217;p10"/>
          <p:cNvSpPr/>
          <p:nvPr/>
        </p:nvSpPr>
        <p:spPr>
          <a:xfrm>
            <a:off x="1857475" y="1177409"/>
            <a:ext cx="1068695" cy="1157951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0" tIns="0" rIns="0" bIns="27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Зардал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бууруулалт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8" name="Google Shape;1218;p10"/>
          <p:cNvGrpSpPr/>
          <p:nvPr/>
        </p:nvGrpSpPr>
        <p:grpSpPr>
          <a:xfrm>
            <a:off x="2125746" y="2040157"/>
            <a:ext cx="501378" cy="501378"/>
            <a:chOff x="1691842" y="2809946"/>
            <a:chExt cx="607731" cy="607731"/>
          </a:xfrm>
        </p:grpSpPr>
        <p:sp>
          <p:nvSpPr>
            <p:cNvPr id="1219" name="Google Shape;1219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20" name="Google Shape;1220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cxnSp>
        <p:nvCxnSpPr>
          <p:cNvPr id="1221" name="Google Shape;1221;p10"/>
          <p:cNvCxnSpPr/>
          <p:nvPr/>
        </p:nvCxnSpPr>
        <p:spPr>
          <a:xfrm>
            <a:off x="849793" y="1177409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2" name="Google Shape;1222;p10"/>
          <p:cNvCxnSpPr/>
          <p:nvPr/>
        </p:nvCxnSpPr>
        <p:spPr>
          <a:xfrm>
            <a:off x="2078336" y="1177409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3" name="Google Shape;1223;p10"/>
          <p:cNvCxnSpPr/>
          <p:nvPr/>
        </p:nvCxnSpPr>
        <p:spPr>
          <a:xfrm>
            <a:off x="849793" y="4552117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4" name="Google Shape;1224;p10"/>
          <p:cNvCxnSpPr/>
          <p:nvPr/>
        </p:nvCxnSpPr>
        <p:spPr>
          <a:xfrm>
            <a:off x="2078336" y="4552117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5" name="Google Shape;1225;p10"/>
          <p:cNvSpPr/>
          <p:nvPr/>
        </p:nvSpPr>
        <p:spPr>
          <a:xfrm>
            <a:off x="5964919" y="3394166"/>
            <a:ext cx="1068695" cy="1157950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Сервер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Аюулгүй байдал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6" name="Google Shape;1226;p10"/>
          <p:cNvGrpSpPr/>
          <p:nvPr/>
        </p:nvGrpSpPr>
        <p:grpSpPr>
          <a:xfrm>
            <a:off x="6233189" y="3163707"/>
            <a:ext cx="501378" cy="501378"/>
            <a:chOff x="1691842" y="2809946"/>
            <a:chExt cx="607731" cy="607731"/>
          </a:xfrm>
        </p:grpSpPr>
        <p:sp>
          <p:nvSpPr>
            <p:cNvPr id="1227" name="Google Shape;1227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29" name="Google Shape;1229;p10"/>
          <p:cNvSpPr/>
          <p:nvPr/>
        </p:nvSpPr>
        <p:spPr>
          <a:xfrm>
            <a:off x="7171522" y="3394166"/>
            <a:ext cx="1068695" cy="1157950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Ёс зүйтэй AI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алгоритм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0" name="Google Shape;1230;p10"/>
          <p:cNvGrpSpPr/>
          <p:nvPr/>
        </p:nvGrpSpPr>
        <p:grpSpPr>
          <a:xfrm>
            <a:off x="7439792" y="3163707"/>
            <a:ext cx="501378" cy="501378"/>
            <a:chOff x="1691842" y="2809946"/>
            <a:chExt cx="607731" cy="607731"/>
          </a:xfrm>
        </p:grpSpPr>
        <p:sp>
          <p:nvSpPr>
            <p:cNvPr id="1231" name="Google Shape;1231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33" name="Google Shape;1233;p10"/>
          <p:cNvSpPr/>
          <p:nvPr/>
        </p:nvSpPr>
        <p:spPr>
          <a:xfrm>
            <a:off x="5964919" y="1177409"/>
            <a:ext cx="1068695" cy="1157951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0" tIns="0" rIns="0" bIns="27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Өгөгдөл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алдагдлаас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сэргийлэх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4" name="Google Shape;1234;p10"/>
          <p:cNvGrpSpPr/>
          <p:nvPr/>
        </p:nvGrpSpPr>
        <p:grpSpPr>
          <a:xfrm>
            <a:off x="6233189" y="2040157"/>
            <a:ext cx="501378" cy="501378"/>
            <a:chOff x="1691842" y="2809946"/>
            <a:chExt cx="607731" cy="607731"/>
          </a:xfrm>
        </p:grpSpPr>
        <p:sp>
          <p:nvSpPr>
            <p:cNvPr id="1235" name="Google Shape;1235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37" name="Google Shape;1237;p10"/>
          <p:cNvSpPr/>
          <p:nvPr/>
        </p:nvSpPr>
        <p:spPr>
          <a:xfrm>
            <a:off x="7171522" y="1177409"/>
            <a:ext cx="1068695" cy="1157951"/>
          </a:xfrm>
          <a:prstGeom prst="roundRect">
            <a:avLst>
              <a:gd name="adj" fmla="val 8020"/>
            </a:avLst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0" tIns="0" rIns="0" bIns="27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Хувийн нууц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mn-MN" sz="9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хамгаалалт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8" name="Google Shape;1238;p10"/>
          <p:cNvGrpSpPr/>
          <p:nvPr/>
        </p:nvGrpSpPr>
        <p:grpSpPr>
          <a:xfrm>
            <a:off x="7439792" y="2040157"/>
            <a:ext cx="501378" cy="501378"/>
            <a:chOff x="1691842" y="2809946"/>
            <a:chExt cx="607731" cy="607731"/>
          </a:xfrm>
        </p:grpSpPr>
        <p:sp>
          <p:nvSpPr>
            <p:cNvPr id="1239" name="Google Shape;1239;p10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40" name="Google Shape;1240;p10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cxnSp>
        <p:nvCxnSpPr>
          <p:cNvPr id="1241" name="Google Shape;1241;p10"/>
          <p:cNvCxnSpPr/>
          <p:nvPr/>
        </p:nvCxnSpPr>
        <p:spPr>
          <a:xfrm>
            <a:off x="6163839" y="1177409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2" name="Google Shape;1242;p10"/>
          <p:cNvCxnSpPr/>
          <p:nvPr/>
        </p:nvCxnSpPr>
        <p:spPr>
          <a:xfrm>
            <a:off x="7392383" y="1177409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3" name="Google Shape;1243;p10"/>
          <p:cNvCxnSpPr/>
          <p:nvPr/>
        </p:nvCxnSpPr>
        <p:spPr>
          <a:xfrm>
            <a:off x="6163839" y="4552117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4" name="Google Shape;1244;p10"/>
          <p:cNvCxnSpPr/>
          <p:nvPr/>
        </p:nvCxnSpPr>
        <p:spPr>
          <a:xfrm>
            <a:off x="7392383" y="4552117"/>
            <a:ext cx="62345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45" name="Google Shape;124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5562" y="2195452"/>
            <a:ext cx="207818" cy="20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390" y="2194507"/>
            <a:ext cx="188926" cy="18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95353" y="2207005"/>
            <a:ext cx="156137" cy="15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1634" y="3334546"/>
            <a:ext cx="171751" cy="1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4641" y="3335206"/>
            <a:ext cx="156137" cy="15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3947" y="3327626"/>
            <a:ext cx="171751" cy="1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45040" y="1339628"/>
            <a:ext cx="1860314" cy="255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1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96112" y="2205072"/>
            <a:ext cx="171751" cy="17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1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6615" y="3325447"/>
            <a:ext cx="188926" cy="18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10"/>
          <p:cNvSpPr txBox="1"/>
          <p:nvPr/>
        </p:nvSpPr>
        <p:spPr>
          <a:xfrm>
            <a:off x="305990" y="726164"/>
            <a:ext cx="822364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Тогтвортой AI-д цахилгаан, аюулгүй байдлын шийдлийн ач холбогдол өсч байна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5" name="Google Shape;1255;p10"/>
          <p:cNvSpPr/>
          <p:nvPr/>
        </p:nvSpPr>
        <p:spPr>
          <a:xfrm>
            <a:off x="3370415" y="1887534"/>
            <a:ext cx="2006927" cy="2006926"/>
          </a:xfrm>
          <a:prstGeom prst="ellipse">
            <a:avLst/>
          </a:prstGeom>
          <a:gradFill>
            <a:gsLst>
              <a:gs pos="0">
                <a:srgbClr val="1428A0">
                  <a:alpha val="0"/>
                </a:srgbClr>
              </a:gs>
              <a:gs pos="31200">
                <a:srgbClr val="0F2178">
                  <a:alpha val="0"/>
                </a:srgbClr>
              </a:gs>
              <a:gs pos="60000">
                <a:srgbClr val="0B1B53">
                  <a:alpha val="90588"/>
                </a:srgbClr>
              </a:gs>
              <a:gs pos="100000">
                <a:srgbClr val="05121A"/>
              </a:gs>
            </a:gsLst>
            <a:lin ang="5400000" scaled="0"/>
          </a:gradFill>
          <a:ln>
            <a:noFill/>
          </a:ln>
          <a:effectLst>
            <a:outerShdw blurRad="355600" dist="38100" dir="5400000" algn="t" rotWithShape="0">
              <a:schemeClr val="accent1">
                <a:alpha val="23529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6" name="Google Shape;1256;p10"/>
          <p:cNvSpPr txBox="1"/>
          <p:nvPr/>
        </p:nvSpPr>
        <p:spPr>
          <a:xfrm>
            <a:off x="3268074" y="2788414"/>
            <a:ext cx="221424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nrope"/>
              <a:buNone/>
            </a:pPr>
            <a:r>
              <a:rPr lang="mn-MN" sz="15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Тогтвортой AI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"/>
          <p:cNvSpPr/>
          <p:nvPr/>
        </p:nvSpPr>
        <p:spPr>
          <a:xfrm>
            <a:off x="0" y="0"/>
            <a:ext cx="4630993" cy="5143500"/>
          </a:xfrm>
          <a:prstGeom prst="rect">
            <a:avLst/>
          </a:prstGeom>
          <a:gradFill>
            <a:gsLst>
              <a:gs pos="0">
                <a:srgbClr val="102080"/>
              </a:gs>
              <a:gs pos="48000">
                <a:srgbClr val="05070B"/>
              </a:gs>
              <a:gs pos="100000">
                <a:srgbClr val="05070B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62" name="Google Shape;1262;p11"/>
          <p:cNvPicPr preferRelativeResize="0"/>
          <p:nvPr/>
        </p:nvPicPr>
        <p:blipFill rotWithShape="1">
          <a:blip r:embed="rId3">
            <a:alphaModFix/>
          </a:blip>
          <a:srcRect l="22138" t="10838" r="22136" b="824"/>
          <a:stretch/>
        </p:blipFill>
        <p:spPr>
          <a:xfrm>
            <a:off x="1" y="2883308"/>
            <a:ext cx="4630992" cy="191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1"/>
          <p:cNvSpPr/>
          <p:nvPr/>
        </p:nvSpPr>
        <p:spPr>
          <a:xfrm>
            <a:off x="0" y="3856703"/>
            <a:ext cx="4630992" cy="1286797"/>
          </a:xfrm>
          <a:prstGeom prst="rect">
            <a:avLst/>
          </a:prstGeom>
          <a:gradFill>
            <a:gsLst>
              <a:gs pos="0">
                <a:srgbClr val="102080"/>
              </a:gs>
              <a:gs pos="32000">
                <a:srgbClr val="0D1C63"/>
              </a:gs>
              <a:gs pos="61000">
                <a:srgbClr val="08163A">
                  <a:alpha val="63529"/>
                </a:srgbClr>
              </a:gs>
              <a:gs pos="100000">
                <a:srgbClr val="05121A">
                  <a:alpha val="0"/>
                </a:srgbClr>
              </a:gs>
            </a:gsLst>
            <a:lin ang="162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264" name="Google Shape;1264;p11"/>
          <p:cNvGrpSpPr/>
          <p:nvPr/>
        </p:nvGrpSpPr>
        <p:grpSpPr>
          <a:xfrm>
            <a:off x="0" y="0"/>
            <a:ext cx="4630992" cy="2897777"/>
            <a:chOff x="0" y="0"/>
            <a:chExt cx="5675087" cy="3551103"/>
          </a:xfrm>
        </p:grpSpPr>
        <p:sp>
          <p:nvSpPr>
            <p:cNvPr id="1265" name="Google Shape;1265;p11"/>
            <p:cNvSpPr/>
            <p:nvPr/>
          </p:nvSpPr>
          <p:spPr>
            <a:xfrm>
              <a:off x="0" y="0"/>
              <a:ext cx="4960276" cy="3551103"/>
            </a:xfrm>
            <a:custGeom>
              <a:avLst/>
              <a:gdLst/>
              <a:ahLst/>
              <a:cxnLst/>
              <a:rect l="l" t="t" r="r" b="b"/>
              <a:pathLst>
                <a:path w="9579432" h="6857996" extrusionOk="0">
                  <a:moveTo>
                    <a:pt x="0" y="0"/>
                  </a:moveTo>
                  <a:lnTo>
                    <a:pt x="9579432" y="0"/>
                  </a:lnTo>
                  <a:lnTo>
                    <a:pt x="9579431" y="4"/>
                  </a:lnTo>
                  <a:lnTo>
                    <a:pt x="3913990" y="4"/>
                  </a:lnTo>
                  <a:lnTo>
                    <a:pt x="4570139" y="1768319"/>
                  </a:lnTo>
                  <a:cubicBezTo>
                    <a:pt x="4570139" y="1768319"/>
                    <a:pt x="4938048" y="2505077"/>
                    <a:pt x="5705107" y="2505077"/>
                  </a:cubicBezTo>
                  <a:lnTo>
                    <a:pt x="8676383" y="2505077"/>
                  </a:lnTo>
                  <a:lnTo>
                    <a:pt x="7107210" y="6857996"/>
                  </a:lnTo>
                  <a:lnTo>
                    <a:pt x="1136912" y="6857996"/>
                  </a:lnTo>
                  <a:lnTo>
                    <a:pt x="0" y="370417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5121A"/>
                </a:gs>
                <a:gs pos="33000">
                  <a:srgbClr val="1428A0">
                    <a:alpha val="24313"/>
                  </a:srgbClr>
                </a:gs>
                <a:gs pos="67000">
                  <a:srgbClr val="1428A0">
                    <a:alpha val="0"/>
                  </a:srgbClr>
                </a:gs>
                <a:gs pos="100000">
                  <a:srgbClr val="05121A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 rot="-5400000" flipH="1">
              <a:off x="4075765" y="-261108"/>
              <a:ext cx="1330802" cy="1867841"/>
            </a:xfrm>
            <a:prstGeom prst="flowChartManualInput">
              <a:avLst/>
            </a:prstGeom>
            <a:gradFill>
              <a:gsLst>
                <a:gs pos="0">
                  <a:srgbClr val="0689D8">
                    <a:alpha val="392"/>
                  </a:srgbClr>
                </a:gs>
                <a:gs pos="38000">
                  <a:srgbClr val="1428A0">
                    <a:alpha val="51372"/>
                  </a:srgbClr>
                </a:gs>
                <a:gs pos="67000">
                  <a:srgbClr val="1428A0">
                    <a:alpha val="60392"/>
                  </a:srgbClr>
                </a:gs>
                <a:gs pos="100000">
                  <a:srgbClr val="05121A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67" name="Google Shape;1267;p11"/>
          <p:cNvSpPr txBox="1">
            <a:spLocks noGrp="1"/>
          </p:cNvSpPr>
          <p:nvPr>
            <p:ph type="title"/>
          </p:nvPr>
        </p:nvSpPr>
        <p:spPr>
          <a:xfrm>
            <a:off x="305991" y="386786"/>
            <a:ext cx="3889926" cy="18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</a:pPr>
            <a:r>
              <a:rPr lang="mn-MN" sz="1400" b="0">
                <a:solidFill>
                  <a:schemeClr val="lt1"/>
                </a:solidFill>
              </a:rPr>
              <a:t>Процессор (Чип дээрх систем)</a:t>
            </a:r>
            <a:endParaRPr/>
          </a:p>
        </p:txBody>
      </p:sp>
      <p:sp>
        <p:nvSpPr>
          <p:cNvPr id="1268" name="Google Shape;1268;p11"/>
          <p:cNvSpPr txBox="1"/>
          <p:nvPr/>
        </p:nvSpPr>
        <p:spPr>
          <a:xfrm>
            <a:off x="290417" y="797139"/>
            <a:ext cx="2939481" cy="96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mn-MN" sz="2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Шинэчилсэн процессортой шинэлэг AI туршлага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9" name="Google Shape;1269;p11"/>
          <p:cNvGrpSpPr/>
          <p:nvPr/>
        </p:nvGrpSpPr>
        <p:grpSpPr>
          <a:xfrm rot="8100000" flipH="1">
            <a:off x="276055" y="2054024"/>
            <a:ext cx="308529" cy="307776"/>
            <a:chOff x="10439928" y="2985331"/>
            <a:chExt cx="641137" cy="639573"/>
          </a:xfrm>
        </p:grpSpPr>
        <p:sp>
          <p:nvSpPr>
            <p:cNvPr id="1270" name="Google Shape;1270;p11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w="9525" cap="flat" cmpd="sng">
              <a:solidFill>
                <a:schemeClr val="lt1">
                  <a:alpha val="5803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1" name="Google Shape;1271;p11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1272" name="Google Shape;1272;p11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name="adj" fmla="val 100000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73" name="Google Shape;1273;p11"/>
              <p:cNvCxnSpPr>
                <a:stCxn id="1272" idx="1"/>
              </p:cNvCxnSpPr>
              <p:nvPr/>
            </p:nvCxnSpPr>
            <p:spPr>
              <a:xfrm flipH="1">
                <a:off x="3179128" y="2010078"/>
                <a:ext cx="1045800" cy="198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274" name="Google Shape;1274;p11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name="adj1" fmla="val 16200000"/>
                <a:gd name="adj2" fmla="val 2547781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75" name="Google Shape;1275;p11"/>
          <p:cNvCxnSpPr/>
          <p:nvPr/>
        </p:nvCxnSpPr>
        <p:spPr>
          <a:xfrm>
            <a:off x="695484" y="2206640"/>
            <a:ext cx="2676366" cy="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6" name="Google Shape;1276;p11"/>
          <p:cNvCxnSpPr>
            <a:endCxn id="1277" idx="0"/>
          </p:cNvCxnSpPr>
          <p:nvPr/>
        </p:nvCxnSpPr>
        <p:spPr>
          <a:xfrm flipH="1">
            <a:off x="3587157" y="5999"/>
            <a:ext cx="31800" cy="1989900"/>
          </a:xfrm>
          <a:prstGeom prst="straightConnector1">
            <a:avLst/>
          </a:prstGeom>
          <a:noFill/>
          <a:ln w="12700" cap="flat" cmpd="sng">
            <a:solidFill>
              <a:srgbClr val="EDF1FF">
                <a:alpha val="32549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7" name="Google Shape;1277;p11"/>
          <p:cNvSpPr/>
          <p:nvPr/>
        </p:nvSpPr>
        <p:spPr>
          <a:xfrm rot="5400000">
            <a:off x="3165676" y="1785158"/>
            <a:ext cx="421481" cy="421481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chemeClr val="lt1">
                <a:alpha val="32549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278" name="Google Shape;1278;p11"/>
          <p:cNvGrpSpPr/>
          <p:nvPr/>
        </p:nvGrpSpPr>
        <p:grpSpPr>
          <a:xfrm>
            <a:off x="4338108" y="605019"/>
            <a:ext cx="3902475" cy="881213"/>
            <a:chOff x="2296574" y="1588928"/>
            <a:chExt cx="5063249" cy="858997"/>
          </a:xfrm>
        </p:grpSpPr>
        <p:sp>
          <p:nvSpPr>
            <p:cNvPr id="1279" name="Google Shape;1279;p11"/>
            <p:cNvSpPr/>
            <p:nvPr/>
          </p:nvSpPr>
          <p:spPr>
            <a:xfrm>
              <a:off x="2296574" y="1588928"/>
              <a:ext cx="5057277" cy="85899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mn-MN" sz="12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CPU цөмийн кластер архитектур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0" name="Google Shape;1280;p11"/>
            <p:cNvCxnSpPr/>
            <p:nvPr/>
          </p:nvCxnSpPr>
          <p:spPr>
            <a:xfrm>
              <a:off x="7359823" y="1588928"/>
              <a:ext cx="0" cy="858997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1" name="Google Shape;1281;p11"/>
          <p:cNvSpPr/>
          <p:nvPr/>
        </p:nvSpPr>
        <p:spPr>
          <a:xfrm rot="5400000">
            <a:off x="4412413" y="815308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282" name="Google Shape;1282;p11"/>
          <p:cNvGrpSpPr/>
          <p:nvPr/>
        </p:nvGrpSpPr>
        <p:grpSpPr>
          <a:xfrm rot="10800000" flipH="1">
            <a:off x="4540481" y="960307"/>
            <a:ext cx="180722" cy="180721"/>
            <a:chOff x="2679879" y="4440610"/>
            <a:chExt cx="283716" cy="283716"/>
          </a:xfrm>
        </p:grpSpPr>
        <p:sp>
          <p:nvSpPr>
            <p:cNvPr id="1283" name="Google Shape;1283;p11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84" name="Google Shape;1284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5" name="Google Shape;1285;p11"/>
          <p:cNvGrpSpPr/>
          <p:nvPr/>
        </p:nvGrpSpPr>
        <p:grpSpPr>
          <a:xfrm>
            <a:off x="4338108" y="1622435"/>
            <a:ext cx="3902475" cy="881213"/>
            <a:chOff x="2296574" y="1588928"/>
            <a:chExt cx="5063249" cy="858997"/>
          </a:xfrm>
        </p:grpSpPr>
        <p:sp>
          <p:nvSpPr>
            <p:cNvPr id="1286" name="Google Shape;1286;p11"/>
            <p:cNvSpPr/>
            <p:nvPr/>
          </p:nvSpPr>
          <p:spPr>
            <a:xfrm>
              <a:off x="2296574" y="1588928"/>
              <a:ext cx="5057277" cy="85899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mn-MN" sz="12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Тоног төхөөрөмжийн оптик мөрдөлт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7" name="Google Shape;1287;p11"/>
            <p:cNvCxnSpPr/>
            <p:nvPr/>
          </p:nvCxnSpPr>
          <p:spPr>
            <a:xfrm>
              <a:off x="7359823" y="1588928"/>
              <a:ext cx="0" cy="858997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8" name="Google Shape;1288;p11"/>
          <p:cNvSpPr/>
          <p:nvPr/>
        </p:nvSpPr>
        <p:spPr>
          <a:xfrm rot="5400000">
            <a:off x="4412413" y="1832724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289" name="Google Shape;1289;p11"/>
          <p:cNvGrpSpPr/>
          <p:nvPr/>
        </p:nvGrpSpPr>
        <p:grpSpPr>
          <a:xfrm rot="10800000" flipH="1">
            <a:off x="4540481" y="1977723"/>
            <a:ext cx="180722" cy="180721"/>
            <a:chOff x="2679879" y="4440610"/>
            <a:chExt cx="283716" cy="283716"/>
          </a:xfrm>
        </p:grpSpPr>
        <p:sp>
          <p:nvSpPr>
            <p:cNvPr id="1290" name="Google Shape;1290;p11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91" name="Google Shape;1291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2" name="Google Shape;1292;p11"/>
          <p:cNvGrpSpPr/>
          <p:nvPr/>
        </p:nvGrpSpPr>
        <p:grpSpPr>
          <a:xfrm>
            <a:off x="4338108" y="2639851"/>
            <a:ext cx="3897872" cy="881213"/>
            <a:chOff x="2296574" y="1588928"/>
            <a:chExt cx="5057277" cy="858997"/>
          </a:xfrm>
        </p:grpSpPr>
        <p:sp>
          <p:nvSpPr>
            <p:cNvPr id="1293" name="Google Shape;1293;p11"/>
            <p:cNvSpPr/>
            <p:nvPr/>
          </p:nvSpPr>
          <p:spPr>
            <a:xfrm>
              <a:off x="2296574" y="1588928"/>
              <a:ext cx="5057277" cy="85899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mn-MN" sz="12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GXT тусгай зориулалттай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mn-MN" sz="12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AI чип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4" name="Google Shape;1294;p11"/>
            <p:cNvCxnSpPr/>
            <p:nvPr/>
          </p:nvCxnSpPr>
          <p:spPr>
            <a:xfrm>
              <a:off x="7341286" y="1588928"/>
              <a:ext cx="0" cy="858997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95" name="Google Shape;1295;p11"/>
          <p:cNvSpPr/>
          <p:nvPr/>
        </p:nvSpPr>
        <p:spPr>
          <a:xfrm rot="5400000">
            <a:off x="4412413" y="2850140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296" name="Google Shape;1296;p11"/>
          <p:cNvGrpSpPr/>
          <p:nvPr/>
        </p:nvGrpSpPr>
        <p:grpSpPr>
          <a:xfrm rot="10800000" flipH="1">
            <a:off x="4540481" y="2995139"/>
            <a:ext cx="180722" cy="180721"/>
            <a:chOff x="2679879" y="4440610"/>
            <a:chExt cx="283716" cy="283716"/>
          </a:xfrm>
        </p:grpSpPr>
        <p:sp>
          <p:nvSpPr>
            <p:cNvPr id="1297" name="Google Shape;1297;p11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98" name="Google Shape;1298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9" name="Google Shape;1299;p11"/>
          <p:cNvGrpSpPr/>
          <p:nvPr/>
        </p:nvGrpSpPr>
        <p:grpSpPr>
          <a:xfrm>
            <a:off x="4338108" y="3657268"/>
            <a:ext cx="3897872" cy="881213"/>
            <a:chOff x="2296574" y="1588928"/>
            <a:chExt cx="5057277" cy="858997"/>
          </a:xfrm>
        </p:grpSpPr>
        <p:sp>
          <p:nvSpPr>
            <p:cNvPr id="1300" name="Google Shape;1300;p11"/>
            <p:cNvSpPr/>
            <p:nvPr/>
          </p:nvSpPr>
          <p:spPr>
            <a:xfrm>
              <a:off x="2296574" y="1588928"/>
              <a:ext cx="5057277" cy="85899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mn-MN" sz="12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320 дахин хүртэл гүйцэтгэл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01" name="Google Shape;1301;p11"/>
            <p:cNvCxnSpPr/>
            <p:nvPr/>
          </p:nvCxnSpPr>
          <p:spPr>
            <a:xfrm>
              <a:off x="7341286" y="1588928"/>
              <a:ext cx="0" cy="858997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02" name="Google Shape;1302;p11"/>
          <p:cNvSpPr/>
          <p:nvPr/>
        </p:nvSpPr>
        <p:spPr>
          <a:xfrm rot="5400000">
            <a:off x="4412413" y="3867557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03" name="Google Shape;1303;p11"/>
          <p:cNvGrpSpPr/>
          <p:nvPr/>
        </p:nvGrpSpPr>
        <p:grpSpPr>
          <a:xfrm rot="10800000" flipH="1">
            <a:off x="4540481" y="4012556"/>
            <a:ext cx="180722" cy="180721"/>
            <a:chOff x="2679879" y="4440610"/>
            <a:chExt cx="283716" cy="283716"/>
          </a:xfrm>
        </p:grpSpPr>
        <p:sp>
          <p:nvSpPr>
            <p:cNvPr id="1304" name="Google Shape;1304;p11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05" name="Google Shape;1305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6" name="Google Shape;1306;p11"/>
          <p:cNvGrpSpPr/>
          <p:nvPr/>
        </p:nvGrpSpPr>
        <p:grpSpPr>
          <a:xfrm>
            <a:off x="7945530" y="774908"/>
            <a:ext cx="551515" cy="551515"/>
            <a:chOff x="1691842" y="2809946"/>
            <a:chExt cx="607731" cy="607731"/>
          </a:xfrm>
        </p:grpSpPr>
        <p:sp>
          <p:nvSpPr>
            <p:cNvPr id="1307" name="Google Shape;1307;p1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309" name="Google Shape;1309;p11"/>
          <p:cNvGrpSpPr/>
          <p:nvPr/>
        </p:nvGrpSpPr>
        <p:grpSpPr>
          <a:xfrm>
            <a:off x="7945530" y="1787284"/>
            <a:ext cx="551515" cy="551515"/>
            <a:chOff x="1691842" y="2809946"/>
            <a:chExt cx="607731" cy="607731"/>
          </a:xfrm>
        </p:grpSpPr>
        <p:sp>
          <p:nvSpPr>
            <p:cNvPr id="1310" name="Google Shape;1310;p1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312" name="Google Shape;1312;p11"/>
          <p:cNvGrpSpPr/>
          <p:nvPr/>
        </p:nvGrpSpPr>
        <p:grpSpPr>
          <a:xfrm>
            <a:off x="7945530" y="2804699"/>
            <a:ext cx="551515" cy="551515"/>
            <a:chOff x="1691842" y="2809946"/>
            <a:chExt cx="607731" cy="607731"/>
          </a:xfrm>
        </p:grpSpPr>
        <p:sp>
          <p:nvSpPr>
            <p:cNvPr id="1313" name="Google Shape;1313;p1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315" name="Google Shape;1315;p11"/>
          <p:cNvGrpSpPr/>
          <p:nvPr/>
        </p:nvGrpSpPr>
        <p:grpSpPr>
          <a:xfrm>
            <a:off x="7945530" y="3827158"/>
            <a:ext cx="551515" cy="551515"/>
            <a:chOff x="1691842" y="2809946"/>
            <a:chExt cx="607731" cy="607731"/>
          </a:xfrm>
        </p:grpSpPr>
        <p:sp>
          <p:nvSpPr>
            <p:cNvPr id="1316" name="Google Shape;1316;p1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1318" name="Google Shape;131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7379" y="946757"/>
            <a:ext cx="207818" cy="20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46" y="4003412"/>
            <a:ext cx="188926" cy="18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17379" y="2970695"/>
            <a:ext cx="207818" cy="20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14168" y="1950801"/>
            <a:ext cx="228200" cy="2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2"/>
          <p:cNvSpPr/>
          <p:nvPr/>
        </p:nvSpPr>
        <p:spPr>
          <a:xfrm>
            <a:off x="0" y="-1"/>
            <a:ext cx="9144000" cy="3752851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27" name="Google Shape;1327;p12" descr="Exynos Modem 5400: Harnessing the Power of Non-Terrestrial Networks ..."/>
          <p:cNvPicPr preferRelativeResize="0"/>
          <p:nvPr/>
        </p:nvPicPr>
        <p:blipFill rotWithShape="1">
          <a:blip r:embed="rId3">
            <a:alphaModFix/>
          </a:blip>
          <a:srcRect l="-15539" t="4249" r="15540" b="31367"/>
          <a:stretch/>
        </p:blipFill>
        <p:spPr>
          <a:xfrm>
            <a:off x="2619025" y="847050"/>
            <a:ext cx="6356550" cy="21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2"/>
          <p:cNvSpPr/>
          <p:nvPr/>
        </p:nvSpPr>
        <p:spPr>
          <a:xfrm rot="-5400000" flipH="1">
            <a:off x="5595162" y="-2169171"/>
            <a:ext cx="1365932" cy="5791814"/>
          </a:xfrm>
          <a:custGeom>
            <a:avLst/>
            <a:gdLst/>
            <a:ahLst/>
            <a:cxnLst/>
            <a:rect l="l" t="t" r="r" b="b"/>
            <a:pathLst>
              <a:path w="10000" h="26653" extrusionOk="0">
                <a:moveTo>
                  <a:pt x="0" y="2000"/>
                </a:moveTo>
                <a:lnTo>
                  <a:pt x="10000" y="0"/>
                </a:lnTo>
                <a:lnTo>
                  <a:pt x="9613" y="26594"/>
                </a:lnTo>
                <a:lnTo>
                  <a:pt x="0" y="26653"/>
                </a:lnTo>
                <a:lnTo>
                  <a:pt x="0" y="2000"/>
                </a:lnTo>
                <a:close/>
              </a:path>
            </a:pathLst>
          </a:custGeom>
          <a:gradFill>
            <a:gsLst>
              <a:gs pos="0">
                <a:srgbClr val="0689D8">
                  <a:alpha val="0"/>
                </a:srgbClr>
              </a:gs>
              <a:gs pos="38000">
                <a:srgbClr val="1428A0">
                  <a:alpha val="0"/>
                </a:srgbClr>
              </a:gs>
              <a:gs pos="67000">
                <a:srgbClr val="1428A0">
                  <a:alpha val="0"/>
                </a:srgbClr>
              </a:gs>
              <a:gs pos="100000">
                <a:srgbClr val="05121A"/>
              </a:gs>
            </a:gsLst>
            <a:lin ang="16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29" name="Google Shape;1329;p12"/>
          <p:cNvSpPr/>
          <p:nvPr/>
        </p:nvSpPr>
        <p:spPr>
          <a:xfrm>
            <a:off x="-1" y="676609"/>
            <a:ext cx="5058697" cy="3052916"/>
          </a:xfrm>
          <a:prstGeom prst="rect">
            <a:avLst/>
          </a:prstGeom>
          <a:gradFill>
            <a:gsLst>
              <a:gs pos="0">
                <a:srgbClr val="102080"/>
              </a:gs>
              <a:gs pos="61000">
                <a:srgbClr val="08163A">
                  <a:alpha val="0"/>
                </a:srgbClr>
              </a:gs>
              <a:gs pos="100000">
                <a:srgbClr val="05121A">
                  <a:alpha val="0"/>
                </a:srgbClr>
              </a:gs>
            </a:gsLst>
            <a:lin ang="180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30" name="Google Shape;1330;p12"/>
          <p:cNvSpPr/>
          <p:nvPr/>
        </p:nvSpPr>
        <p:spPr>
          <a:xfrm flipH="1">
            <a:off x="7140474" y="1225936"/>
            <a:ext cx="2632500" cy="3052800"/>
          </a:xfrm>
          <a:prstGeom prst="rect">
            <a:avLst/>
          </a:prstGeom>
          <a:gradFill>
            <a:gsLst>
              <a:gs pos="0">
                <a:srgbClr val="102080"/>
              </a:gs>
              <a:gs pos="61000">
                <a:srgbClr val="08163A">
                  <a:alpha val="0"/>
                </a:srgbClr>
              </a:gs>
              <a:gs pos="100000">
                <a:srgbClr val="05121A">
                  <a:alpha val="0"/>
                </a:srgbClr>
              </a:gs>
            </a:gsLst>
            <a:lin ang="180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31" name="Google Shape;1331;p12"/>
          <p:cNvSpPr/>
          <p:nvPr/>
        </p:nvSpPr>
        <p:spPr>
          <a:xfrm>
            <a:off x="1" y="-1"/>
            <a:ext cx="4001157" cy="3752849"/>
          </a:xfrm>
          <a:custGeom>
            <a:avLst/>
            <a:gdLst/>
            <a:ahLst/>
            <a:cxnLst/>
            <a:rect l="l" t="t" r="r" b="b"/>
            <a:pathLst>
              <a:path w="9579432" h="6857996" extrusionOk="0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5121A"/>
              </a:gs>
              <a:gs pos="33000">
                <a:srgbClr val="1428A0">
                  <a:alpha val="81568"/>
                </a:srgbClr>
              </a:gs>
              <a:gs pos="67000">
                <a:srgbClr val="1428A0">
                  <a:alpha val="8235"/>
                </a:srgbClr>
              </a:gs>
              <a:gs pos="100000">
                <a:srgbClr val="05121A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32" name="Google Shape;1332;p12"/>
          <p:cNvSpPr txBox="1">
            <a:spLocks noGrp="1"/>
          </p:cNvSpPr>
          <p:nvPr>
            <p:ph type="title"/>
          </p:nvPr>
        </p:nvSpPr>
        <p:spPr>
          <a:xfrm>
            <a:off x="305991" y="386786"/>
            <a:ext cx="38898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</a:pPr>
            <a:r>
              <a:rPr lang="mn-MN" sz="1400" b="0">
                <a:solidFill>
                  <a:schemeClr val="lt1"/>
                </a:solidFill>
              </a:rPr>
              <a:t>Хэрэгжилт ба гүйцэтгэл</a:t>
            </a:r>
            <a:endParaRPr/>
          </a:p>
        </p:txBody>
      </p:sp>
      <p:sp>
        <p:nvSpPr>
          <p:cNvPr id="1333" name="Google Shape;1333;p12"/>
          <p:cNvSpPr txBox="1"/>
          <p:nvPr/>
        </p:nvSpPr>
        <p:spPr>
          <a:xfrm>
            <a:off x="290416" y="797139"/>
            <a:ext cx="2850990" cy="96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mn-MN" sz="2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AI модемоор хурдан, тасралтгүй 7G холболт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4" name="Google Shape;1334;p12"/>
          <p:cNvGrpSpPr/>
          <p:nvPr/>
        </p:nvGrpSpPr>
        <p:grpSpPr>
          <a:xfrm rot="8100000" flipH="1">
            <a:off x="276055" y="2054024"/>
            <a:ext cx="308529" cy="307776"/>
            <a:chOff x="10439928" y="2985331"/>
            <a:chExt cx="641137" cy="639573"/>
          </a:xfrm>
        </p:grpSpPr>
        <p:sp>
          <p:nvSpPr>
            <p:cNvPr id="1335" name="Google Shape;1335;p12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w="9525" cap="flat" cmpd="sng">
              <a:solidFill>
                <a:schemeClr val="lt1">
                  <a:alpha val="5803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6" name="Google Shape;1336;p12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1337" name="Google Shape;1337;p12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name="adj" fmla="val 100000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38" name="Google Shape;1338;p12"/>
              <p:cNvCxnSpPr>
                <a:stCxn id="1337" idx="1"/>
              </p:cNvCxnSpPr>
              <p:nvPr/>
            </p:nvCxnSpPr>
            <p:spPr>
              <a:xfrm flipH="1">
                <a:off x="3179128" y="2010078"/>
                <a:ext cx="1045800" cy="198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339" name="Google Shape;1339;p12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name="adj1" fmla="val 16200000"/>
                <a:gd name="adj2" fmla="val 2547781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0" name="Google Shape;1340;p12"/>
          <p:cNvGrpSpPr/>
          <p:nvPr/>
        </p:nvGrpSpPr>
        <p:grpSpPr>
          <a:xfrm rot="10800000" flipH="1">
            <a:off x="695484" y="2170034"/>
            <a:ext cx="2902023" cy="856716"/>
            <a:chOff x="927312" y="1799899"/>
            <a:chExt cx="3869364" cy="1142288"/>
          </a:xfrm>
        </p:grpSpPr>
        <p:cxnSp>
          <p:nvCxnSpPr>
            <p:cNvPr id="1341" name="Google Shape;1341;p12"/>
            <p:cNvCxnSpPr/>
            <p:nvPr/>
          </p:nvCxnSpPr>
          <p:spPr>
            <a:xfrm>
              <a:off x="927312" y="2942186"/>
              <a:ext cx="3568488" cy="0"/>
            </a:xfrm>
            <a:prstGeom prst="straightConnector1">
              <a:avLst/>
            </a:prstGeom>
            <a:noFill/>
            <a:ln w="12700" cap="flat" cmpd="sng">
              <a:solidFill>
                <a:schemeClr val="lt1">
                  <a:alpha val="3254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2" name="Google Shape;1342;p12"/>
            <p:cNvCxnSpPr>
              <a:endCxn id="1343" idx="0"/>
            </p:cNvCxnSpPr>
            <p:nvPr/>
          </p:nvCxnSpPr>
          <p:spPr>
            <a:xfrm flipH="1">
              <a:off x="4782876" y="1799899"/>
              <a:ext cx="13800" cy="861300"/>
            </a:xfrm>
            <a:prstGeom prst="straightConnector1">
              <a:avLst/>
            </a:prstGeom>
            <a:noFill/>
            <a:ln w="12700" cap="flat" cmpd="sng">
              <a:solidFill>
                <a:srgbClr val="EDF1FF">
                  <a:alpha val="32549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43" name="Google Shape;1343;p12"/>
            <p:cNvSpPr/>
            <p:nvPr/>
          </p:nvSpPr>
          <p:spPr>
            <a:xfrm rot="5400000">
              <a:off x="4220901" y="2380211"/>
              <a:ext cx="561975" cy="561975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2700" cap="flat" cmpd="sng">
              <a:solidFill>
                <a:schemeClr val="lt1">
                  <a:alpha val="3254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344" name="Google Shape;1344;p12"/>
          <p:cNvSpPr/>
          <p:nvPr/>
        </p:nvSpPr>
        <p:spPr>
          <a:xfrm>
            <a:off x="305991" y="2989851"/>
            <a:ext cx="1981031" cy="1440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345" name="Google Shape;1345;p12"/>
          <p:cNvCxnSpPr/>
          <p:nvPr/>
        </p:nvCxnSpPr>
        <p:spPr>
          <a:xfrm>
            <a:off x="305991" y="4430171"/>
            <a:ext cx="1981031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6" name="Google Shape;1346;p12"/>
          <p:cNvSpPr txBox="1"/>
          <p:nvPr/>
        </p:nvSpPr>
        <p:spPr>
          <a:xfrm>
            <a:off x="530710" y="3792671"/>
            <a:ext cx="15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GTX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Нээлт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12"/>
          <p:cNvSpPr/>
          <p:nvPr/>
        </p:nvSpPr>
        <p:spPr>
          <a:xfrm>
            <a:off x="2394311" y="2989851"/>
            <a:ext cx="1981031" cy="1440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348" name="Google Shape;1348;p12"/>
          <p:cNvCxnSpPr/>
          <p:nvPr/>
        </p:nvCxnSpPr>
        <p:spPr>
          <a:xfrm>
            <a:off x="2394311" y="4430171"/>
            <a:ext cx="1981031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9" name="Google Shape;1349;p12"/>
          <p:cNvSpPr txBox="1"/>
          <p:nvPr/>
        </p:nvSpPr>
        <p:spPr>
          <a:xfrm>
            <a:off x="2619030" y="3792671"/>
            <a:ext cx="15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Хэрэглэгчийн өгөгдлийн давхар дэмжлэг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12"/>
          <p:cNvSpPr/>
          <p:nvPr/>
        </p:nvSpPr>
        <p:spPr>
          <a:xfrm>
            <a:off x="4482632" y="2989851"/>
            <a:ext cx="1981031" cy="1440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351" name="Google Shape;1351;p12"/>
          <p:cNvCxnSpPr/>
          <p:nvPr/>
        </p:nvCxnSpPr>
        <p:spPr>
          <a:xfrm>
            <a:off x="4482632" y="4430171"/>
            <a:ext cx="1981031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2" name="Google Shape;1352;p12"/>
          <p:cNvSpPr txBox="1"/>
          <p:nvPr/>
        </p:nvSpPr>
        <p:spPr>
          <a:xfrm>
            <a:off x="4707350" y="3792671"/>
            <a:ext cx="15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Анхны XPG сервер 2030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"/>
          <p:cNvSpPr/>
          <p:nvPr/>
        </p:nvSpPr>
        <p:spPr>
          <a:xfrm>
            <a:off x="6570951" y="2989851"/>
            <a:ext cx="1981031" cy="144032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03200" dist="50800" dir="3060000" algn="t" rotWithShape="0">
              <a:srgbClr val="09145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354" name="Google Shape;1354;p12"/>
          <p:cNvCxnSpPr/>
          <p:nvPr/>
        </p:nvCxnSpPr>
        <p:spPr>
          <a:xfrm>
            <a:off x="6570951" y="4430171"/>
            <a:ext cx="1981031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91372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5" name="Google Shape;1355;p12"/>
          <p:cNvSpPr txBox="1"/>
          <p:nvPr/>
        </p:nvSpPr>
        <p:spPr>
          <a:xfrm>
            <a:off x="6795670" y="3792671"/>
            <a:ext cx="153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Эрчим хүчний хэмнэлт ба шинэ гүйцэтгэл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6" name="Google Shape;135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4307" y="30898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1632" y="30898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3945" y="30898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0710" y="3089869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0" name="Google Shape;1360;p12"/>
          <p:cNvCxnSpPr/>
          <p:nvPr/>
        </p:nvCxnSpPr>
        <p:spPr>
          <a:xfrm>
            <a:off x="8791577" y="0"/>
            <a:ext cx="0" cy="3792671"/>
          </a:xfrm>
          <a:prstGeom prst="straightConnector1">
            <a:avLst/>
          </a:prstGeom>
          <a:noFill/>
          <a:ln w="9525" cap="flat" cmpd="sng">
            <a:solidFill>
              <a:srgbClr val="DEEAF8">
                <a:alpha val="49411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3"/>
          <p:cNvSpPr/>
          <p:nvPr/>
        </p:nvSpPr>
        <p:spPr>
          <a:xfrm rot="-5400000">
            <a:off x="3857139" y="983561"/>
            <a:ext cx="732083" cy="3817451"/>
          </a:xfrm>
          <a:prstGeom prst="round2SameRect">
            <a:avLst>
              <a:gd name="adj1" fmla="val 7436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66" name="Google Shape;1366;p13"/>
          <p:cNvPicPr preferRelativeResize="0"/>
          <p:nvPr/>
        </p:nvPicPr>
        <p:blipFill rotWithShape="1">
          <a:blip r:embed="rId3">
            <a:alphaModFix/>
          </a:blip>
          <a:srcRect l="11897" t="536" r="1284" b="-463"/>
          <a:stretch/>
        </p:blipFill>
        <p:spPr>
          <a:xfrm rot="5400000">
            <a:off x="4944944" y="907574"/>
            <a:ext cx="5143499" cy="3328353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3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81093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Цахилгаан удирдлагын AI</a:t>
            </a:r>
            <a:endParaRPr/>
          </a:p>
        </p:txBody>
      </p:sp>
      <p:sp>
        <p:nvSpPr>
          <p:cNvPr id="1368" name="Google Shape;1368;p13"/>
          <p:cNvSpPr txBox="1"/>
          <p:nvPr/>
        </p:nvSpPr>
        <p:spPr>
          <a:xfrm>
            <a:off x="305990" y="726164"/>
            <a:ext cx="82236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Олон төрлийн хэрэглээний эрчим хүчний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хэмнэлтийг сайжруулах цогц шийдэл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9" name="Google Shape;1369;p13"/>
          <p:cNvSpPr txBox="1"/>
          <p:nvPr/>
        </p:nvSpPr>
        <p:spPr>
          <a:xfrm>
            <a:off x="8660606" y="4660106"/>
            <a:ext cx="27384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13</a:t>
            </a:fld>
            <a:endParaRPr sz="8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0" name="Google Shape;1370;p13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71" name="Google Shape;1371;p13"/>
          <p:cNvGrpSpPr/>
          <p:nvPr/>
        </p:nvGrpSpPr>
        <p:grpSpPr>
          <a:xfrm>
            <a:off x="832071" y="1471784"/>
            <a:ext cx="2898058" cy="2898058"/>
            <a:chOff x="3901560" y="1887309"/>
            <a:chExt cx="3864077" cy="3864077"/>
          </a:xfrm>
        </p:grpSpPr>
        <p:sp>
          <p:nvSpPr>
            <p:cNvPr id="1372" name="Google Shape;1372;p13"/>
            <p:cNvSpPr/>
            <p:nvPr/>
          </p:nvSpPr>
          <p:spPr>
            <a:xfrm>
              <a:off x="3901560" y="1887309"/>
              <a:ext cx="3864077" cy="3864077"/>
            </a:xfrm>
            <a:prstGeom prst="ellipse">
              <a:avLst/>
            </a:prstGeom>
            <a:gradFill>
              <a:gsLst>
                <a:gs pos="0">
                  <a:srgbClr val="D0D6E6">
                    <a:alpha val="69411"/>
                  </a:srgbClr>
                </a:gs>
                <a:gs pos="100000">
                  <a:srgbClr val="D9E5F8">
                    <a:alpha val="33333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>
              <a:solidFill>
                <a:schemeClr val="accent1">
                  <a:alpha val="55294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73" name="Google Shape;1373;p13"/>
            <p:cNvSpPr/>
            <p:nvPr/>
          </p:nvSpPr>
          <p:spPr>
            <a:xfrm>
              <a:off x="4077200" y="2062949"/>
              <a:ext cx="3512797" cy="3512797"/>
            </a:xfrm>
            <a:prstGeom prst="ellipse">
              <a:avLst/>
            </a:prstGeom>
            <a:gradFill>
              <a:gsLst>
                <a:gs pos="0">
                  <a:srgbClr val="D0D6E6">
                    <a:alpha val="93333"/>
                  </a:srgbClr>
                </a:gs>
                <a:gs pos="100000">
                  <a:srgbClr val="D9E5F8">
                    <a:alpha val="33333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>
              <a:solidFill>
                <a:schemeClr val="accent1">
                  <a:alpha val="71372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74" name="Google Shape;1374;p13"/>
            <p:cNvSpPr/>
            <p:nvPr/>
          </p:nvSpPr>
          <p:spPr>
            <a:xfrm>
              <a:off x="4382029" y="2367778"/>
              <a:ext cx="2903138" cy="2903138"/>
            </a:xfrm>
            <a:prstGeom prst="ellipse">
              <a:avLst/>
            </a:prstGeom>
            <a:gradFill>
              <a:gsLst>
                <a:gs pos="0">
                  <a:srgbClr val="D0D6E6"/>
                </a:gs>
                <a:gs pos="100000">
                  <a:srgbClr val="D9E5F8">
                    <a:alpha val="33333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>
              <a:solidFill>
                <a:schemeClr val="accent1">
                  <a:alpha val="23529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79400" dist="38100" dir="5400000" algn="t" rotWithShape="0">
                <a:schemeClr val="accent1">
                  <a:alpha val="35294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75" name="Google Shape;1375;p13"/>
            <p:cNvSpPr/>
            <p:nvPr/>
          </p:nvSpPr>
          <p:spPr>
            <a:xfrm>
              <a:off x="4633955" y="2619704"/>
              <a:ext cx="2399287" cy="2399287"/>
            </a:xfrm>
            <a:prstGeom prst="ellipse">
              <a:avLst/>
            </a:prstGeom>
            <a:gradFill>
              <a:gsLst>
                <a:gs pos="0">
                  <a:srgbClr val="D0D6E6"/>
                </a:gs>
                <a:gs pos="100000">
                  <a:srgbClr val="D9E5F8">
                    <a:alpha val="2627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>
              <a:solidFill>
                <a:schemeClr val="accent1">
                  <a:alpha val="549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blurRad="279400" dist="38100" dir="5400000" algn="t" rotWithShape="0">
                <a:schemeClr val="accent1">
                  <a:alpha val="35294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376" name="Google Shape;1376;p13"/>
          <p:cNvSpPr/>
          <p:nvPr/>
        </p:nvSpPr>
        <p:spPr>
          <a:xfrm>
            <a:off x="1577630" y="2217343"/>
            <a:ext cx="1406939" cy="14069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05121A"/>
              </a:gs>
            </a:gsLst>
            <a:lin ang="5400000" scaled="0"/>
          </a:gradFill>
          <a:ln w="41275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355600" dist="38100" dir="5400000" algn="t" rotWithShape="0">
              <a:schemeClr val="accent1">
                <a:alpha val="23529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77" name="Google Shape;1377;p13"/>
          <p:cNvGrpSpPr/>
          <p:nvPr/>
        </p:nvGrpSpPr>
        <p:grpSpPr>
          <a:xfrm>
            <a:off x="4045909" y="2295140"/>
            <a:ext cx="834964" cy="1155892"/>
            <a:chOff x="3398867" y="3388687"/>
            <a:chExt cx="692262" cy="584528"/>
          </a:xfrm>
        </p:grpSpPr>
        <p:sp>
          <p:nvSpPr>
            <p:cNvPr id="1378" name="Google Shape;1378;p13"/>
            <p:cNvSpPr/>
            <p:nvPr/>
          </p:nvSpPr>
          <p:spPr>
            <a:xfrm rot="5400000">
              <a:off x="3614578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79" name="Google Shape;1379;p13"/>
            <p:cNvSpPr/>
            <p:nvPr/>
          </p:nvSpPr>
          <p:spPr>
            <a:xfrm rot="5400000">
              <a:off x="3463015" y="3496664"/>
              <a:ext cx="584527" cy="368573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80" name="Google Shape;1380;p13"/>
            <p:cNvSpPr/>
            <p:nvPr/>
          </p:nvSpPr>
          <p:spPr>
            <a:xfrm rot="5400000">
              <a:off x="3290890" y="3496664"/>
              <a:ext cx="584527" cy="368574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411"/>
                  </a:srgbClr>
                </a:gs>
                <a:gs pos="100000">
                  <a:srgbClr val="1428A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381" name="Google Shape;1381;p13"/>
          <p:cNvGrpSpPr/>
          <p:nvPr/>
        </p:nvGrpSpPr>
        <p:grpSpPr>
          <a:xfrm>
            <a:off x="4969490" y="1643799"/>
            <a:ext cx="3487286" cy="2554027"/>
            <a:chOff x="5839584" y="1950054"/>
            <a:chExt cx="5379332" cy="3939727"/>
          </a:xfrm>
        </p:grpSpPr>
        <p:grpSp>
          <p:nvGrpSpPr>
            <p:cNvPr id="1382" name="Google Shape;1382;p13"/>
            <p:cNvGrpSpPr/>
            <p:nvPr/>
          </p:nvGrpSpPr>
          <p:grpSpPr>
            <a:xfrm>
              <a:off x="5839584" y="1950054"/>
              <a:ext cx="2641374" cy="1920427"/>
              <a:chOff x="6096000" y="1871729"/>
              <a:chExt cx="2641374" cy="1920427"/>
            </a:xfrm>
          </p:grpSpPr>
          <p:sp>
            <p:nvSpPr>
              <p:cNvPr id="1383" name="Google Shape;1383;p13"/>
              <p:cNvSpPr/>
              <p:nvPr/>
            </p:nvSpPr>
            <p:spPr>
              <a:xfrm>
                <a:off x="6096000" y="1871730"/>
                <a:ext cx="2641374" cy="19204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384" name="Google Shape;1384;p13"/>
              <p:cNvCxnSpPr/>
              <p:nvPr/>
            </p:nvCxnSpPr>
            <p:spPr>
              <a:xfrm>
                <a:off x="6096000" y="1871729"/>
                <a:ext cx="264137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85" name="Google Shape;1385;p13"/>
              <p:cNvSpPr txBox="1"/>
              <p:nvPr/>
            </p:nvSpPr>
            <p:spPr>
              <a:xfrm>
                <a:off x="6395625" y="2984849"/>
                <a:ext cx="2045419" cy="4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Цахилгаан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хэмнэлт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13"/>
              <p:cNvSpPr/>
              <p:nvPr/>
            </p:nvSpPr>
            <p:spPr>
              <a:xfrm rot="10800000">
                <a:off x="7696200" y="1871729"/>
                <a:ext cx="744844" cy="10538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0D6E6">
                  <a:alpha val="51372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387" name="Google Shape;1387;p13"/>
              <p:cNvSpPr/>
              <p:nvPr/>
            </p:nvSpPr>
            <p:spPr>
              <a:xfrm>
                <a:off x="7768707" y="2198648"/>
                <a:ext cx="599831" cy="5998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388" name="Google Shape;1388;p13"/>
            <p:cNvGrpSpPr/>
            <p:nvPr/>
          </p:nvGrpSpPr>
          <p:grpSpPr>
            <a:xfrm>
              <a:off x="8577542" y="1950054"/>
              <a:ext cx="2641374" cy="1920427"/>
              <a:chOff x="6096000" y="1871729"/>
              <a:chExt cx="2641374" cy="1920427"/>
            </a:xfrm>
          </p:grpSpPr>
          <p:sp>
            <p:nvSpPr>
              <p:cNvPr id="1389" name="Google Shape;1389;p13"/>
              <p:cNvSpPr/>
              <p:nvPr/>
            </p:nvSpPr>
            <p:spPr>
              <a:xfrm>
                <a:off x="6096000" y="1871730"/>
                <a:ext cx="2641374" cy="19204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390" name="Google Shape;1390;p13"/>
              <p:cNvCxnSpPr/>
              <p:nvPr/>
            </p:nvCxnSpPr>
            <p:spPr>
              <a:xfrm>
                <a:off x="6096000" y="1871729"/>
                <a:ext cx="264137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91" name="Google Shape;1391;p13"/>
              <p:cNvSpPr txBox="1"/>
              <p:nvPr/>
            </p:nvSpPr>
            <p:spPr>
              <a:xfrm>
                <a:off x="6395625" y="2984849"/>
                <a:ext cx="2045419" cy="4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Зардал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бууруулалт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13"/>
              <p:cNvSpPr/>
              <p:nvPr/>
            </p:nvSpPr>
            <p:spPr>
              <a:xfrm rot="10800000">
                <a:off x="7696200" y="1871729"/>
                <a:ext cx="744844" cy="10538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0D6E6">
                  <a:alpha val="51372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393" name="Google Shape;1393;p13"/>
              <p:cNvSpPr/>
              <p:nvPr/>
            </p:nvSpPr>
            <p:spPr>
              <a:xfrm>
                <a:off x="7768707" y="2198648"/>
                <a:ext cx="599831" cy="5998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394" name="Google Shape;1394;p13"/>
            <p:cNvGrpSpPr/>
            <p:nvPr/>
          </p:nvGrpSpPr>
          <p:grpSpPr>
            <a:xfrm>
              <a:off x="5839584" y="3969354"/>
              <a:ext cx="2641374" cy="1920427"/>
              <a:chOff x="6096000" y="1871729"/>
              <a:chExt cx="2641374" cy="1920427"/>
            </a:xfrm>
          </p:grpSpPr>
          <p:sp>
            <p:nvSpPr>
              <p:cNvPr id="1395" name="Google Shape;1395;p13"/>
              <p:cNvSpPr/>
              <p:nvPr/>
            </p:nvSpPr>
            <p:spPr>
              <a:xfrm>
                <a:off x="6096000" y="1871730"/>
                <a:ext cx="2641374" cy="19204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396" name="Google Shape;1396;p13"/>
              <p:cNvCxnSpPr/>
              <p:nvPr/>
            </p:nvCxnSpPr>
            <p:spPr>
              <a:xfrm>
                <a:off x="6096000" y="1871729"/>
                <a:ext cx="264137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97" name="Google Shape;1397;p13"/>
              <p:cNvSpPr txBox="1"/>
              <p:nvPr/>
            </p:nvSpPr>
            <p:spPr>
              <a:xfrm>
                <a:off x="6395625" y="2984849"/>
                <a:ext cx="2045419" cy="4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Бага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нүүрстөрөгчийн ялгарал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13"/>
              <p:cNvSpPr/>
              <p:nvPr/>
            </p:nvSpPr>
            <p:spPr>
              <a:xfrm rot="10800000">
                <a:off x="7696200" y="1871729"/>
                <a:ext cx="744844" cy="10538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0D6E6">
                  <a:alpha val="51372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399" name="Google Shape;1399;p13"/>
              <p:cNvSpPr/>
              <p:nvPr/>
            </p:nvSpPr>
            <p:spPr>
              <a:xfrm>
                <a:off x="7768707" y="2198648"/>
                <a:ext cx="599831" cy="5998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00" name="Google Shape;1400;p13"/>
            <p:cNvGrpSpPr/>
            <p:nvPr/>
          </p:nvGrpSpPr>
          <p:grpSpPr>
            <a:xfrm>
              <a:off x="8577542" y="3969354"/>
              <a:ext cx="2641374" cy="1920427"/>
              <a:chOff x="6096000" y="1871729"/>
              <a:chExt cx="2641374" cy="1920427"/>
            </a:xfrm>
          </p:grpSpPr>
          <p:sp>
            <p:nvSpPr>
              <p:cNvPr id="1401" name="Google Shape;1401;p13"/>
              <p:cNvSpPr/>
              <p:nvPr/>
            </p:nvSpPr>
            <p:spPr>
              <a:xfrm>
                <a:off x="6096000" y="1871730"/>
                <a:ext cx="2641374" cy="19204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402" name="Google Shape;1402;p13"/>
              <p:cNvCxnSpPr/>
              <p:nvPr/>
            </p:nvCxnSpPr>
            <p:spPr>
              <a:xfrm>
                <a:off x="6096000" y="1871729"/>
                <a:ext cx="264137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03" name="Google Shape;1403;p13"/>
              <p:cNvSpPr txBox="1"/>
              <p:nvPr/>
            </p:nvSpPr>
            <p:spPr>
              <a:xfrm>
                <a:off x="6395625" y="3234099"/>
                <a:ext cx="2045419" cy="249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1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Тогтвортой байдал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13"/>
              <p:cNvSpPr/>
              <p:nvPr/>
            </p:nvSpPr>
            <p:spPr>
              <a:xfrm rot="10800000">
                <a:off x="7696200" y="1871729"/>
                <a:ext cx="744844" cy="10538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0D6E6">
                  <a:alpha val="51372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05" name="Google Shape;1405;p13"/>
              <p:cNvSpPr/>
              <p:nvPr/>
            </p:nvSpPr>
            <p:spPr>
              <a:xfrm>
                <a:off x="7768707" y="2198648"/>
                <a:ext cx="599831" cy="599831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grpSp>
        <p:nvGrpSpPr>
          <p:cNvPr id="1406" name="Google Shape;1406;p13"/>
          <p:cNvGrpSpPr/>
          <p:nvPr/>
        </p:nvGrpSpPr>
        <p:grpSpPr>
          <a:xfrm>
            <a:off x="271139" y="1363275"/>
            <a:ext cx="3940198" cy="3132527"/>
            <a:chOff x="361518" y="1817700"/>
            <a:chExt cx="5253597" cy="4176702"/>
          </a:xfrm>
        </p:grpSpPr>
        <p:grpSp>
          <p:nvGrpSpPr>
            <p:cNvPr id="1407" name="Google Shape;1407;p13"/>
            <p:cNvGrpSpPr/>
            <p:nvPr/>
          </p:nvGrpSpPr>
          <p:grpSpPr>
            <a:xfrm>
              <a:off x="2103507" y="1817700"/>
              <a:ext cx="1740309" cy="480214"/>
              <a:chOff x="3207273" y="2380294"/>
              <a:chExt cx="1740309" cy="480214"/>
            </a:xfrm>
          </p:grpSpPr>
          <p:sp>
            <p:nvSpPr>
              <p:cNvPr id="1408" name="Google Shape;1408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e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AI SoC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туслах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10" name="Google Shape;1410;p13"/>
            <p:cNvGrpSpPr/>
            <p:nvPr/>
          </p:nvGrpSpPr>
          <p:grpSpPr>
            <a:xfrm>
              <a:off x="2103507" y="5514188"/>
              <a:ext cx="1740309" cy="480214"/>
              <a:chOff x="3207273" y="2380294"/>
              <a:chExt cx="1740309" cy="480214"/>
            </a:xfrm>
          </p:grpSpPr>
          <p:sp>
            <p:nvSpPr>
              <p:cNvPr id="1411" name="Google Shape;1411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Шинэ дүрслэл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13" name="Google Shape;1413;p13"/>
            <p:cNvGrpSpPr/>
            <p:nvPr/>
          </p:nvGrpSpPr>
          <p:grpSpPr>
            <a:xfrm>
              <a:off x="3874806" y="4596939"/>
              <a:ext cx="1740309" cy="480214"/>
              <a:chOff x="3207273" y="2380294"/>
              <a:chExt cx="1740309" cy="480214"/>
            </a:xfrm>
          </p:grpSpPr>
          <p:sp>
            <p:nvSpPr>
              <p:cNvPr id="1414" name="Google Shape;1414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Батарей цэнэглэх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шийдэл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16" name="Google Shape;1416;p13"/>
            <p:cNvGrpSpPr/>
            <p:nvPr/>
          </p:nvGrpSpPr>
          <p:grpSpPr>
            <a:xfrm>
              <a:off x="3724026" y="2530483"/>
              <a:ext cx="1740309" cy="480214"/>
              <a:chOff x="3207273" y="2380294"/>
              <a:chExt cx="1740309" cy="480214"/>
            </a:xfrm>
          </p:grpSpPr>
          <p:sp>
            <p:nvSpPr>
              <p:cNvPr id="1417" name="Google Shape;1417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Автомашины AI бүрэлдэхүүн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19" name="Google Shape;1419;p13"/>
            <p:cNvGrpSpPr/>
            <p:nvPr/>
          </p:nvGrpSpPr>
          <p:grpSpPr>
            <a:xfrm>
              <a:off x="512298" y="4596939"/>
              <a:ext cx="1740309" cy="480214"/>
              <a:chOff x="3207273" y="2380294"/>
              <a:chExt cx="1740309" cy="480214"/>
            </a:xfrm>
          </p:grpSpPr>
          <p:sp>
            <p:nvSpPr>
              <p:cNvPr id="1420" name="Google Shape;1420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Зургийн шинжилгээ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grpSp>
          <p:nvGrpSpPr>
            <p:cNvPr id="1422" name="Google Shape;1422;p13"/>
            <p:cNvGrpSpPr/>
            <p:nvPr/>
          </p:nvGrpSpPr>
          <p:grpSpPr>
            <a:xfrm>
              <a:off x="361518" y="2530483"/>
              <a:ext cx="1740309" cy="480214"/>
              <a:chOff x="3207273" y="2380294"/>
              <a:chExt cx="1740309" cy="480214"/>
            </a:xfrm>
          </p:grpSpPr>
          <p:sp>
            <p:nvSpPr>
              <p:cNvPr id="1423" name="Google Shape;1423;p13"/>
              <p:cNvSpPr/>
              <p:nvPr/>
            </p:nvSpPr>
            <p:spPr>
              <a:xfrm>
                <a:off x="3207273" y="2380294"/>
                <a:ext cx="1740309" cy="480214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82352"/>
                </a:schemeClr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13500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lang="mn-MN" sz="7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Дэлгэц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3"/>
              <p:cNvSpPr/>
              <p:nvPr/>
            </p:nvSpPr>
            <p:spPr>
              <a:xfrm>
                <a:off x="4514139" y="2457808"/>
                <a:ext cx="302732" cy="302732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1524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sp>
        <p:nvSpPr>
          <p:cNvPr id="1425" name="Google Shape;1425;p13"/>
          <p:cNvSpPr/>
          <p:nvPr/>
        </p:nvSpPr>
        <p:spPr>
          <a:xfrm>
            <a:off x="2619348" y="1479221"/>
            <a:ext cx="106665" cy="106665"/>
          </a:xfrm>
          <a:custGeom>
            <a:avLst/>
            <a:gdLst/>
            <a:ahLst/>
            <a:cxnLst/>
            <a:rect l="l" t="t" r="r" b="b"/>
            <a:pathLst>
              <a:path w="378460" h="378460" extrusionOk="0">
                <a:moveTo>
                  <a:pt x="71145" y="312140"/>
                </a:moveTo>
                <a:lnTo>
                  <a:pt x="65824" y="306832"/>
                </a:lnTo>
                <a:lnTo>
                  <a:pt x="59220" y="306832"/>
                </a:lnTo>
                <a:lnTo>
                  <a:pt x="52603" y="306832"/>
                </a:lnTo>
                <a:lnTo>
                  <a:pt x="47142" y="312140"/>
                </a:lnTo>
                <a:lnTo>
                  <a:pt x="47142" y="325374"/>
                </a:lnTo>
                <a:lnTo>
                  <a:pt x="52603" y="330835"/>
                </a:lnTo>
                <a:lnTo>
                  <a:pt x="65824" y="330835"/>
                </a:lnTo>
                <a:lnTo>
                  <a:pt x="71145" y="325374"/>
                </a:lnTo>
                <a:lnTo>
                  <a:pt x="71145" y="312140"/>
                </a:lnTo>
                <a:close/>
              </a:path>
              <a:path w="378460" h="378460" extrusionOk="0">
                <a:moveTo>
                  <a:pt x="71145" y="260261"/>
                </a:moveTo>
                <a:lnTo>
                  <a:pt x="65824" y="254800"/>
                </a:lnTo>
                <a:lnTo>
                  <a:pt x="59220" y="254800"/>
                </a:lnTo>
                <a:lnTo>
                  <a:pt x="52603" y="254800"/>
                </a:lnTo>
                <a:lnTo>
                  <a:pt x="47142" y="260261"/>
                </a:lnTo>
                <a:lnTo>
                  <a:pt x="47142" y="273481"/>
                </a:lnTo>
                <a:lnTo>
                  <a:pt x="52603" y="278803"/>
                </a:lnTo>
                <a:lnTo>
                  <a:pt x="65824" y="278803"/>
                </a:lnTo>
                <a:lnTo>
                  <a:pt x="71145" y="273481"/>
                </a:lnTo>
                <a:lnTo>
                  <a:pt x="71145" y="260261"/>
                </a:lnTo>
                <a:close/>
              </a:path>
              <a:path w="378460" h="378460" extrusionOk="0">
                <a:moveTo>
                  <a:pt x="71145" y="208241"/>
                </a:moveTo>
                <a:lnTo>
                  <a:pt x="65824" y="202920"/>
                </a:lnTo>
                <a:lnTo>
                  <a:pt x="59220" y="202920"/>
                </a:lnTo>
                <a:lnTo>
                  <a:pt x="52603" y="202920"/>
                </a:lnTo>
                <a:lnTo>
                  <a:pt x="47142" y="208241"/>
                </a:lnTo>
                <a:lnTo>
                  <a:pt x="47142" y="221602"/>
                </a:lnTo>
                <a:lnTo>
                  <a:pt x="52603" y="226923"/>
                </a:lnTo>
                <a:lnTo>
                  <a:pt x="65824" y="226923"/>
                </a:lnTo>
                <a:lnTo>
                  <a:pt x="71145" y="221602"/>
                </a:lnTo>
                <a:lnTo>
                  <a:pt x="71145" y="208241"/>
                </a:lnTo>
                <a:close/>
              </a:path>
              <a:path w="378460" h="378460" extrusionOk="0">
                <a:moveTo>
                  <a:pt x="71145" y="156349"/>
                </a:moveTo>
                <a:lnTo>
                  <a:pt x="65824" y="151041"/>
                </a:lnTo>
                <a:lnTo>
                  <a:pt x="59220" y="151041"/>
                </a:lnTo>
                <a:lnTo>
                  <a:pt x="52603" y="151041"/>
                </a:lnTo>
                <a:lnTo>
                  <a:pt x="47142" y="156349"/>
                </a:lnTo>
                <a:lnTo>
                  <a:pt x="47142" y="169570"/>
                </a:lnTo>
                <a:lnTo>
                  <a:pt x="52603" y="175031"/>
                </a:lnTo>
                <a:lnTo>
                  <a:pt x="65824" y="175031"/>
                </a:lnTo>
                <a:lnTo>
                  <a:pt x="71145" y="169570"/>
                </a:lnTo>
                <a:lnTo>
                  <a:pt x="71145" y="156349"/>
                </a:lnTo>
                <a:close/>
              </a:path>
              <a:path w="378460" h="378460" extrusionOk="0">
                <a:moveTo>
                  <a:pt x="71145" y="104470"/>
                </a:moveTo>
                <a:lnTo>
                  <a:pt x="65824" y="99161"/>
                </a:lnTo>
                <a:lnTo>
                  <a:pt x="59220" y="99161"/>
                </a:lnTo>
                <a:lnTo>
                  <a:pt x="52603" y="99161"/>
                </a:lnTo>
                <a:lnTo>
                  <a:pt x="47142" y="104470"/>
                </a:lnTo>
                <a:lnTo>
                  <a:pt x="47142" y="117690"/>
                </a:lnTo>
                <a:lnTo>
                  <a:pt x="52603" y="123012"/>
                </a:lnTo>
                <a:lnTo>
                  <a:pt x="65824" y="123012"/>
                </a:lnTo>
                <a:lnTo>
                  <a:pt x="71145" y="117690"/>
                </a:lnTo>
                <a:lnTo>
                  <a:pt x="71145" y="104470"/>
                </a:lnTo>
                <a:close/>
              </a:path>
              <a:path w="378460" h="378460" extrusionOk="0">
                <a:moveTo>
                  <a:pt x="71145" y="52590"/>
                </a:moveTo>
                <a:lnTo>
                  <a:pt x="65824" y="47129"/>
                </a:lnTo>
                <a:lnTo>
                  <a:pt x="59220" y="47129"/>
                </a:lnTo>
                <a:lnTo>
                  <a:pt x="52603" y="47129"/>
                </a:lnTo>
                <a:lnTo>
                  <a:pt x="47142" y="52590"/>
                </a:lnTo>
                <a:lnTo>
                  <a:pt x="47142" y="65811"/>
                </a:lnTo>
                <a:lnTo>
                  <a:pt x="52603" y="71132"/>
                </a:lnTo>
                <a:lnTo>
                  <a:pt x="65824" y="71132"/>
                </a:lnTo>
                <a:lnTo>
                  <a:pt x="71145" y="65811"/>
                </a:lnTo>
                <a:lnTo>
                  <a:pt x="71145" y="52590"/>
                </a:lnTo>
                <a:close/>
              </a:path>
              <a:path w="378460" h="378460" extrusionOk="0">
                <a:moveTo>
                  <a:pt x="123037" y="312140"/>
                </a:moveTo>
                <a:lnTo>
                  <a:pt x="117716" y="306832"/>
                </a:lnTo>
                <a:lnTo>
                  <a:pt x="111099" y="306832"/>
                </a:lnTo>
                <a:lnTo>
                  <a:pt x="104495" y="306832"/>
                </a:lnTo>
                <a:lnTo>
                  <a:pt x="99174" y="312140"/>
                </a:lnTo>
                <a:lnTo>
                  <a:pt x="99174" y="325374"/>
                </a:lnTo>
                <a:lnTo>
                  <a:pt x="104495" y="330835"/>
                </a:lnTo>
                <a:lnTo>
                  <a:pt x="117716" y="330835"/>
                </a:lnTo>
                <a:lnTo>
                  <a:pt x="123037" y="325374"/>
                </a:lnTo>
                <a:lnTo>
                  <a:pt x="123037" y="312140"/>
                </a:lnTo>
                <a:close/>
              </a:path>
              <a:path w="378460" h="378460" extrusionOk="0">
                <a:moveTo>
                  <a:pt x="123037" y="260261"/>
                </a:moveTo>
                <a:lnTo>
                  <a:pt x="117716" y="254800"/>
                </a:lnTo>
                <a:lnTo>
                  <a:pt x="111099" y="254800"/>
                </a:lnTo>
                <a:lnTo>
                  <a:pt x="104495" y="254800"/>
                </a:lnTo>
                <a:lnTo>
                  <a:pt x="99174" y="260261"/>
                </a:lnTo>
                <a:lnTo>
                  <a:pt x="99174" y="273481"/>
                </a:lnTo>
                <a:lnTo>
                  <a:pt x="104495" y="278803"/>
                </a:lnTo>
                <a:lnTo>
                  <a:pt x="117716" y="278803"/>
                </a:lnTo>
                <a:lnTo>
                  <a:pt x="123037" y="273481"/>
                </a:lnTo>
                <a:lnTo>
                  <a:pt x="123037" y="260261"/>
                </a:lnTo>
                <a:close/>
              </a:path>
              <a:path w="378460" h="378460" extrusionOk="0">
                <a:moveTo>
                  <a:pt x="123037" y="208241"/>
                </a:moveTo>
                <a:lnTo>
                  <a:pt x="117716" y="202920"/>
                </a:lnTo>
                <a:lnTo>
                  <a:pt x="111099" y="202920"/>
                </a:lnTo>
                <a:lnTo>
                  <a:pt x="104495" y="202920"/>
                </a:lnTo>
                <a:lnTo>
                  <a:pt x="99174" y="208241"/>
                </a:lnTo>
                <a:lnTo>
                  <a:pt x="99174" y="221602"/>
                </a:lnTo>
                <a:lnTo>
                  <a:pt x="104495" y="226923"/>
                </a:lnTo>
                <a:lnTo>
                  <a:pt x="117716" y="226923"/>
                </a:lnTo>
                <a:lnTo>
                  <a:pt x="123037" y="221602"/>
                </a:lnTo>
                <a:lnTo>
                  <a:pt x="123037" y="208241"/>
                </a:lnTo>
                <a:close/>
              </a:path>
              <a:path w="378460" h="378460" extrusionOk="0">
                <a:moveTo>
                  <a:pt x="123037" y="156349"/>
                </a:moveTo>
                <a:lnTo>
                  <a:pt x="117716" y="151041"/>
                </a:lnTo>
                <a:lnTo>
                  <a:pt x="111099" y="151041"/>
                </a:lnTo>
                <a:lnTo>
                  <a:pt x="104495" y="151041"/>
                </a:lnTo>
                <a:lnTo>
                  <a:pt x="99174" y="156349"/>
                </a:lnTo>
                <a:lnTo>
                  <a:pt x="99174" y="169570"/>
                </a:lnTo>
                <a:lnTo>
                  <a:pt x="104495" y="175031"/>
                </a:lnTo>
                <a:lnTo>
                  <a:pt x="117716" y="175031"/>
                </a:lnTo>
                <a:lnTo>
                  <a:pt x="123037" y="169570"/>
                </a:lnTo>
                <a:lnTo>
                  <a:pt x="123037" y="156349"/>
                </a:lnTo>
                <a:close/>
              </a:path>
              <a:path w="378460" h="378460" extrusionOk="0">
                <a:moveTo>
                  <a:pt x="123037" y="104470"/>
                </a:moveTo>
                <a:lnTo>
                  <a:pt x="117716" y="99161"/>
                </a:lnTo>
                <a:lnTo>
                  <a:pt x="111099" y="99161"/>
                </a:lnTo>
                <a:lnTo>
                  <a:pt x="104495" y="99161"/>
                </a:lnTo>
                <a:lnTo>
                  <a:pt x="99174" y="104470"/>
                </a:lnTo>
                <a:lnTo>
                  <a:pt x="99174" y="117690"/>
                </a:lnTo>
                <a:lnTo>
                  <a:pt x="104495" y="123012"/>
                </a:lnTo>
                <a:lnTo>
                  <a:pt x="117716" y="123012"/>
                </a:lnTo>
                <a:lnTo>
                  <a:pt x="123037" y="117690"/>
                </a:lnTo>
                <a:lnTo>
                  <a:pt x="123037" y="104470"/>
                </a:lnTo>
                <a:close/>
              </a:path>
              <a:path w="378460" h="378460" extrusionOk="0">
                <a:moveTo>
                  <a:pt x="123037" y="52590"/>
                </a:moveTo>
                <a:lnTo>
                  <a:pt x="117716" y="47129"/>
                </a:lnTo>
                <a:lnTo>
                  <a:pt x="111099" y="47129"/>
                </a:lnTo>
                <a:lnTo>
                  <a:pt x="104495" y="47129"/>
                </a:lnTo>
                <a:lnTo>
                  <a:pt x="99174" y="52590"/>
                </a:lnTo>
                <a:lnTo>
                  <a:pt x="99174" y="65811"/>
                </a:lnTo>
                <a:lnTo>
                  <a:pt x="104495" y="71132"/>
                </a:lnTo>
                <a:lnTo>
                  <a:pt x="117716" y="71132"/>
                </a:lnTo>
                <a:lnTo>
                  <a:pt x="123037" y="65811"/>
                </a:lnTo>
                <a:lnTo>
                  <a:pt x="123037" y="52590"/>
                </a:lnTo>
                <a:close/>
              </a:path>
              <a:path w="378460" h="378460" extrusionOk="0">
                <a:moveTo>
                  <a:pt x="175056" y="312140"/>
                </a:moveTo>
                <a:lnTo>
                  <a:pt x="169595" y="306832"/>
                </a:lnTo>
                <a:lnTo>
                  <a:pt x="162991" y="306832"/>
                </a:lnTo>
                <a:lnTo>
                  <a:pt x="156375" y="306832"/>
                </a:lnTo>
                <a:lnTo>
                  <a:pt x="151053" y="312140"/>
                </a:lnTo>
                <a:lnTo>
                  <a:pt x="151053" y="325374"/>
                </a:lnTo>
                <a:lnTo>
                  <a:pt x="156375" y="330835"/>
                </a:lnTo>
                <a:lnTo>
                  <a:pt x="169595" y="330835"/>
                </a:lnTo>
                <a:lnTo>
                  <a:pt x="175056" y="325374"/>
                </a:lnTo>
                <a:lnTo>
                  <a:pt x="175056" y="312140"/>
                </a:lnTo>
                <a:close/>
              </a:path>
              <a:path w="378460" h="378460" extrusionOk="0">
                <a:moveTo>
                  <a:pt x="175056" y="260261"/>
                </a:moveTo>
                <a:lnTo>
                  <a:pt x="169595" y="254800"/>
                </a:lnTo>
                <a:lnTo>
                  <a:pt x="162991" y="254800"/>
                </a:lnTo>
                <a:lnTo>
                  <a:pt x="156375" y="254800"/>
                </a:lnTo>
                <a:lnTo>
                  <a:pt x="151053" y="260261"/>
                </a:lnTo>
                <a:lnTo>
                  <a:pt x="151053" y="273481"/>
                </a:lnTo>
                <a:lnTo>
                  <a:pt x="156375" y="278803"/>
                </a:lnTo>
                <a:lnTo>
                  <a:pt x="169595" y="278803"/>
                </a:lnTo>
                <a:lnTo>
                  <a:pt x="175056" y="273481"/>
                </a:lnTo>
                <a:lnTo>
                  <a:pt x="175056" y="260261"/>
                </a:lnTo>
                <a:close/>
              </a:path>
              <a:path w="378460" h="378460" extrusionOk="0">
                <a:moveTo>
                  <a:pt x="175056" y="208241"/>
                </a:moveTo>
                <a:lnTo>
                  <a:pt x="169595" y="202920"/>
                </a:lnTo>
                <a:lnTo>
                  <a:pt x="162991" y="202920"/>
                </a:lnTo>
                <a:lnTo>
                  <a:pt x="156375" y="202920"/>
                </a:lnTo>
                <a:lnTo>
                  <a:pt x="151053" y="208241"/>
                </a:lnTo>
                <a:lnTo>
                  <a:pt x="151053" y="221602"/>
                </a:lnTo>
                <a:lnTo>
                  <a:pt x="156375" y="226923"/>
                </a:lnTo>
                <a:lnTo>
                  <a:pt x="169595" y="226923"/>
                </a:lnTo>
                <a:lnTo>
                  <a:pt x="175056" y="221602"/>
                </a:lnTo>
                <a:lnTo>
                  <a:pt x="175056" y="208241"/>
                </a:lnTo>
                <a:close/>
              </a:path>
              <a:path w="378460" h="378460" extrusionOk="0">
                <a:moveTo>
                  <a:pt x="175056" y="156349"/>
                </a:moveTo>
                <a:lnTo>
                  <a:pt x="169595" y="151041"/>
                </a:lnTo>
                <a:lnTo>
                  <a:pt x="162991" y="151041"/>
                </a:lnTo>
                <a:lnTo>
                  <a:pt x="156375" y="151041"/>
                </a:lnTo>
                <a:lnTo>
                  <a:pt x="151053" y="156349"/>
                </a:lnTo>
                <a:lnTo>
                  <a:pt x="151053" y="169570"/>
                </a:lnTo>
                <a:lnTo>
                  <a:pt x="156375" y="175031"/>
                </a:lnTo>
                <a:lnTo>
                  <a:pt x="169595" y="175031"/>
                </a:lnTo>
                <a:lnTo>
                  <a:pt x="175056" y="169570"/>
                </a:lnTo>
                <a:lnTo>
                  <a:pt x="175056" y="156349"/>
                </a:lnTo>
                <a:close/>
              </a:path>
              <a:path w="378460" h="378460" extrusionOk="0">
                <a:moveTo>
                  <a:pt x="175056" y="104470"/>
                </a:moveTo>
                <a:lnTo>
                  <a:pt x="169595" y="99161"/>
                </a:lnTo>
                <a:lnTo>
                  <a:pt x="162991" y="99161"/>
                </a:lnTo>
                <a:lnTo>
                  <a:pt x="156375" y="99161"/>
                </a:lnTo>
                <a:lnTo>
                  <a:pt x="151053" y="104470"/>
                </a:lnTo>
                <a:lnTo>
                  <a:pt x="151053" y="117690"/>
                </a:lnTo>
                <a:lnTo>
                  <a:pt x="156375" y="123012"/>
                </a:lnTo>
                <a:lnTo>
                  <a:pt x="169595" y="123012"/>
                </a:lnTo>
                <a:lnTo>
                  <a:pt x="175056" y="117690"/>
                </a:lnTo>
                <a:lnTo>
                  <a:pt x="175056" y="104470"/>
                </a:lnTo>
                <a:close/>
              </a:path>
              <a:path w="378460" h="378460" extrusionOk="0">
                <a:moveTo>
                  <a:pt x="175056" y="52590"/>
                </a:moveTo>
                <a:lnTo>
                  <a:pt x="169595" y="47129"/>
                </a:lnTo>
                <a:lnTo>
                  <a:pt x="162991" y="47129"/>
                </a:lnTo>
                <a:lnTo>
                  <a:pt x="156375" y="47129"/>
                </a:lnTo>
                <a:lnTo>
                  <a:pt x="151053" y="52590"/>
                </a:lnTo>
                <a:lnTo>
                  <a:pt x="151053" y="65811"/>
                </a:lnTo>
                <a:lnTo>
                  <a:pt x="156375" y="71132"/>
                </a:lnTo>
                <a:lnTo>
                  <a:pt x="169595" y="71132"/>
                </a:lnTo>
                <a:lnTo>
                  <a:pt x="175056" y="65811"/>
                </a:lnTo>
                <a:lnTo>
                  <a:pt x="175056" y="52590"/>
                </a:lnTo>
                <a:close/>
              </a:path>
              <a:path w="378460" h="378460" extrusionOk="0">
                <a:moveTo>
                  <a:pt x="226936" y="312140"/>
                </a:moveTo>
                <a:lnTo>
                  <a:pt x="221627" y="306832"/>
                </a:lnTo>
                <a:lnTo>
                  <a:pt x="215023" y="306832"/>
                </a:lnTo>
                <a:lnTo>
                  <a:pt x="208407" y="306832"/>
                </a:lnTo>
                <a:lnTo>
                  <a:pt x="202946" y="312140"/>
                </a:lnTo>
                <a:lnTo>
                  <a:pt x="202946" y="325374"/>
                </a:lnTo>
                <a:lnTo>
                  <a:pt x="208407" y="330835"/>
                </a:lnTo>
                <a:lnTo>
                  <a:pt x="221627" y="330835"/>
                </a:lnTo>
                <a:lnTo>
                  <a:pt x="226936" y="325374"/>
                </a:lnTo>
                <a:lnTo>
                  <a:pt x="226936" y="312140"/>
                </a:lnTo>
                <a:close/>
              </a:path>
              <a:path w="378460" h="378460" extrusionOk="0">
                <a:moveTo>
                  <a:pt x="226936" y="260261"/>
                </a:moveTo>
                <a:lnTo>
                  <a:pt x="221627" y="254800"/>
                </a:lnTo>
                <a:lnTo>
                  <a:pt x="215023" y="254800"/>
                </a:lnTo>
                <a:lnTo>
                  <a:pt x="208407" y="254800"/>
                </a:lnTo>
                <a:lnTo>
                  <a:pt x="202946" y="260261"/>
                </a:lnTo>
                <a:lnTo>
                  <a:pt x="202946" y="273481"/>
                </a:lnTo>
                <a:lnTo>
                  <a:pt x="208407" y="278803"/>
                </a:lnTo>
                <a:lnTo>
                  <a:pt x="221627" y="278803"/>
                </a:lnTo>
                <a:lnTo>
                  <a:pt x="226936" y="273481"/>
                </a:lnTo>
                <a:lnTo>
                  <a:pt x="226936" y="260261"/>
                </a:lnTo>
                <a:close/>
              </a:path>
              <a:path w="378460" h="378460" extrusionOk="0">
                <a:moveTo>
                  <a:pt x="226936" y="208241"/>
                </a:moveTo>
                <a:lnTo>
                  <a:pt x="221627" y="202920"/>
                </a:lnTo>
                <a:lnTo>
                  <a:pt x="215023" y="202920"/>
                </a:lnTo>
                <a:lnTo>
                  <a:pt x="208407" y="202920"/>
                </a:lnTo>
                <a:lnTo>
                  <a:pt x="202946" y="208241"/>
                </a:lnTo>
                <a:lnTo>
                  <a:pt x="202946" y="221602"/>
                </a:lnTo>
                <a:lnTo>
                  <a:pt x="208407" y="226923"/>
                </a:lnTo>
                <a:lnTo>
                  <a:pt x="221627" y="226923"/>
                </a:lnTo>
                <a:lnTo>
                  <a:pt x="226936" y="221602"/>
                </a:lnTo>
                <a:lnTo>
                  <a:pt x="226936" y="208241"/>
                </a:lnTo>
                <a:close/>
              </a:path>
              <a:path w="378460" h="378460" extrusionOk="0">
                <a:moveTo>
                  <a:pt x="226936" y="156349"/>
                </a:moveTo>
                <a:lnTo>
                  <a:pt x="221627" y="151041"/>
                </a:lnTo>
                <a:lnTo>
                  <a:pt x="215023" y="151041"/>
                </a:lnTo>
                <a:lnTo>
                  <a:pt x="208407" y="151041"/>
                </a:lnTo>
                <a:lnTo>
                  <a:pt x="202946" y="156349"/>
                </a:lnTo>
                <a:lnTo>
                  <a:pt x="202946" y="169570"/>
                </a:lnTo>
                <a:lnTo>
                  <a:pt x="208407" y="175031"/>
                </a:lnTo>
                <a:lnTo>
                  <a:pt x="221627" y="175031"/>
                </a:lnTo>
                <a:lnTo>
                  <a:pt x="226936" y="169570"/>
                </a:lnTo>
                <a:lnTo>
                  <a:pt x="226936" y="156349"/>
                </a:lnTo>
                <a:close/>
              </a:path>
              <a:path w="378460" h="378460" extrusionOk="0">
                <a:moveTo>
                  <a:pt x="226936" y="104470"/>
                </a:moveTo>
                <a:lnTo>
                  <a:pt x="221627" y="99161"/>
                </a:lnTo>
                <a:lnTo>
                  <a:pt x="215023" y="99161"/>
                </a:lnTo>
                <a:lnTo>
                  <a:pt x="208407" y="99161"/>
                </a:lnTo>
                <a:lnTo>
                  <a:pt x="202946" y="104470"/>
                </a:lnTo>
                <a:lnTo>
                  <a:pt x="202946" y="117690"/>
                </a:lnTo>
                <a:lnTo>
                  <a:pt x="208407" y="123012"/>
                </a:lnTo>
                <a:lnTo>
                  <a:pt x="221627" y="123012"/>
                </a:lnTo>
                <a:lnTo>
                  <a:pt x="226936" y="117690"/>
                </a:lnTo>
                <a:lnTo>
                  <a:pt x="226936" y="104470"/>
                </a:lnTo>
                <a:close/>
              </a:path>
              <a:path w="378460" h="378460" extrusionOk="0">
                <a:moveTo>
                  <a:pt x="226936" y="52590"/>
                </a:moveTo>
                <a:lnTo>
                  <a:pt x="221627" y="47129"/>
                </a:lnTo>
                <a:lnTo>
                  <a:pt x="215023" y="47129"/>
                </a:lnTo>
                <a:lnTo>
                  <a:pt x="208407" y="47129"/>
                </a:lnTo>
                <a:lnTo>
                  <a:pt x="202946" y="52590"/>
                </a:lnTo>
                <a:lnTo>
                  <a:pt x="202946" y="65811"/>
                </a:lnTo>
                <a:lnTo>
                  <a:pt x="208407" y="71132"/>
                </a:lnTo>
                <a:lnTo>
                  <a:pt x="221627" y="71132"/>
                </a:lnTo>
                <a:lnTo>
                  <a:pt x="226936" y="65811"/>
                </a:lnTo>
                <a:lnTo>
                  <a:pt x="226936" y="52590"/>
                </a:lnTo>
                <a:close/>
              </a:path>
              <a:path w="378460" h="378460" extrusionOk="0">
                <a:moveTo>
                  <a:pt x="278815" y="312140"/>
                </a:moveTo>
                <a:lnTo>
                  <a:pt x="273519" y="306832"/>
                </a:lnTo>
                <a:lnTo>
                  <a:pt x="266903" y="306832"/>
                </a:lnTo>
                <a:lnTo>
                  <a:pt x="260299" y="306832"/>
                </a:lnTo>
                <a:lnTo>
                  <a:pt x="254838" y="312140"/>
                </a:lnTo>
                <a:lnTo>
                  <a:pt x="254838" y="325374"/>
                </a:lnTo>
                <a:lnTo>
                  <a:pt x="260299" y="330835"/>
                </a:lnTo>
                <a:lnTo>
                  <a:pt x="273519" y="330835"/>
                </a:lnTo>
                <a:lnTo>
                  <a:pt x="278815" y="325374"/>
                </a:lnTo>
                <a:lnTo>
                  <a:pt x="278815" y="312140"/>
                </a:lnTo>
                <a:close/>
              </a:path>
              <a:path w="378460" h="378460" extrusionOk="0">
                <a:moveTo>
                  <a:pt x="278815" y="260261"/>
                </a:moveTo>
                <a:lnTo>
                  <a:pt x="273519" y="254800"/>
                </a:lnTo>
                <a:lnTo>
                  <a:pt x="266903" y="254800"/>
                </a:lnTo>
                <a:lnTo>
                  <a:pt x="260299" y="254800"/>
                </a:lnTo>
                <a:lnTo>
                  <a:pt x="254838" y="260261"/>
                </a:lnTo>
                <a:lnTo>
                  <a:pt x="254838" y="273481"/>
                </a:lnTo>
                <a:lnTo>
                  <a:pt x="260299" y="278803"/>
                </a:lnTo>
                <a:lnTo>
                  <a:pt x="273519" y="278803"/>
                </a:lnTo>
                <a:lnTo>
                  <a:pt x="278815" y="273481"/>
                </a:lnTo>
                <a:lnTo>
                  <a:pt x="278815" y="260261"/>
                </a:lnTo>
                <a:close/>
              </a:path>
              <a:path w="378460" h="378460" extrusionOk="0">
                <a:moveTo>
                  <a:pt x="278815" y="208241"/>
                </a:moveTo>
                <a:lnTo>
                  <a:pt x="273519" y="202920"/>
                </a:lnTo>
                <a:lnTo>
                  <a:pt x="266903" y="202920"/>
                </a:lnTo>
                <a:lnTo>
                  <a:pt x="260299" y="202920"/>
                </a:lnTo>
                <a:lnTo>
                  <a:pt x="254838" y="208241"/>
                </a:lnTo>
                <a:lnTo>
                  <a:pt x="254838" y="221602"/>
                </a:lnTo>
                <a:lnTo>
                  <a:pt x="260299" y="226923"/>
                </a:lnTo>
                <a:lnTo>
                  <a:pt x="273519" y="226923"/>
                </a:lnTo>
                <a:lnTo>
                  <a:pt x="278815" y="221602"/>
                </a:lnTo>
                <a:lnTo>
                  <a:pt x="278815" y="208241"/>
                </a:lnTo>
                <a:close/>
              </a:path>
              <a:path w="378460" h="378460" extrusionOk="0">
                <a:moveTo>
                  <a:pt x="278815" y="156349"/>
                </a:moveTo>
                <a:lnTo>
                  <a:pt x="273519" y="151041"/>
                </a:lnTo>
                <a:lnTo>
                  <a:pt x="266903" y="151041"/>
                </a:lnTo>
                <a:lnTo>
                  <a:pt x="260299" y="151041"/>
                </a:lnTo>
                <a:lnTo>
                  <a:pt x="254838" y="156349"/>
                </a:lnTo>
                <a:lnTo>
                  <a:pt x="254838" y="169570"/>
                </a:lnTo>
                <a:lnTo>
                  <a:pt x="260299" y="175031"/>
                </a:lnTo>
                <a:lnTo>
                  <a:pt x="273519" y="175031"/>
                </a:lnTo>
                <a:lnTo>
                  <a:pt x="278815" y="169570"/>
                </a:lnTo>
                <a:lnTo>
                  <a:pt x="278815" y="156349"/>
                </a:lnTo>
                <a:close/>
              </a:path>
              <a:path w="378460" h="378460" extrusionOk="0">
                <a:moveTo>
                  <a:pt x="278815" y="104470"/>
                </a:moveTo>
                <a:lnTo>
                  <a:pt x="273519" y="99161"/>
                </a:lnTo>
                <a:lnTo>
                  <a:pt x="266903" y="99161"/>
                </a:lnTo>
                <a:lnTo>
                  <a:pt x="260299" y="99161"/>
                </a:lnTo>
                <a:lnTo>
                  <a:pt x="254838" y="104470"/>
                </a:lnTo>
                <a:lnTo>
                  <a:pt x="254838" y="117690"/>
                </a:lnTo>
                <a:lnTo>
                  <a:pt x="260299" y="123012"/>
                </a:lnTo>
                <a:lnTo>
                  <a:pt x="273519" y="123012"/>
                </a:lnTo>
                <a:lnTo>
                  <a:pt x="278815" y="117690"/>
                </a:lnTo>
                <a:lnTo>
                  <a:pt x="278815" y="104470"/>
                </a:lnTo>
                <a:close/>
              </a:path>
              <a:path w="378460" h="378460" extrusionOk="0">
                <a:moveTo>
                  <a:pt x="278815" y="52590"/>
                </a:moveTo>
                <a:lnTo>
                  <a:pt x="273519" y="47129"/>
                </a:lnTo>
                <a:lnTo>
                  <a:pt x="266903" y="47129"/>
                </a:lnTo>
                <a:lnTo>
                  <a:pt x="260299" y="47129"/>
                </a:lnTo>
                <a:lnTo>
                  <a:pt x="254838" y="52590"/>
                </a:lnTo>
                <a:lnTo>
                  <a:pt x="254838" y="65811"/>
                </a:lnTo>
                <a:lnTo>
                  <a:pt x="260299" y="71132"/>
                </a:lnTo>
                <a:lnTo>
                  <a:pt x="273519" y="71132"/>
                </a:lnTo>
                <a:lnTo>
                  <a:pt x="278815" y="65811"/>
                </a:lnTo>
                <a:lnTo>
                  <a:pt x="278815" y="52590"/>
                </a:lnTo>
                <a:close/>
              </a:path>
              <a:path w="378460" h="378460" extrusionOk="0">
                <a:moveTo>
                  <a:pt x="330860" y="312140"/>
                </a:moveTo>
                <a:lnTo>
                  <a:pt x="325399" y="306832"/>
                </a:lnTo>
                <a:lnTo>
                  <a:pt x="318782" y="306832"/>
                </a:lnTo>
                <a:lnTo>
                  <a:pt x="312153" y="306832"/>
                </a:lnTo>
                <a:lnTo>
                  <a:pt x="306857" y="312140"/>
                </a:lnTo>
                <a:lnTo>
                  <a:pt x="306857" y="325374"/>
                </a:lnTo>
                <a:lnTo>
                  <a:pt x="312153" y="330835"/>
                </a:lnTo>
                <a:lnTo>
                  <a:pt x="325399" y="330835"/>
                </a:lnTo>
                <a:lnTo>
                  <a:pt x="330860" y="325374"/>
                </a:lnTo>
                <a:lnTo>
                  <a:pt x="330860" y="312140"/>
                </a:lnTo>
                <a:close/>
              </a:path>
              <a:path w="378460" h="378460" extrusionOk="0">
                <a:moveTo>
                  <a:pt x="330860" y="260261"/>
                </a:moveTo>
                <a:lnTo>
                  <a:pt x="325399" y="254800"/>
                </a:lnTo>
                <a:lnTo>
                  <a:pt x="318782" y="254800"/>
                </a:lnTo>
                <a:lnTo>
                  <a:pt x="312153" y="254800"/>
                </a:lnTo>
                <a:lnTo>
                  <a:pt x="306857" y="260261"/>
                </a:lnTo>
                <a:lnTo>
                  <a:pt x="306857" y="273481"/>
                </a:lnTo>
                <a:lnTo>
                  <a:pt x="312153" y="278803"/>
                </a:lnTo>
                <a:lnTo>
                  <a:pt x="325399" y="278803"/>
                </a:lnTo>
                <a:lnTo>
                  <a:pt x="330860" y="273481"/>
                </a:lnTo>
                <a:lnTo>
                  <a:pt x="330860" y="260261"/>
                </a:lnTo>
                <a:close/>
              </a:path>
              <a:path w="378460" h="378460" extrusionOk="0">
                <a:moveTo>
                  <a:pt x="330860" y="208241"/>
                </a:moveTo>
                <a:lnTo>
                  <a:pt x="325399" y="202920"/>
                </a:lnTo>
                <a:lnTo>
                  <a:pt x="318782" y="202920"/>
                </a:lnTo>
                <a:lnTo>
                  <a:pt x="312153" y="202920"/>
                </a:lnTo>
                <a:lnTo>
                  <a:pt x="306857" y="208241"/>
                </a:lnTo>
                <a:lnTo>
                  <a:pt x="306857" y="221602"/>
                </a:lnTo>
                <a:lnTo>
                  <a:pt x="312153" y="226923"/>
                </a:lnTo>
                <a:lnTo>
                  <a:pt x="325399" y="226923"/>
                </a:lnTo>
                <a:lnTo>
                  <a:pt x="330860" y="221602"/>
                </a:lnTo>
                <a:lnTo>
                  <a:pt x="330860" y="208241"/>
                </a:lnTo>
                <a:close/>
              </a:path>
              <a:path w="378460" h="378460" extrusionOk="0">
                <a:moveTo>
                  <a:pt x="330860" y="156349"/>
                </a:moveTo>
                <a:lnTo>
                  <a:pt x="325399" y="151041"/>
                </a:lnTo>
                <a:lnTo>
                  <a:pt x="318782" y="151041"/>
                </a:lnTo>
                <a:lnTo>
                  <a:pt x="312153" y="151041"/>
                </a:lnTo>
                <a:lnTo>
                  <a:pt x="306857" y="156349"/>
                </a:lnTo>
                <a:lnTo>
                  <a:pt x="306857" y="169570"/>
                </a:lnTo>
                <a:lnTo>
                  <a:pt x="312153" y="175031"/>
                </a:lnTo>
                <a:lnTo>
                  <a:pt x="325399" y="175031"/>
                </a:lnTo>
                <a:lnTo>
                  <a:pt x="330860" y="169570"/>
                </a:lnTo>
                <a:lnTo>
                  <a:pt x="330860" y="156349"/>
                </a:lnTo>
                <a:close/>
              </a:path>
              <a:path w="378460" h="378460" extrusionOk="0">
                <a:moveTo>
                  <a:pt x="330860" y="104470"/>
                </a:moveTo>
                <a:lnTo>
                  <a:pt x="325399" y="99161"/>
                </a:lnTo>
                <a:lnTo>
                  <a:pt x="318782" y="99161"/>
                </a:lnTo>
                <a:lnTo>
                  <a:pt x="312153" y="99161"/>
                </a:lnTo>
                <a:lnTo>
                  <a:pt x="306857" y="104470"/>
                </a:lnTo>
                <a:lnTo>
                  <a:pt x="306857" y="117690"/>
                </a:lnTo>
                <a:lnTo>
                  <a:pt x="312153" y="123012"/>
                </a:lnTo>
                <a:lnTo>
                  <a:pt x="325399" y="123012"/>
                </a:lnTo>
                <a:lnTo>
                  <a:pt x="330860" y="117690"/>
                </a:lnTo>
                <a:lnTo>
                  <a:pt x="330860" y="104470"/>
                </a:lnTo>
                <a:close/>
              </a:path>
              <a:path w="378460" h="378460" extrusionOk="0">
                <a:moveTo>
                  <a:pt x="330860" y="52590"/>
                </a:moveTo>
                <a:lnTo>
                  <a:pt x="325399" y="47129"/>
                </a:lnTo>
                <a:lnTo>
                  <a:pt x="318782" y="47129"/>
                </a:lnTo>
                <a:lnTo>
                  <a:pt x="312153" y="47129"/>
                </a:lnTo>
                <a:lnTo>
                  <a:pt x="306857" y="52590"/>
                </a:lnTo>
                <a:lnTo>
                  <a:pt x="306857" y="65811"/>
                </a:lnTo>
                <a:lnTo>
                  <a:pt x="312153" y="71132"/>
                </a:lnTo>
                <a:lnTo>
                  <a:pt x="325399" y="71132"/>
                </a:lnTo>
                <a:lnTo>
                  <a:pt x="330860" y="65811"/>
                </a:lnTo>
                <a:lnTo>
                  <a:pt x="330860" y="52590"/>
                </a:lnTo>
                <a:close/>
              </a:path>
              <a:path w="378460" h="378460" extrusionOk="0">
                <a:moveTo>
                  <a:pt x="378129" y="25730"/>
                </a:moveTo>
                <a:lnTo>
                  <a:pt x="360883" y="1727"/>
                </a:lnTo>
                <a:lnTo>
                  <a:pt x="360883" y="20967"/>
                </a:lnTo>
                <a:lnTo>
                  <a:pt x="360883" y="356984"/>
                </a:lnTo>
                <a:lnTo>
                  <a:pt x="357009" y="360870"/>
                </a:lnTo>
                <a:lnTo>
                  <a:pt x="20993" y="360870"/>
                </a:lnTo>
                <a:lnTo>
                  <a:pt x="17106" y="356984"/>
                </a:lnTo>
                <a:lnTo>
                  <a:pt x="17106" y="20967"/>
                </a:lnTo>
                <a:lnTo>
                  <a:pt x="20993" y="17106"/>
                </a:lnTo>
                <a:lnTo>
                  <a:pt x="357009" y="17106"/>
                </a:lnTo>
                <a:lnTo>
                  <a:pt x="360883" y="20967"/>
                </a:lnTo>
                <a:lnTo>
                  <a:pt x="360883" y="1727"/>
                </a:lnTo>
                <a:lnTo>
                  <a:pt x="352259" y="0"/>
                </a:lnTo>
                <a:lnTo>
                  <a:pt x="25730" y="0"/>
                </a:lnTo>
                <a:lnTo>
                  <a:pt x="15709" y="2006"/>
                </a:lnTo>
                <a:lnTo>
                  <a:pt x="7531" y="7518"/>
                </a:lnTo>
                <a:lnTo>
                  <a:pt x="2019" y="15697"/>
                </a:lnTo>
                <a:lnTo>
                  <a:pt x="0" y="25730"/>
                </a:lnTo>
                <a:lnTo>
                  <a:pt x="0" y="352247"/>
                </a:lnTo>
                <a:lnTo>
                  <a:pt x="2019" y="362292"/>
                </a:lnTo>
                <a:lnTo>
                  <a:pt x="7531" y="370509"/>
                </a:lnTo>
                <a:lnTo>
                  <a:pt x="15709" y="376072"/>
                </a:lnTo>
                <a:lnTo>
                  <a:pt x="25730" y="378117"/>
                </a:lnTo>
                <a:lnTo>
                  <a:pt x="352259" y="378117"/>
                </a:lnTo>
                <a:lnTo>
                  <a:pt x="378129" y="352247"/>
                </a:lnTo>
                <a:lnTo>
                  <a:pt x="378129" y="257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6" name="Google Shape;142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6037" y="2043016"/>
            <a:ext cx="147584" cy="56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7" name="Google Shape;1427;p13"/>
          <p:cNvGrpSpPr/>
          <p:nvPr/>
        </p:nvGrpSpPr>
        <p:grpSpPr>
          <a:xfrm>
            <a:off x="1414156" y="3557805"/>
            <a:ext cx="123118" cy="123118"/>
            <a:chOff x="1763255" y="4410328"/>
            <a:chExt cx="363220" cy="363220"/>
          </a:xfrm>
        </p:grpSpPr>
        <p:sp>
          <p:nvSpPr>
            <p:cNvPr id="1428" name="Google Shape;1428;p13"/>
            <p:cNvSpPr/>
            <p:nvPr/>
          </p:nvSpPr>
          <p:spPr>
            <a:xfrm>
              <a:off x="1763255" y="4410328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19" h="363220" extrusionOk="0">
                  <a:moveTo>
                    <a:pt x="321665" y="181368"/>
                  </a:moveTo>
                  <a:lnTo>
                    <a:pt x="314515" y="137058"/>
                  </a:lnTo>
                  <a:lnTo>
                    <a:pt x="308000" y="124460"/>
                  </a:lnTo>
                  <a:lnTo>
                    <a:pt x="308000" y="181368"/>
                  </a:lnTo>
                  <a:lnTo>
                    <a:pt x="298030" y="230593"/>
                  </a:lnTo>
                  <a:lnTo>
                    <a:pt x="270865" y="270840"/>
                  </a:lnTo>
                  <a:lnTo>
                    <a:pt x="230606" y="298005"/>
                  </a:lnTo>
                  <a:lnTo>
                    <a:pt x="181381" y="307975"/>
                  </a:lnTo>
                  <a:lnTo>
                    <a:pt x="132156" y="298005"/>
                  </a:lnTo>
                  <a:lnTo>
                    <a:pt x="91897" y="270840"/>
                  </a:lnTo>
                  <a:lnTo>
                    <a:pt x="64731" y="230593"/>
                  </a:lnTo>
                  <a:lnTo>
                    <a:pt x="54762" y="181368"/>
                  </a:lnTo>
                  <a:lnTo>
                    <a:pt x="64731" y="132130"/>
                  </a:lnTo>
                  <a:lnTo>
                    <a:pt x="91897" y="91884"/>
                  </a:lnTo>
                  <a:lnTo>
                    <a:pt x="132156" y="64719"/>
                  </a:lnTo>
                  <a:lnTo>
                    <a:pt x="181381" y="54749"/>
                  </a:lnTo>
                  <a:lnTo>
                    <a:pt x="230606" y="64719"/>
                  </a:lnTo>
                  <a:lnTo>
                    <a:pt x="270865" y="91884"/>
                  </a:lnTo>
                  <a:lnTo>
                    <a:pt x="298030" y="132130"/>
                  </a:lnTo>
                  <a:lnTo>
                    <a:pt x="308000" y="181368"/>
                  </a:lnTo>
                  <a:lnTo>
                    <a:pt x="308000" y="124460"/>
                  </a:lnTo>
                  <a:lnTo>
                    <a:pt x="264248" y="68186"/>
                  </a:lnTo>
                  <a:lnTo>
                    <a:pt x="225742" y="48247"/>
                  </a:lnTo>
                  <a:lnTo>
                    <a:pt x="181381" y="41084"/>
                  </a:lnTo>
                  <a:lnTo>
                    <a:pt x="137096" y="48247"/>
                  </a:lnTo>
                  <a:lnTo>
                    <a:pt x="98628" y="68186"/>
                  </a:lnTo>
                  <a:lnTo>
                    <a:pt x="68287" y="98564"/>
                  </a:lnTo>
                  <a:lnTo>
                    <a:pt x="48387" y="137058"/>
                  </a:lnTo>
                  <a:lnTo>
                    <a:pt x="41249" y="181368"/>
                  </a:lnTo>
                  <a:lnTo>
                    <a:pt x="48387" y="225666"/>
                  </a:lnTo>
                  <a:lnTo>
                    <a:pt x="68287" y="264160"/>
                  </a:lnTo>
                  <a:lnTo>
                    <a:pt x="98628" y="294538"/>
                  </a:lnTo>
                  <a:lnTo>
                    <a:pt x="137096" y="314477"/>
                  </a:lnTo>
                  <a:lnTo>
                    <a:pt x="181381" y="321627"/>
                  </a:lnTo>
                  <a:lnTo>
                    <a:pt x="225742" y="314477"/>
                  </a:lnTo>
                  <a:lnTo>
                    <a:pt x="238290" y="307975"/>
                  </a:lnTo>
                  <a:lnTo>
                    <a:pt x="264248" y="294538"/>
                  </a:lnTo>
                  <a:lnTo>
                    <a:pt x="294614" y="264160"/>
                  </a:lnTo>
                  <a:lnTo>
                    <a:pt x="314515" y="225666"/>
                  </a:lnTo>
                  <a:lnTo>
                    <a:pt x="321665" y="181368"/>
                  </a:lnTo>
                  <a:close/>
                </a:path>
                <a:path w="363219" h="363220" extrusionOk="0">
                  <a:moveTo>
                    <a:pt x="362889" y="181368"/>
                  </a:moveTo>
                  <a:lnTo>
                    <a:pt x="356400" y="133108"/>
                  </a:lnTo>
                  <a:lnTo>
                    <a:pt x="344678" y="105346"/>
                  </a:lnTo>
                  <a:lnTo>
                    <a:pt x="344678" y="181368"/>
                  </a:lnTo>
                  <a:lnTo>
                    <a:pt x="338836" y="224726"/>
                  </a:lnTo>
                  <a:lnTo>
                    <a:pt x="322364" y="263728"/>
                  </a:lnTo>
                  <a:lnTo>
                    <a:pt x="296811" y="296786"/>
                  </a:lnTo>
                  <a:lnTo>
                    <a:pt x="263740" y="322338"/>
                  </a:lnTo>
                  <a:lnTo>
                    <a:pt x="224751" y="338823"/>
                  </a:lnTo>
                  <a:lnTo>
                    <a:pt x="181381" y="344665"/>
                  </a:lnTo>
                  <a:lnTo>
                    <a:pt x="138010" y="338823"/>
                  </a:lnTo>
                  <a:lnTo>
                    <a:pt x="99009" y="322338"/>
                  </a:lnTo>
                  <a:lnTo>
                    <a:pt x="65951" y="296786"/>
                  </a:lnTo>
                  <a:lnTo>
                    <a:pt x="40398" y="263728"/>
                  </a:lnTo>
                  <a:lnTo>
                    <a:pt x="23914" y="224726"/>
                  </a:lnTo>
                  <a:lnTo>
                    <a:pt x="18072" y="181368"/>
                  </a:lnTo>
                  <a:lnTo>
                    <a:pt x="23914" y="137998"/>
                  </a:lnTo>
                  <a:lnTo>
                    <a:pt x="40398" y="98996"/>
                  </a:lnTo>
                  <a:lnTo>
                    <a:pt x="65951" y="65938"/>
                  </a:lnTo>
                  <a:lnTo>
                    <a:pt x="99009" y="40386"/>
                  </a:lnTo>
                  <a:lnTo>
                    <a:pt x="138010" y="23914"/>
                  </a:lnTo>
                  <a:lnTo>
                    <a:pt x="181381" y="18072"/>
                  </a:lnTo>
                  <a:lnTo>
                    <a:pt x="224751" y="23914"/>
                  </a:lnTo>
                  <a:lnTo>
                    <a:pt x="263740" y="40386"/>
                  </a:lnTo>
                  <a:lnTo>
                    <a:pt x="296811" y="65938"/>
                  </a:lnTo>
                  <a:lnTo>
                    <a:pt x="322364" y="98996"/>
                  </a:lnTo>
                  <a:lnTo>
                    <a:pt x="338836" y="137998"/>
                  </a:lnTo>
                  <a:lnTo>
                    <a:pt x="344678" y="181368"/>
                  </a:lnTo>
                  <a:lnTo>
                    <a:pt x="344678" y="105346"/>
                  </a:lnTo>
                  <a:lnTo>
                    <a:pt x="338112" y="89776"/>
                  </a:lnTo>
                  <a:lnTo>
                    <a:pt x="309740" y="53073"/>
                  </a:lnTo>
                  <a:lnTo>
                    <a:pt x="272999" y="24739"/>
                  </a:lnTo>
                  <a:lnTo>
                    <a:pt x="257175" y="18072"/>
                  </a:lnTo>
                  <a:lnTo>
                    <a:pt x="229641" y="6464"/>
                  </a:lnTo>
                  <a:lnTo>
                    <a:pt x="181381" y="0"/>
                  </a:lnTo>
                  <a:lnTo>
                    <a:pt x="133134" y="6464"/>
                  </a:lnTo>
                  <a:lnTo>
                    <a:pt x="89789" y="24739"/>
                  </a:lnTo>
                  <a:lnTo>
                    <a:pt x="53086" y="53073"/>
                  </a:lnTo>
                  <a:lnTo>
                    <a:pt x="24752" y="89776"/>
                  </a:lnTo>
                  <a:lnTo>
                    <a:pt x="6477" y="133108"/>
                  </a:lnTo>
                  <a:lnTo>
                    <a:pt x="0" y="181368"/>
                  </a:lnTo>
                  <a:lnTo>
                    <a:pt x="6477" y="229628"/>
                  </a:lnTo>
                  <a:lnTo>
                    <a:pt x="24752" y="272986"/>
                  </a:lnTo>
                  <a:lnTo>
                    <a:pt x="53086" y="309714"/>
                  </a:lnTo>
                  <a:lnTo>
                    <a:pt x="89789" y="338099"/>
                  </a:lnTo>
                  <a:lnTo>
                    <a:pt x="133134" y="356387"/>
                  </a:lnTo>
                  <a:lnTo>
                    <a:pt x="181381" y="362877"/>
                  </a:lnTo>
                  <a:lnTo>
                    <a:pt x="229641" y="356387"/>
                  </a:lnTo>
                  <a:lnTo>
                    <a:pt x="257429" y="344665"/>
                  </a:lnTo>
                  <a:lnTo>
                    <a:pt x="272999" y="338099"/>
                  </a:lnTo>
                  <a:lnTo>
                    <a:pt x="309740" y="309714"/>
                  </a:lnTo>
                  <a:lnTo>
                    <a:pt x="338112" y="272986"/>
                  </a:lnTo>
                  <a:lnTo>
                    <a:pt x="356400" y="229628"/>
                  </a:lnTo>
                  <a:lnTo>
                    <a:pt x="362889" y="1813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1974302" y="4511004"/>
              <a:ext cx="59690" cy="84455"/>
            </a:xfrm>
            <a:custGeom>
              <a:avLst/>
              <a:gdLst/>
              <a:ahLst/>
              <a:cxnLst/>
              <a:rect l="l" t="t" r="r" b="b"/>
              <a:pathLst>
                <a:path w="59689" h="84454" extrusionOk="0">
                  <a:moveTo>
                    <a:pt x="0" y="0"/>
                  </a:moveTo>
                  <a:lnTo>
                    <a:pt x="23895" y="12872"/>
                  </a:lnTo>
                  <a:lnTo>
                    <a:pt x="42707" y="32149"/>
                  </a:lnTo>
                  <a:lnTo>
                    <a:pt x="55027" y="56419"/>
                  </a:lnTo>
                  <a:lnTo>
                    <a:pt x="59447" y="84266"/>
                  </a:lnTo>
                </a:path>
              </a:pathLst>
            </a:custGeom>
            <a:noFill/>
            <a:ln w="135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430" name="Google Shape;1430;p13"/>
          <p:cNvSpPr/>
          <p:nvPr/>
        </p:nvSpPr>
        <p:spPr>
          <a:xfrm>
            <a:off x="1334363" y="2010029"/>
            <a:ext cx="62919" cy="118987"/>
          </a:xfrm>
          <a:custGeom>
            <a:avLst/>
            <a:gdLst/>
            <a:ahLst/>
            <a:cxnLst/>
            <a:rect l="l" t="t" r="r" b="b"/>
            <a:pathLst>
              <a:path w="221614" h="419100" extrusionOk="0">
                <a:moveTo>
                  <a:pt x="120535" y="36004"/>
                </a:moveTo>
                <a:lnTo>
                  <a:pt x="116179" y="31661"/>
                </a:lnTo>
                <a:lnTo>
                  <a:pt x="105270" y="31661"/>
                </a:lnTo>
                <a:lnTo>
                  <a:pt x="100914" y="36004"/>
                </a:lnTo>
                <a:lnTo>
                  <a:pt x="100914" y="46723"/>
                </a:lnTo>
                <a:lnTo>
                  <a:pt x="105270" y="51066"/>
                </a:lnTo>
                <a:lnTo>
                  <a:pt x="116179" y="51066"/>
                </a:lnTo>
                <a:lnTo>
                  <a:pt x="120535" y="46723"/>
                </a:lnTo>
                <a:lnTo>
                  <a:pt x="120535" y="41300"/>
                </a:lnTo>
                <a:lnTo>
                  <a:pt x="120535" y="36004"/>
                </a:lnTo>
                <a:close/>
              </a:path>
              <a:path w="221614" h="419100" extrusionOk="0">
                <a:moveTo>
                  <a:pt x="135394" y="373062"/>
                </a:moveTo>
                <a:lnTo>
                  <a:pt x="86067" y="373062"/>
                </a:lnTo>
                <a:lnTo>
                  <a:pt x="86067" y="386346"/>
                </a:lnTo>
                <a:lnTo>
                  <a:pt x="135394" y="386346"/>
                </a:lnTo>
                <a:lnTo>
                  <a:pt x="135394" y="373062"/>
                </a:lnTo>
                <a:close/>
              </a:path>
              <a:path w="221614" h="419100" extrusionOk="0">
                <a:moveTo>
                  <a:pt x="221564" y="31750"/>
                </a:moveTo>
                <a:lnTo>
                  <a:pt x="221056" y="29210"/>
                </a:lnTo>
                <a:lnTo>
                  <a:pt x="220878" y="27940"/>
                </a:lnTo>
                <a:lnTo>
                  <a:pt x="220535" y="26670"/>
                </a:lnTo>
                <a:lnTo>
                  <a:pt x="220205" y="25400"/>
                </a:lnTo>
                <a:lnTo>
                  <a:pt x="219951" y="24130"/>
                </a:lnTo>
                <a:lnTo>
                  <a:pt x="219024" y="21590"/>
                </a:lnTo>
                <a:lnTo>
                  <a:pt x="218681" y="21590"/>
                </a:lnTo>
                <a:lnTo>
                  <a:pt x="218109" y="20320"/>
                </a:lnTo>
                <a:lnTo>
                  <a:pt x="217525" y="19050"/>
                </a:lnTo>
                <a:lnTo>
                  <a:pt x="217131" y="17780"/>
                </a:lnTo>
                <a:lnTo>
                  <a:pt x="215785" y="16510"/>
                </a:lnTo>
                <a:lnTo>
                  <a:pt x="215303" y="15240"/>
                </a:lnTo>
                <a:lnTo>
                  <a:pt x="213753" y="12700"/>
                </a:lnTo>
                <a:lnTo>
                  <a:pt x="213194" y="12700"/>
                </a:lnTo>
                <a:lnTo>
                  <a:pt x="211442" y="10160"/>
                </a:lnTo>
                <a:lnTo>
                  <a:pt x="210845" y="10160"/>
                </a:lnTo>
                <a:lnTo>
                  <a:pt x="208927" y="8890"/>
                </a:lnTo>
                <a:lnTo>
                  <a:pt x="208254" y="7620"/>
                </a:lnTo>
                <a:lnTo>
                  <a:pt x="206159" y="6350"/>
                </a:lnTo>
                <a:lnTo>
                  <a:pt x="205486" y="6350"/>
                </a:lnTo>
                <a:lnTo>
                  <a:pt x="203733" y="5346"/>
                </a:lnTo>
                <a:lnTo>
                  <a:pt x="203733" y="33020"/>
                </a:lnTo>
                <a:lnTo>
                  <a:pt x="203682" y="386080"/>
                </a:lnTo>
                <a:lnTo>
                  <a:pt x="203504" y="387718"/>
                </a:lnTo>
                <a:lnTo>
                  <a:pt x="202933" y="389890"/>
                </a:lnTo>
                <a:lnTo>
                  <a:pt x="203200" y="388620"/>
                </a:lnTo>
                <a:lnTo>
                  <a:pt x="202272" y="391160"/>
                </a:lnTo>
                <a:lnTo>
                  <a:pt x="202615" y="391160"/>
                </a:lnTo>
                <a:lnTo>
                  <a:pt x="201472" y="392430"/>
                </a:lnTo>
                <a:lnTo>
                  <a:pt x="201891" y="392430"/>
                </a:lnTo>
                <a:lnTo>
                  <a:pt x="200533" y="394970"/>
                </a:lnTo>
                <a:lnTo>
                  <a:pt x="201002" y="393700"/>
                </a:lnTo>
                <a:lnTo>
                  <a:pt x="199453" y="396240"/>
                </a:lnTo>
                <a:lnTo>
                  <a:pt x="199999" y="394970"/>
                </a:lnTo>
                <a:lnTo>
                  <a:pt x="198259" y="397510"/>
                </a:lnTo>
                <a:lnTo>
                  <a:pt x="198856" y="396240"/>
                </a:lnTo>
                <a:lnTo>
                  <a:pt x="196951" y="397510"/>
                </a:lnTo>
                <a:lnTo>
                  <a:pt x="197612" y="397510"/>
                </a:lnTo>
                <a:lnTo>
                  <a:pt x="195541" y="398780"/>
                </a:lnTo>
                <a:lnTo>
                  <a:pt x="196227" y="398780"/>
                </a:lnTo>
                <a:lnTo>
                  <a:pt x="194005" y="400050"/>
                </a:lnTo>
                <a:lnTo>
                  <a:pt x="194741" y="400050"/>
                </a:lnTo>
                <a:lnTo>
                  <a:pt x="192392" y="401320"/>
                </a:lnTo>
                <a:lnTo>
                  <a:pt x="193217" y="400050"/>
                </a:lnTo>
                <a:lnTo>
                  <a:pt x="190728" y="401320"/>
                </a:lnTo>
                <a:lnTo>
                  <a:pt x="188125" y="401320"/>
                </a:lnTo>
                <a:lnTo>
                  <a:pt x="185369" y="402590"/>
                </a:lnTo>
                <a:lnTo>
                  <a:pt x="36093" y="402590"/>
                </a:lnTo>
                <a:lnTo>
                  <a:pt x="33350" y="401320"/>
                </a:lnTo>
                <a:lnTo>
                  <a:pt x="30746" y="401320"/>
                </a:lnTo>
                <a:lnTo>
                  <a:pt x="28257" y="400050"/>
                </a:lnTo>
                <a:lnTo>
                  <a:pt x="29083" y="401320"/>
                </a:lnTo>
                <a:lnTo>
                  <a:pt x="26720" y="400050"/>
                </a:lnTo>
                <a:lnTo>
                  <a:pt x="27457" y="400050"/>
                </a:lnTo>
                <a:lnTo>
                  <a:pt x="25234" y="398780"/>
                </a:lnTo>
                <a:lnTo>
                  <a:pt x="25933" y="398780"/>
                </a:lnTo>
                <a:lnTo>
                  <a:pt x="23850" y="397510"/>
                </a:lnTo>
                <a:lnTo>
                  <a:pt x="24511" y="397510"/>
                </a:lnTo>
                <a:lnTo>
                  <a:pt x="22593" y="396240"/>
                </a:lnTo>
                <a:lnTo>
                  <a:pt x="23202" y="397510"/>
                </a:lnTo>
                <a:lnTo>
                  <a:pt x="22339" y="396240"/>
                </a:lnTo>
                <a:lnTo>
                  <a:pt x="21463" y="394970"/>
                </a:lnTo>
                <a:lnTo>
                  <a:pt x="22009" y="396240"/>
                </a:lnTo>
                <a:lnTo>
                  <a:pt x="21234" y="394970"/>
                </a:lnTo>
                <a:lnTo>
                  <a:pt x="20459" y="393700"/>
                </a:lnTo>
                <a:lnTo>
                  <a:pt x="20929" y="394970"/>
                </a:lnTo>
                <a:lnTo>
                  <a:pt x="19583" y="392430"/>
                </a:lnTo>
                <a:lnTo>
                  <a:pt x="19977" y="392430"/>
                </a:lnTo>
                <a:lnTo>
                  <a:pt x="18834" y="391160"/>
                </a:lnTo>
                <a:lnTo>
                  <a:pt x="19189" y="391160"/>
                </a:lnTo>
                <a:lnTo>
                  <a:pt x="18732" y="389890"/>
                </a:lnTo>
                <a:lnTo>
                  <a:pt x="18275" y="388620"/>
                </a:lnTo>
                <a:lnTo>
                  <a:pt x="18542" y="389890"/>
                </a:lnTo>
                <a:lnTo>
                  <a:pt x="18199" y="388620"/>
                </a:lnTo>
                <a:lnTo>
                  <a:pt x="17932" y="387642"/>
                </a:lnTo>
                <a:lnTo>
                  <a:pt x="17780" y="386080"/>
                </a:lnTo>
                <a:lnTo>
                  <a:pt x="17665" y="384810"/>
                </a:lnTo>
                <a:lnTo>
                  <a:pt x="17602" y="383540"/>
                </a:lnTo>
                <a:lnTo>
                  <a:pt x="17729" y="35560"/>
                </a:lnTo>
                <a:lnTo>
                  <a:pt x="17729" y="33020"/>
                </a:lnTo>
                <a:lnTo>
                  <a:pt x="18046" y="31750"/>
                </a:lnTo>
                <a:lnTo>
                  <a:pt x="18313" y="30480"/>
                </a:lnTo>
                <a:lnTo>
                  <a:pt x="18351" y="30226"/>
                </a:lnTo>
                <a:lnTo>
                  <a:pt x="18719" y="29210"/>
                </a:lnTo>
                <a:lnTo>
                  <a:pt x="19177" y="27940"/>
                </a:lnTo>
                <a:lnTo>
                  <a:pt x="18834" y="29210"/>
                </a:lnTo>
                <a:lnTo>
                  <a:pt x="19405" y="27940"/>
                </a:lnTo>
                <a:lnTo>
                  <a:pt x="19977" y="26670"/>
                </a:lnTo>
                <a:lnTo>
                  <a:pt x="19570" y="27940"/>
                </a:lnTo>
                <a:lnTo>
                  <a:pt x="20243" y="26670"/>
                </a:lnTo>
                <a:lnTo>
                  <a:pt x="20916" y="25400"/>
                </a:lnTo>
                <a:lnTo>
                  <a:pt x="20447" y="25400"/>
                </a:lnTo>
                <a:lnTo>
                  <a:pt x="21996" y="24130"/>
                </a:lnTo>
                <a:lnTo>
                  <a:pt x="21437" y="24130"/>
                </a:lnTo>
                <a:lnTo>
                  <a:pt x="23177" y="22860"/>
                </a:lnTo>
                <a:lnTo>
                  <a:pt x="22567" y="22860"/>
                </a:lnTo>
                <a:lnTo>
                  <a:pt x="24485" y="21590"/>
                </a:lnTo>
                <a:lnTo>
                  <a:pt x="23825" y="21590"/>
                </a:lnTo>
                <a:lnTo>
                  <a:pt x="25908" y="20320"/>
                </a:lnTo>
                <a:lnTo>
                  <a:pt x="25234" y="21590"/>
                </a:lnTo>
                <a:lnTo>
                  <a:pt x="26339" y="20320"/>
                </a:lnTo>
                <a:lnTo>
                  <a:pt x="27457" y="19050"/>
                </a:lnTo>
                <a:lnTo>
                  <a:pt x="26644" y="20320"/>
                </a:lnTo>
                <a:lnTo>
                  <a:pt x="29006" y="19050"/>
                </a:lnTo>
                <a:lnTo>
                  <a:pt x="28257" y="19050"/>
                </a:lnTo>
                <a:lnTo>
                  <a:pt x="30746" y="17780"/>
                </a:lnTo>
                <a:lnTo>
                  <a:pt x="29857" y="19050"/>
                </a:lnTo>
                <a:lnTo>
                  <a:pt x="32435" y="17780"/>
                </a:lnTo>
                <a:lnTo>
                  <a:pt x="189039" y="17780"/>
                </a:lnTo>
                <a:lnTo>
                  <a:pt x="191617" y="19050"/>
                </a:lnTo>
                <a:lnTo>
                  <a:pt x="190728" y="17780"/>
                </a:lnTo>
                <a:lnTo>
                  <a:pt x="193217" y="19050"/>
                </a:lnTo>
                <a:lnTo>
                  <a:pt x="192468" y="19050"/>
                </a:lnTo>
                <a:lnTo>
                  <a:pt x="194830" y="20320"/>
                </a:lnTo>
                <a:lnTo>
                  <a:pt x="194005" y="19050"/>
                </a:lnTo>
                <a:lnTo>
                  <a:pt x="196227" y="21590"/>
                </a:lnTo>
                <a:lnTo>
                  <a:pt x="195554" y="20320"/>
                </a:lnTo>
                <a:lnTo>
                  <a:pt x="197637" y="21590"/>
                </a:lnTo>
                <a:lnTo>
                  <a:pt x="196977" y="21590"/>
                </a:lnTo>
                <a:lnTo>
                  <a:pt x="198894" y="22860"/>
                </a:lnTo>
                <a:lnTo>
                  <a:pt x="198285" y="22860"/>
                </a:lnTo>
                <a:lnTo>
                  <a:pt x="200025" y="24130"/>
                </a:lnTo>
                <a:lnTo>
                  <a:pt x="199478" y="24130"/>
                </a:lnTo>
                <a:lnTo>
                  <a:pt x="201015" y="25400"/>
                </a:lnTo>
                <a:lnTo>
                  <a:pt x="200545" y="25400"/>
                </a:lnTo>
                <a:lnTo>
                  <a:pt x="201891" y="27940"/>
                </a:lnTo>
                <a:lnTo>
                  <a:pt x="201498" y="26670"/>
                </a:lnTo>
                <a:lnTo>
                  <a:pt x="202641" y="29210"/>
                </a:lnTo>
                <a:lnTo>
                  <a:pt x="202298" y="27940"/>
                </a:lnTo>
                <a:lnTo>
                  <a:pt x="203111" y="30226"/>
                </a:lnTo>
                <a:lnTo>
                  <a:pt x="203415" y="31750"/>
                </a:lnTo>
                <a:lnTo>
                  <a:pt x="203733" y="33020"/>
                </a:lnTo>
                <a:lnTo>
                  <a:pt x="203733" y="5346"/>
                </a:lnTo>
                <a:lnTo>
                  <a:pt x="203276" y="5080"/>
                </a:lnTo>
                <a:lnTo>
                  <a:pt x="202450" y="3810"/>
                </a:lnTo>
                <a:lnTo>
                  <a:pt x="200113" y="2540"/>
                </a:lnTo>
                <a:lnTo>
                  <a:pt x="199364" y="2540"/>
                </a:lnTo>
                <a:lnTo>
                  <a:pt x="196875" y="1270"/>
                </a:lnTo>
                <a:lnTo>
                  <a:pt x="193433" y="1270"/>
                </a:lnTo>
                <a:lnTo>
                  <a:pt x="192570" y="0"/>
                </a:lnTo>
                <a:lnTo>
                  <a:pt x="28879" y="0"/>
                </a:lnTo>
                <a:lnTo>
                  <a:pt x="28041" y="1270"/>
                </a:lnTo>
                <a:lnTo>
                  <a:pt x="24574" y="1270"/>
                </a:lnTo>
                <a:lnTo>
                  <a:pt x="22098" y="2540"/>
                </a:lnTo>
                <a:lnTo>
                  <a:pt x="21361" y="2540"/>
                </a:lnTo>
                <a:lnTo>
                  <a:pt x="18999" y="3810"/>
                </a:lnTo>
                <a:lnTo>
                  <a:pt x="18186" y="5080"/>
                </a:lnTo>
                <a:lnTo>
                  <a:pt x="15976" y="6350"/>
                </a:lnTo>
                <a:lnTo>
                  <a:pt x="15303" y="6350"/>
                </a:lnTo>
                <a:lnTo>
                  <a:pt x="13220" y="7620"/>
                </a:lnTo>
                <a:lnTo>
                  <a:pt x="12547" y="8890"/>
                </a:lnTo>
                <a:lnTo>
                  <a:pt x="10629" y="10160"/>
                </a:lnTo>
                <a:lnTo>
                  <a:pt x="10007" y="10160"/>
                </a:lnTo>
                <a:lnTo>
                  <a:pt x="8267" y="12700"/>
                </a:lnTo>
                <a:lnTo>
                  <a:pt x="7708" y="12700"/>
                </a:lnTo>
                <a:lnTo>
                  <a:pt x="6159" y="15240"/>
                </a:lnTo>
                <a:lnTo>
                  <a:pt x="5689" y="16510"/>
                </a:lnTo>
                <a:lnTo>
                  <a:pt x="4343" y="17780"/>
                </a:lnTo>
                <a:lnTo>
                  <a:pt x="3937" y="19050"/>
                </a:lnTo>
                <a:lnTo>
                  <a:pt x="2794" y="21590"/>
                </a:lnTo>
                <a:lnTo>
                  <a:pt x="2438" y="21590"/>
                </a:lnTo>
                <a:lnTo>
                  <a:pt x="1524" y="24130"/>
                </a:lnTo>
                <a:lnTo>
                  <a:pt x="1257" y="25400"/>
                </a:lnTo>
                <a:lnTo>
                  <a:pt x="584" y="27940"/>
                </a:lnTo>
                <a:lnTo>
                  <a:pt x="0" y="31750"/>
                </a:lnTo>
                <a:lnTo>
                  <a:pt x="0" y="388620"/>
                </a:lnTo>
                <a:lnTo>
                  <a:pt x="406" y="391160"/>
                </a:lnTo>
                <a:lnTo>
                  <a:pt x="584" y="391160"/>
                </a:lnTo>
                <a:lnTo>
                  <a:pt x="1257" y="393700"/>
                </a:lnTo>
                <a:lnTo>
                  <a:pt x="1524" y="394970"/>
                </a:lnTo>
                <a:lnTo>
                  <a:pt x="2438" y="397510"/>
                </a:lnTo>
                <a:lnTo>
                  <a:pt x="2781" y="398780"/>
                </a:lnTo>
                <a:lnTo>
                  <a:pt x="3924" y="400050"/>
                </a:lnTo>
                <a:lnTo>
                  <a:pt x="4330" y="401320"/>
                </a:lnTo>
                <a:lnTo>
                  <a:pt x="5676" y="403860"/>
                </a:lnTo>
                <a:lnTo>
                  <a:pt x="6146" y="403860"/>
                </a:lnTo>
                <a:lnTo>
                  <a:pt x="7696" y="406400"/>
                </a:lnTo>
                <a:lnTo>
                  <a:pt x="8242" y="407670"/>
                </a:lnTo>
                <a:lnTo>
                  <a:pt x="9994" y="408940"/>
                </a:lnTo>
                <a:lnTo>
                  <a:pt x="10604" y="408940"/>
                </a:lnTo>
                <a:lnTo>
                  <a:pt x="12522" y="411480"/>
                </a:lnTo>
                <a:lnTo>
                  <a:pt x="13182" y="411480"/>
                </a:lnTo>
                <a:lnTo>
                  <a:pt x="15265" y="414020"/>
                </a:lnTo>
                <a:lnTo>
                  <a:pt x="15976" y="414020"/>
                </a:lnTo>
                <a:lnTo>
                  <a:pt x="18186" y="415290"/>
                </a:lnTo>
                <a:lnTo>
                  <a:pt x="18923" y="415290"/>
                </a:lnTo>
                <a:lnTo>
                  <a:pt x="21285" y="416560"/>
                </a:lnTo>
                <a:lnTo>
                  <a:pt x="22098" y="416560"/>
                </a:lnTo>
                <a:lnTo>
                  <a:pt x="24574" y="417830"/>
                </a:lnTo>
                <a:lnTo>
                  <a:pt x="25425" y="417830"/>
                </a:lnTo>
                <a:lnTo>
                  <a:pt x="27990" y="419100"/>
                </a:lnTo>
                <a:lnTo>
                  <a:pt x="193471" y="419100"/>
                </a:lnTo>
                <a:lnTo>
                  <a:pt x="196049" y="417830"/>
                </a:lnTo>
                <a:lnTo>
                  <a:pt x="196875" y="417830"/>
                </a:lnTo>
                <a:lnTo>
                  <a:pt x="199364" y="416560"/>
                </a:lnTo>
                <a:lnTo>
                  <a:pt x="200190" y="416560"/>
                </a:lnTo>
                <a:lnTo>
                  <a:pt x="202552" y="415290"/>
                </a:lnTo>
                <a:lnTo>
                  <a:pt x="203276" y="415290"/>
                </a:lnTo>
                <a:lnTo>
                  <a:pt x="205486" y="414020"/>
                </a:lnTo>
                <a:lnTo>
                  <a:pt x="206197" y="414020"/>
                </a:lnTo>
                <a:lnTo>
                  <a:pt x="208292" y="411480"/>
                </a:lnTo>
                <a:lnTo>
                  <a:pt x="208940" y="411480"/>
                </a:lnTo>
                <a:lnTo>
                  <a:pt x="210870" y="408940"/>
                </a:lnTo>
                <a:lnTo>
                  <a:pt x="211480" y="408940"/>
                </a:lnTo>
                <a:lnTo>
                  <a:pt x="213233" y="407670"/>
                </a:lnTo>
                <a:lnTo>
                  <a:pt x="213766" y="406400"/>
                </a:lnTo>
                <a:lnTo>
                  <a:pt x="215315" y="403860"/>
                </a:lnTo>
                <a:lnTo>
                  <a:pt x="215785" y="403860"/>
                </a:lnTo>
                <a:lnTo>
                  <a:pt x="216458" y="402590"/>
                </a:lnTo>
                <a:lnTo>
                  <a:pt x="217131" y="401320"/>
                </a:lnTo>
                <a:lnTo>
                  <a:pt x="217551" y="400050"/>
                </a:lnTo>
                <a:lnTo>
                  <a:pt x="218694" y="398780"/>
                </a:lnTo>
                <a:lnTo>
                  <a:pt x="219036" y="397510"/>
                </a:lnTo>
                <a:lnTo>
                  <a:pt x="219494" y="396240"/>
                </a:lnTo>
                <a:lnTo>
                  <a:pt x="219951" y="394970"/>
                </a:lnTo>
                <a:lnTo>
                  <a:pt x="220218" y="393700"/>
                </a:lnTo>
                <a:lnTo>
                  <a:pt x="220878" y="391160"/>
                </a:lnTo>
                <a:lnTo>
                  <a:pt x="221056" y="391160"/>
                </a:lnTo>
                <a:lnTo>
                  <a:pt x="221259" y="389890"/>
                </a:lnTo>
                <a:lnTo>
                  <a:pt x="221475" y="388620"/>
                </a:lnTo>
                <a:lnTo>
                  <a:pt x="221564" y="317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31" name="Google Shape;143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5422" y="3569925"/>
            <a:ext cx="108713" cy="10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08906" y="4245858"/>
            <a:ext cx="117308" cy="117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19594" y="1962841"/>
            <a:ext cx="188926" cy="18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41602" y="3250283"/>
            <a:ext cx="217876" cy="21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34192" y="1935548"/>
            <a:ext cx="228200" cy="2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1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1542" y="3262455"/>
            <a:ext cx="203396" cy="2033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7" name="Google Shape;1437;p13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>
                <a:alpha val="49411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4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Аюулгүй байдлын шийдэл</a:t>
            </a:r>
            <a:endParaRPr/>
          </a:p>
        </p:txBody>
      </p:sp>
      <p:sp>
        <p:nvSpPr>
          <p:cNvPr id="1443" name="Google Shape;1443;p14"/>
          <p:cNvSpPr txBox="1"/>
          <p:nvPr/>
        </p:nvSpPr>
        <p:spPr>
          <a:xfrm>
            <a:off x="305990" y="747596"/>
            <a:ext cx="822364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Олон платформ дээр хувийн нууц, аюулгүй байдлыг хамгаална</a:t>
            </a:r>
            <a:endParaRPr sz="8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444" name="Google Shape;1444;p14"/>
          <p:cNvGrpSpPr/>
          <p:nvPr/>
        </p:nvGrpSpPr>
        <p:grpSpPr>
          <a:xfrm>
            <a:off x="1" y="1282746"/>
            <a:ext cx="8622506" cy="3150757"/>
            <a:chOff x="1" y="1761128"/>
            <a:chExt cx="11496674" cy="4201010"/>
          </a:xfrm>
        </p:grpSpPr>
        <p:grpSp>
          <p:nvGrpSpPr>
            <p:cNvPr id="1445" name="Google Shape;1445;p14"/>
            <p:cNvGrpSpPr/>
            <p:nvPr/>
          </p:nvGrpSpPr>
          <p:grpSpPr>
            <a:xfrm>
              <a:off x="1" y="1761128"/>
              <a:ext cx="11496674" cy="4201010"/>
              <a:chOff x="1" y="1761128"/>
              <a:chExt cx="11496674" cy="4201010"/>
            </a:xfrm>
          </p:grpSpPr>
          <p:sp>
            <p:nvSpPr>
              <p:cNvPr id="1446" name="Google Shape;1446;p14"/>
              <p:cNvSpPr/>
              <p:nvPr/>
            </p:nvSpPr>
            <p:spPr>
              <a:xfrm>
                <a:off x="2800350" y="3467881"/>
                <a:ext cx="2019299" cy="777644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47" name="Google Shape;1447;p14"/>
              <p:cNvSpPr/>
              <p:nvPr/>
            </p:nvSpPr>
            <p:spPr>
              <a:xfrm>
                <a:off x="2800350" y="3467881"/>
                <a:ext cx="2019299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48" name="Google Shape;1448;p14"/>
              <p:cNvSpPr/>
              <p:nvPr/>
            </p:nvSpPr>
            <p:spPr>
              <a:xfrm>
                <a:off x="1" y="3467881"/>
                <a:ext cx="3305174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33000">
                    <a:srgbClr val="122490"/>
                  </a:gs>
                  <a:gs pos="100000">
                    <a:srgbClr val="102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49" name="Google Shape;1449;p14"/>
              <p:cNvSpPr/>
              <p:nvPr/>
            </p:nvSpPr>
            <p:spPr>
              <a:xfrm>
                <a:off x="5086350" y="3467881"/>
                <a:ext cx="4000500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50" name="Google Shape;1450;p14"/>
              <p:cNvSpPr/>
              <p:nvPr/>
            </p:nvSpPr>
            <p:spPr>
              <a:xfrm>
                <a:off x="9296400" y="3467881"/>
                <a:ext cx="2200275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51" name="Google Shape;1451;p14"/>
              <p:cNvSpPr/>
              <p:nvPr/>
            </p:nvSpPr>
            <p:spPr>
              <a:xfrm>
                <a:off x="7400925" y="3467881"/>
                <a:ext cx="2899568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52" name="Google Shape;1452;p14"/>
              <p:cNvSpPr/>
              <p:nvPr/>
            </p:nvSpPr>
            <p:spPr>
              <a:xfrm>
                <a:off x="4200524" y="3467881"/>
                <a:ext cx="2819401" cy="777644"/>
              </a:xfrm>
              <a:prstGeom prst="homePlate">
                <a:avLst>
                  <a:gd name="adj" fmla="val 50000"/>
                </a:avLst>
              </a:prstGeom>
              <a:gradFill>
                <a:gsLst>
                  <a:gs pos="0">
                    <a:srgbClr val="1428A0">
                      <a:alpha val="0"/>
                    </a:srgbClr>
                  </a:gs>
                  <a:gs pos="100000">
                    <a:schemeClr val="accent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453" name="Google Shape;1453;p14"/>
              <p:cNvCxnSpPr/>
              <p:nvPr/>
            </p:nvCxnSpPr>
            <p:spPr>
              <a:xfrm>
                <a:off x="1095375" y="3856703"/>
                <a:ext cx="2209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solid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54" name="Google Shape;1454;p14"/>
              <p:cNvSpPr txBox="1"/>
              <p:nvPr/>
            </p:nvSpPr>
            <p:spPr>
              <a:xfrm>
                <a:off x="280591" y="3718204"/>
                <a:ext cx="72786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2000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55" name="Google Shape;1455;p14"/>
              <p:cNvCxnSpPr/>
              <p:nvPr/>
            </p:nvCxnSpPr>
            <p:spPr>
              <a:xfrm>
                <a:off x="4044950" y="3856703"/>
                <a:ext cx="774699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dash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56" name="Google Shape;1456;p14"/>
              <p:cNvSpPr txBox="1"/>
              <p:nvPr/>
            </p:nvSpPr>
            <p:spPr>
              <a:xfrm>
                <a:off x="3355579" y="3718204"/>
                <a:ext cx="6353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2007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57" name="Google Shape;1457;p14"/>
              <p:cNvCxnSpPr>
                <a:endCxn id="1452" idx="3"/>
              </p:cNvCxnSpPr>
              <p:nvPr/>
            </p:nvCxnSpPr>
            <p:spPr>
              <a:xfrm>
                <a:off x="5768925" y="3856703"/>
                <a:ext cx="125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solid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58" name="Google Shape;1458;p14"/>
              <p:cNvSpPr txBox="1"/>
              <p:nvPr/>
            </p:nvSpPr>
            <p:spPr>
              <a:xfrm>
                <a:off x="5079603" y="3718204"/>
                <a:ext cx="6353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2014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59" name="Google Shape;1459;p14"/>
              <p:cNvCxnSpPr/>
              <p:nvPr/>
            </p:nvCxnSpPr>
            <p:spPr>
              <a:xfrm>
                <a:off x="7842646" y="3856703"/>
                <a:ext cx="1250951" cy="1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solid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60" name="Google Shape;1460;p14"/>
              <p:cNvSpPr txBox="1"/>
              <p:nvPr/>
            </p:nvSpPr>
            <p:spPr>
              <a:xfrm>
                <a:off x="7153275" y="3718204"/>
                <a:ext cx="6353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2020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61" name="Google Shape;1461;p14"/>
              <p:cNvCxnSpPr/>
              <p:nvPr/>
            </p:nvCxnSpPr>
            <p:spPr>
              <a:xfrm>
                <a:off x="9877820" y="3856703"/>
                <a:ext cx="42267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solid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62" name="Google Shape;1462;p14"/>
              <p:cNvSpPr txBox="1"/>
              <p:nvPr/>
            </p:nvSpPr>
            <p:spPr>
              <a:xfrm>
                <a:off x="9188449" y="3718204"/>
                <a:ext cx="6353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2022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63" name="Google Shape;1463;p14"/>
              <p:cNvCxnSpPr/>
              <p:nvPr/>
            </p:nvCxnSpPr>
            <p:spPr>
              <a:xfrm>
                <a:off x="11043840" y="3856703"/>
                <a:ext cx="42267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DF1FF"/>
                </a:solidFill>
                <a:prstDash val="solid"/>
                <a:miter lim="800000"/>
                <a:headEnd type="oval" w="sm" len="sm"/>
                <a:tailEnd type="none" w="sm" len="sm"/>
              </a:ln>
            </p:spPr>
          </p:cxnSp>
          <p:sp>
            <p:nvSpPr>
              <p:cNvPr id="1464" name="Google Shape;1464;p14"/>
              <p:cNvSpPr txBox="1"/>
              <p:nvPr/>
            </p:nvSpPr>
            <p:spPr>
              <a:xfrm>
                <a:off x="10354469" y="3718204"/>
                <a:ext cx="63539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1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2023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65" name="Google Shape;1465;p14"/>
              <p:cNvGrpSpPr/>
              <p:nvPr/>
            </p:nvGrpSpPr>
            <p:grpSpPr>
              <a:xfrm>
                <a:off x="490180" y="4090472"/>
                <a:ext cx="2297112" cy="1871666"/>
                <a:chOff x="490180" y="4090472"/>
                <a:chExt cx="2297112" cy="1871666"/>
              </a:xfrm>
            </p:grpSpPr>
            <p:grpSp>
              <p:nvGrpSpPr>
                <p:cNvPr id="1466" name="Google Shape;1466;p14"/>
                <p:cNvGrpSpPr/>
                <p:nvPr/>
              </p:nvGrpSpPr>
              <p:grpSpPr>
                <a:xfrm>
                  <a:off x="555353" y="4090472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467" name="Google Shape;146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468" name="Google Shape;146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469" name="Google Shape;1469;p14"/>
                <p:cNvGrpSpPr/>
                <p:nvPr/>
              </p:nvGrpSpPr>
              <p:grpSpPr>
                <a:xfrm>
                  <a:off x="490180" y="5000625"/>
                  <a:ext cx="2297112" cy="961513"/>
                  <a:chOff x="490180" y="5000625"/>
                  <a:chExt cx="2297112" cy="961513"/>
                </a:xfrm>
              </p:grpSpPr>
              <p:grpSp>
                <p:nvGrpSpPr>
                  <p:cNvPr id="1470" name="Google Shape;1470;p14"/>
                  <p:cNvGrpSpPr/>
                  <p:nvPr/>
                </p:nvGrpSpPr>
                <p:grpSpPr>
                  <a:xfrm>
                    <a:off x="490180" y="5103141"/>
                    <a:ext cx="2297112" cy="858997"/>
                    <a:chOff x="2681575" y="1597941"/>
                    <a:chExt cx="2297112" cy="858997"/>
                  </a:xfrm>
                </p:grpSpPr>
                <p:sp>
                  <p:nvSpPr>
                    <p:cNvPr id="1471" name="Google Shape;1471;p14"/>
                    <p:cNvSpPr/>
                    <p:nvPr/>
                  </p:nvSpPr>
                  <p:spPr>
                    <a:xfrm>
                      <a:off x="2681576" y="1597941"/>
                      <a:ext cx="2297111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35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AI банк </a:t>
                      </a:r>
                      <a:endParaRPr sz="1100" b="1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гүйцэтгэл</a:t>
                      </a:r>
                      <a:endParaRPr sz="1100" b="1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cxnSp>
                  <p:nvCxnSpPr>
                    <p:cNvPr id="1472" name="Google Shape;1472;p14"/>
                    <p:cNvCxnSpPr/>
                    <p:nvPr/>
                  </p:nvCxnSpPr>
                  <p:spPr>
                    <a:xfrm>
                      <a:off x="2681575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473" name="Google Shape;147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474" name="Google Shape;1474;p14"/>
                <p:cNvCxnSpPr>
                  <a:stCxn id="1467" idx="4"/>
                  <a:endCxn id="1473" idx="0"/>
                </p:cNvCxnSpPr>
                <p:nvPr/>
              </p:nvCxnSpPr>
              <p:spPr>
                <a:xfrm>
                  <a:off x="710406" y="4400577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475" name="Google Shape;1475;p14"/>
              <p:cNvGrpSpPr/>
              <p:nvPr/>
            </p:nvGrpSpPr>
            <p:grpSpPr>
              <a:xfrm rot="10800000">
                <a:off x="1319685" y="1761128"/>
                <a:ext cx="1844359" cy="1871666"/>
                <a:chOff x="490180" y="1309709"/>
                <a:chExt cx="1844359" cy="1871666"/>
              </a:xfrm>
            </p:grpSpPr>
            <p:grpSp>
              <p:nvGrpSpPr>
                <p:cNvPr id="1476" name="Google Shape;1476;p14"/>
                <p:cNvGrpSpPr/>
                <p:nvPr/>
              </p:nvGrpSpPr>
              <p:grpSpPr>
                <a:xfrm>
                  <a:off x="555353" y="1309709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477" name="Google Shape;147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478" name="Google Shape;147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479" name="Google Shape;1479;p14"/>
                <p:cNvGrpSpPr/>
                <p:nvPr/>
              </p:nvGrpSpPr>
              <p:grpSpPr>
                <a:xfrm>
                  <a:off x="490180" y="2219862"/>
                  <a:ext cx="1844359" cy="961513"/>
                  <a:chOff x="490180" y="5000625"/>
                  <a:chExt cx="1844359" cy="961513"/>
                </a:xfrm>
              </p:grpSpPr>
              <p:grpSp>
                <p:nvGrpSpPr>
                  <p:cNvPr id="1480" name="Google Shape;1480;p14"/>
                  <p:cNvGrpSpPr/>
                  <p:nvPr/>
                </p:nvGrpSpPr>
                <p:grpSpPr>
                  <a:xfrm>
                    <a:off x="490180" y="5103141"/>
                    <a:ext cx="1844359" cy="858997"/>
                    <a:chOff x="2681575" y="1597941"/>
                    <a:chExt cx="1844359" cy="858997"/>
                  </a:xfrm>
                </p:grpSpPr>
                <p:sp>
                  <p:nvSpPr>
                    <p:cNvPr id="1481" name="Google Shape;1481;p14"/>
                    <p:cNvSpPr/>
                    <p:nvPr/>
                  </p:nvSpPr>
                  <p:spPr>
                    <a:xfrm rot="10800000">
                      <a:off x="2681575" y="1597941"/>
                      <a:ext cx="1844359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Аюулгүй 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элемент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482" name="Google Shape;1482;p14"/>
                    <p:cNvCxnSpPr/>
                    <p:nvPr/>
                  </p:nvCxnSpPr>
                  <p:spPr>
                    <a:xfrm>
                      <a:off x="4524190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483" name="Google Shape;148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484" name="Google Shape;1484;p14"/>
                <p:cNvCxnSpPr>
                  <a:stCxn id="1477" idx="4"/>
                  <a:endCxn id="1483" idx="0"/>
                </p:cNvCxnSpPr>
                <p:nvPr/>
              </p:nvCxnSpPr>
              <p:spPr>
                <a:xfrm>
                  <a:off x="710406" y="1619814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485" name="Google Shape;1485;p14"/>
              <p:cNvGrpSpPr/>
              <p:nvPr/>
            </p:nvGrpSpPr>
            <p:grpSpPr>
              <a:xfrm>
                <a:off x="4509775" y="4090472"/>
                <a:ext cx="1722483" cy="1871666"/>
                <a:chOff x="490180" y="4090472"/>
                <a:chExt cx="1722483" cy="1871666"/>
              </a:xfrm>
            </p:grpSpPr>
            <p:grpSp>
              <p:nvGrpSpPr>
                <p:cNvPr id="1486" name="Google Shape;1486;p14"/>
                <p:cNvGrpSpPr/>
                <p:nvPr/>
              </p:nvGrpSpPr>
              <p:grpSpPr>
                <a:xfrm>
                  <a:off x="555353" y="4090472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487" name="Google Shape;148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488" name="Google Shape;148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489" name="Google Shape;1489;p14"/>
                <p:cNvGrpSpPr/>
                <p:nvPr/>
              </p:nvGrpSpPr>
              <p:grpSpPr>
                <a:xfrm>
                  <a:off x="490180" y="5000625"/>
                  <a:ext cx="1722483" cy="961513"/>
                  <a:chOff x="490180" y="5000625"/>
                  <a:chExt cx="1722483" cy="961513"/>
                </a:xfrm>
              </p:grpSpPr>
              <p:grpSp>
                <p:nvGrpSpPr>
                  <p:cNvPr id="1490" name="Google Shape;1490;p14"/>
                  <p:cNvGrpSpPr/>
                  <p:nvPr/>
                </p:nvGrpSpPr>
                <p:grpSpPr>
                  <a:xfrm>
                    <a:off x="490180" y="5103141"/>
                    <a:ext cx="1722483" cy="858997"/>
                    <a:chOff x="2681575" y="1597941"/>
                    <a:chExt cx="1722483" cy="858997"/>
                  </a:xfrm>
                </p:grpSpPr>
                <p:sp>
                  <p:nvSpPr>
                    <p:cNvPr id="1491" name="Google Shape;1491;p14"/>
                    <p:cNvSpPr/>
                    <p:nvPr/>
                  </p:nvSpPr>
                  <p:spPr>
                    <a:xfrm>
                      <a:off x="2681577" y="1597941"/>
                      <a:ext cx="1722481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35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Гар утас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492" name="Google Shape;1492;p14"/>
                    <p:cNvCxnSpPr/>
                    <p:nvPr/>
                  </p:nvCxnSpPr>
                  <p:spPr>
                    <a:xfrm>
                      <a:off x="2681575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493" name="Google Shape;149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494" name="Google Shape;1494;p14"/>
                <p:cNvCxnSpPr>
                  <a:stCxn id="1487" idx="4"/>
                  <a:endCxn id="1493" idx="0"/>
                </p:cNvCxnSpPr>
                <p:nvPr/>
              </p:nvCxnSpPr>
              <p:spPr>
                <a:xfrm>
                  <a:off x="710406" y="4400577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495" name="Google Shape;1495;p14"/>
              <p:cNvGrpSpPr/>
              <p:nvPr/>
            </p:nvGrpSpPr>
            <p:grpSpPr>
              <a:xfrm>
                <a:off x="6496782" y="4090472"/>
                <a:ext cx="1722483" cy="1871666"/>
                <a:chOff x="490180" y="4090472"/>
                <a:chExt cx="1722483" cy="1871666"/>
              </a:xfrm>
            </p:grpSpPr>
            <p:grpSp>
              <p:nvGrpSpPr>
                <p:cNvPr id="1496" name="Google Shape;1496;p14"/>
                <p:cNvGrpSpPr/>
                <p:nvPr/>
              </p:nvGrpSpPr>
              <p:grpSpPr>
                <a:xfrm>
                  <a:off x="555353" y="4090472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497" name="Google Shape;149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498" name="Google Shape;149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499" name="Google Shape;1499;p14"/>
                <p:cNvGrpSpPr/>
                <p:nvPr/>
              </p:nvGrpSpPr>
              <p:grpSpPr>
                <a:xfrm>
                  <a:off x="490180" y="5000625"/>
                  <a:ext cx="1722483" cy="961513"/>
                  <a:chOff x="490180" y="5000625"/>
                  <a:chExt cx="1722483" cy="961513"/>
                </a:xfrm>
              </p:grpSpPr>
              <p:grpSp>
                <p:nvGrpSpPr>
                  <p:cNvPr id="1500" name="Google Shape;1500;p14"/>
                  <p:cNvGrpSpPr/>
                  <p:nvPr/>
                </p:nvGrpSpPr>
                <p:grpSpPr>
                  <a:xfrm>
                    <a:off x="490180" y="5103141"/>
                    <a:ext cx="1722483" cy="858997"/>
                    <a:chOff x="2681575" y="1597941"/>
                    <a:chExt cx="1722483" cy="858997"/>
                  </a:xfrm>
                </p:grpSpPr>
                <p:sp>
                  <p:nvSpPr>
                    <p:cNvPr id="1501" name="Google Shape;1501;p14"/>
                    <p:cNvSpPr/>
                    <p:nvPr/>
                  </p:nvSpPr>
                  <p:spPr>
                    <a:xfrm>
                      <a:off x="2681577" y="1597941"/>
                      <a:ext cx="1722481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35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Тоглоом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502" name="Google Shape;1502;p14"/>
                    <p:cNvCxnSpPr/>
                    <p:nvPr/>
                  </p:nvCxnSpPr>
                  <p:spPr>
                    <a:xfrm>
                      <a:off x="2681575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503" name="Google Shape;150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504" name="Google Shape;1504;p14"/>
                <p:cNvCxnSpPr>
                  <a:stCxn id="1497" idx="4"/>
                  <a:endCxn id="1503" idx="0"/>
                </p:cNvCxnSpPr>
                <p:nvPr/>
              </p:nvCxnSpPr>
              <p:spPr>
                <a:xfrm>
                  <a:off x="710406" y="4400577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05" name="Google Shape;1505;p14"/>
              <p:cNvGrpSpPr/>
              <p:nvPr/>
            </p:nvGrpSpPr>
            <p:grpSpPr>
              <a:xfrm>
                <a:off x="9710872" y="4090472"/>
                <a:ext cx="1598341" cy="1871666"/>
                <a:chOff x="490180" y="4090472"/>
                <a:chExt cx="1598341" cy="1871666"/>
              </a:xfrm>
            </p:grpSpPr>
            <p:grpSp>
              <p:nvGrpSpPr>
                <p:cNvPr id="1506" name="Google Shape;1506;p14"/>
                <p:cNvGrpSpPr/>
                <p:nvPr/>
              </p:nvGrpSpPr>
              <p:grpSpPr>
                <a:xfrm>
                  <a:off x="555353" y="4090472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507" name="Google Shape;150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508" name="Google Shape;150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509" name="Google Shape;1509;p14"/>
                <p:cNvGrpSpPr/>
                <p:nvPr/>
              </p:nvGrpSpPr>
              <p:grpSpPr>
                <a:xfrm>
                  <a:off x="490180" y="5000625"/>
                  <a:ext cx="1598341" cy="961513"/>
                  <a:chOff x="490180" y="5000625"/>
                  <a:chExt cx="1598341" cy="961513"/>
                </a:xfrm>
              </p:grpSpPr>
              <p:grpSp>
                <p:nvGrpSpPr>
                  <p:cNvPr id="1510" name="Google Shape;1510;p14"/>
                  <p:cNvGrpSpPr/>
                  <p:nvPr/>
                </p:nvGrpSpPr>
                <p:grpSpPr>
                  <a:xfrm>
                    <a:off x="490180" y="5103141"/>
                    <a:ext cx="1598341" cy="858997"/>
                    <a:chOff x="2681575" y="1597941"/>
                    <a:chExt cx="1598341" cy="858997"/>
                  </a:xfrm>
                </p:grpSpPr>
                <p:sp>
                  <p:nvSpPr>
                    <p:cNvPr id="1511" name="Google Shape;1511;p14"/>
                    <p:cNvSpPr/>
                    <p:nvPr/>
                  </p:nvSpPr>
                  <p:spPr>
                    <a:xfrm>
                      <a:off x="2681578" y="1597941"/>
                      <a:ext cx="1598338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35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ТВ ба </a:t>
                      </a:r>
                      <a:endParaRPr sz="1100" b="1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апп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512" name="Google Shape;1512;p14"/>
                    <p:cNvCxnSpPr/>
                    <p:nvPr/>
                  </p:nvCxnSpPr>
                  <p:spPr>
                    <a:xfrm>
                      <a:off x="2681575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513" name="Google Shape;151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514" name="Google Shape;1514;p14"/>
                <p:cNvCxnSpPr>
                  <a:stCxn id="1507" idx="4"/>
                  <a:endCxn id="1513" idx="0"/>
                </p:cNvCxnSpPr>
                <p:nvPr/>
              </p:nvCxnSpPr>
              <p:spPr>
                <a:xfrm>
                  <a:off x="710406" y="4400577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15" name="Google Shape;1515;p14"/>
              <p:cNvGrpSpPr/>
              <p:nvPr/>
            </p:nvGrpSpPr>
            <p:grpSpPr>
              <a:xfrm rot="10800000">
                <a:off x="5105896" y="1761128"/>
                <a:ext cx="1860037" cy="1871666"/>
                <a:chOff x="490180" y="1309709"/>
                <a:chExt cx="1860037" cy="1871666"/>
              </a:xfrm>
            </p:grpSpPr>
            <p:grpSp>
              <p:nvGrpSpPr>
                <p:cNvPr id="1516" name="Google Shape;1516;p14"/>
                <p:cNvGrpSpPr/>
                <p:nvPr/>
              </p:nvGrpSpPr>
              <p:grpSpPr>
                <a:xfrm>
                  <a:off x="555353" y="1309709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517" name="Google Shape;151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518" name="Google Shape;151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519" name="Google Shape;1519;p14"/>
                <p:cNvGrpSpPr/>
                <p:nvPr/>
              </p:nvGrpSpPr>
              <p:grpSpPr>
                <a:xfrm>
                  <a:off x="490180" y="2219862"/>
                  <a:ext cx="1860037" cy="961513"/>
                  <a:chOff x="490180" y="5000625"/>
                  <a:chExt cx="1860037" cy="961513"/>
                </a:xfrm>
              </p:grpSpPr>
              <p:grpSp>
                <p:nvGrpSpPr>
                  <p:cNvPr id="1520" name="Google Shape;1520;p14"/>
                  <p:cNvGrpSpPr/>
                  <p:nvPr/>
                </p:nvGrpSpPr>
                <p:grpSpPr>
                  <a:xfrm>
                    <a:off x="490180" y="5103141"/>
                    <a:ext cx="1860037" cy="858997"/>
                    <a:chOff x="2681575" y="1597941"/>
                    <a:chExt cx="1860037" cy="858997"/>
                  </a:xfrm>
                </p:grpSpPr>
                <p:sp>
                  <p:nvSpPr>
                    <p:cNvPr id="1521" name="Google Shape;1521;p14"/>
                    <p:cNvSpPr/>
                    <p:nvPr/>
                  </p:nvSpPr>
                  <p:spPr>
                    <a:xfrm rot="10800000">
                      <a:off x="2681575" y="1597941"/>
                      <a:ext cx="1844359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SoC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522" name="Google Shape;1522;p14"/>
                    <p:cNvCxnSpPr/>
                    <p:nvPr/>
                  </p:nvCxnSpPr>
                  <p:spPr>
                    <a:xfrm>
                      <a:off x="4541612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523" name="Google Shape;152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524" name="Google Shape;1524;p14"/>
                <p:cNvCxnSpPr>
                  <a:stCxn id="1517" idx="4"/>
                  <a:endCxn id="1523" idx="0"/>
                </p:cNvCxnSpPr>
                <p:nvPr/>
              </p:nvCxnSpPr>
              <p:spPr>
                <a:xfrm>
                  <a:off x="710406" y="1619814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25" name="Google Shape;1525;p14"/>
              <p:cNvGrpSpPr/>
              <p:nvPr/>
            </p:nvGrpSpPr>
            <p:grpSpPr>
              <a:xfrm rot="10800000">
                <a:off x="7127876" y="1761128"/>
                <a:ext cx="1860037" cy="1871666"/>
                <a:chOff x="490180" y="1309709"/>
                <a:chExt cx="1860037" cy="1871666"/>
              </a:xfrm>
            </p:grpSpPr>
            <p:grpSp>
              <p:nvGrpSpPr>
                <p:cNvPr id="1526" name="Google Shape;1526;p14"/>
                <p:cNvGrpSpPr/>
                <p:nvPr/>
              </p:nvGrpSpPr>
              <p:grpSpPr>
                <a:xfrm>
                  <a:off x="555353" y="1309709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527" name="Google Shape;152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528" name="Google Shape;152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529" name="Google Shape;1529;p14"/>
                <p:cNvGrpSpPr/>
                <p:nvPr/>
              </p:nvGrpSpPr>
              <p:grpSpPr>
                <a:xfrm>
                  <a:off x="490180" y="2219862"/>
                  <a:ext cx="1860037" cy="961513"/>
                  <a:chOff x="490180" y="5000625"/>
                  <a:chExt cx="1860037" cy="961513"/>
                </a:xfrm>
              </p:grpSpPr>
              <p:grpSp>
                <p:nvGrpSpPr>
                  <p:cNvPr id="1530" name="Google Shape;1530;p14"/>
                  <p:cNvGrpSpPr/>
                  <p:nvPr/>
                </p:nvGrpSpPr>
                <p:grpSpPr>
                  <a:xfrm>
                    <a:off x="490180" y="5103141"/>
                    <a:ext cx="1860037" cy="858997"/>
                    <a:chOff x="2681575" y="1597941"/>
                    <a:chExt cx="1860037" cy="858997"/>
                  </a:xfrm>
                </p:grpSpPr>
                <p:sp>
                  <p:nvSpPr>
                    <p:cNvPr id="1531" name="Google Shape;1531;p14"/>
                    <p:cNvSpPr/>
                    <p:nvPr/>
                  </p:nvSpPr>
                  <p:spPr>
                    <a:xfrm rot="10800000">
                      <a:off x="2681575" y="1597941"/>
                      <a:ext cx="1844359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Биометрик 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карт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532" name="Google Shape;1532;p14"/>
                    <p:cNvCxnSpPr/>
                    <p:nvPr/>
                  </p:nvCxnSpPr>
                  <p:spPr>
                    <a:xfrm>
                      <a:off x="4541612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533" name="Google Shape;153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534" name="Google Shape;1534;p14"/>
                <p:cNvCxnSpPr>
                  <a:stCxn id="1527" idx="4"/>
                  <a:endCxn id="1533" idx="0"/>
                </p:cNvCxnSpPr>
                <p:nvPr/>
              </p:nvCxnSpPr>
              <p:spPr>
                <a:xfrm>
                  <a:off x="710406" y="1619814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535" name="Google Shape;1535;p14"/>
              <p:cNvGrpSpPr/>
              <p:nvPr/>
            </p:nvGrpSpPr>
            <p:grpSpPr>
              <a:xfrm rot="10800000" flipH="1">
                <a:off x="9670988" y="1761128"/>
                <a:ext cx="1638223" cy="1871666"/>
                <a:chOff x="481137" y="1309709"/>
                <a:chExt cx="1638223" cy="1871666"/>
              </a:xfrm>
            </p:grpSpPr>
            <p:grpSp>
              <p:nvGrpSpPr>
                <p:cNvPr id="1536" name="Google Shape;1536;p14"/>
                <p:cNvGrpSpPr/>
                <p:nvPr/>
              </p:nvGrpSpPr>
              <p:grpSpPr>
                <a:xfrm>
                  <a:off x="555353" y="1309709"/>
                  <a:ext cx="310105" cy="310105"/>
                  <a:chOff x="3730336" y="1917411"/>
                  <a:chExt cx="375227" cy="375227"/>
                </a:xfrm>
              </p:grpSpPr>
              <p:sp>
                <p:nvSpPr>
                  <p:cNvPr id="1537" name="Google Shape;1537;p14"/>
                  <p:cNvSpPr/>
                  <p:nvPr/>
                </p:nvSpPr>
                <p:spPr>
                  <a:xfrm>
                    <a:off x="3730336" y="1917411"/>
                    <a:ext cx="375227" cy="37522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D0D6E6">
                          <a:alpha val="60392"/>
                        </a:srgbClr>
                      </a:gs>
                      <a:gs pos="100000">
                        <a:srgbClr val="C1CBF9">
                          <a:alpha val="0"/>
                        </a:srgbClr>
                      </a:gs>
                    </a:gsLst>
                    <a:lin ang="2700000" scaled="0"/>
                  </a:gra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>
                    <a:outerShdw blurRad="330200" dist="38100" dir="5400000" algn="t" rotWithShape="0">
                      <a:schemeClr val="accent1">
                        <a:alpha val="25490"/>
                      </a:schemeClr>
                    </a:outerShdw>
                  </a:effectLst>
                </p:spPr>
                <p:txBody>
                  <a:bodyPr spcFirstLastPara="1" wrap="square" lIns="0" tIns="27000" rIns="0" bIns="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800"/>
                      <a:buFont typeface="Arial"/>
                      <a:buNone/>
                    </a:pPr>
                    <a:endParaRPr sz="800" b="0" i="0" u="none" strike="noStrike" cap="non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538" name="Google Shape;1538;p14"/>
                  <p:cNvSpPr/>
                  <p:nvPr/>
                </p:nvSpPr>
                <p:spPr>
                  <a:xfrm>
                    <a:off x="3857337" y="2044412"/>
                    <a:ext cx="121227" cy="12122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539" name="Google Shape;1539;p14"/>
                <p:cNvGrpSpPr/>
                <p:nvPr/>
              </p:nvGrpSpPr>
              <p:grpSpPr>
                <a:xfrm>
                  <a:off x="481137" y="2219862"/>
                  <a:ext cx="1638223" cy="961513"/>
                  <a:chOff x="481137" y="5000625"/>
                  <a:chExt cx="1638223" cy="961513"/>
                </a:xfrm>
              </p:grpSpPr>
              <p:grpSp>
                <p:nvGrpSpPr>
                  <p:cNvPr id="1540" name="Google Shape;1540;p14"/>
                  <p:cNvGrpSpPr/>
                  <p:nvPr/>
                </p:nvGrpSpPr>
                <p:grpSpPr>
                  <a:xfrm>
                    <a:off x="481137" y="5103141"/>
                    <a:ext cx="1638223" cy="858997"/>
                    <a:chOff x="2672532" y="1597941"/>
                    <a:chExt cx="1638223" cy="858997"/>
                  </a:xfrm>
                </p:grpSpPr>
                <p:sp>
                  <p:nvSpPr>
                    <p:cNvPr id="1541" name="Google Shape;1541;p14"/>
                    <p:cNvSpPr/>
                    <p:nvPr/>
                  </p:nvSpPr>
                  <p:spPr>
                    <a:xfrm rot="10800000">
                      <a:off x="2681575" y="1597941"/>
                      <a:ext cx="1629180" cy="858997"/>
                    </a:xfrm>
                    <a:prstGeom prst="roundRect">
                      <a:avLst>
                        <a:gd name="adj" fmla="val 0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dist="50800" dir="3060000" algn="t" rotWithShape="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spcFirstLastPara="1" wrap="square" lIns="108000" tIns="0" rIns="0" bIns="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mn-MN" sz="1100" b="1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Цаг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542" name="Google Shape;1542;p14"/>
                    <p:cNvCxnSpPr/>
                    <p:nvPr/>
                  </p:nvCxnSpPr>
                  <p:spPr>
                    <a:xfrm>
                      <a:off x="2672532" y="1597941"/>
                      <a:ext cx="0" cy="858997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accent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543" name="Google Shape;1543;p14"/>
                  <p:cNvSpPr/>
                  <p:nvPr/>
                </p:nvSpPr>
                <p:spPr>
                  <a:xfrm>
                    <a:off x="644525" y="5000625"/>
                    <a:ext cx="131762" cy="102516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cxnSp>
              <p:nvCxnSpPr>
                <p:cNvPr id="1544" name="Google Shape;1544;p14"/>
                <p:cNvCxnSpPr>
                  <a:stCxn id="1537" idx="4"/>
                  <a:endCxn id="1543" idx="0"/>
                </p:cNvCxnSpPr>
                <p:nvPr/>
              </p:nvCxnSpPr>
              <p:spPr>
                <a:xfrm>
                  <a:off x="710406" y="1619814"/>
                  <a:ext cx="0" cy="600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545" name="Google Shape;1545;p14"/>
              <p:cNvSpPr txBox="1"/>
              <p:nvPr/>
            </p:nvSpPr>
            <p:spPr>
              <a:xfrm>
                <a:off x="950233" y="4390717"/>
                <a:ext cx="19935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Салбарын тэргүүлэгч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14"/>
              <p:cNvSpPr txBox="1"/>
              <p:nvPr/>
            </p:nvSpPr>
            <p:spPr>
              <a:xfrm>
                <a:off x="4461294" y="2991410"/>
                <a:ext cx="17556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Гарчиг 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14"/>
              <p:cNvSpPr txBox="1"/>
              <p:nvPr/>
            </p:nvSpPr>
            <p:spPr>
              <a:xfrm>
                <a:off x="7216375" y="2997512"/>
                <a:ext cx="14250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Агуулга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8" name="Google Shape;1548;p14"/>
            <p:cNvSpPr/>
            <p:nvPr/>
          </p:nvSpPr>
          <p:spPr>
            <a:xfrm>
              <a:off x="2518052" y="1943282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6364824" y="1943282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8324456" y="1943282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10674312" y="5311023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10674312" y="1969010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7563272" y="5311023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636681" y="5311023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2078789" y="5311023"/>
              <a:ext cx="443231" cy="443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556" name="Google Shape;1556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30087" y="2055500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7" name="Google Shape;1557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9477" y="2043887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8" name="Google Shape;1558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70664" y="5418138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9" name="Google Shape;1559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41783" y="5407660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791836" y="5428547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1" name="Google Shape;1561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0764273" y="2079111"/>
              <a:ext cx="229001" cy="229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2" name="Google Shape;1562;p1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70587" y="5417913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3" name="Google Shape;1563;p1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420341" y="2045841"/>
              <a:ext cx="251460" cy="2514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5"/>
          <p:cNvSpPr/>
          <p:nvPr/>
        </p:nvSpPr>
        <p:spPr>
          <a:xfrm>
            <a:off x="0" y="0"/>
            <a:ext cx="5972175" cy="5143500"/>
          </a:xfrm>
          <a:prstGeom prst="rect">
            <a:avLst/>
          </a:prstGeom>
          <a:gradFill>
            <a:gsLst>
              <a:gs pos="0">
                <a:srgbClr val="102080"/>
              </a:gs>
              <a:gs pos="48000">
                <a:srgbClr val="05070B"/>
              </a:gs>
              <a:gs pos="100000">
                <a:srgbClr val="05070B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69" name="Google Shape;1569;p15"/>
          <p:cNvSpPr/>
          <p:nvPr/>
        </p:nvSpPr>
        <p:spPr>
          <a:xfrm>
            <a:off x="0" y="3856703"/>
            <a:ext cx="5972175" cy="1286797"/>
          </a:xfrm>
          <a:prstGeom prst="rect">
            <a:avLst/>
          </a:prstGeom>
          <a:gradFill>
            <a:gsLst>
              <a:gs pos="0">
                <a:srgbClr val="102080"/>
              </a:gs>
              <a:gs pos="32000">
                <a:srgbClr val="0D1C63"/>
              </a:gs>
              <a:gs pos="61000">
                <a:srgbClr val="08163A">
                  <a:alpha val="63529"/>
                </a:srgbClr>
              </a:gs>
              <a:gs pos="100000">
                <a:srgbClr val="05121A">
                  <a:alpha val="0"/>
                </a:srgbClr>
              </a:gs>
            </a:gsLst>
            <a:lin ang="16200000" scaled="0"/>
          </a:gradFill>
          <a:ln>
            <a:noFill/>
          </a:ln>
          <a:effectLst>
            <a:outerShdw blurRad="203200" dist="50800" dir="3060000" algn="t" rotWithShape="0">
              <a:srgbClr val="091450">
                <a:alpha val="549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570" name="Google Shape;1570;p15"/>
          <p:cNvGrpSpPr/>
          <p:nvPr/>
        </p:nvGrpSpPr>
        <p:grpSpPr>
          <a:xfrm>
            <a:off x="0" y="-1"/>
            <a:ext cx="5972175" cy="3737003"/>
            <a:chOff x="0" y="0"/>
            <a:chExt cx="5675086" cy="3551103"/>
          </a:xfrm>
        </p:grpSpPr>
        <p:sp>
          <p:nvSpPr>
            <p:cNvPr id="1571" name="Google Shape;1571;p15"/>
            <p:cNvSpPr/>
            <p:nvPr/>
          </p:nvSpPr>
          <p:spPr>
            <a:xfrm>
              <a:off x="0" y="0"/>
              <a:ext cx="4960276" cy="3551103"/>
            </a:xfrm>
            <a:custGeom>
              <a:avLst/>
              <a:gdLst/>
              <a:ahLst/>
              <a:cxnLst/>
              <a:rect l="l" t="t" r="r" b="b"/>
              <a:pathLst>
                <a:path w="9579432" h="6857996" extrusionOk="0">
                  <a:moveTo>
                    <a:pt x="0" y="0"/>
                  </a:moveTo>
                  <a:lnTo>
                    <a:pt x="9579432" y="0"/>
                  </a:lnTo>
                  <a:lnTo>
                    <a:pt x="9579431" y="4"/>
                  </a:lnTo>
                  <a:lnTo>
                    <a:pt x="3913990" y="4"/>
                  </a:lnTo>
                  <a:lnTo>
                    <a:pt x="4570139" y="1768319"/>
                  </a:lnTo>
                  <a:cubicBezTo>
                    <a:pt x="4570139" y="1768319"/>
                    <a:pt x="4938048" y="2505077"/>
                    <a:pt x="5705107" y="2505077"/>
                  </a:cubicBezTo>
                  <a:lnTo>
                    <a:pt x="8676383" y="2505077"/>
                  </a:lnTo>
                  <a:lnTo>
                    <a:pt x="7107210" y="6857996"/>
                  </a:lnTo>
                  <a:lnTo>
                    <a:pt x="1136912" y="6857996"/>
                  </a:lnTo>
                  <a:lnTo>
                    <a:pt x="0" y="370417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5121A"/>
                </a:gs>
                <a:gs pos="33000">
                  <a:srgbClr val="1428A0">
                    <a:alpha val="24313"/>
                  </a:srgbClr>
                </a:gs>
                <a:gs pos="67000">
                  <a:srgbClr val="1428A0">
                    <a:alpha val="0"/>
                  </a:srgbClr>
                </a:gs>
                <a:gs pos="100000">
                  <a:srgbClr val="05121A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72" name="Google Shape;1572;p15"/>
            <p:cNvSpPr/>
            <p:nvPr/>
          </p:nvSpPr>
          <p:spPr>
            <a:xfrm rot="-5400000" flipH="1">
              <a:off x="4075765" y="-261108"/>
              <a:ext cx="1330802" cy="1867840"/>
            </a:xfrm>
            <a:prstGeom prst="flowChartManualInput">
              <a:avLst/>
            </a:prstGeom>
            <a:gradFill>
              <a:gsLst>
                <a:gs pos="0">
                  <a:srgbClr val="0689D8">
                    <a:alpha val="392"/>
                  </a:srgbClr>
                </a:gs>
                <a:gs pos="38000">
                  <a:srgbClr val="1428A0">
                    <a:alpha val="51372"/>
                  </a:srgbClr>
                </a:gs>
                <a:gs pos="67000">
                  <a:srgbClr val="1428A0">
                    <a:alpha val="60392"/>
                  </a:srgbClr>
                </a:gs>
                <a:gs pos="100000">
                  <a:srgbClr val="05121A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73" name="Google Shape;1573;p15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2742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anrope"/>
              <a:buNone/>
            </a:pPr>
            <a:r>
              <a:rPr lang="mn-MN">
                <a:solidFill>
                  <a:schemeClr val="lt1"/>
                </a:solidFill>
              </a:rPr>
              <a:t>Авто платформд зориулсан AI шийдэл</a:t>
            </a:r>
            <a:br>
              <a:rPr lang="mn-M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grpSp>
        <p:nvGrpSpPr>
          <p:cNvPr id="1574" name="Google Shape;1574;p15"/>
          <p:cNvGrpSpPr/>
          <p:nvPr/>
        </p:nvGrpSpPr>
        <p:grpSpPr>
          <a:xfrm>
            <a:off x="-116919" y="918469"/>
            <a:ext cx="5972175" cy="3687909"/>
            <a:chOff x="-298767" y="1281776"/>
            <a:chExt cx="7962900" cy="4917212"/>
          </a:xfrm>
        </p:grpSpPr>
        <p:grpSp>
          <p:nvGrpSpPr>
            <p:cNvPr id="1575" name="Google Shape;1575;p15"/>
            <p:cNvGrpSpPr/>
            <p:nvPr/>
          </p:nvGrpSpPr>
          <p:grpSpPr>
            <a:xfrm>
              <a:off x="-298767" y="1881014"/>
              <a:ext cx="7962900" cy="4185970"/>
              <a:chOff x="941832" y="2069592"/>
              <a:chExt cx="7239000" cy="3805428"/>
            </a:xfrm>
          </p:grpSpPr>
          <p:sp>
            <p:nvSpPr>
              <p:cNvPr id="1576" name="Google Shape;1576;p15"/>
              <p:cNvSpPr/>
              <p:nvPr/>
            </p:nvSpPr>
            <p:spPr>
              <a:xfrm>
                <a:off x="5455920" y="2843784"/>
                <a:ext cx="2019300" cy="79438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794385" extrusionOk="0">
                    <a:moveTo>
                      <a:pt x="2019300" y="0"/>
                    </a:moveTo>
                    <a:lnTo>
                      <a:pt x="0" y="0"/>
                    </a:lnTo>
                    <a:lnTo>
                      <a:pt x="0" y="794003"/>
                    </a:lnTo>
                    <a:lnTo>
                      <a:pt x="2019300" y="794003"/>
                    </a:lnTo>
                    <a:lnTo>
                      <a:pt x="20193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pic>
            <p:nvPicPr>
              <p:cNvPr id="1577" name="Google Shape;1577;p15"/>
              <p:cNvPicPr preferRelativeResize="0"/>
              <p:nvPr/>
            </p:nvPicPr>
            <p:blipFill rotWithShape="1">
              <a:blip r:embed="rId3">
                <a:alphaModFix/>
              </a:blip>
              <a:srcRect r="2644"/>
              <a:stretch/>
            </p:blipFill>
            <p:spPr>
              <a:xfrm>
                <a:off x="941832" y="2069592"/>
                <a:ext cx="7239000" cy="38054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78" name="Google Shape;1578;p15"/>
            <p:cNvSpPr/>
            <p:nvPr/>
          </p:nvSpPr>
          <p:spPr>
            <a:xfrm>
              <a:off x="5664118" y="1281776"/>
              <a:ext cx="1740309" cy="480214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2352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351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Мэдээлэл, зугаа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5"/>
            <p:cNvSpPr/>
            <p:nvPr/>
          </p:nvSpPr>
          <p:spPr>
            <a:xfrm>
              <a:off x="5742122" y="1359290"/>
              <a:ext cx="302732" cy="30273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80" name="Google Shape;1580;p15"/>
            <p:cNvSpPr txBox="1"/>
            <p:nvPr/>
          </p:nvSpPr>
          <p:spPr>
            <a:xfrm>
              <a:off x="5793548" y="1852305"/>
              <a:ext cx="15162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Товч тайлбар энд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581" name="Google Shape;1581;p15"/>
            <p:cNvGrpSpPr/>
            <p:nvPr/>
          </p:nvGrpSpPr>
          <p:grpSpPr>
            <a:xfrm>
              <a:off x="3066243" y="3327125"/>
              <a:ext cx="144665" cy="144665"/>
              <a:chOff x="4574948" y="4039672"/>
              <a:chExt cx="310105" cy="310105"/>
            </a:xfrm>
          </p:grpSpPr>
          <p:sp>
            <p:nvSpPr>
              <p:cNvPr id="1582" name="Google Shape;1582;p15"/>
              <p:cNvSpPr/>
              <p:nvPr/>
            </p:nvSpPr>
            <p:spPr>
              <a:xfrm>
                <a:off x="4574948" y="4039672"/>
                <a:ext cx="310105" cy="310105"/>
              </a:xfrm>
              <a:prstGeom prst="ellipse">
                <a:avLst/>
              </a:prstGeom>
              <a:gradFill>
                <a:gsLst>
                  <a:gs pos="0">
                    <a:srgbClr val="D0D6E6">
                      <a:alpha val="60392"/>
                    </a:srgbClr>
                  </a:gs>
                  <a:gs pos="100000">
                    <a:srgbClr val="C1CBF9">
                      <a:alpha val="0"/>
                    </a:srgbClr>
                  </a:gs>
                </a:gsLst>
                <a:lin ang="2700000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0" tIns="2700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83" name="Google Shape;1583;p15"/>
              <p:cNvSpPr/>
              <p:nvPr/>
            </p:nvSpPr>
            <p:spPr>
              <a:xfrm>
                <a:off x="4679908" y="4144632"/>
                <a:ext cx="100188" cy="1001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cxnSp>
          <p:nvCxnSpPr>
            <p:cNvPr id="1584" name="Google Shape;1584;p15"/>
            <p:cNvCxnSpPr>
              <a:stCxn id="1578" idx="1"/>
            </p:cNvCxnSpPr>
            <p:nvPr/>
          </p:nvCxnSpPr>
          <p:spPr>
            <a:xfrm rot="10800000">
              <a:off x="3714718" y="1521883"/>
              <a:ext cx="1949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85" name="Google Shape;1585;p15"/>
            <p:cNvCxnSpPr/>
            <p:nvPr/>
          </p:nvCxnSpPr>
          <p:spPr>
            <a:xfrm flipH="1">
              <a:off x="3149638" y="1531723"/>
              <a:ext cx="573968" cy="179540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86" name="Google Shape;1586;p15"/>
            <p:cNvSpPr/>
            <p:nvPr/>
          </p:nvSpPr>
          <p:spPr>
            <a:xfrm>
              <a:off x="5664118" y="3545381"/>
              <a:ext cx="1740309" cy="480214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2352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351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Онлайн толь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5"/>
            <p:cNvSpPr/>
            <p:nvPr/>
          </p:nvSpPr>
          <p:spPr>
            <a:xfrm>
              <a:off x="5742122" y="3622895"/>
              <a:ext cx="302732" cy="30273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88" name="Google Shape;1588;p15"/>
            <p:cNvSpPr txBox="1"/>
            <p:nvPr/>
          </p:nvSpPr>
          <p:spPr>
            <a:xfrm>
              <a:off x="6044854" y="4115910"/>
              <a:ext cx="12648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Зорилтын нэр энд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9" name="Google Shape;1589;p15"/>
            <p:cNvCxnSpPr>
              <a:stCxn id="1586" idx="1"/>
              <a:endCxn id="1590" idx="6"/>
            </p:cNvCxnSpPr>
            <p:nvPr/>
          </p:nvCxnSpPr>
          <p:spPr>
            <a:xfrm rot="10800000">
              <a:off x="4550818" y="3768688"/>
              <a:ext cx="1113300" cy="16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1591" name="Google Shape;1591;p15"/>
            <p:cNvGrpSpPr/>
            <p:nvPr/>
          </p:nvGrpSpPr>
          <p:grpSpPr>
            <a:xfrm>
              <a:off x="4406093" y="3696488"/>
              <a:ext cx="144665" cy="144665"/>
              <a:chOff x="4574948" y="4039672"/>
              <a:chExt cx="310105" cy="310105"/>
            </a:xfrm>
          </p:grpSpPr>
          <p:sp>
            <p:nvSpPr>
              <p:cNvPr id="1590" name="Google Shape;1590;p15"/>
              <p:cNvSpPr/>
              <p:nvPr/>
            </p:nvSpPr>
            <p:spPr>
              <a:xfrm>
                <a:off x="4574948" y="4039672"/>
                <a:ext cx="310105" cy="310105"/>
              </a:xfrm>
              <a:prstGeom prst="ellipse">
                <a:avLst/>
              </a:prstGeom>
              <a:gradFill>
                <a:gsLst>
                  <a:gs pos="0">
                    <a:srgbClr val="D0D6E6">
                      <a:alpha val="60392"/>
                    </a:srgbClr>
                  </a:gs>
                  <a:gs pos="100000">
                    <a:srgbClr val="C1CBF9">
                      <a:alpha val="0"/>
                    </a:srgbClr>
                  </a:gs>
                </a:gsLst>
                <a:lin ang="2700000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0" tIns="2700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92" name="Google Shape;1592;p15"/>
              <p:cNvSpPr/>
              <p:nvPr/>
            </p:nvSpPr>
            <p:spPr>
              <a:xfrm>
                <a:off x="4679908" y="4144632"/>
                <a:ext cx="100188" cy="1001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sp>
          <p:nvSpPr>
            <p:cNvPr id="1593" name="Google Shape;1593;p15"/>
            <p:cNvSpPr/>
            <p:nvPr/>
          </p:nvSpPr>
          <p:spPr>
            <a:xfrm>
              <a:off x="378152" y="2096946"/>
              <a:ext cx="1856413" cy="480214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2352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Урд мэдрэгч 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Жолоочийн хяналт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5"/>
            <p:cNvSpPr/>
            <p:nvPr/>
          </p:nvSpPr>
          <p:spPr>
            <a:xfrm>
              <a:off x="1821256" y="2174460"/>
              <a:ext cx="302732" cy="30273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108000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595" name="Google Shape;1595;p15"/>
            <p:cNvSpPr txBox="1"/>
            <p:nvPr/>
          </p:nvSpPr>
          <p:spPr>
            <a:xfrm>
              <a:off x="497608" y="2667475"/>
              <a:ext cx="1274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Зургийг автоматаар таних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6" name="Google Shape;1596;p15"/>
            <p:cNvGrpSpPr/>
            <p:nvPr/>
          </p:nvGrpSpPr>
          <p:grpSpPr>
            <a:xfrm>
              <a:off x="2945282" y="3046738"/>
              <a:ext cx="144665" cy="144665"/>
              <a:chOff x="4574948" y="4039672"/>
              <a:chExt cx="310105" cy="310105"/>
            </a:xfrm>
          </p:grpSpPr>
          <p:sp>
            <p:nvSpPr>
              <p:cNvPr id="1597" name="Google Shape;1597;p15"/>
              <p:cNvSpPr/>
              <p:nvPr/>
            </p:nvSpPr>
            <p:spPr>
              <a:xfrm>
                <a:off x="4574948" y="4039672"/>
                <a:ext cx="310105" cy="310105"/>
              </a:xfrm>
              <a:prstGeom prst="ellipse">
                <a:avLst/>
              </a:prstGeom>
              <a:gradFill>
                <a:gsLst>
                  <a:gs pos="0">
                    <a:srgbClr val="D0D6E6">
                      <a:alpha val="60392"/>
                    </a:srgbClr>
                  </a:gs>
                  <a:gs pos="100000">
                    <a:srgbClr val="C1CBF9">
                      <a:alpha val="0"/>
                    </a:srgbClr>
                  </a:gs>
                </a:gsLst>
                <a:lin ang="2700000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0" tIns="2700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98" name="Google Shape;1598;p15"/>
              <p:cNvSpPr/>
              <p:nvPr/>
            </p:nvSpPr>
            <p:spPr>
              <a:xfrm>
                <a:off x="4679908" y="4144632"/>
                <a:ext cx="100188" cy="1001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cxnSp>
          <p:nvCxnSpPr>
            <p:cNvPr id="1599" name="Google Shape;1599;p15"/>
            <p:cNvCxnSpPr>
              <a:stCxn id="1593" idx="3"/>
            </p:cNvCxnSpPr>
            <p:nvPr/>
          </p:nvCxnSpPr>
          <p:spPr>
            <a:xfrm>
              <a:off x="2234565" y="2337053"/>
              <a:ext cx="261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0" name="Google Shape;1600;p15"/>
            <p:cNvCxnSpPr>
              <a:endCxn id="1597" idx="0"/>
            </p:cNvCxnSpPr>
            <p:nvPr/>
          </p:nvCxnSpPr>
          <p:spPr>
            <a:xfrm>
              <a:off x="2495615" y="2336938"/>
              <a:ext cx="522000" cy="709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1601" name="Google Shape;1601;p15"/>
            <p:cNvGrpSpPr/>
            <p:nvPr/>
          </p:nvGrpSpPr>
          <p:grpSpPr>
            <a:xfrm>
              <a:off x="4166988" y="3815156"/>
              <a:ext cx="144665" cy="144665"/>
              <a:chOff x="4574948" y="4039672"/>
              <a:chExt cx="310105" cy="310105"/>
            </a:xfrm>
          </p:grpSpPr>
          <p:sp>
            <p:nvSpPr>
              <p:cNvPr id="1602" name="Google Shape;1602;p15"/>
              <p:cNvSpPr/>
              <p:nvPr/>
            </p:nvSpPr>
            <p:spPr>
              <a:xfrm>
                <a:off x="4574948" y="4039672"/>
                <a:ext cx="310105" cy="310105"/>
              </a:xfrm>
              <a:prstGeom prst="ellipse">
                <a:avLst/>
              </a:prstGeom>
              <a:gradFill>
                <a:gsLst>
                  <a:gs pos="0">
                    <a:srgbClr val="D0D6E6">
                      <a:alpha val="60392"/>
                    </a:srgbClr>
                  </a:gs>
                  <a:gs pos="100000">
                    <a:srgbClr val="C1CBF9">
                      <a:alpha val="0"/>
                    </a:srgbClr>
                  </a:gs>
                </a:gsLst>
                <a:lin ang="2700000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0" tIns="2700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03" name="Google Shape;1603;p15"/>
              <p:cNvSpPr/>
              <p:nvPr/>
            </p:nvSpPr>
            <p:spPr>
              <a:xfrm>
                <a:off x="4679908" y="4144632"/>
                <a:ext cx="100188" cy="1001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sp>
          <p:nvSpPr>
            <p:cNvPr id="1604" name="Google Shape;1604;p15"/>
            <p:cNvSpPr/>
            <p:nvPr/>
          </p:nvSpPr>
          <p:spPr>
            <a:xfrm>
              <a:off x="5454924" y="5305294"/>
              <a:ext cx="1949503" cy="480214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2352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351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AI арын камерын гүйцэтгэл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5"/>
            <p:cNvSpPr/>
            <p:nvPr/>
          </p:nvSpPr>
          <p:spPr>
            <a:xfrm>
              <a:off x="5532928" y="5382808"/>
              <a:ext cx="302732" cy="30273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06" name="Google Shape;1606;p15"/>
            <p:cNvSpPr txBox="1"/>
            <p:nvPr/>
          </p:nvSpPr>
          <p:spPr>
            <a:xfrm>
              <a:off x="5835660" y="5875823"/>
              <a:ext cx="12648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ISOCELL авто зургийн мэдрэгч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7" name="Google Shape;1607;p15"/>
            <p:cNvGrpSpPr/>
            <p:nvPr/>
          </p:nvGrpSpPr>
          <p:grpSpPr>
            <a:xfrm>
              <a:off x="2684249" y="4043577"/>
              <a:ext cx="144665" cy="144665"/>
              <a:chOff x="4574948" y="4039672"/>
              <a:chExt cx="310105" cy="310105"/>
            </a:xfrm>
          </p:grpSpPr>
          <p:sp>
            <p:nvSpPr>
              <p:cNvPr id="1608" name="Google Shape;1608;p15"/>
              <p:cNvSpPr/>
              <p:nvPr/>
            </p:nvSpPr>
            <p:spPr>
              <a:xfrm>
                <a:off x="4574948" y="4039672"/>
                <a:ext cx="310105" cy="310105"/>
              </a:xfrm>
              <a:prstGeom prst="ellipse">
                <a:avLst/>
              </a:prstGeom>
              <a:gradFill>
                <a:gsLst>
                  <a:gs pos="0">
                    <a:srgbClr val="D0D6E6">
                      <a:alpha val="60392"/>
                    </a:srgbClr>
                  </a:gs>
                  <a:gs pos="100000">
                    <a:srgbClr val="C1CBF9">
                      <a:alpha val="0"/>
                    </a:srgbClr>
                  </a:gs>
                </a:gsLst>
                <a:lin ang="2700000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30200" dist="38100" dir="5400000" algn="t" rotWithShape="0">
                  <a:schemeClr val="accent1">
                    <a:alpha val="25490"/>
                  </a:schemeClr>
                </a:outerShdw>
              </a:effectLst>
            </p:spPr>
            <p:txBody>
              <a:bodyPr spcFirstLastPara="1" wrap="square" lIns="0" tIns="2700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09" name="Google Shape;1609;p15"/>
              <p:cNvSpPr/>
              <p:nvPr/>
            </p:nvSpPr>
            <p:spPr>
              <a:xfrm>
                <a:off x="4679908" y="4144632"/>
                <a:ext cx="100188" cy="100188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cxnSp>
          <p:nvCxnSpPr>
            <p:cNvPr id="1610" name="Google Shape;1610;p15"/>
            <p:cNvCxnSpPr/>
            <p:nvPr/>
          </p:nvCxnSpPr>
          <p:spPr>
            <a:xfrm rot="10800000">
              <a:off x="4968166" y="5553922"/>
              <a:ext cx="486758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1" name="Google Shape;1611;p15"/>
            <p:cNvCxnSpPr>
              <a:stCxn id="1602" idx="4"/>
            </p:cNvCxnSpPr>
            <p:nvPr/>
          </p:nvCxnSpPr>
          <p:spPr>
            <a:xfrm>
              <a:off x="4239321" y="3959821"/>
              <a:ext cx="728700" cy="1594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2" name="Google Shape;1612;p15"/>
            <p:cNvSpPr/>
            <p:nvPr/>
          </p:nvSpPr>
          <p:spPr>
            <a:xfrm>
              <a:off x="378153" y="5251884"/>
              <a:ext cx="1653848" cy="480214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2352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30200" dist="38100" dir="5400000" algn="t" rotWithShape="0">
                <a:schemeClr val="accent1">
                  <a:alpha val="25490"/>
                </a:schemeClr>
              </a:outerShdw>
            </a:effectLst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1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rPr>
                <a:t>Холболт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5"/>
            <p:cNvSpPr/>
            <p:nvPr/>
          </p:nvSpPr>
          <p:spPr>
            <a:xfrm>
              <a:off x="1616905" y="5329398"/>
              <a:ext cx="302732" cy="302732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108000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14" name="Google Shape;1614;p15"/>
            <p:cNvSpPr txBox="1"/>
            <p:nvPr/>
          </p:nvSpPr>
          <p:spPr>
            <a:xfrm>
              <a:off x="497608" y="5822413"/>
              <a:ext cx="1274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mn-MN" sz="8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Байнга идэвхтэй функц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5" name="Google Shape;1615;p15"/>
            <p:cNvCxnSpPr/>
            <p:nvPr/>
          </p:nvCxnSpPr>
          <p:spPr>
            <a:xfrm rot="10800000">
              <a:off x="2032001" y="5502363"/>
              <a:ext cx="439899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16" name="Google Shape;1616;p15"/>
            <p:cNvCxnSpPr>
              <a:stCxn id="1608" idx="4"/>
            </p:cNvCxnSpPr>
            <p:nvPr/>
          </p:nvCxnSpPr>
          <p:spPr>
            <a:xfrm flipH="1">
              <a:off x="2471882" y="4188242"/>
              <a:ext cx="284700" cy="1317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17" name="Google Shape;1617;p15"/>
          <p:cNvGrpSpPr/>
          <p:nvPr/>
        </p:nvGrpSpPr>
        <p:grpSpPr>
          <a:xfrm>
            <a:off x="6290186" y="775104"/>
            <a:ext cx="2163633" cy="3945087"/>
            <a:chOff x="8337755" y="1033472"/>
            <a:chExt cx="2884844" cy="5260116"/>
          </a:xfrm>
        </p:grpSpPr>
        <p:grpSp>
          <p:nvGrpSpPr>
            <p:cNvPr id="1618" name="Google Shape;1618;p15"/>
            <p:cNvGrpSpPr/>
            <p:nvPr/>
          </p:nvGrpSpPr>
          <p:grpSpPr>
            <a:xfrm>
              <a:off x="8337755" y="1033472"/>
              <a:ext cx="2884844" cy="515678"/>
              <a:chOff x="8337755" y="1273860"/>
              <a:chExt cx="2884844" cy="515678"/>
            </a:xfrm>
          </p:grpSpPr>
          <p:sp>
            <p:nvSpPr>
              <p:cNvPr id="1619" name="Google Shape;1619;p15"/>
              <p:cNvSpPr txBox="1"/>
              <p:nvPr/>
            </p:nvSpPr>
            <p:spPr>
              <a:xfrm>
                <a:off x="8337755" y="1273860"/>
                <a:ext cx="288484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Санаа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15"/>
              <p:cNvSpPr txBox="1"/>
              <p:nvPr/>
            </p:nvSpPr>
            <p:spPr>
              <a:xfrm>
                <a:off x="8337755" y="1512539"/>
                <a:ext cx="28848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mn-MN" sz="14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Авто SoC TCU, UWB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1" name="Google Shape;1621;p15"/>
            <p:cNvGrpSpPr/>
            <p:nvPr/>
          </p:nvGrpSpPr>
          <p:grpSpPr>
            <a:xfrm>
              <a:off x="8337755" y="2331118"/>
              <a:ext cx="2884800" cy="526079"/>
              <a:chOff x="8337755" y="1273860"/>
              <a:chExt cx="2884800" cy="526079"/>
            </a:xfrm>
          </p:grpSpPr>
          <p:sp>
            <p:nvSpPr>
              <p:cNvPr id="1622" name="Google Shape;1622;p15"/>
              <p:cNvSpPr txBox="1"/>
              <p:nvPr/>
            </p:nvSpPr>
            <p:spPr>
              <a:xfrm>
                <a:off x="8337755" y="1273860"/>
                <a:ext cx="2884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Үр дүн</a:t>
                </a: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23" name="Google Shape;1623;p15"/>
              <p:cNvSpPr txBox="1"/>
              <p:nvPr/>
            </p:nvSpPr>
            <p:spPr>
              <a:xfrm>
                <a:off x="8337755" y="1512539"/>
                <a:ext cx="2884800" cy="2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mn-MN" sz="14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Автомашины AI мэдрэгч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4" name="Google Shape;1624;p15"/>
            <p:cNvGrpSpPr/>
            <p:nvPr/>
          </p:nvGrpSpPr>
          <p:grpSpPr>
            <a:xfrm>
              <a:off x="8337755" y="3628764"/>
              <a:ext cx="2884800" cy="813179"/>
              <a:chOff x="8337755" y="1273860"/>
              <a:chExt cx="2884800" cy="813179"/>
            </a:xfrm>
          </p:grpSpPr>
          <p:sp>
            <p:nvSpPr>
              <p:cNvPr id="1625" name="Google Shape;1625;p15"/>
              <p:cNvSpPr txBox="1"/>
              <p:nvPr/>
            </p:nvSpPr>
            <p:spPr>
              <a:xfrm>
                <a:off x="8337755" y="1273860"/>
                <a:ext cx="2884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Гарчиг</a:t>
                </a: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26" name="Google Shape;1626;p15"/>
              <p:cNvSpPr txBox="1"/>
              <p:nvPr/>
            </p:nvSpPr>
            <p:spPr>
              <a:xfrm>
                <a:off x="8337755" y="1512539"/>
                <a:ext cx="2834400" cy="5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mn-MN" sz="14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AI-д хадгалах хувийн мэдээлэл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15"/>
            <p:cNvGrpSpPr/>
            <p:nvPr/>
          </p:nvGrpSpPr>
          <p:grpSpPr>
            <a:xfrm>
              <a:off x="8337755" y="5480409"/>
              <a:ext cx="2884800" cy="813179"/>
              <a:chOff x="8337755" y="1273860"/>
              <a:chExt cx="2884800" cy="813179"/>
            </a:xfrm>
          </p:grpSpPr>
          <p:sp>
            <p:nvSpPr>
              <p:cNvPr id="1628" name="Google Shape;1628;p15"/>
              <p:cNvSpPr txBox="1"/>
              <p:nvPr/>
            </p:nvSpPr>
            <p:spPr>
              <a:xfrm>
                <a:off x="8337755" y="1273860"/>
                <a:ext cx="2884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lang="mn-MN" sz="9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Агуулга</a:t>
                </a:r>
                <a:endParaRPr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29" name="Google Shape;1629;p15"/>
              <p:cNvSpPr txBox="1"/>
              <p:nvPr/>
            </p:nvSpPr>
            <p:spPr>
              <a:xfrm>
                <a:off x="8337755" y="1512539"/>
                <a:ext cx="2678400" cy="5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mn-MN" sz="1400" b="1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Ирээдүйн боломжууд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0" name="Google Shape;1630;p15"/>
            <p:cNvGrpSpPr/>
            <p:nvPr/>
          </p:nvGrpSpPr>
          <p:grpSpPr>
            <a:xfrm>
              <a:off x="8337755" y="1940134"/>
              <a:ext cx="2884844" cy="0"/>
              <a:chOff x="8337755" y="1877690"/>
              <a:chExt cx="2884844" cy="0"/>
            </a:xfrm>
          </p:grpSpPr>
          <p:cxnSp>
            <p:nvCxnSpPr>
              <p:cNvPr id="1631" name="Google Shape;1631;p15"/>
              <p:cNvCxnSpPr/>
              <p:nvPr/>
            </p:nvCxnSpPr>
            <p:spPr>
              <a:xfrm>
                <a:off x="8337755" y="1877690"/>
                <a:ext cx="288484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32" name="Google Shape;1632;p15"/>
              <p:cNvCxnSpPr/>
              <p:nvPr/>
            </p:nvCxnSpPr>
            <p:spPr>
              <a:xfrm>
                <a:off x="8337755" y="1877690"/>
                <a:ext cx="452284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633" name="Google Shape;1633;p15"/>
            <p:cNvGrpSpPr/>
            <p:nvPr/>
          </p:nvGrpSpPr>
          <p:grpSpPr>
            <a:xfrm>
              <a:off x="8337755" y="3237780"/>
              <a:ext cx="2884844" cy="0"/>
              <a:chOff x="8337755" y="1877690"/>
              <a:chExt cx="2884844" cy="0"/>
            </a:xfrm>
          </p:grpSpPr>
          <p:cxnSp>
            <p:nvCxnSpPr>
              <p:cNvPr id="1634" name="Google Shape;1634;p15"/>
              <p:cNvCxnSpPr/>
              <p:nvPr/>
            </p:nvCxnSpPr>
            <p:spPr>
              <a:xfrm>
                <a:off x="8337755" y="1877690"/>
                <a:ext cx="288484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35" name="Google Shape;1635;p15"/>
              <p:cNvCxnSpPr/>
              <p:nvPr/>
            </p:nvCxnSpPr>
            <p:spPr>
              <a:xfrm>
                <a:off x="8337755" y="1877690"/>
                <a:ext cx="452284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636" name="Google Shape;1636;p15"/>
            <p:cNvGrpSpPr/>
            <p:nvPr/>
          </p:nvGrpSpPr>
          <p:grpSpPr>
            <a:xfrm>
              <a:off x="8337755" y="5089424"/>
              <a:ext cx="2884844" cy="0"/>
              <a:chOff x="8337755" y="1877690"/>
              <a:chExt cx="2884844" cy="0"/>
            </a:xfrm>
          </p:grpSpPr>
          <p:cxnSp>
            <p:nvCxnSpPr>
              <p:cNvPr id="1637" name="Google Shape;1637;p15"/>
              <p:cNvCxnSpPr/>
              <p:nvPr/>
            </p:nvCxnSpPr>
            <p:spPr>
              <a:xfrm>
                <a:off x="8337755" y="1877690"/>
                <a:ext cx="2884844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38" name="Google Shape;1638;p15"/>
              <p:cNvCxnSpPr/>
              <p:nvPr/>
            </p:nvCxnSpPr>
            <p:spPr>
              <a:xfrm>
                <a:off x="8337755" y="1877690"/>
                <a:ext cx="452284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639" name="Google Shape;163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3303" y="4014873"/>
            <a:ext cx="108229" cy="10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5268" y="4046809"/>
            <a:ext cx="107044" cy="107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0429" y="2727906"/>
            <a:ext cx="108347" cy="1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19550" y="1636213"/>
            <a:ext cx="129039" cy="12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76023" y="1037761"/>
            <a:ext cx="104305" cy="10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" name="Google Shape;1648;p16"/>
          <p:cNvGrpSpPr/>
          <p:nvPr/>
        </p:nvGrpSpPr>
        <p:grpSpPr>
          <a:xfrm>
            <a:off x="4306529" y="-1"/>
            <a:ext cx="4837471" cy="5143501"/>
            <a:chOff x="0" y="-1"/>
            <a:chExt cx="7962900" cy="6858001"/>
          </a:xfrm>
        </p:grpSpPr>
        <p:sp>
          <p:nvSpPr>
            <p:cNvPr id="1649" name="Google Shape;1649;p16"/>
            <p:cNvSpPr/>
            <p:nvPr/>
          </p:nvSpPr>
          <p:spPr>
            <a:xfrm>
              <a:off x="0" y="0"/>
              <a:ext cx="7962900" cy="6858000"/>
            </a:xfrm>
            <a:prstGeom prst="rect">
              <a:avLst/>
            </a:prstGeom>
            <a:gradFill>
              <a:gsLst>
                <a:gs pos="0">
                  <a:srgbClr val="102080"/>
                </a:gs>
                <a:gs pos="48000">
                  <a:srgbClr val="05070B"/>
                </a:gs>
                <a:gs pos="100000">
                  <a:srgbClr val="05070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50" name="Google Shape;1650;p16"/>
            <p:cNvSpPr/>
            <p:nvPr/>
          </p:nvSpPr>
          <p:spPr>
            <a:xfrm>
              <a:off x="0" y="5142271"/>
              <a:ext cx="7962900" cy="1715729"/>
            </a:xfrm>
            <a:prstGeom prst="rect">
              <a:avLst/>
            </a:prstGeom>
            <a:gradFill>
              <a:gsLst>
                <a:gs pos="0">
                  <a:srgbClr val="102080"/>
                </a:gs>
                <a:gs pos="32000">
                  <a:srgbClr val="0D1C63"/>
                </a:gs>
                <a:gs pos="61000">
                  <a:srgbClr val="08163A">
                    <a:alpha val="63529"/>
                  </a:srgbClr>
                </a:gs>
                <a:gs pos="100000">
                  <a:srgbClr val="05121A">
                    <a:alpha val="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203200" dist="50800" dir="3060000" algn="t" rotWithShape="0">
                <a:srgbClr val="091450">
                  <a:alpha val="549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651" name="Google Shape;1651;p16"/>
            <p:cNvGrpSpPr/>
            <p:nvPr/>
          </p:nvGrpSpPr>
          <p:grpSpPr>
            <a:xfrm>
              <a:off x="0" y="-1"/>
              <a:ext cx="7962900" cy="4982670"/>
              <a:chOff x="0" y="0"/>
              <a:chExt cx="5675086" cy="3551103"/>
            </a:xfrm>
          </p:grpSpPr>
          <p:sp>
            <p:nvSpPr>
              <p:cNvPr id="1652" name="Google Shape;1652;p16"/>
              <p:cNvSpPr/>
              <p:nvPr/>
            </p:nvSpPr>
            <p:spPr>
              <a:xfrm>
                <a:off x="0" y="0"/>
                <a:ext cx="4960276" cy="3551103"/>
              </a:xfrm>
              <a:custGeom>
                <a:avLst/>
                <a:gdLst/>
                <a:ahLst/>
                <a:cxnLst/>
                <a:rect l="l" t="t" r="r" b="b"/>
                <a:pathLst>
                  <a:path w="9579432" h="6857996" extrusionOk="0">
                    <a:moveTo>
                      <a:pt x="0" y="0"/>
                    </a:moveTo>
                    <a:lnTo>
                      <a:pt x="9579432" y="0"/>
                    </a:lnTo>
                    <a:lnTo>
                      <a:pt x="9579431" y="4"/>
                    </a:lnTo>
                    <a:lnTo>
                      <a:pt x="3913990" y="4"/>
                    </a:lnTo>
                    <a:lnTo>
                      <a:pt x="4570139" y="1768319"/>
                    </a:lnTo>
                    <a:cubicBezTo>
                      <a:pt x="4570139" y="1768319"/>
                      <a:pt x="4938048" y="2505077"/>
                      <a:pt x="5705107" y="2505077"/>
                    </a:cubicBezTo>
                    <a:lnTo>
                      <a:pt x="8676383" y="2505077"/>
                    </a:lnTo>
                    <a:lnTo>
                      <a:pt x="7107210" y="6857996"/>
                    </a:lnTo>
                    <a:lnTo>
                      <a:pt x="1136912" y="6857996"/>
                    </a:lnTo>
                    <a:lnTo>
                      <a:pt x="0" y="370417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5121A"/>
                  </a:gs>
                  <a:gs pos="33000">
                    <a:srgbClr val="1428A0">
                      <a:alpha val="24313"/>
                    </a:srgbClr>
                  </a:gs>
                  <a:gs pos="67000">
                    <a:srgbClr val="1428A0">
                      <a:alpha val="0"/>
                    </a:srgbClr>
                  </a:gs>
                  <a:gs pos="100000">
                    <a:srgbClr val="05121A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653" name="Google Shape;1653;p16"/>
              <p:cNvSpPr/>
              <p:nvPr/>
            </p:nvSpPr>
            <p:spPr>
              <a:xfrm rot="-5400000" flipH="1">
                <a:off x="4075765" y="-261108"/>
                <a:ext cx="1330802" cy="1867840"/>
              </a:xfrm>
              <a:prstGeom prst="flowChartManualInput">
                <a:avLst/>
              </a:prstGeom>
              <a:gradFill>
                <a:gsLst>
                  <a:gs pos="0">
                    <a:srgbClr val="0689D8">
                      <a:alpha val="392"/>
                    </a:srgbClr>
                  </a:gs>
                  <a:gs pos="38000">
                    <a:srgbClr val="1428A0">
                      <a:alpha val="51372"/>
                    </a:srgbClr>
                  </a:gs>
                  <a:gs pos="67000">
                    <a:srgbClr val="1428A0">
                      <a:alpha val="60392"/>
                    </a:srgbClr>
                  </a:gs>
                  <a:gs pos="100000">
                    <a:srgbClr val="05121A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sp>
        <p:nvSpPr>
          <p:cNvPr id="1654" name="Google Shape;1654;p16"/>
          <p:cNvSpPr txBox="1">
            <a:spLocks noGrp="1"/>
          </p:cNvSpPr>
          <p:nvPr>
            <p:ph type="title"/>
          </p:nvPr>
        </p:nvSpPr>
        <p:spPr>
          <a:xfrm>
            <a:off x="305990" y="386785"/>
            <a:ext cx="40005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 b="0"/>
              <a:t>AI салбарын шийдэл </a:t>
            </a:r>
            <a:endParaRPr b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Робот платформ</a:t>
            </a:r>
            <a:endParaRPr/>
          </a:p>
        </p:txBody>
      </p:sp>
      <p:sp>
        <p:nvSpPr>
          <p:cNvPr id="1655" name="Google Shape;1655;p16"/>
          <p:cNvSpPr txBox="1"/>
          <p:nvPr/>
        </p:nvSpPr>
        <p:spPr>
          <a:xfrm>
            <a:off x="8660606" y="4660106"/>
            <a:ext cx="27384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1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16</a:t>
            </a:fld>
            <a:endParaRPr sz="800" b="1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6" name="Google Shape;1656;p16"/>
          <p:cNvSpPr/>
          <p:nvPr/>
        </p:nvSpPr>
        <p:spPr>
          <a:xfrm>
            <a:off x="8752866" y="5027414"/>
            <a:ext cx="89326" cy="116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7" name="Google Shape;1657;p16"/>
          <p:cNvSpPr/>
          <p:nvPr/>
        </p:nvSpPr>
        <p:spPr>
          <a:xfrm>
            <a:off x="4885750" y="449999"/>
            <a:ext cx="3811113" cy="4250954"/>
          </a:xfrm>
          <a:custGeom>
            <a:avLst/>
            <a:gdLst/>
            <a:ahLst/>
            <a:cxnLst/>
            <a:rect l="l" t="t" r="r" b="b"/>
            <a:pathLst>
              <a:path w="5081484" h="5667938" extrusionOk="0">
                <a:moveTo>
                  <a:pt x="5079298" y="4309519"/>
                </a:moveTo>
                <a:lnTo>
                  <a:pt x="5081485" y="4278328"/>
                </a:lnTo>
                <a:cubicBezTo>
                  <a:pt x="5081485" y="4278123"/>
                  <a:pt x="5081416" y="4277952"/>
                  <a:pt x="5081416" y="4277747"/>
                </a:cubicBezTo>
                <a:cubicBezTo>
                  <a:pt x="5081416" y="4277542"/>
                  <a:pt x="5081485" y="4277372"/>
                  <a:pt x="5081416" y="4277166"/>
                </a:cubicBezTo>
                <a:lnTo>
                  <a:pt x="5010116" y="3859788"/>
                </a:lnTo>
                <a:cubicBezTo>
                  <a:pt x="5010082" y="3859514"/>
                  <a:pt x="5009912" y="3859275"/>
                  <a:pt x="5009809" y="3859002"/>
                </a:cubicBezTo>
                <a:cubicBezTo>
                  <a:pt x="5009706" y="3858694"/>
                  <a:pt x="5009672" y="3858387"/>
                  <a:pt x="5009502" y="3858114"/>
                </a:cubicBezTo>
                <a:lnTo>
                  <a:pt x="4999218" y="3840827"/>
                </a:lnTo>
                <a:lnTo>
                  <a:pt x="4991292" y="3807210"/>
                </a:lnTo>
                <a:cubicBezTo>
                  <a:pt x="4991224" y="3806970"/>
                  <a:pt x="4991087" y="3806766"/>
                  <a:pt x="4990985" y="3806526"/>
                </a:cubicBezTo>
                <a:cubicBezTo>
                  <a:pt x="4990882" y="3806287"/>
                  <a:pt x="4990882" y="3806048"/>
                  <a:pt x="4990746" y="3805843"/>
                </a:cubicBezTo>
                <a:lnTo>
                  <a:pt x="4784021" y="3451941"/>
                </a:lnTo>
                <a:cubicBezTo>
                  <a:pt x="4784021" y="3451941"/>
                  <a:pt x="4784021" y="3451941"/>
                  <a:pt x="4784021" y="3451941"/>
                </a:cubicBezTo>
                <a:cubicBezTo>
                  <a:pt x="4783918" y="3451804"/>
                  <a:pt x="4783781" y="3451667"/>
                  <a:pt x="4783679" y="3451531"/>
                </a:cubicBezTo>
                <a:cubicBezTo>
                  <a:pt x="4783474" y="3451257"/>
                  <a:pt x="4783269" y="3451018"/>
                  <a:pt x="4783030" y="3450813"/>
                </a:cubicBezTo>
                <a:cubicBezTo>
                  <a:pt x="4782927" y="3450711"/>
                  <a:pt x="4782825" y="3450574"/>
                  <a:pt x="4782723" y="3450472"/>
                </a:cubicBezTo>
                <a:cubicBezTo>
                  <a:pt x="4782723" y="3450472"/>
                  <a:pt x="4782723" y="3450472"/>
                  <a:pt x="4782723" y="3450472"/>
                </a:cubicBezTo>
                <a:lnTo>
                  <a:pt x="4762497" y="3435576"/>
                </a:lnTo>
                <a:lnTo>
                  <a:pt x="4748661" y="3411662"/>
                </a:lnTo>
                <a:cubicBezTo>
                  <a:pt x="4748661" y="3411662"/>
                  <a:pt x="4748490" y="3411491"/>
                  <a:pt x="4748422" y="3411423"/>
                </a:cubicBezTo>
                <a:cubicBezTo>
                  <a:pt x="4748115" y="3410944"/>
                  <a:pt x="4747773" y="3410534"/>
                  <a:pt x="4747329" y="3410193"/>
                </a:cubicBezTo>
                <a:lnTo>
                  <a:pt x="4561888" y="3270087"/>
                </a:lnTo>
                <a:lnTo>
                  <a:pt x="4559941" y="3061961"/>
                </a:lnTo>
                <a:cubicBezTo>
                  <a:pt x="4559941" y="3061961"/>
                  <a:pt x="4559941" y="3061961"/>
                  <a:pt x="4559941" y="3061927"/>
                </a:cubicBezTo>
                <a:cubicBezTo>
                  <a:pt x="4559941" y="3061893"/>
                  <a:pt x="4559941" y="3061927"/>
                  <a:pt x="4559941" y="3061859"/>
                </a:cubicBezTo>
                <a:lnTo>
                  <a:pt x="4551160" y="2762379"/>
                </a:lnTo>
                <a:cubicBezTo>
                  <a:pt x="4551160" y="2762174"/>
                  <a:pt x="4551058" y="2762004"/>
                  <a:pt x="4551058" y="2761799"/>
                </a:cubicBezTo>
                <a:cubicBezTo>
                  <a:pt x="4551058" y="2761662"/>
                  <a:pt x="4551058" y="2761525"/>
                  <a:pt x="4551058" y="2761389"/>
                </a:cubicBezTo>
                <a:lnTo>
                  <a:pt x="4534864" y="2692173"/>
                </a:lnTo>
                <a:cubicBezTo>
                  <a:pt x="4534864" y="2692173"/>
                  <a:pt x="4534796" y="2692036"/>
                  <a:pt x="4534762" y="2691934"/>
                </a:cubicBezTo>
                <a:cubicBezTo>
                  <a:pt x="4534762" y="2691865"/>
                  <a:pt x="4534762" y="2691763"/>
                  <a:pt x="4534762" y="2691694"/>
                </a:cubicBezTo>
                <a:lnTo>
                  <a:pt x="4473028" y="2512881"/>
                </a:lnTo>
                <a:cubicBezTo>
                  <a:pt x="4473028" y="2512881"/>
                  <a:pt x="4472891" y="2512676"/>
                  <a:pt x="4472823" y="2512540"/>
                </a:cubicBezTo>
                <a:cubicBezTo>
                  <a:pt x="4472686" y="2512267"/>
                  <a:pt x="4472550" y="2511993"/>
                  <a:pt x="4472379" y="2511754"/>
                </a:cubicBezTo>
                <a:cubicBezTo>
                  <a:pt x="4472311" y="2511652"/>
                  <a:pt x="4472311" y="2511549"/>
                  <a:pt x="4472208" y="2511447"/>
                </a:cubicBezTo>
                <a:lnTo>
                  <a:pt x="4364045" y="2375816"/>
                </a:lnTo>
                <a:lnTo>
                  <a:pt x="4281677" y="2248796"/>
                </a:lnTo>
                <a:cubicBezTo>
                  <a:pt x="4281540" y="2248591"/>
                  <a:pt x="4281335" y="2248454"/>
                  <a:pt x="4281164" y="2248249"/>
                </a:cubicBezTo>
                <a:cubicBezTo>
                  <a:pt x="4280994" y="2248044"/>
                  <a:pt x="4280891" y="2247839"/>
                  <a:pt x="4280686" y="2247668"/>
                </a:cubicBezTo>
                <a:lnTo>
                  <a:pt x="4125685" y="2120272"/>
                </a:lnTo>
                <a:cubicBezTo>
                  <a:pt x="4125685" y="2120272"/>
                  <a:pt x="4125514" y="2120203"/>
                  <a:pt x="4125446" y="2120135"/>
                </a:cubicBezTo>
                <a:cubicBezTo>
                  <a:pt x="4125241" y="2119998"/>
                  <a:pt x="4125036" y="2119896"/>
                  <a:pt x="4124796" y="2119759"/>
                </a:cubicBezTo>
                <a:cubicBezTo>
                  <a:pt x="4124660" y="2119691"/>
                  <a:pt x="4124523" y="2119554"/>
                  <a:pt x="4124386" y="2119486"/>
                </a:cubicBezTo>
                <a:lnTo>
                  <a:pt x="3917388" y="2038381"/>
                </a:lnTo>
                <a:cubicBezTo>
                  <a:pt x="3917388" y="2038381"/>
                  <a:pt x="3917184" y="2038381"/>
                  <a:pt x="3917081" y="2038312"/>
                </a:cubicBezTo>
                <a:cubicBezTo>
                  <a:pt x="3916978" y="2038278"/>
                  <a:pt x="3916876" y="2038210"/>
                  <a:pt x="3916774" y="2038176"/>
                </a:cubicBezTo>
                <a:lnTo>
                  <a:pt x="3792759" y="2007975"/>
                </a:lnTo>
                <a:cubicBezTo>
                  <a:pt x="3792759" y="2007975"/>
                  <a:pt x="3792588" y="2007975"/>
                  <a:pt x="3792520" y="2007975"/>
                </a:cubicBezTo>
                <a:cubicBezTo>
                  <a:pt x="3792452" y="2007975"/>
                  <a:pt x="3792383" y="2007907"/>
                  <a:pt x="3792281" y="2007907"/>
                </a:cubicBezTo>
                <a:lnTo>
                  <a:pt x="3625322" y="1984266"/>
                </a:lnTo>
                <a:lnTo>
                  <a:pt x="3625322" y="1958574"/>
                </a:lnTo>
                <a:cubicBezTo>
                  <a:pt x="3625322" y="1958574"/>
                  <a:pt x="3625254" y="1958335"/>
                  <a:pt x="3625254" y="1958199"/>
                </a:cubicBezTo>
                <a:cubicBezTo>
                  <a:pt x="3625254" y="1957857"/>
                  <a:pt x="3625151" y="1957549"/>
                  <a:pt x="3625049" y="1957208"/>
                </a:cubicBezTo>
                <a:cubicBezTo>
                  <a:pt x="3624947" y="1956900"/>
                  <a:pt x="3624878" y="1956627"/>
                  <a:pt x="3624741" y="1956354"/>
                </a:cubicBezTo>
                <a:cubicBezTo>
                  <a:pt x="3624605" y="1956080"/>
                  <a:pt x="3624434" y="1955841"/>
                  <a:pt x="3624229" y="1955602"/>
                </a:cubicBezTo>
                <a:cubicBezTo>
                  <a:pt x="3624024" y="1955329"/>
                  <a:pt x="3623819" y="1955090"/>
                  <a:pt x="3623546" y="1954850"/>
                </a:cubicBezTo>
                <a:cubicBezTo>
                  <a:pt x="3623443" y="1954782"/>
                  <a:pt x="3623409" y="1954645"/>
                  <a:pt x="3623307" y="1954577"/>
                </a:cubicBezTo>
                <a:lnTo>
                  <a:pt x="3607728" y="1943303"/>
                </a:lnTo>
                <a:cubicBezTo>
                  <a:pt x="3607728" y="1943303"/>
                  <a:pt x="3607659" y="1943303"/>
                  <a:pt x="3607626" y="1943269"/>
                </a:cubicBezTo>
                <a:cubicBezTo>
                  <a:pt x="3607489" y="1943166"/>
                  <a:pt x="3607284" y="1943098"/>
                  <a:pt x="3607147" y="1943030"/>
                </a:cubicBezTo>
                <a:cubicBezTo>
                  <a:pt x="3606908" y="1942893"/>
                  <a:pt x="3606635" y="1942791"/>
                  <a:pt x="3606361" y="1942688"/>
                </a:cubicBezTo>
                <a:cubicBezTo>
                  <a:pt x="3606191" y="1942620"/>
                  <a:pt x="3605985" y="1942517"/>
                  <a:pt x="3605815" y="1942483"/>
                </a:cubicBezTo>
                <a:cubicBezTo>
                  <a:pt x="3605815" y="1942483"/>
                  <a:pt x="3605747" y="1942483"/>
                  <a:pt x="3605712" y="1942449"/>
                </a:cubicBezTo>
                <a:lnTo>
                  <a:pt x="3591432" y="1939853"/>
                </a:lnTo>
                <a:lnTo>
                  <a:pt x="3591432" y="1885601"/>
                </a:lnTo>
                <a:cubicBezTo>
                  <a:pt x="3591432" y="1885601"/>
                  <a:pt x="3659179" y="1869509"/>
                  <a:pt x="3659179" y="1869509"/>
                </a:cubicBezTo>
                <a:lnTo>
                  <a:pt x="3785379" y="1839480"/>
                </a:lnTo>
                <a:lnTo>
                  <a:pt x="3878954" y="1817205"/>
                </a:lnTo>
                <a:cubicBezTo>
                  <a:pt x="3878954" y="1817205"/>
                  <a:pt x="3879228" y="1817068"/>
                  <a:pt x="3879364" y="1817034"/>
                </a:cubicBezTo>
                <a:cubicBezTo>
                  <a:pt x="3879501" y="1817000"/>
                  <a:pt x="3879638" y="1817034"/>
                  <a:pt x="3879808" y="1816931"/>
                </a:cubicBezTo>
                <a:lnTo>
                  <a:pt x="4003139" y="1763021"/>
                </a:lnTo>
                <a:cubicBezTo>
                  <a:pt x="4003139" y="1763021"/>
                  <a:pt x="4003242" y="1762953"/>
                  <a:pt x="4003310" y="1762918"/>
                </a:cubicBezTo>
                <a:cubicBezTo>
                  <a:pt x="4003481" y="1762816"/>
                  <a:pt x="4003618" y="1762679"/>
                  <a:pt x="4003789" y="1762577"/>
                </a:cubicBezTo>
                <a:cubicBezTo>
                  <a:pt x="4004267" y="1762269"/>
                  <a:pt x="4004677" y="1761928"/>
                  <a:pt x="4005018" y="1761484"/>
                </a:cubicBezTo>
                <a:cubicBezTo>
                  <a:pt x="4005087" y="1761381"/>
                  <a:pt x="4005189" y="1761347"/>
                  <a:pt x="4005257" y="1761279"/>
                </a:cubicBezTo>
                <a:lnTo>
                  <a:pt x="4011373" y="1752225"/>
                </a:lnTo>
                <a:cubicBezTo>
                  <a:pt x="4011373" y="1752225"/>
                  <a:pt x="4011510" y="1751884"/>
                  <a:pt x="4011578" y="1751747"/>
                </a:cubicBezTo>
                <a:cubicBezTo>
                  <a:pt x="4011646" y="1751644"/>
                  <a:pt x="4011714" y="1751576"/>
                  <a:pt x="4011749" y="1751474"/>
                </a:cubicBezTo>
                <a:cubicBezTo>
                  <a:pt x="4011749" y="1751439"/>
                  <a:pt x="4011817" y="1751405"/>
                  <a:pt x="4011817" y="1751371"/>
                </a:cubicBezTo>
                <a:lnTo>
                  <a:pt x="4091999" y="1556809"/>
                </a:lnTo>
                <a:cubicBezTo>
                  <a:pt x="4091999" y="1556809"/>
                  <a:pt x="4091999" y="1556809"/>
                  <a:pt x="4091999" y="1556809"/>
                </a:cubicBezTo>
                <a:lnTo>
                  <a:pt x="4091999" y="1556809"/>
                </a:lnTo>
                <a:cubicBezTo>
                  <a:pt x="4092102" y="1556501"/>
                  <a:pt x="4092102" y="1556194"/>
                  <a:pt x="4092170" y="1555886"/>
                </a:cubicBezTo>
                <a:cubicBezTo>
                  <a:pt x="4092170" y="1555886"/>
                  <a:pt x="4092170" y="1555886"/>
                  <a:pt x="4092170" y="1555886"/>
                </a:cubicBezTo>
                <a:cubicBezTo>
                  <a:pt x="4092170" y="1555784"/>
                  <a:pt x="4092307" y="1555749"/>
                  <a:pt x="4092307" y="1555647"/>
                </a:cubicBezTo>
                <a:cubicBezTo>
                  <a:pt x="4092307" y="1555510"/>
                  <a:pt x="4092307" y="1555408"/>
                  <a:pt x="4092307" y="1555305"/>
                </a:cubicBezTo>
                <a:cubicBezTo>
                  <a:pt x="4092307" y="1555169"/>
                  <a:pt x="4092375" y="1555066"/>
                  <a:pt x="4092375" y="1554930"/>
                </a:cubicBezTo>
                <a:lnTo>
                  <a:pt x="4092375" y="1554930"/>
                </a:lnTo>
                <a:lnTo>
                  <a:pt x="4092375" y="1554861"/>
                </a:lnTo>
                <a:lnTo>
                  <a:pt x="4092683" y="1227675"/>
                </a:lnTo>
                <a:cubicBezTo>
                  <a:pt x="4092683" y="1227504"/>
                  <a:pt x="4092614" y="1227333"/>
                  <a:pt x="4092580" y="1227162"/>
                </a:cubicBezTo>
                <a:cubicBezTo>
                  <a:pt x="4092580" y="1226992"/>
                  <a:pt x="4092580" y="1226821"/>
                  <a:pt x="4092580" y="1226650"/>
                </a:cubicBezTo>
                <a:lnTo>
                  <a:pt x="4092580" y="1226650"/>
                </a:lnTo>
                <a:cubicBezTo>
                  <a:pt x="4092580" y="1226650"/>
                  <a:pt x="4092580" y="1226616"/>
                  <a:pt x="4092580" y="1226616"/>
                </a:cubicBezTo>
                <a:lnTo>
                  <a:pt x="4012876" y="854060"/>
                </a:lnTo>
                <a:cubicBezTo>
                  <a:pt x="4012876" y="854060"/>
                  <a:pt x="4012842" y="853957"/>
                  <a:pt x="4012808" y="853923"/>
                </a:cubicBezTo>
                <a:cubicBezTo>
                  <a:pt x="4012739" y="853650"/>
                  <a:pt x="4012568" y="853411"/>
                  <a:pt x="4012466" y="853137"/>
                </a:cubicBezTo>
                <a:cubicBezTo>
                  <a:pt x="4012364" y="852864"/>
                  <a:pt x="4012295" y="852591"/>
                  <a:pt x="4012124" y="852386"/>
                </a:cubicBezTo>
                <a:cubicBezTo>
                  <a:pt x="4012056" y="852318"/>
                  <a:pt x="4012022" y="852249"/>
                  <a:pt x="4011954" y="852181"/>
                </a:cubicBezTo>
                <a:cubicBezTo>
                  <a:pt x="4011954" y="852147"/>
                  <a:pt x="4011954" y="852113"/>
                  <a:pt x="4011885" y="852078"/>
                </a:cubicBezTo>
                <a:lnTo>
                  <a:pt x="3924358" y="742310"/>
                </a:lnTo>
                <a:lnTo>
                  <a:pt x="3915065" y="10420"/>
                </a:lnTo>
                <a:cubicBezTo>
                  <a:pt x="3915065" y="10181"/>
                  <a:pt x="3914963" y="9976"/>
                  <a:pt x="3914929" y="9771"/>
                </a:cubicBezTo>
                <a:cubicBezTo>
                  <a:pt x="3914929" y="9566"/>
                  <a:pt x="3914929" y="9361"/>
                  <a:pt x="3914894" y="9156"/>
                </a:cubicBezTo>
                <a:lnTo>
                  <a:pt x="3914894" y="9053"/>
                </a:lnTo>
                <a:cubicBezTo>
                  <a:pt x="3914894" y="9053"/>
                  <a:pt x="3914894" y="9053"/>
                  <a:pt x="3914894" y="9053"/>
                </a:cubicBezTo>
                <a:lnTo>
                  <a:pt x="3913357" y="3621"/>
                </a:lnTo>
                <a:cubicBezTo>
                  <a:pt x="3913357" y="3621"/>
                  <a:pt x="3913220" y="3416"/>
                  <a:pt x="3913186" y="3280"/>
                </a:cubicBezTo>
                <a:cubicBezTo>
                  <a:pt x="3913118" y="3041"/>
                  <a:pt x="3912981" y="2836"/>
                  <a:pt x="3912879" y="2631"/>
                </a:cubicBezTo>
                <a:cubicBezTo>
                  <a:pt x="3912776" y="2426"/>
                  <a:pt x="3912674" y="2221"/>
                  <a:pt x="3912537" y="2016"/>
                </a:cubicBezTo>
                <a:cubicBezTo>
                  <a:pt x="3912435" y="1879"/>
                  <a:pt x="3912298" y="1742"/>
                  <a:pt x="3912161" y="1606"/>
                </a:cubicBezTo>
                <a:cubicBezTo>
                  <a:pt x="3911991" y="1435"/>
                  <a:pt x="3911820" y="1298"/>
                  <a:pt x="3911649" y="1127"/>
                </a:cubicBezTo>
                <a:cubicBezTo>
                  <a:pt x="3911478" y="991"/>
                  <a:pt x="3911341" y="854"/>
                  <a:pt x="3911171" y="752"/>
                </a:cubicBezTo>
                <a:cubicBezTo>
                  <a:pt x="3911034" y="683"/>
                  <a:pt x="3910897" y="615"/>
                  <a:pt x="3910761" y="547"/>
                </a:cubicBezTo>
                <a:cubicBezTo>
                  <a:pt x="3910487" y="410"/>
                  <a:pt x="3910214" y="307"/>
                  <a:pt x="3909907" y="239"/>
                </a:cubicBezTo>
                <a:cubicBezTo>
                  <a:pt x="3909736" y="205"/>
                  <a:pt x="3909599" y="137"/>
                  <a:pt x="3909428" y="102"/>
                </a:cubicBezTo>
                <a:cubicBezTo>
                  <a:pt x="3909257" y="102"/>
                  <a:pt x="3909087" y="102"/>
                  <a:pt x="3908916" y="68"/>
                </a:cubicBezTo>
                <a:cubicBezTo>
                  <a:pt x="3908813" y="68"/>
                  <a:pt x="3908711" y="0"/>
                  <a:pt x="3908574" y="0"/>
                </a:cubicBezTo>
                <a:cubicBezTo>
                  <a:pt x="3908403" y="0"/>
                  <a:pt x="3908267" y="68"/>
                  <a:pt x="3908096" y="102"/>
                </a:cubicBezTo>
                <a:cubicBezTo>
                  <a:pt x="3907925" y="102"/>
                  <a:pt x="3907788" y="102"/>
                  <a:pt x="3907617" y="102"/>
                </a:cubicBezTo>
                <a:lnTo>
                  <a:pt x="3890433" y="3656"/>
                </a:lnTo>
                <a:cubicBezTo>
                  <a:pt x="3890228" y="3690"/>
                  <a:pt x="3890091" y="3826"/>
                  <a:pt x="3889920" y="3895"/>
                </a:cubicBezTo>
                <a:cubicBezTo>
                  <a:pt x="3889716" y="3963"/>
                  <a:pt x="3889511" y="4065"/>
                  <a:pt x="3889340" y="4134"/>
                </a:cubicBezTo>
                <a:cubicBezTo>
                  <a:pt x="3888964" y="4305"/>
                  <a:pt x="3888623" y="4510"/>
                  <a:pt x="3888281" y="4783"/>
                </a:cubicBezTo>
                <a:cubicBezTo>
                  <a:pt x="3888110" y="4920"/>
                  <a:pt x="3887973" y="5090"/>
                  <a:pt x="3887802" y="5261"/>
                </a:cubicBezTo>
                <a:cubicBezTo>
                  <a:pt x="3887563" y="5535"/>
                  <a:pt x="3887358" y="5808"/>
                  <a:pt x="3887153" y="6149"/>
                </a:cubicBezTo>
                <a:cubicBezTo>
                  <a:pt x="3887017" y="6389"/>
                  <a:pt x="3886914" y="6662"/>
                  <a:pt x="3886812" y="6935"/>
                </a:cubicBezTo>
                <a:cubicBezTo>
                  <a:pt x="3886709" y="7243"/>
                  <a:pt x="3886641" y="7550"/>
                  <a:pt x="3886572" y="7892"/>
                </a:cubicBezTo>
                <a:cubicBezTo>
                  <a:pt x="3886572" y="8028"/>
                  <a:pt x="3886470" y="8165"/>
                  <a:pt x="3886470" y="8302"/>
                </a:cubicBezTo>
                <a:lnTo>
                  <a:pt x="3869491" y="689527"/>
                </a:lnTo>
                <a:lnTo>
                  <a:pt x="3697886" y="602580"/>
                </a:lnTo>
                <a:lnTo>
                  <a:pt x="3691771" y="140652"/>
                </a:lnTo>
                <a:cubicBezTo>
                  <a:pt x="3691771" y="140413"/>
                  <a:pt x="3691668" y="140208"/>
                  <a:pt x="3691634" y="140003"/>
                </a:cubicBezTo>
                <a:cubicBezTo>
                  <a:pt x="3691600" y="139730"/>
                  <a:pt x="3691566" y="139422"/>
                  <a:pt x="3691497" y="139149"/>
                </a:cubicBezTo>
                <a:cubicBezTo>
                  <a:pt x="3691497" y="139115"/>
                  <a:pt x="3691497" y="139081"/>
                  <a:pt x="3691497" y="139012"/>
                </a:cubicBezTo>
                <a:lnTo>
                  <a:pt x="3689619" y="133922"/>
                </a:lnTo>
                <a:cubicBezTo>
                  <a:pt x="3689550" y="133717"/>
                  <a:pt x="3689379" y="133580"/>
                  <a:pt x="3689277" y="133410"/>
                </a:cubicBezTo>
                <a:cubicBezTo>
                  <a:pt x="3689140" y="133136"/>
                  <a:pt x="3689004" y="132863"/>
                  <a:pt x="3688798" y="132624"/>
                </a:cubicBezTo>
                <a:cubicBezTo>
                  <a:pt x="3688628" y="132419"/>
                  <a:pt x="3688457" y="132214"/>
                  <a:pt x="3688252" y="132043"/>
                </a:cubicBezTo>
                <a:cubicBezTo>
                  <a:pt x="3688184" y="131975"/>
                  <a:pt x="3688115" y="131940"/>
                  <a:pt x="3688047" y="131906"/>
                </a:cubicBezTo>
                <a:cubicBezTo>
                  <a:pt x="3687842" y="131735"/>
                  <a:pt x="3687637" y="131565"/>
                  <a:pt x="3687398" y="131428"/>
                </a:cubicBezTo>
                <a:cubicBezTo>
                  <a:pt x="3687090" y="131257"/>
                  <a:pt x="3686783" y="131121"/>
                  <a:pt x="3686441" y="131018"/>
                </a:cubicBezTo>
                <a:cubicBezTo>
                  <a:pt x="3686168" y="130916"/>
                  <a:pt x="3685895" y="130847"/>
                  <a:pt x="3685621" y="130813"/>
                </a:cubicBezTo>
                <a:cubicBezTo>
                  <a:pt x="3685416" y="130813"/>
                  <a:pt x="3685246" y="130745"/>
                  <a:pt x="3685040" y="130745"/>
                </a:cubicBezTo>
                <a:cubicBezTo>
                  <a:pt x="3685006" y="130745"/>
                  <a:pt x="3685006" y="130711"/>
                  <a:pt x="3684938" y="130711"/>
                </a:cubicBezTo>
                <a:cubicBezTo>
                  <a:pt x="3684767" y="130711"/>
                  <a:pt x="3684631" y="130779"/>
                  <a:pt x="3684494" y="130813"/>
                </a:cubicBezTo>
                <a:cubicBezTo>
                  <a:pt x="3684323" y="130813"/>
                  <a:pt x="3684186" y="130813"/>
                  <a:pt x="3684016" y="130813"/>
                </a:cubicBezTo>
                <a:lnTo>
                  <a:pt x="3667822" y="134093"/>
                </a:lnTo>
                <a:cubicBezTo>
                  <a:pt x="3667583" y="134127"/>
                  <a:pt x="3667378" y="134298"/>
                  <a:pt x="3667139" y="134366"/>
                </a:cubicBezTo>
                <a:cubicBezTo>
                  <a:pt x="3667105" y="134366"/>
                  <a:pt x="3667070" y="134366"/>
                  <a:pt x="3667036" y="134400"/>
                </a:cubicBezTo>
                <a:cubicBezTo>
                  <a:pt x="3665909" y="134844"/>
                  <a:pt x="3665021" y="135664"/>
                  <a:pt x="3664474" y="136723"/>
                </a:cubicBezTo>
                <a:cubicBezTo>
                  <a:pt x="3664372" y="136894"/>
                  <a:pt x="3664337" y="137031"/>
                  <a:pt x="3664269" y="137202"/>
                </a:cubicBezTo>
                <a:cubicBezTo>
                  <a:pt x="3664132" y="137577"/>
                  <a:pt x="3664030" y="137953"/>
                  <a:pt x="3663996" y="138363"/>
                </a:cubicBezTo>
                <a:cubicBezTo>
                  <a:pt x="3663996" y="138500"/>
                  <a:pt x="3663893" y="138602"/>
                  <a:pt x="3663893" y="138739"/>
                </a:cubicBezTo>
                <a:lnTo>
                  <a:pt x="3652722" y="590179"/>
                </a:lnTo>
                <a:lnTo>
                  <a:pt x="3440360" y="547133"/>
                </a:lnTo>
                <a:cubicBezTo>
                  <a:pt x="3440360" y="547133"/>
                  <a:pt x="3440189" y="547133"/>
                  <a:pt x="3440086" y="547133"/>
                </a:cubicBezTo>
                <a:cubicBezTo>
                  <a:pt x="3440018" y="547133"/>
                  <a:pt x="3439950" y="547064"/>
                  <a:pt x="3439847" y="547064"/>
                </a:cubicBezTo>
                <a:lnTo>
                  <a:pt x="3439710" y="547064"/>
                </a:lnTo>
                <a:cubicBezTo>
                  <a:pt x="3439710" y="547064"/>
                  <a:pt x="3439710" y="547064"/>
                  <a:pt x="3439710" y="547064"/>
                </a:cubicBezTo>
                <a:lnTo>
                  <a:pt x="3417607" y="544844"/>
                </a:lnTo>
                <a:cubicBezTo>
                  <a:pt x="3417607" y="544844"/>
                  <a:pt x="3417299" y="544878"/>
                  <a:pt x="3417162" y="544878"/>
                </a:cubicBezTo>
                <a:cubicBezTo>
                  <a:pt x="3417094" y="544878"/>
                  <a:pt x="3417060" y="544810"/>
                  <a:pt x="3416992" y="544810"/>
                </a:cubicBezTo>
                <a:lnTo>
                  <a:pt x="3158816" y="552462"/>
                </a:lnTo>
                <a:cubicBezTo>
                  <a:pt x="3158577" y="552462"/>
                  <a:pt x="3158372" y="552599"/>
                  <a:pt x="3158133" y="552633"/>
                </a:cubicBezTo>
                <a:cubicBezTo>
                  <a:pt x="3157894" y="552667"/>
                  <a:pt x="3157689" y="552633"/>
                  <a:pt x="3157449" y="552701"/>
                </a:cubicBezTo>
                <a:lnTo>
                  <a:pt x="2938733" y="624309"/>
                </a:lnTo>
                <a:cubicBezTo>
                  <a:pt x="2938733" y="624309"/>
                  <a:pt x="2938631" y="624377"/>
                  <a:pt x="2938562" y="624411"/>
                </a:cubicBezTo>
                <a:cubicBezTo>
                  <a:pt x="2938391" y="624479"/>
                  <a:pt x="2938255" y="624548"/>
                  <a:pt x="2938118" y="624616"/>
                </a:cubicBezTo>
                <a:cubicBezTo>
                  <a:pt x="2938016" y="624650"/>
                  <a:pt x="2937913" y="624650"/>
                  <a:pt x="2937845" y="624719"/>
                </a:cubicBezTo>
                <a:lnTo>
                  <a:pt x="2858756" y="669883"/>
                </a:lnTo>
                <a:lnTo>
                  <a:pt x="2752233" y="730729"/>
                </a:lnTo>
                <a:lnTo>
                  <a:pt x="2672939" y="776030"/>
                </a:lnTo>
                <a:cubicBezTo>
                  <a:pt x="2672597" y="776235"/>
                  <a:pt x="2672324" y="776542"/>
                  <a:pt x="2672051" y="776816"/>
                </a:cubicBezTo>
                <a:cubicBezTo>
                  <a:pt x="2671982" y="776884"/>
                  <a:pt x="2671880" y="776850"/>
                  <a:pt x="2671812" y="776918"/>
                </a:cubicBezTo>
                <a:lnTo>
                  <a:pt x="2564674" y="889454"/>
                </a:lnTo>
                <a:lnTo>
                  <a:pt x="2500241" y="913881"/>
                </a:lnTo>
                <a:cubicBezTo>
                  <a:pt x="2500241" y="913881"/>
                  <a:pt x="2500207" y="913881"/>
                  <a:pt x="2500173" y="913915"/>
                </a:cubicBezTo>
                <a:cubicBezTo>
                  <a:pt x="2499763" y="914086"/>
                  <a:pt x="2499455" y="914325"/>
                  <a:pt x="2499114" y="914598"/>
                </a:cubicBezTo>
                <a:cubicBezTo>
                  <a:pt x="2498943" y="914735"/>
                  <a:pt x="2498738" y="914803"/>
                  <a:pt x="2498567" y="914974"/>
                </a:cubicBezTo>
                <a:cubicBezTo>
                  <a:pt x="2498567" y="914974"/>
                  <a:pt x="2498567" y="914974"/>
                  <a:pt x="2498567" y="914974"/>
                </a:cubicBezTo>
                <a:cubicBezTo>
                  <a:pt x="2498567" y="914974"/>
                  <a:pt x="2498567" y="914974"/>
                  <a:pt x="2498567" y="914974"/>
                </a:cubicBezTo>
                <a:lnTo>
                  <a:pt x="2498567" y="914974"/>
                </a:lnTo>
                <a:cubicBezTo>
                  <a:pt x="2498567" y="914974"/>
                  <a:pt x="2498567" y="914974"/>
                  <a:pt x="2498567" y="914974"/>
                </a:cubicBezTo>
                <a:lnTo>
                  <a:pt x="2428497" y="984053"/>
                </a:lnTo>
                <a:cubicBezTo>
                  <a:pt x="2428497" y="984053"/>
                  <a:pt x="2428224" y="984326"/>
                  <a:pt x="2428087" y="984463"/>
                </a:cubicBezTo>
                <a:lnTo>
                  <a:pt x="2414251" y="998743"/>
                </a:lnTo>
                <a:cubicBezTo>
                  <a:pt x="2414251" y="998743"/>
                  <a:pt x="2414251" y="998846"/>
                  <a:pt x="2414217" y="998880"/>
                </a:cubicBezTo>
                <a:cubicBezTo>
                  <a:pt x="2414046" y="999085"/>
                  <a:pt x="2413909" y="999290"/>
                  <a:pt x="2413738" y="999529"/>
                </a:cubicBezTo>
                <a:cubicBezTo>
                  <a:pt x="2413670" y="999666"/>
                  <a:pt x="2413533" y="999734"/>
                  <a:pt x="2413465" y="999871"/>
                </a:cubicBezTo>
                <a:lnTo>
                  <a:pt x="2399321" y="1026689"/>
                </a:lnTo>
                <a:cubicBezTo>
                  <a:pt x="2399321" y="1026689"/>
                  <a:pt x="2399287" y="1026929"/>
                  <a:pt x="2399219" y="1027031"/>
                </a:cubicBezTo>
                <a:cubicBezTo>
                  <a:pt x="2399151" y="1027133"/>
                  <a:pt x="2399082" y="1027236"/>
                  <a:pt x="2399014" y="1027373"/>
                </a:cubicBezTo>
                <a:lnTo>
                  <a:pt x="2386715" y="1062493"/>
                </a:lnTo>
                <a:cubicBezTo>
                  <a:pt x="2386715" y="1062493"/>
                  <a:pt x="2386715" y="1062698"/>
                  <a:pt x="2386681" y="1062766"/>
                </a:cubicBezTo>
                <a:cubicBezTo>
                  <a:pt x="2386681" y="1062869"/>
                  <a:pt x="2386578" y="1062937"/>
                  <a:pt x="2386578" y="1063005"/>
                </a:cubicBezTo>
                <a:lnTo>
                  <a:pt x="2378003" y="1101201"/>
                </a:lnTo>
                <a:cubicBezTo>
                  <a:pt x="2378003" y="1101201"/>
                  <a:pt x="2378003" y="1101337"/>
                  <a:pt x="2378003" y="1101406"/>
                </a:cubicBezTo>
                <a:cubicBezTo>
                  <a:pt x="2378003" y="1101508"/>
                  <a:pt x="2377935" y="1101611"/>
                  <a:pt x="2377935" y="1101713"/>
                </a:cubicBezTo>
                <a:cubicBezTo>
                  <a:pt x="2377935" y="1101713"/>
                  <a:pt x="2377935" y="1101747"/>
                  <a:pt x="2377935" y="1101781"/>
                </a:cubicBezTo>
                <a:lnTo>
                  <a:pt x="2374314" y="1137380"/>
                </a:lnTo>
                <a:cubicBezTo>
                  <a:pt x="2374314" y="1137380"/>
                  <a:pt x="2374348" y="1137653"/>
                  <a:pt x="2374348" y="1137790"/>
                </a:cubicBezTo>
                <a:cubicBezTo>
                  <a:pt x="2374348" y="1137927"/>
                  <a:pt x="2374279" y="1138063"/>
                  <a:pt x="2374279" y="1138200"/>
                </a:cubicBezTo>
                <a:lnTo>
                  <a:pt x="2376158" y="1165873"/>
                </a:lnTo>
                <a:cubicBezTo>
                  <a:pt x="2376158" y="1165873"/>
                  <a:pt x="2376227" y="1166112"/>
                  <a:pt x="2376261" y="1166248"/>
                </a:cubicBezTo>
                <a:cubicBezTo>
                  <a:pt x="2376261" y="1166453"/>
                  <a:pt x="2376329" y="1166658"/>
                  <a:pt x="2376363" y="1166863"/>
                </a:cubicBezTo>
                <a:cubicBezTo>
                  <a:pt x="2376363" y="1166932"/>
                  <a:pt x="2376363" y="1167034"/>
                  <a:pt x="2376363" y="1167102"/>
                </a:cubicBezTo>
                <a:lnTo>
                  <a:pt x="2403626" y="1246909"/>
                </a:lnTo>
                <a:cubicBezTo>
                  <a:pt x="2403626" y="1246909"/>
                  <a:pt x="2403694" y="1246977"/>
                  <a:pt x="2403728" y="1247046"/>
                </a:cubicBezTo>
                <a:cubicBezTo>
                  <a:pt x="2403763" y="1247148"/>
                  <a:pt x="2403728" y="1247251"/>
                  <a:pt x="2403797" y="1247353"/>
                </a:cubicBezTo>
                <a:lnTo>
                  <a:pt x="2417052" y="1276461"/>
                </a:lnTo>
                <a:cubicBezTo>
                  <a:pt x="2417052" y="1276461"/>
                  <a:pt x="2417223" y="1276631"/>
                  <a:pt x="2417292" y="1276734"/>
                </a:cubicBezTo>
                <a:cubicBezTo>
                  <a:pt x="2417462" y="1277076"/>
                  <a:pt x="2417667" y="1277383"/>
                  <a:pt x="2417907" y="1277691"/>
                </a:cubicBezTo>
                <a:cubicBezTo>
                  <a:pt x="2417941" y="1277725"/>
                  <a:pt x="2417907" y="1277793"/>
                  <a:pt x="2417975" y="1277827"/>
                </a:cubicBezTo>
                <a:lnTo>
                  <a:pt x="2459757" y="1321523"/>
                </a:lnTo>
                <a:lnTo>
                  <a:pt x="2459757" y="1598830"/>
                </a:lnTo>
                <a:cubicBezTo>
                  <a:pt x="2459757" y="1598830"/>
                  <a:pt x="2459757" y="1598830"/>
                  <a:pt x="2459757" y="1598830"/>
                </a:cubicBezTo>
                <a:lnTo>
                  <a:pt x="2459757" y="1598830"/>
                </a:lnTo>
                <a:cubicBezTo>
                  <a:pt x="2459757" y="1599035"/>
                  <a:pt x="2459860" y="1599206"/>
                  <a:pt x="2459860" y="1599377"/>
                </a:cubicBezTo>
                <a:cubicBezTo>
                  <a:pt x="2459860" y="1599445"/>
                  <a:pt x="2459860" y="1599513"/>
                  <a:pt x="2459894" y="1599547"/>
                </a:cubicBezTo>
                <a:cubicBezTo>
                  <a:pt x="2459928" y="1599855"/>
                  <a:pt x="2459962" y="1600197"/>
                  <a:pt x="2460064" y="1600504"/>
                </a:cubicBezTo>
                <a:cubicBezTo>
                  <a:pt x="2460064" y="1600572"/>
                  <a:pt x="2460064" y="1600641"/>
                  <a:pt x="2460099" y="1600709"/>
                </a:cubicBezTo>
                <a:lnTo>
                  <a:pt x="2541819" y="1796296"/>
                </a:lnTo>
                <a:cubicBezTo>
                  <a:pt x="2541819" y="1796296"/>
                  <a:pt x="2541989" y="1796433"/>
                  <a:pt x="2542024" y="1796536"/>
                </a:cubicBezTo>
                <a:cubicBezTo>
                  <a:pt x="2542024" y="1796536"/>
                  <a:pt x="2542024" y="1796570"/>
                  <a:pt x="2542058" y="1796604"/>
                </a:cubicBezTo>
                <a:cubicBezTo>
                  <a:pt x="2542194" y="1796877"/>
                  <a:pt x="2542331" y="1797185"/>
                  <a:pt x="2542536" y="1797424"/>
                </a:cubicBezTo>
                <a:cubicBezTo>
                  <a:pt x="2542741" y="1797663"/>
                  <a:pt x="2542980" y="1797834"/>
                  <a:pt x="2543219" y="1798039"/>
                </a:cubicBezTo>
                <a:cubicBezTo>
                  <a:pt x="2543322" y="1798107"/>
                  <a:pt x="2543390" y="1798210"/>
                  <a:pt x="2543493" y="1798278"/>
                </a:cubicBezTo>
                <a:cubicBezTo>
                  <a:pt x="2543595" y="1798346"/>
                  <a:pt x="2543629" y="1798449"/>
                  <a:pt x="2543732" y="1798517"/>
                </a:cubicBezTo>
                <a:cubicBezTo>
                  <a:pt x="2543766" y="1798517"/>
                  <a:pt x="2543800" y="1798585"/>
                  <a:pt x="2543834" y="1798620"/>
                </a:cubicBezTo>
                <a:cubicBezTo>
                  <a:pt x="2543868" y="1798620"/>
                  <a:pt x="2543937" y="1798620"/>
                  <a:pt x="2544005" y="1798654"/>
                </a:cubicBezTo>
                <a:cubicBezTo>
                  <a:pt x="2544073" y="1798654"/>
                  <a:pt x="2544107" y="1798756"/>
                  <a:pt x="2544176" y="1798790"/>
                </a:cubicBezTo>
                <a:lnTo>
                  <a:pt x="2665286" y="1859158"/>
                </a:lnTo>
                <a:cubicBezTo>
                  <a:pt x="2665286" y="1859158"/>
                  <a:pt x="2665628" y="1859226"/>
                  <a:pt x="2665799" y="1859294"/>
                </a:cubicBezTo>
                <a:cubicBezTo>
                  <a:pt x="2666038" y="1859397"/>
                  <a:pt x="2666243" y="1859534"/>
                  <a:pt x="2666482" y="1859602"/>
                </a:cubicBezTo>
                <a:lnTo>
                  <a:pt x="2865315" y="1900667"/>
                </a:lnTo>
                <a:cubicBezTo>
                  <a:pt x="2865315" y="1900667"/>
                  <a:pt x="2865623" y="1900667"/>
                  <a:pt x="2865759" y="1900701"/>
                </a:cubicBezTo>
                <a:cubicBezTo>
                  <a:pt x="2865793" y="1900701"/>
                  <a:pt x="2865828" y="1900735"/>
                  <a:pt x="2865896" y="1900735"/>
                </a:cubicBezTo>
                <a:lnTo>
                  <a:pt x="3063397" y="1917646"/>
                </a:lnTo>
                <a:lnTo>
                  <a:pt x="3063397" y="1983821"/>
                </a:lnTo>
                <a:cubicBezTo>
                  <a:pt x="3063397" y="1983821"/>
                  <a:pt x="3057042" y="1984744"/>
                  <a:pt x="3057042" y="1984744"/>
                </a:cubicBezTo>
                <a:cubicBezTo>
                  <a:pt x="3056837" y="1984744"/>
                  <a:pt x="3056666" y="1984880"/>
                  <a:pt x="3056461" y="1984949"/>
                </a:cubicBezTo>
                <a:cubicBezTo>
                  <a:pt x="3056188" y="1985017"/>
                  <a:pt x="3055949" y="1985051"/>
                  <a:pt x="3055676" y="1985188"/>
                </a:cubicBezTo>
                <a:cubicBezTo>
                  <a:pt x="3055607" y="1985188"/>
                  <a:pt x="3055573" y="1985188"/>
                  <a:pt x="3055505" y="1985222"/>
                </a:cubicBezTo>
                <a:lnTo>
                  <a:pt x="3032342" y="1997077"/>
                </a:lnTo>
                <a:cubicBezTo>
                  <a:pt x="3032103" y="1997179"/>
                  <a:pt x="3031966" y="1997384"/>
                  <a:pt x="3031761" y="1997521"/>
                </a:cubicBezTo>
                <a:cubicBezTo>
                  <a:pt x="3031488" y="1997726"/>
                  <a:pt x="3031215" y="1997897"/>
                  <a:pt x="3030975" y="1998136"/>
                </a:cubicBezTo>
                <a:cubicBezTo>
                  <a:pt x="3030770" y="1998375"/>
                  <a:pt x="3030599" y="1998648"/>
                  <a:pt x="3030429" y="1998922"/>
                </a:cubicBezTo>
                <a:cubicBezTo>
                  <a:pt x="3030258" y="1999195"/>
                  <a:pt x="3030087" y="1999434"/>
                  <a:pt x="3029984" y="1999742"/>
                </a:cubicBezTo>
                <a:cubicBezTo>
                  <a:pt x="3029848" y="2000083"/>
                  <a:pt x="3029814" y="2000425"/>
                  <a:pt x="3029779" y="2000767"/>
                </a:cubicBezTo>
                <a:cubicBezTo>
                  <a:pt x="3029779" y="2001006"/>
                  <a:pt x="3029643" y="2001211"/>
                  <a:pt x="3029643" y="2001450"/>
                </a:cubicBezTo>
                <a:lnTo>
                  <a:pt x="3029643" y="2041592"/>
                </a:lnTo>
                <a:cubicBezTo>
                  <a:pt x="3029643" y="2041592"/>
                  <a:pt x="3029643" y="2041695"/>
                  <a:pt x="3029643" y="2041729"/>
                </a:cubicBezTo>
                <a:cubicBezTo>
                  <a:pt x="3029643" y="2041968"/>
                  <a:pt x="3029711" y="2042173"/>
                  <a:pt x="3029779" y="2042412"/>
                </a:cubicBezTo>
                <a:cubicBezTo>
                  <a:pt x="3029814" y="2042686"/>
                  <a:pt x="3029848" y="2042959"/>
                  <a:pt x="3029950" y="2043232"/>
                </a:cubicBezTo>
                <a:cubicBezTo>
                  <a:pt x="3029984" y="2043369"/>
                  <a:pt x="3030019" y="2043505"/>
                  <a:pt x="3030087" y="2043608"/>
                </a:cubicBezTo>
                <a:cubicBezTo>
                  <a:pt x="3030087" y="2043642"/>
                  <a:pt x="3030087" y="2043710"/>
                  <a:pt x="3030121" y="2043745"/>
                </a:cubicBezTo>
                <a:cubicBezTo>
                  <a:pt x="3030155" y="2043847"/>
                  <a:pt x="3030258" y="2043881"/>
                  <a:pt x="3030326" y="2043984"/>
                </a:cubicBezTo>
                <a:cubicBezTo>
                  <a:pt x="3030326" y="2043984"/>
                  <a:pt x="3030326" y="2044018"/>
                  <a:pt x="3030360" y="2044052"/>
                </a:cubicBezTo>
                <a:cubicBezTo>
                  <a:pt x="3030531" y="2044325"/>
                  <a:pt x="3030668" y="2044599"/>
                  <a:pt x="3030873" y="2044838"/>
                </a:cubicBezTo>
                <a:cubicBezTo>
                  <a:pt x="3031078" y="2045077"/>
                  <a:pt x="3031317" y="2045248"/>
                  <a:pt x="3031556" y="2045419"/>
                </a:cubicBezTo>
                <a:cubicBezTo>
                  <a:pt x="3031624" y="2045487"/>
                  <a:pt x="3031693" y="2045555"/>
                  <a:pt x="3031761" y="2045589"/>
                </a:cubicBezTo>
                <a:cubicBezTo>
                  <a:pt x="3031829" y="2045658"/>
                  <a:pt x="3031898" y="2045726"/>
                  <a:pt x="3032000" y="2045794"/>
                </a:cubicBezTo>
                <a:cubicBezTo>
                  <a:pt x="3032103" y="2045863"/>
                  <a:pt x="3032239" y="2045897"/>
                  <a:pt x="3032342" y="2045965"/>
                </a:cubicBezTo>
                <a:cubicBezTo>
                  <a:pt x="3032649" y="2046102"/>
                  <a:pt x="3032957" y="2046170"/>
                  <a:pt x="3033264" y="2046273"/>
                </a:cubicBezTo>
                <a:cubicBezTo>
                  <a:pt x="3033503" y="2046341"/>
                  <a:pt x="3033674" y="2046443"/>
                  <a:pt x="3033913" y="2046478"/>
                </a:cubicBezTo>
                <a:lnTo>
                  <a:pt x="3035861" y="2046683"/>
                </a:lnTo>
                <a:lnTo>
                  <a:pt x="2972248" y="2066532"/>
                </a:lnTo>
                <a:cubicBezTo>
                  <a:pt x="2972248" y="2066532"/>
                  <a:pt x="2972111" y="2066600"/>
                  <a:pt x="2972043" y="2066634"/>
                </a:cubicBezTo>
                <a:cubicBezTo>
                  <a:pt x="2971974" y="2066634"/>
                  <a:pt x="2971906" y="2066634"/>
                  <a:pt x="2971838" y="2066669"/>
                </a:cubicBezTo>
                <a:lnTo>
                  <a:pt x="2871601" y="2108109"/>
                </a:lnTo>
                <a:cubicBezTo>
                  <a:pt x="2871431" y="2108177"/>
                  <a:pt x="2871294" y="2108348"/>
                  <a:pt x="2871123" y="2108417"/>
                </a:cubicBezTo>
                <a:cubicBezTo>
                  <a:pt x="2870952" y="2108519"/>
                  <a:pt x="2870747" y="2108553"/>
                  <a:pt x="2870611" y="2108656"/>
                </a:cubicBezTo>
                <a:lnTo>
                  <a:pt x="2708538" y="2225974"/>
                </a:lnTo>
                <a:cubicBezTo>
                  <a:pt x="2708538" y="2225974"/>
                  <a:pt x="2708401" y="2226145"/>
                  <a:pt x="2708299" y="2226213"/>
                </a:cubicBezTo>
                <a:cubicBezTo>
                  <a:pt x="2708264" y="2226213"/>
                  <a:pt x="2708196" y="2226213"/>
                  <a:pt x="2708162" y="2226247"/>
                </a:cubicBezTo>
                <a:lnTo>
                  <a:pt x="2631772" y="2293243"/>
                </a:lnTo>
                <a:cubicBezTo>
                  <a:pt x="2631772" y="2293243"/>
                  <a:pt x="2631532" y="2293550"/>
                  <a:pt x="2631396" y="2293721"/>
                </a:cubicBezTo>
                <a:cubicBezTo>
                  <a:pt x="2631259" y="2293892"/>
                  <a:pt x="2631054" y="2293994"/>
                  <a:pt x="2630918" y="2294165"/>
                </a:cubicBezTo>
                <a:lnTo>
                  <a:pt x="2522653" y="2453436"/>
                </a:lnTo>
                <a:cubicBezTo>
                  <a:pt x="2522653" y="2453436"/>
                  <a:pt x="2522550" y="2453744"/>
                  <a:pt x="2522448" y="2453915"/>
                </a:cubicBezTo>
                <a:cubicBezTo>
                  <a:pt x="2522379" y="2454051"/>
                  <a:pt x="2522243" y="2454154"/>
                  <a:pt x="2522174" y="2454291"/>
                </a:cubicBezTo>
                <a:lnTo>
                  <a:pt x="2479640" y="2554869"/>
                </a:lnTo>
                <a:cubicBezTo>
                  <a:pt x="2479640" y="2554869"/>
                  <a:pt x="2479640" y="2554937"/>
                  <a:pt x="2479640" y="2555005"/>
                </a:cubicBezTo>
                <a:cubicBezTo>
                  <a:pt x="2479640" y="2555039"/>
                  <a:pt x="2479572" y="2555074"/>
                  <a:pt x="2479572" y="2555142"/>
                </a:cubicBezTo>
                <a:lnTo>
                  <a:pt x="2420195" y="2720529"/>
                </a:lnTo>
                <a:cubicBezTo>
                  <a:pt x="2420195" y="2720529"/>
                  <a:pt x="2420195" y="2720836"/>
                  <a:pt x="2420127" y="2721007"/>
                </a:cubicBezTo>
                <a:cubicBezTo>
                  <a:pt x="2420059" y="2721212"/>
                  <a:pt x="2419990" y="2721417"/>
                  <a:pt x="2419990" y="2721656"/>
                </a:cubicBezTo>
                <a:cubicBezTo>
                  <a:pt x="2419990" y="2721725"/>
                  <a:pt x="2419956" y="2721793"/>
                  <a:pt x="2419922" y="2721861"/>
                </a:cubicBezTo>
                <a:lnTo>
                  <a:pt x="2394812" y="3059809"/>
                </a:lnTo>
                <a:cubicBezTo>
                  <a:pt x="2394812" y="3059809"/>
                  <a:pt x="2394812" y="3059809"/>
                  <a:pt x="2394812" y="3059809"/>
                </a:cubicBezTo>
                <a:cubicBezTo>
                  <a:pt x="2394812" y="3059877"/>
                  <a:pt x="2394812" y="3059912"/>
                  <a:pt x="2394812" y="3059946"/>
                </a:cubicBezTo>
                <a:cubicBezTo>
                  <a:pt x="2394812" y="3059980"/>
                  <a:pt x="2394812" y="3060048"/>
                  <a:pt x="2394812" y="3060082"/>
                </a:cubicBezTo>
                <a:lnTo>
                  <a:pt x="2392352" y="3276681"/>
                </a:lnTo>
                <a:lnTo>
                  <a:pt x="2371922" y="3291303"/>
                </a:lnTo>
                <a:lnTo>
                  <a:pt x="2245072" y="3133944"/>
                </a:lnTo>
                <a:cubicBezTo>
                  <a:pt x="2245072" y="3133944"/>
                  <a:pt x="2244901" y="3133808"/>
                  <a:pt x="2244833" y="3133739"/>
                </a:cubicBezTo>
                <a:cubicBezTo>
                  <a:pt x="2244730" y="3133637"/>
                  <a:pt x="2244628" y="3133500"/>
                  <a:pt x="2244525" y="3133398"/>
                </a:cubicBezTo>
                <a:cubicBezTo>
                  <a:pt x="2244389" y="3133295"/>
                  <a:pt x="2244252" y="3133227"/>
                  <a:pt x="2244115" y="3133159"/>
                </a:cubicBezTo>
                <a:cubicBezTo>
                  <a:pt x="2244115" y="3133159"/>
                  <a:pt x="2244115" y="3133159"/>
                  <a:pt x="2244115" y="3133159"/>
                </a:cubicBezTo>
                <a:cubicBezTo>
                  <a:pt x="2243842" y="3132954"/>
                  <a:pt x="2243569" y="3132749"/>
                  <a:pt x="2243261" y="3132612"/>
                </a:cubicBezTo>
                <a:cubicBezTo>
                  <a:pt x="2243159" y="3132578"/>
                  <a:pt x="2243091" y="3132475"/>
                  <a:pt x="2242988" y="3132441"/>
                </a:cubicBezTo>
                <a:lnTo>
                  <a:pt x="2237932" y="3130562"/>
                </a:lnTo>
                <a:lnTo>
                  <a:pt x="2223856" y="3117614"/>
                </a:lnTo>
                <a:cubicBezTo>
                  <a:pt x="2223856" y="3117614"/>
                  <a:pt x="2223856" y="3117614"/>
                  <a:pt x="2223856" y="3117614"/>
                </a:cubicBezTo>
                <a:lnTo>
                  <a:pt x="2223822" y="3117614"/>
                </a:lnTo>
                <a:cubicBezTo>
                  <a:pt x="2223549" y="3117307"/>
                  <a:pt x="2223139" y="3117136"/>
                  <a:pt x="2222797" y="3116965"/>
                </a:cubicBezTo>
                <a:cubicBezTo>
                  <a:pt x="2222592" y="3116863"/>
                  <a:pt x="2222421" y="3116692"/>
                  <a:pt x="2222216" y="3116589"/>
                </a:cubicBezTo>
                <a:lnTo>
                  <a:pt x="2222182" y="3116589"/>
                </a:lnTo>
                <a:cubicBezTo>
                  <a:pt x="2222182" y="3116589"/>
                  <a:pt x="2222182" y="3116589"/>
                  <a:pt x="2222182" y="3116589"/>
                </a:cubicBezTo>
                <a:lnTo>
                  <a:pt x="2221909" y="3116487"/>
                </a:lnTo>
                <a:lnTo>
                  <a:pt x="2177052" y="3099678"/>
                </a:lnTo>
                <a:lnTo>
                  <a:pt x="2177120" y="3072279"/>
                </a:lnTo>
                <a:cubicBezTo>
                  <a:pt x="2177120" y="3072279"/>
                  <a:pt x="2177120" y="3072279"/>
                  <a:pt x="2177120" y="3072245"/>
                </a:cubicBezTo>
                <a:cubicBezTo>
                  <a:pt x="2177120" y="3072245"/>
                  <a:pt x="2177120" y="3072245"/>
                  <a:pt x="2177120" y="3072210"/>
                </a:cubicBezTo>
                <a:lnTo>
                  <a:pt x="2177120" y="3072210"/>
                </a:lnTo>
                <a:cubicBezTo>
                  <a:pt x="2177120" y="3072210"/>
                  <a:pt x="2177120" y="3072142"/>
                  <a:pt x="2177120" y="3072142"/>
                </a:cubicBezTo>
                <a:lnTo>
                  <a:pt x="2173943" y="2838155"/>
                </a:lnTo>
                <a:cubicBezTo>
                  <a:pt x="2173943" y="2838155"/>
                  <a:pt x="2173909" y="2838018"/>
                  <a:pt x="2173875" y="2837950"/>
                </a:cubicBezTo>
                <a:cubicBezTo>
                  <a:pt x="2173875" y="2837676"/>
                  <a:pt x="2173806" y="2837403"/>
                  <a:pt x="2173738" y="2837130"/>
                </a:cubicBezTo>
                <a:cubicBezTo>
                  <a:pt x="2173704" y="2836959"/>
                  <a:pt x="2173738" y="2836788"/>
                  <a:pt x="2173670" y="2836617"/>
                </a:cubicBezTo>
                <a:lnTo>
                  <a:pt x="2110979" y="2654388"/>
                </a:lnTo>
                <a:cubicBezTo>
                  <a:pt x="2110979" y="2654388"/>
                  <a:pt x="2110877" y="2654217"/>
                  <a:pt x="2110808" y="2654114"/>
                </a:cubicBezTo>
                <a:cubicBezTo>
                  <a:pt x="2110774" y="2654012"/>
                  <a:pt x="2110808" y="2653909"/>
                  <a:pt x="2110740" y="2653807"/>
                </a:cubicBezTo>
                <a:lnTo>
                  <a:pt x="2061544" y="2552955"/>
                </a:lnTo>
                <a:cubicBezTo>
                  <a:pt x="2061544" y="2552955"/>
                  <a:pt x="2061442" y="2552853"/>
                  <a:pt x="2061407" y="2552785"/>
                </a:cubicBezTo>
                <a:cubicBezTo>
                  <a:pt x="2061305" y="2552614"/>
                  <a:pt x="2061237" y="2552477"/>
                  <a:pt x="2061134" y="2552306"/>
                </a:cubicBezTo>
                <a:cubicBezTo>
                  <a:pt x="2061134" y="2552272"/>
                  <a:pt x="2061100" y="2552204"/>
                  <a:pt x="2061066" y="2552170"/>
                </a:cubicBezTo>
                <a:lnTo>
                  <a:pt x="1995130" y="2464403"/>
                </a:lnTo>
                <a:cubicBezTo>
                  <a:pt x="1995130" y="2464403"/>
                  <a:pt x="1995061" y="2464369"/>
                  <a:pt x="1995061" y="2464335"/>
                </a:cubicBezTo>
                <a:cubicBezTo>
                  <a:pt x="1994959" y="2464198"/>
                  <a:pt x="1994788" y="2464095"/>
                  <a:pt x="1994652" y="2463959"/>
                </a:cubicBezTo>
                <a:cubicBezTo>
                  <a:pt x="1994549" y="2463856"/>
                  <a:pt x="1994515" y="2463720"/>
                  <a:pt x="1994412" y="2463617"/>
                </a:cubicBezTo>
                <a:lnTo>
                  <a:pt x="1994139" y="2463378"/>
                </a:lnTo>
                <a:cubicBezTo>
                  <a:pt x="1994139" y="2463378"/>
                  <a:pt x="1994105" y="2463344"/>
                  <a:pt x="1994071" y="2463344"/>
                </a:cubicBezTo>
                <a:lnTo>
                  <a:pt x="1866777" y="2354088"/>
                </a:lnTo>
                <a:cubicBezTo>
                  <a:pt x="1866777" y="2354088"/>
                  <a:pt x="1866606" y="2354020"/>
                  <a:pt x="1866503" y="2353952"/>
                </a:cubicBezTo>
                <a:cubicBezTo>
                  <a:pt x="1866435" y="2353883"/>
                  <a:pt x="1866367" y="2353781"/>
                  <a:pt x="1866298" y="2353747"/>
                </a:cubicBezTo>
                <a:lnTo>
                  <a:pt x="1767975" y="2288289"/>
                </a:lnTo>
                <a:cubicBezTo>
                  <a:pt x="1767770" y="2288152"/>
                  <a:pt x="1767497" y="2288118"/>
                  <a:pt x="1767257" y="2288016"/>
                </a:cubicBezTo>
                <a:cubicBezTo>
                  <a:pt x="1767018" y="2287913"/>
                  <a:pt x="1766813" y="2287742"/>
                  <a:pt x="1766540" y="2287640"/>
                </a:cubicBezTo>
                <a:lnTo>
                  <a:pt x="1653356" y="2256722"/>
                </a:lnTo>
                <a:cubicBezTo>
                  <a:pt x="1653356" y="2256722"/>
                  <a:pt x="1653321" y="2256722"/>
                  <a:pt x="1653287" y="2256722"/>
                </a:cubicBezTo>
                <a:lnTo>
                  <a:pt x="1653014" y="2256653"/>
                </a:lnTo>
                <a:cubicBezTo>
                  <a:pt x="1653014" y="2256653"/>
                  <a:pt x="1652911" y="2256653"/>
                  <a:pt x="1652843" y="2256653"/>
                </a:cubicBezTo>
                <a:cubicBezTo>
                  <a:pt x="1652775" y="2256653"/>
                  <a:pt x="1652741" y="2256585"/>
                  <a:pt x="1652672" y="2256585"/>
                </a:cubicBezTo>
                <a:lnTo>
                  <a:pt x="1475533" y="2221430"/>
                </a:lnTo>
                <a:lnTo>
                  <a:pt x="1475533" y="2201001"/>
                </a:lnTo>
                <a:cubicBezTo>
                  <a:pt x="1475533" y="2201001"/>
                  <a:pt x="1475533" y="2200898"/>
                  <a:pt x="1475499" y="2200830"/>
                </a:cubicBezTo>
                <a:cubicBezTo>
                  <a:pt x="1475499" y="2200488"/>
                  <a:pt x="1475396" y="2200180"/>
                  <a:pt x="1475294" y="2199839"/>
                </a:cubicBezTo>
                <a:cubicBezTo>
                  <a:pt x="1475226" y="2199531"/>
                  <a:pt x="1475157" y="2199224"/>
                  <a:pt x="1475055" y="2198916"/>
                </a:cubicBezTo>
                <a:cubicBezTo>
                  <a:pt x="1475055" y="2198848"/>
                  <a:pt x="1475055" y="2198814"/>
                  <a:pt x="1475021" y="2198746"/>
                </a:cubicBezTo>
                <a:lnTo>
                  <a:pt x="1471092" y="2191093"/>
                </a:lnTo>
                <a:cubicBezTo>
                  <a:pt x="1471092" y="2191093"/>
                  <a:pt x="1471092" y="2191093"/>
                  <a:pt x="1471092" y="2191059"/>
                </a:cubicBezTo>
                <a:lnTo>
                  <a:pt x="1470989" y="2190854"/>
                </a:lnTo>
                <a:cubicBezTo>
                  <a:pt x="1470989" y="2190854"/>
                  <a:pt x="1470750" y="2190580"/>
                  <a:pt x="1470648" y="2190410"/>
                </a:cubicBezTo>
                <a:cubicBezTo>
                  <a:pt x="1470545" y="2190273"/>
                  <a:pt x="1470477" y="2190136"/>
                  <a:pt x="1470374" y="2190000"/>
                </a:cubicBezTo>
                <a:cubicBezTo>
                  <a:pt x="1470272" y="2189863"/>
                  <a:pt x="1470204" y="2189692"/>
                  <a:pt x="1470067" y="2189590"/>
                </a:cubicBezTo>
                <a:cubicBezTo>
                  <a:pt x="1469999" y="2189521"/>
                  <a:pt x="1469930" y="2189487"/>
                  <a:pt x="1469896" y="2189453"/>
                </a:cubicBezTo>
                <a:cubicBezTo>
                  <a:pt x="1469657" y="2189248"/>
                  <a:pt x="1469418" y="2189111"/>
                  <a:pt x="1469144" y="2188975"/>
                </a:cubicBezTo>
                <a:cubicBezTo>
                  <a:pt x="1468905" y="2188838"/>
                  <a:pt x="1468734" y="2188667"/>
                  <a:pt x="1468461" y="2188565"/>
                </a:cubicBezTo>
                <a:cubicBezTo>
                  <a:pt x="1468427" y="2188565"/>
                  <a:pt x="1468393" y="2188565"/>
                  <a:pt x="1468325" y="2188565"/>
                </a:cubicBezTo>
                <a:cubicBezTo>
                  <a:pt x="1467983" y="2188428"/>
                  <a:pt x="1467641" y="2188394"/>
                  <a:pt x="1467265" y="2188360"/>
                </a:cubicBezTo>
                <a:cubicBezTo>
                  <a:pt x="1467026" y="2188360"/>
                  <a:pt x="1466856" y="2188223"/>
                  <a:pt x="1466616" y="2188223"/>
                </a:cubicBezTo>
                <a:lnTo>
                  <a:pt x="1466616" y="2188223"/>
                </a:lnTo>
                <a:cubicBezTo>
                  <a:pt x="1466616" y="2188223"/>
                  <a:pt x="1466582" y="2188223"/>
                  <a:pt x="1466548" y="2188223"/>
                </a:cubicBezTo>
                <a:cubicBezTo>
                  <a:pt x="1466548" y="2188223"/>
                  <a:pt x="1466514" y="2188223"/>
                  <a:pt x="1466480" y="2188223"/>
                </a:cubicBezTo>
                <a:lnTo>
                  <a:pt x="1449534" y="2188667"/>
                </a:lnTo>
                <a:lnTo>
                  <a:pt x="1449534" y="2137968"/>
                </a:lnTo>
                <a:cubicBezTo>
                  <a:pt x="1449534" y="2137968"/>
                  <a:pt x="1572831" y="2131067"/>
                  <a:pt x="1572831" y="2131067"/>
                </a:cubicBezTo>
                <a:cubicBezTo>
                  <a:pt x="1572831" y="2131067"/>
                  <a:pt x="1572866" y="2131067"/>
                  <a:pt x="1572900" y="2131067"/>
                </a:cubicBezTo>
                <a:cubicBezTo>
                  <a:pt x="1573002" y="2131067"/>
                  <a:pt x="1573105" y="2131067"/>
                  <a:pt x="1573241" y="2131067"/>
                </a:cubicBezTo>
                <a:lnTo>
                  <a:pt x="1675254" y="2117060"/>
                </a:lnTo>
                <a:cubicBezTo>
                  <a:pt x="1675254" y="2117060"/>
                  <a:pt x="1675357" y="2117026"/>
                  <a:pt x="1675425" y="2116992"/>
                </a:cubicBezTo>
                <a:cubicBezTo>
                  <a:pt x="1675528" y="2116992"/>
                  <a:pt x="1675630" y="2116992"/>
                  <a:pt x="1675767" y="2116958"/>
                </a:cubicBezTo>
                <a:lnTo>
                  <a:pt x="1700160" y="2111047"/>
                </a:lnTo>
                <a:cubicBezTo>
                  <a:pt x="1700160" y="2111047"/>
                  <a:pt x="1700296" y="2110979"/>
                  <a:pt x="1700399" y="2110945"/>
                </a:cubicBezTo>
                <a:cubicBezTo>
                  <a:pt x="1700501" y="2110945"/>
                  <a:pt x="1700604" y="2110945"/>
                  <a:pt x="1700707" y="2110877"/>
                </a:cubicBezTo>
                <a:cubicBezTo>
                  <a:pt x="1700843" y="2110808"/>
                  <a:pt x="1700946" y="2110706"/>
                  <a:pt x="1701082" y="2110637"/>
                </a:cubicBezTo>
                <a:cubicBezTo>
                  <a:pt x="1701253" y="2110569"/>
                  <a:pt x="1701424" y="2110535"/>
                  <a:pt x="1701561" y="2110467"/>
                </a:cubicBezTo>
                <a:cubicBezTo>
                  <a:pt x="1701561" y="2110467"/>
                  <a:pt x="1701561" y="2110467"/>
                  <a:pt x="1701561" y="2110467"/>
                </a:cubicBezTo>
                <a:lnTo>
                  <a:pt x="1759741" y="2074834"/>
                </a:lnTo>
                <a:cubicBezTo>
                  <a:pt x="1759741" y="2074834"/>
                  <a:pt x="1759878" y="2074663"/>
                  <a:pt x="1759981" y="2074629"/>
                </a:cubicBezTo>
                <a:cubicBezTo>
                  <a:pt x="1760117" y="2074526"/>
                  <a:pt x="1760186" y="2074424"/>
                  <a:pt x="1760322" y="2074321"/>
                </a:cubicBezTo>
                <a:cubicBezTo>
                  <a:pt x="1760322" y="2074321"/>
                  <a:pt x="1760322" y="2074321"/>
                  <a:pt x="1760322" y="2074321"/>
                </a:cubicBezTo>
                <a:cubicBezTo>
                  <a:pt x="1760391" y="2074253"/>
                  <a:pt x="1760493" y="2074321"/>
                  <a:pt x="1760561" y="2074219"/>
                </a:cubicBezTo>
                <a:cubicBezTo>
                  <a:pt x="1760630" y="2074150"/>
                  <a:pt x="1760596" y="2074048"/>
                  <a:pt x="1760664" y="2074014"/>
                </a:cubicBezTo>
                <a:cubicBezTo>
                  <a:pt x="1761210" y="2073467"/>
                  <a:pt x="1761586" y="2072818"/>
                  <a:pt x="1761826" y="2072100"/>
                </a:cubicBezTo>
                <a:cubicBezTo>
                  <a:pt x="1761826" y="2072032"/>
                  <a:pt x="1761894" y="2072032"/>
                  <a:pt x="1761928" y="2071964"/>
                </a:cubicBezTo>
                <a:lnTo>
                  <a:pt x="1800465" y="1928818"/>
                </a:lnTo>
                <a:cubicBezTo>
                  <a:pt x="1800465" y="1928818"/>
                  <a:pt x="1800465" y="1928510"/>
                  <a:pt x="1800465" y="1928339"/>
                </a:cubicBezTo>
                <a:cubicBezTo>
                  <a:pt x="1800499" y="1928134"/>
                  <a:pt x="1800567" y="1927929"/>
                  <a:pt x="1800567" y="1927724"/>
                </a:cubicBezTo>
                <a:cubicBezTo>
                  <a:pt x="1800567" y="1927656"/>
                  <a:pt x="1800601" y="1927622"/>
                  <a:pt x="1800601" y="1927554"/>
                </a:cubicBezTo>
                <a:lnTo>
                  <a:pt x="1800533" y="1682497"/>
                </a:lnTo>
                <a:cubicBezTo>
                  <a:pt x="1800533" y="1682497"/>
                  <a:pt x="1800465" y="1682292"/>
                  <a:pt x="1800465" y="1682155"/>
                </a:cubicBezTo>
                <a:cubicBezTo>
                  <a:pt x="1800465" y="1682053"/>
                  <a:pt x="1800499" y="1681950"/>
                  <a:pt x="1800465" y="1681814"/>
                </a:cubicBezTo>
                <a:lnTo>
                  <a:pt x="1761757" y="1398391"/>
                </a:lnTo>
                <a:cubicBezTo>
                  <a:pt x="1761723" y="1398118"/>
                  <a:pt x="1761586" y="1397913"/>
                  <a:pt x="1761518" y="1397674"/>
                </a:cubicBezTo>
                <a:cubicBezTo>
                  <a:pt x="1761450" y="1397435"/>
                  <a:pt x="1761450" y="1397161"/>
                  <a:pt x="1761313" y="1396922"/>
                </a:cubicBezTo>
                <a:lnTo>
                  <a:pt x="1761245" y="1396820"/>
                </a:lnTo>
                <a:cubicBezTo>
                  <a:pt x="1761245" y="1396820"/>
                  <a:pt x="1761245" y="1396820"/>
                  <a:pt x="1761245" y="1396820"/>
                </a:cubicBezTo>
                <a:cubicBezTo>
                  <a:pt x="1761245" y="1396820"/>
                  <a:pt x="1761245" y="1396820"/>
                  <a:pt x="1761245" y="1396820"/>
                </a:cubicBezTo>
                <a:lnTo>
                  <a:pt x="1703030" y="1276666"/>
                </a:lnTo>
                <a:cubicBezTo>
                  <a:pt x="1703030" y="1276666"/>
                  <a:pt x="1702995" y="1276631"/>
                  <a:pt x="1702961" y="1276597"/>
                </a:cubicBezTo>
                <a:cubicBezTo>
                  <a:pt x="1702790" y="1276290"/>
                  <a:pt x="1702551" y="1276017"/>
                  <a:pt x="1702312" y="1275743"/>
                </a:cubicBezTo>
                <a:cubicBezTo>
                  <a:pt x="1702176" y="1275572"/>
                  <a:pt x="1702107" y="1275402"/>
                  <a:pt x="1701936" y="1275265"/>
                </a:cubicBezTo>
                <a:cubicBezTo>
                  <a:pt x="1701936" y="1275265"/>
                  <a:pt x="1701936" y="1275231"/>
                  <a:pt x="1701936" y="1275197"/>
                </a:cubicBezTo>
                <a:lnTo>
                  <a:pt x="1701902" y="1275197"/>
                </a:lnTo>
                <a:cubicBezTo>
                  <a:pt x="1701902" y="1275197"/>
                  <a:pt x="1701902" y="1275128"/>
                  <a:pt x="1701902" y="1275128"/>
                </a:cubicBezTo>
                <a:lnTo>
                  <a:pt x="1655645" y="1233039"/>
                </a:lnTo>
                <a:lnTo>
                  <a:pt x="1646352" y="738689"/>
                </a:lnTo>
                <a:cubicBezTo>
                  <a:pt x="1646352" y="738313"/>
                  <a:pt x="1646215" y="738006"/>
                  <a:pt x="1646113" y="737664"/>
                </a:cubicBezTo>
                <a:cubicBezTo>
                  <a:pt x="1646045" y="737391"/>
                  <a:pt x="1646045" y="737117"/>
                  <a:pt x="1645942" y="736844"/>
                </a:cubicBezTo>
                <a:cubicBezTo>
                  <a:pt x="1645771" y="736468"/>
                  <a:pt x="1645532" y="736195"/>
                  <a:pt x="1645293" y="735887"/>
                </a:cubicBezTo>
                <a:cubicBezTo>
                  <a:pt x="1645156" y="735682"/>
                  <a:pt x="1645054" y="735477"/>
                  <a:pt x="1644883" y="735307"/>
                </a:cubicBezTo>
                <a:cubicBezTo>
                  <a:pt x="1644610" y="735033"/>
                  <a:pt x="1644234" y="734828"/>
                  <a:pt x="1643892" y="734623"/>
                </a:cubicBezTo>
                <a:cubicBezTo>
                  <a:pt x="1643687" y="734521"/>
                  <a:pt x="1643551" y="734350"/>
                  <a:pt x="1643346" y="734248"/>
                </a:cubicBezTo>
                <a:cubicBezTo>
                  <a:pt x="1642901" y="734077"/>
                  <a:pt x="1642423" y="734008"/>
                  <a:pt x="1641911" y="733940"/>
                </a:cubicBezTo>
                <a:cubicBezTo>
                  <a:pt x="1641740" y="733940"/>
                  <a:pt x="1641603" y="733838"/>
                  <a:pt x="1641466" y="733838"/>
                </a:cubicBezTo>
                <a:lnTo>
                  <a:pt x="1626605" y="733838"/>
                </a:lnTo>
                <a:cubicBezTo>
                  <a:pt x="1626605" y="733838"/>
                  <a:pt x="1626605" y="733803"/>
                  <a:pt x="1626605" y="733803"/>
                </a:cubicBezTo>
                <a:lnTo>
                  <a:pt x="1626503" y="733803"/>
                </a:lnTo>
                <a:cubicBezTo>
                  <a:pt x="1626298" y="733803"/>
                  <a:pt x="1626127" y="733906"/>
                  <a:pt x="1625956" y="733906"/>
                </a:cubicBezTo>
                <a:cubicBezTo>
                  <a:pt x="1625512" y="733940"/>
                  <a:pt x="1625068" y="734008"/>
                  <a:pt x="1624658" y="734179"/>
                </a:cubicBezTo>
                <a:cubicBezTo>
                  <a:pt x="1624351" y="734316"/>
                  <a:pt x="1624111" y="734521"/>
                  <a:pt x="1623838" y="734692"/>
                </a:cubicBezTo>
                <a:cubicBezTo>
                  <a:pt x="1623599" y="734863"/>
                  <a:pt x="1623326" y="734965"/>
                  <a:pt x="1623121" y="735170"/>
                </a:cubicBezTo>
                <a:cubicBezTo>
                  <a:pt x="1622779" y="735512"/>
                  <a:pt x="1622506" y="735922"/>
                  <a:pt x="1622266" y="736366"/>
                </a:cubicBezTo>
                <a:cubicBezTo>
                  <a:pt x="1622198" y="736502"/>
                  <a:pt x="1622096" y="736605"/>
                  <a:pt x="1622027" y="736707"/>
                </a:cubicBezTo>
                <a:cubicBezTo>
                  <a:pt x="1621857" y="737083"/>
                  <a:pt x="1621822" y="737493"/>
                  <a:pt x="1621754" y="737903"/>
                </a:cubicBezTo>
                <a:cubicBezTo>
                  <a:pt x="1621720" y="738142"/>
                  <a:pt x="1621583" y="738347"/>
                  <a:pt x="1621583" y="738586"/>
                </a:cubicBezTo>
                <a:lnTo>
                  <a:pt x="1611983" y="1193306"/>
                </a:lnTo>
                <a:lnTo>
                  <a:pt x="1603374" y="1185483"/>
                </a:lnTo>
                <a:cubicBezTo>
                  <a:pt x="1603374" y="1185483"/>
                  <a:pt x="1603237" y="1185483"/>
                  <a:pt x="1603203" y="1185414"/>
                </a:cubicBezTo>
                <a:cubicBezTo>
                  <a:pt x="1602930" y="1185175"/>
                  <a:pt x="1602656" y="1184970"/>
                  <a:pt x="1602349" y="1184799"/>
                </a:cubicBezTo>
                <a:cubicBezTo>
                  <a:pt x="1602247" y="1184731"/>
                  <a:pt x="1602178" y="1184663"/>
                  <a:pt x="1602076" y="1184594"/>
                </a:cubicBezTo>
                <a:lnTo>
                  <a:pt x="1480145" y="1130923"/>
                </a:lnTo>
                <a:cubicBezTo>
                  <a:pt x="1480145" y="1130923"/>
                  <a:pt x="1479872" y="1130889"/>
                  <a:pt x="1479735" y="1130821"/>
                </a:cubicBezTo>
                <a:cubicBezTo>
                  <a:pt x="1479564" y="1130752"/>
                  <a:pt x="1479428" y="1130684"/>
                  <a:pt x="1479291" y="1130650"/>
                </a:cubicBezTo>
                <a:cubicBezTo>
                  <a:pt x="1479257" y="1130650"/>
                  <a:pt x="1479223" y="1130616"/>
                  <a:pt x="1479189" y="1130616"/>
                </a:cubicBezTo>
                <a:lnTo>
                  <a:pt x="1446733" y="1123715"/>
                </a:lnTo>
                <a:cubicBezTo>
                  <a:pt x="1446733" y="1123715"/>
                  <a:pt x="1446528" y="1123715"/>
                  <a:pt x="1446426" y="1123715"/>
                </a:cubicBezTo>
                <a:cubicBezTo>
                  <a:pt x="1446323" y="1123715"/>
                  <a:pt x="1446255" y="1123646"/>
                  <a:pt x="1446152" y="1123646"/>
                </a:cubicBezTo>
                <a:lnTo>
                  <a:pt x="1349264" y="1115447"/>
                </a:lnTo>
                <a:lnTo>
                  <a:pt x="1343046" y="781223"/>
                </a:lnTo>
                <a:cubicBezTo>
                  <a:pt x="1343046" y="780984"/>
                  <a:pt x="1342944" y="780744"/>
                  <a:pt x="1342875" y="780505"/>
                </a:cubicBezTo>
                <a:cubicBezTo>
                  <a:pt x="1342807" y="780095"/>
                  <a:pt x="1342773" y="779685"/>
                  <a:pt x="1342602" y="779344"/>
                </a:cubicBezTo>
                <a:cubicBezTo>
                  <a:pt x="1342534" y="779207"/>
                  <a:pt x="1342431" y="779105"/>
                  <a:pt x="1342329" y="778968"/>
                </a:cubicBezTo>
                <a:cubicBezTo>
                  <a:pt x="1342089" y="778558"/>
                  <a:pt x="1341850" y="778148"/>
                  <a:pt x="1341509" y="777806"/>
                </a:cubicBezTo>
                <a:cubicBezTo>
                  <a:pt x="1341338" y="777636"/>
                  <a:pt x="1341099" y="777533"/>
                  <a:pt x="1340928" y="777396"/>
                </a:cubicBezTo>
                <a:cubicBezTo>
                  <a:pt x="1340620" y="777191"/>
                  <a:pt x="1340347" y="776918"/>
                  <a:pt x="1340005" y="776781"/>
                </a:cubicBezTo>
                <a:cubicBezTo>
                  <a:pt x="1339630" y="776611"/>
                  <a:pt x="1339220" y="776576"/>
                  <a:pt x="1338776" y="776542"/>
                </a:cubicBezTo>
                <a:cubicBezTo>
                  <a:pt x="1338571" y="776542"/>
                  <a:pt x="1338366" y="776406"/>
                  <a:pt x="1338126" y="776406"/>
                </a:cubicBezTo>
                <a:lnTo>
                  <a:pt x="1323538" y="776406"/>
                </a:lnTo>
                <a:cubicBezTo>
                  <a:pt x="1323538" y="776406"/>
                  <a:pt x="1323538" y="776406"/>
                  <a:pt x="1323538" y="776406"/>
                </a:cubicBezTo>
                <a:lnTo>
                  <a:pt x="1323436" y="776406"/>
                </a:lnTo>
                <a:cubicBezTo>
                  <a:pt x="1323436" y="776406"/>
                  <a:pt x="1323231" y="776474"/>
                  <a:pt x="1323094" y="776474"/>
                </a:cubicBezTo>
                <a:cubicBezTo>
                  <a:pt x="1320361" y="776576"/>
                  <a:pt x="1318585" y="778660"/>
                  <a:pt x="1318516" y="781223"/>
                </a:cubicBezTo>
                <a:lnTo>
                  <a:pt x="1311479" y="1112953"/>
                </a:lnTo>
                <a:lnTo>
                  <a:pt x="1184970" y="1128087"/>
                </a:lnTo>
                <a:lnTo>
                  <a:pt x="1006430" y="1149474"/>
                </a:lnTo>
                <a:lnTo>
                  <a:pt x="870015" y="1165804"/>
                </a:lnTo>
                <a:cubicBezTo>
                  <a:pt x="869809" y="1165804"/>
                  <a:pt x="869673" y="1165941"/>
                  <a:pt x="869502" y="1165975"/>
                </a:cubicBezTo>
                <a:cubicBezTo>
                  <a:pt x="869331" y="1166009"/>
                  <a:pt x="869160" y="1165975"/>
                  <a:pt x="868990" y="1166043"/>
                </a:cubicBezTo>
                <a:lnTo>
                  <a:pt x="752901" y="1206937"/>
                </a:lnTo>
                <a:cubicBezTo>
                  <a:pt x="752901" y="1206937"/>
                  <a:pt x="752764" y="1207040"/>
                  <a:pt x="752696" y="1207074"/>
                </a:cubicBezTo>
                <a:cubicBezTo>
                  <a:pt x="752628" y="1207108"/>
                  <a:pt x="752525" y="1207074"/>
                  <a:pt x="752457" y="1207142"/>
                </a:cubicBezTo>
                <a:lnTo>
                  <a:pt x="721436" y="1221730"/>
                </a:lnTo>
                <a:cubicBezTo>
                  <a:pt x="721436" y="1221730"/>
                  <a:pt x="721300" y="1221833"/>
                  <a:pt x="721231" y="1221867"/>
                </a:cubicBezTo>
                <a:cubicBezTo>
                  <a:pt x="720958" y="1222004"/>
                  <a:pt x="720719" y="1222243"/>
                  <a:pt x="720480" y="1222448"/>
                </a:cubicBezTo>
                <a:cubicBezTo>
                  <a:pt x="720206" y="1222653"/>
                  <a:pt x="719967" y="1222858"/>
                  <a:pt x="719762" y="1223097"/>
                </a:cubicBezTo>
                <a:cubicBezTo>
                  <a:pt x="719694" y="1223165"/>
                  <a:pt x="719626" y="1223199"/>
                  <a:pt x="719591" y="1223268"/>
                </a:cubicBezTo>
                <a:lnTo>
                  <a:pt x="650171" y="1318585"/>
                </a:lnTo>
                <a:cubicBezTo>
                  <a:pt x="650171" y="1318585"/>
                  <a:pt x="650171" y="1318653"/>
                  <a:pt x="650137" y="1318687"/>
                </a:cubicBezTo>
                <a:cubicBezTo>
                  <a:pt x="650034" y="1318858"/>
                  <a:pt x="649966" y="1319029"/>
                  <a:pt x="649863" y="1319200"/>
                </a:cubicBezTo>
                <a:cubicBezTo>
                  <a:pt x="649727" y="1319439"/>
                  <a:pt x="649658" y="1319678"/>
                  <a:pt x="649556" y="1319951"/>
                </a:cubicBezTo>
                <a:cubicBezTo>
                  <a:pt x="649487" y="1320156"/>
                  <a:pt x="649385" y="1320327"/>
                  <a:pt x="649351" y="1320532"/>
                </a:cubicBezTo>
                <a:cubicBezTo>
                  <a:pt x="649351" y="1320566"/>
                  <a:pt x="649317" y="1320600"/>
                  <a:pt x="649317" y="1320669"/>
                </a:cubicBezTo>
                <a:lnTo>
                  <a:pt x="602068" y="1601392"/>
                </a:lnTo>
                <a:cubicBezTo>
                  <a:pt x="602068" y="1601392"/>
                  <a:pt x="602068" y="1601392"/>
                  <a:pt x="602068" y="1601392"/>
                </a:cubicBezTo>
                <a:lnTo>
                  <a:pt x="602068" y="1601529"/>
                </a:lnTo>
                <a:cubicBezTo>
                  <a:pt x="602068" y="1601529"/>
                  <a:pt x="602068" y="1601802"/>
                  <a:pt x="602068" y="1601939"/>
                </a:cubicBezTo>
                <a:cubicBezTo>
                  <a:pt x="602068" y="1602075"/>
                  <a:pt x="602000" y="1602212"/>
                  <a:pt x="602000" y="1602349"/>
                </a:cubicBezTo>
                <a:lnTo>
                  <a:pt x="602273" y="1861891"/>
                </a:lnTo>
                <a:cubicBezTo>
                  <a:pt x="602273" y="1861891"/>
                  <a:pt x="602341" y="1862164"/>
                  <a:pt x="602341" y="1862301"/>
                </a:cubicBezTo>
                <a:cubicBezTo>
                  <a:pt x="602341" y="1862437"/>
                  <a:pt x="602307" y="1862574"/>
                  <a:pt x="602341" y="1862711"/>
                </a:cubicBezTo>
                <a:cubicBezTo>
                  <a:pt x="602341" y="1862779"/>
                  <a:pt x="602410" y="1862813"/>
                  <a:pt x="602444" y="1862882"/>
                </a:cubicBezTo>
                <a:cubicBezTo>
                  <a:pt x="602444" y="1863018"/>
                  <a:pt x="602444" y="1863121"/>
                  <a:pt x="602444" y="1863257"/>
                </a:cubicBezTo>
                <a:lnTo>
                  <a:pt x="650137" y="2026287"/>
                </a:lnTo>
                <a:cubicBezTo>
                  <a:pt x="650137" y="2026287"/>
                  <a:pt x="650273" y="2026424"/>
                  <a:pt x="650307" y="2026526"/>
                </a:cubicBezTo>
                <a:cubicBezTo>
                  <a:pt x="650546" y="2027175"/>
                  <a:pt x="650888" y="2027756"/>
                  <a:pt x="651401" y="2028268"/>
                </a:cubicBezTo>
                <a:cubicBezTo>
                  <a:pt x="651503" y="2028371"/>
                  <a:pt x="651537" y="2028473"/>
                  <a:pt x="651640" y="2028542"/>
                </a:cubicBezTo>
                <a:cubicBezTo>
                  <a:pt x="651708" y="2028610"/>
                  <a:pt x="651742" y="2028712"/>
                  <a:pt x="651845" y="2028781"/>
                </a:cubicBezTo>
                <a:lnTo>
                  <a:pt x="651913" y="2028849"/>
                </a:lnTo>
                <a:cubicBezTo>
                  <a:pt x="651913" y="2028849"/>
                  <a:pt x="651913" y="2028849"/>
                  <a:pt x="651913" y="2028849"/>
                </a:cubicBezTo>
                <a:lnTo>
                  <a:pt x="721334" y="2082350"/>
                </a:lnTo>
                <a:cubicBezTo>
                  <a:pt x="721334" y="2082350"/>
                  <a:pt x="721539" y="2082384"/>
                  <a:pt x="721607" y="2082452"/>
                </a:cubicBezTo>
                <a:cubicBezTo>
                  <a:pt x="721915" y="2082657"/>
                  <a:pt x="722188" y="2082896"/>
                  <a:pt x="722564" y="2083033"/>
                </a:cubicBezTo>
                <a:cubicBezTo>
                  <a:pt x="722598" y="2083033"/>
                  <a:pt x="722632" y="2083101"/>
                  <a:pt x="722666" y="2083101"/>
                </a:cubicBezTo>
                <a:lnTo>
                  <a:pt x="834826" y="2123210"/>
                </a:lnTo>
                <a:cubicBezTo>
                  <a:pt x="834826" y="2123210"/>
                  <a:pt x="835133" y="2123244"/>
                  <a:pt x="835270" y="2123278"/>
                </a:cubicBezTo>
                <a:cubicBezTo>
                  <a:pt x="835372" y="2123278"/>
                  <a:pt x="835475" y="2123380"/>
                  <a:pt x="835577" y="2123415"/>
                </a:cubicBezTo>
                <a:lnTo>
                  <a:pt x="966083" y="2147363"/>
                </a:lnTo>
                <a:cubicBezTo>
                  <a:pt x="966254" y="2147363"/>
                  <a:pt x="966425" y="2147398"/>
                  <a:pt x="966630" y="2147398"/>
                </a:cubicBezTo>
                <a:cubicBezTo>
                  <a:pt x="966664" y="2147398"/>
                  <a:pt x="966698" y="2147398"/>
                  <a:pt x="966732" y="2147398"/>
                </a:cubicBezTo>
                <a:lnTo>
                  <a:pt x="1006123" y="2149413"/>
                </a:lnTo>
                <a:cubicBezTo>
                  <a:pt x="1006123" y="2149413"/>
                  <a:pt x="1006123" y="2149413"/>
                  <a:pt x="1006157" y="2149413"/>
                </a:cubicBezTo>
                <a:lnTo>
                  <a:pt x="1037485" y="2150916"/>
                </a:lnTo>
                <a:lnTo>
                  <a:pt x="1037485" y="2207867"/>
                </a:lnTo>
                <a:cubicBezTo>
                  <a:pt x="1037485" y="2207867"/>
                  <a:pt x="1023991" y="2207628"/>
                  <a:pt x="1023991" y="2207628"/>
                </a:cubicBezTo>
                <a:cubicBezTo>
                  <a:pt x="1023820" y="2207628"/>
                  <a:pt x="1023717" y="2207697"/>
                  <a:pt x="1023546" y="2207731"/>
                </a:cubicBezTo>
                <a:cubicBezTo>
                  <a:pt x="1023546" y="2207731"/>
                  <a:pt x="1023546" y="2207731"/>
                  <a:pt x="1023512" y="2207731"/>
                </a:cubicBezTo>
                <a:cubicBezTo>
                  <a:pt x="1023239" y="2207731"/>
                  <a:pt x="1022966" y="2207731"/>
                  <a:pt x="1022692" y="2207765"/>
                </a:cubicBezTo>
                <a:lnTo>
                  <a:pt x="1022556" y="2207765"/>
                </a:lnTo>
                <a:cubicBezTo>
                  <a:pt x="1022556" y="2207765"/>
                  <a:pt x="1022556" y="2207799"/>
                  <a:pt x="1022556" y="2207799"/>
                </a:cubicBezTo>
                <a:lnTo>
                  <a:pt x="1014698" y="2209849"/>
                </a:lnTo>
                <a:cubicBezTo>
                  <a:pt x="1014698" y="2209849"/>
                  <a:pt x="1014630" y="2209883"/>
                  <a:pt x="1014596" y="2209883"/>
                </a:cubicBezTo>
                <a:cubicBezTo>
                  <a:pt x="1014459" y="2209917"/>
                  <a:pt x="1014356" y="2209985"/>
                  <a:pt x="1014220" y="2210020"/>
                </a:cubicBezTo>
                <a:cubicBezTo>
                  <a:pt x="1013946" y="2210122"/>
                  <a:pt x="1013707" y="2210293"/>
                  <a:pt x="1013468" y="2210430"/>
                </a:cubicBezTo>
                <a:cubicBezTo>
                  <a:pt x="1013263" y="2210532"/>
                  <a:pt x="1013058" y="2210635"/>
                  <a:pt x="1012887" y="2210771"/>
                </a:cubicBezTo>
                <a:cubicBezTo>
                  <a:pt x="1012819" y="2210840"/>
                  <a:pt x="1012751" y="2210908"/>
                  <a:pt x="1012682" y="2210976"/>
                </a:cubicBezTo>
                <a:cubicBezTo>
                  <a:pt x="1012477" y="2211181"/>
                  <a:pt x="1012307" y="2211386"/>
                  <a:pt x="1012136" y="2211625"/>
                </a:cubicBezTo>
                <a:cubicBezTo>
                  <a:pt x="1011999" y="2211830"/>
                  <a:pt x="1011794" y="2211967"/>
                  <a:pt x="1011692" y="2212206"/>
                </a:cubicBezTo>
                <a:cubicBezTo>
                  <a:pt x="1011623" y="2212309"/>
                  <a:pt x="1011623" y="2212411"/>
                  <a:pt x="1011555" y="2212480"/>
                </a:cubicBezTo>
                <a:cubicBezTo>
                  <a:pt x="1011453" y="2212719"/>
                  <a:pt x="1011384" y="2212992"/>
                  <a:pt x="1011316" y="2213231"/>
                </a:cubicBezTo>
                <a:cubicBezTo>
                  <a:pt x="1011247" y="2213504"/>
                  <a:pt x="1011145" y="2213709"/>
                  <a:pt x="1011111" y="2213983"/>
                </a:cubicBezTo>
                <a:cubicBezTo>
                  <a:pt x="1011111" y="2214017"/>
                  <a:pt x="1011077" y="2214085"/>
                  <a:pt x="1011077" y="2214119"/>
                </a:cubicBezTo>
                <a:cubicBezTo>
                  <a:pt x="1011077" y="2214188"/>
                  <a:pt x="1011077" y="2214256"/>
                  <a:pt x="1011077" y="2214358"/>
                </a:cubicBezTo>
                <a:cubicBezTo>
                  <a:pt x="1011077" y="2214427"/>
                  <a:pt x="1011042" y="2214495"/>
                  <a:pt x="1011042" y="2214598"/>
                </a:cubicBezTo>
                <a:lnTo>
                  <a:pt x="1011145" y="2243432"/>
                </a:lnTo>
                <a:lnTo>
                  <a:pt x="1002023" y="2244662"/>
                </a:lnTo>
                <a:cubicBezTo>
                  <a:pt x="1002023" y="2244662"/>
                  <a:pt x="1001784" y="2244764"/>
                  <a:pt x="1001647" y="2244798"/>
                </a:cubicBezTo>
                <a:cubicBezTo>
                  <a:pt x="1001511" y="2244798"/>
                  <a:pt x="1001374" y="2244798"/>
                  <a:pt x="1001237" y="2244833"/>
                </a:cubicBezTo>
                <a:lnTo>
                  <a:pt x="837286" y="2296181"/>
                </a:lnTo>
                <a:cubicBezTo>
                  <a:pt x="837286" y="2296181"/>
                  <a:pt x="837183" y="2296249"/>
                  <a:pt x="837115" y="2296283"/>
                </a:cubicBezTo>
                <a:cubicBezTo>
                  <a:pt x="837046" y="2296283"/>
                  <a:pt x="836978" y="2296283"/>
                  <a:pt x="836910" y="2296317"/>
                </a:cubicBezTo>
                <a:lnTo>
                  <a:pt x="723725" y="2341687"/>
                </a:lnTo>
                <a:cubicBezTo>
                  <a:pt x="723486" y="2341789"/>
                  <a:pt x="723315" y="2341960"/>
                  <a:pt x="723110" y="2342097"/>
                </a:cubicBezTo>
                <a:cubicBezTo>
                  <a:pt x="722837" y="2342268"/>
                  <a:pt x="722530" y="2342404"/>
                  <a:pt x="722290" y="2342643"/>
                </a:cubicBezTo>
                <a:cubicBezTo>
                  <a:pt x="722290" y="2342643"/>
                  <a:pt x="722256" y="2342643"/>
                  <a:pt x="722222" y="2342643"/>
                </a:cubicBezTo>
                <a:lnTo>
                  <a:pt x="722120" y="2342746"/>
                </a:lnTo>
                <a:lnTo>
                  <a:pt x="722120" y="2342746"/>
                </a:lnTo>
                <a:cubicBezTo>
                  <a:pt x="722120" y="2342746"/>
                  <a:pt x="722120" y="2342746"/>
                  <a:pt x="722120" y="2342746"/>
                </a:cubicBezTo>
                <a:cubicBezTo>
                  <a:pt x="722120" y="2342746"/>
                  <a:pt x="722120" y="2342746"/>
                  <a:pt x="722120" y="2342746"/>
                </a:cubicBezTo>
                <a:lnTo>
                  <a:pt x="520929" y="2530749"/>
                </a:lnTo>
                <a:cubicBezTo>
                  <a:pt x="520929" y="2530749"/>
                  <a:pt x="520895" y="2530920"/>
                  <a:pt x="520827" y="2530988"/>
                </a:cubicBezTo>
                <a:cubicBezTo>
                  <a:pt x="520553" y="2531296"/>
                  <a:pt x="520212" y="2531569"/>
                  <a:pt x="520007" y="2531945"/>
                </a:cubicBezTo>
                <a:lnTo>
                  <a:pt x="460254" y="2637511"/>
                </a:lnTo>
                <a:cubicBezTo>
                  <a:pt x="460254" y="2637511"/>
                  <a:pt x="460254" y="2637511"/>
                  <a:pt x="460254" y="2637511"/>
                </a:cubicBezTo>
                <a:lnTo>
                  <a:pt x="460186" y="2637648"/>
                </a:lnTo>
                <a:cubicBezTo>
                  <a:pt x="460186" y="2637648"/>
                  <a:pt x="460118" y="2637955"/>
                  <a:pt x="460049" y="2638092"/>
                </a:cubicBezTo>
                <a:cubicBezTo>
                  <a:pt x="459981" y="2638228"/>
                  <a:pt x="459878" y="2638331"/>
                  <a:pt x="459810" y="2638502"/>
                </a:cubicBezTo>
                <a:lnTo>
                  <a:pt x="396026" y="2829477"/>
                </a:lnTo>
                <a:cubicBezTo>
                  <a:pt x="396026" y="2829477"/>
                  <a:pt x="396026" y="2829477"/>
                  <a:pt x="396026" y="2829477"/>
                </a:cubicBezTo>
                <a:lnTo>
                  <a:pt x="395890" y="2829853"/>
                </a:lnTo>
                <a:cubicBezTo>
                  <a:pt x="395821" y="2830024"/>
                  <a:pt x="395890" y="2830229"/>
                  <a:pt x="395821" y="2830399"/>
                </a:cubicBezTo>
                <a:cubicBezTo>
                  <a:pt x="395753" y="2830639"/>
                  <a:pt x="395685" y="2830912"/>
                  <a:pt x="395685" y="2831151"/>
                </a:cubicBezTo>
                <a:cubicBezTo>
                  <a:pt x="395685" y="2831219"/>
                  <a:pt x="395685" y="2831254"/>
                  <a:pt x="395685" y="2831322"/>
                </a:cubicBezTo>
                <a:lnTo>
                  <a:pt x="391824" y="3073372"/>
                </a:lnTo>
                <a:lnTo>
                  <a:pt x="391824" y="3073372"/>
                </a:lnTo>
                <a:cubicBezTo>
                  <a:pt x="391824" y="3073372"/>
                  <a:pt x="391824" y="3073441"/>
                  <a:pt x="391824" y="3073441"/>
                </a:cubicBezTo>
                <a:cubicBezTo>
                  <a:pt x="391824" y="3073441"/>
                  <a:pt x="391824" y="3073474"/>
                  <a:pt x="391824" y="3073509"/>
                </a:cubicBezTo>
                <a:cubicBezTo>
                  <a:pt x="391824" y="3073543"/>
                  <a:pt x="391824" y="3073509"/>
                  <a:pt x="391824" y="3073543"/>
                </a:cubicBezTo>
                <a:lnTo>
                  <a:pt x="392098" y="3126223"/>
                </a:lnTo>
                <a:lnTo>
                  <a:pt x="383352" y="3129913"/>
                </a:lnTo>
                <a:cubicBezTo>
                  <a:pt x="382771" y="3130152"/>
                  <a:pt x="382293" y="3130528"/>
                  <a:pt x="381883" y="3130904"/>
                </a:cubicBezTo>
                <a:cubicBezTo>
                  <a:pt x="381883" y="3130904"/>
                  <a:pt x="381848" y="3130904"/>
                  <a:pt x="381814" y="3130904"/>
                </a:cubicBezTo>
                <a:lnTo>
                  <a:pt x="203855" y="3307086"/>
                </a:lnTo>
                <a:cubicBezTo>
                  <a:pt x="203855" y="3307086"/>
                  <a:pt x="203855" y="3307189"/>
                  <a:pt x="203787" y="3307223"/>
                </a:cubicBezTo>
                <a:cubicBezTo>
                  <a:pt x="203753" y="3307291"/>
                  <a:pt x="203719" y="3307325"/>
                  <a:pt x="203650" y="3307394"/>
                </a:cubicBezTo>
                <a:cubicBezTo>
                  <a:pt x="203514" y="3307530"/>
                  <a:pt x="203343" y="3307633"/>
                  <a:pt x="203240" y="3307804"/>
                </a:cubicBezTo>
                <a:lnTo>
                  <a:pt x="187525" y="3331001"/>
                </a:lnTo>
                <a:cubicBezTo>
                  <a:pt x="187525" y="3331001"/>
                  <a:pt x="187525" y="3331001"/>
                  <a:pt x="187525" y="3331001"/>
                </a:cubicBezTo>
                <a:lnTo>
                  <a:pt x="182640" y="3338005"/>
                </a:lnTo>
                <a:cubicBezTo>
                  <a:pt x="182640" y="3338005"/>
                  <a:pt x="182571" y="3338244"/>
                  <a:pt x="182503" y="3338346"/>
                </a:cubicBezTo>
                <a:cubicBezTo>
                  <a:pt x="182435" y="3338483"/>
                  <a:pt x="182332" y="3338585"/>
                  <a:pt x="182264" y="3338722"/>
                </a:cubicBezTo>
                <a:cubicBezTo>
                  <a:pt x="182264" y="3338722"/>
                  <a:pt x="182264" y="3338722"/>
                  <a:pt x="182230" y="3338790"/>
                </a:cubicBezTo>
                <a:lnTo>
                  <a:pt x="58659" y="3608103"/>
                </a:lnTo>
                <a:cubicBezTo>
                  <a:pt x="58659" y="3608103"/>
                  <a:pt x="58659" y="3608206"/>
                  <a:pt x="58625" y="3608240"/>
                </a:cubicBezTo>
                <a:cubicBezTo>
                  <a:pt x="58625" y="3608274"/>
                  <a:pt x="58557" y="3608308"/>
                  <a:pt x="58557" y="3608377"/>
                </a:cubicBezTo>
                <a:lnTo>
                  <a:pt x="49401" y="3632052"/>
                </a:lnTo>
                <a:cubicBezTo>
                  <a:pt x="49401" y="3632052"/>
                  <a:pt x="49401" y="3632223"/>
                  <a:pt x="49367" y="3632291"/>
                </a:cubicBezTo>
                <a:cubicBezTo>
                  <a:pt x="49298" y="3632462"/>
                  <a:pt x="49264" y="3632633"/>
                  <a:pt x="49230" y="3632838"/>
                </a:cubicBezTo>
                <a:cubicBezTo>
                  <a:pt x="49230" y="3632940"/>
                  <a:pt x="49162" y="3633008"/>
                  <a:pt x="49127" y="3633111"/>
                </a:cubicBezTo>
                <a:lnTo>
                  <a:pt x="46770" y="3649476"/>
                </a:lnTo>
                <a:lnTo>
                  <a:pt x="46770" y="3649476"/>
                </a:lnTo>
                <a:cubicBezTo>
                  <a:pt x="46770" y="3649476"/>
                  <a:pt x="46770" y="3649476"/>
                  <a:pt x="46770" y="3649476"/>
                </a:cubicBezTo>
                <a:lnTo>
                  <a:pt x="2699" y="3967062"/>
                </a:lnTo>
                <a:cubicBezTo>
                  <a:pt x="2699" y="3967062"/>
                  <a:pt x="2699" y="3967062"/>
                  <a:pt x="2699" y="3967062"/>
                </a:cubicBezTo>
                <a:lnTo>
                  <a:pt x="2699" y="3967062"/>
                </a:lnTo>
                <a:cubicBezTo>
                  <a:pt x="2699" y="3967062"/>
                  <a:pt x="68" y="3986706"/>
                  <a:pt x="68" y="3986706"/>
                </a:cubicBezTo>
                <a:cubicBezTo>
                  <a:pt x="68" y="3986706"/>
                  <a:pt x="68" y="3986706"/>
                  <a:pt x="68" y="3986706"/>
                </a:cubicBezTo>
                <a:cubicBezTo>
                  <a:pt x="68" y="3986706"/>
                  <a:pt x="68" y="3986706"/>
                  <a:pt x="68" y="3986706"/>
                </a:cubicBezTo>
                <a:lnTo>
                  <a:pt x="68" y="3986706"/>
                </a:lnTo>
                <a:cubicBezTo>
                  <a:pt x="68" y="3986706"/>
                  <a:pt x="68" y="3986980"/>
                  <a:pt x="68" y="3987150"/>
                </a:cubicBezTo>
                <a:cubicBezTo>
                  <a:pt x="68" y="3987219"/>
                  <a:pt x="68" y="3987287"/>
                  <a:pt x="68" y="3987321"/>
                </a:cubicBezTo>
                <a:cubicBezTo>
                  <a:pt x="68" y="3987526"/>
                  <a:pt x="0" y="3987731"/>
                  <a:pt x="0" y="3987936"/>
                </a:cubicBezTo>
                <a:lnTo>
                  <a:pt x="2699" y="4010996"/>
                </a:lnTo>
                <a:cubicBezTo>
                  <a:pt x="2699" y="4010996"/>
                  <a:pt x="2699" y="4010996"/>
                  <a:pt x="2699" y="4011031"/>
                </a:cubicBezTo>
                <a:cubicBezTo>
                  <a:pt x="2699" y="4011031"/>
                  <a:pt x="2699" y="4011099"/>
                  <a:pt x="2699" y="4011133"/>
                </a:cubicBezTo>
                <a:lnTo>
                  <a:pt x="47556" y="4318949"/>
                </a:lnTo>
                <a:cubicBezTo>
                  <a:pt x="47556" y="4318949"/>
                  <a:pt x="47590" y="4318983"/>
                  <a:pt x="47590" y="4319017"/>
                </a:cubicBezTo>
                <a:cubicBezTo>
                  <a:pt x="47590" y="4319085"/>
                  <a:pt x="47590" y="4319120"/>
                  <a:pt x="47590" y="4319188"/>
                </a:cubicBezTo>
                <a:lnTo>
                  <a:pt x="49982" y="4331077"/>
                </a:lnTo>
                <a:cubicBezTo>
                  <a:pt x="49982" y="4331077"/>
                  <a:pt x="50084" y="4331180"/>
                  <a:pt x="50084" y="4331282"/>
                </a:cubicBezTo>
                <a:cubicBezTo>
                  <a:pt x="50118" y="4331453"/>
                  <a:pt x="50084" y="4331624"/>
                  <a:pt x="50152" y="4331794"/>
                </a:cubicBezTo>
                <a:lnTo>
                  <a:pt x="59377" y="4357417"/>
                </a:lnTo>
                <a:cubicBezTo>
                  <a:pt x="59377" y="4357417"/>
                  <a:pt x="59445" y="4357451"/>
                  <a:pt x="59445" y="4357486"/>
                </a:cubicBezTo>
                <a:cubicBezTo>
                  <a:pt x="59479" y="4357588"/>
                  <a:pt x="59547" y="4357691"/>
                  <a:pt x="59582" y="4357827"/>
                </a:cubicBezTo>
                <a:cubicBezTo>
                  <a:pt x="59582" y="4357861"/>
                  <a:pt x="59582" y="4357930"/>
                  <a:pt x="59616" y="4357998"/>
                </a:cubicBezTo>
                <a:lnTo>
                  <a:pt x="183733" y="4600185"/>
                </a:lnTo>
                <a:cubicBezTo>
                  <a:pt x="183733" y="4600185"/>
                  <a:pt x="183904" y="4600321"/>
                  <a:pt x="183972" y="4600424"/>
                </a:cubicBezTo>
                <a:cubicBezTo>
                  <a:pt x="184314" y="4601005"/>
                  <a:pt x="184792" y="4601551"/>
                  <a:pt x="185407" y="4601962"/>
                </a:cubicBezTo>
                <a:cubicBezTo>
                  <a:pt x="185509" y="4602030"/>
                  <a:pt x="185578" y="4602132"/>
                  <a:pt x="185680" y="4602201"/>
                </a:cubicBezTo>
                <a:cubicBezTo>
                  <a:pt x="185680" y="4602201"/>
                  <a:pt x="185714" y="4602235"/>
                  <a:pt x="185748" y="4602269"/>
                </a:cubicBezTo>
                <a:lnTo>
                  <a:pt x="190292" y="4604763"/>
                </a:lnTo>
                <a:lnTo>
                  <a:pt x="204743" y="4626457"/>
                </a:lnTo>
                <a:cubicBezTo>
                  <a:pt x="204743" y="4626457"/>
                  <a:pt x="204846" y="4626525"/>
                  <a:pt x="204880" y="4626559"/>
                </a:cubicBezTo>
                <a:cubicBezTo>
                  <a:pt x="205051" y="4626798"/>
                  <a:pt x="205256" y="4626969"/>
                  <a:pt x="205461" y="4627140"/>
                </a:cubicBezTo>
                <a:cubicBezTo>
                  <a:pt x="205598" y="4627277"/>
                  <a:pt x="205700" y="4627482"/>
                  <a:pt x="205871" y="4627584"/>
                </a:cubicBezTo>
                <a:lnTo>
                  <a:pt x="384035" y="4764888"/>
                </a:lnTo>
                <a:cubicBezTo>
                  <a:pt x="384035" y="4764888"/>
                  <a:pt x="384172" y="4764888"/>
                  <a:pt x="384240" y="4764957"/>
                </a:cubicBezTo>
                <a:cubicBezTo>
                  <a:pt x="384342" y="4765025"/>
                  <a:pt x="384445" y="4765162"/>
                  <a:pt x="384547" y="4765230"/>
                </a:cubicBezTo>
                <a:lnTo>
                  <a:pt x="470879" y="4815280"/>
                </a:lnTo>
                <a:cubicBezTo>
                  <a:pt x="470879" y="4815280"/>
                  <a:pt x="471153" y="4815314"/>
                  <a:pt x="471289" y="4815383"/>
                </a:cubicBezTo>
                <a:cubicBezTo>
                  <a:pt x="471631" y="4815553"/>
                  <a:pt x="471904" y="4815724"/>
                  <a:pt x="472280" y="4815827"/>
                </a:cubicBezTo>
                <a:lnTo>
                  <a:pt x="484545" y="4818560"/>
                </a:lnTo>
                <a:lnTo>
                  <a:pt x="496570" y="4825529"/>
                </a:lnTo>
                <a:cubicBezTo>
                  <a:pt x="496570" y="4825529"/>
                  <a:pt x="496639" y="4825529"/>
                  <a:pt x="496673" y="4825529"/>
                </a:cubicBezTo>
                <a:cubicBezTo>
                  <a:pt x="497254" y="4825871"/>
                  <a:pt x="497937" y="4826076"/>
                  <a:pt x="498654" y="4826144"/>
                </a:cubicBezTo>
                <a:lnTo>
                  <a:pt x="707327" y="4842679"/>
                </a:lnTo>
                <a:cubicBezTo>
                  <a:pt x="707327" y="4842679"/>
                  <a:pt x="707566" y="4842679"/>
                  <a:pt x="707702" y="4842679"/>
                </a:cubicBezTo>
                <a:lnTo>
                  <a:pt x="707702" y="4842679"/>
                </a:lnTo>
                <a:cubicBezTo>
                  <a:pt x="707702" y="4842679"/>
                  <a:pt x="707702" y="4842679"/>
                  <a:pt x="707702" y="4842679"/>
                </a:cubicBezTo>
                <a:lnTo>
                  <a:pt x="707702" y="4842679"/>
                </a:lnTo>
                <a:cubicBezTo>
                  <a:pt x="707702" y="4842679"/>
                  <a:pt x="707873" y="4842679"/>
                  <a:pt x="707976" y="4842679"/>
                </a:cubicBezTo>
                <a:lnTo>
                  <a:pt x="737015" y="4841074"/>
                </a:lnTo>
                <a:cubicBezTo>
                  <a:pt x="737391" y="4841074"/>
                  <a:pt x="737732" y="4840903"/>
                  <a:pt x="738074" y="4840800"/>
                </a:cubicBezTo>
                <a:cubicBezTo>
                  <a:pt x="738313" y="4840732"/>
                  <a:pt x="738552" y="4840732"/>
                  <a:pt x="738791" y="4840595"/>
                </a:cubicBezTo>
                <a:cubicBezTo>
                  <a:pt x="738860" y="4840595"/>
                  <a:pt x="738894" y="4840561"/>
                  <a:pt x="738962" y="4840527"/>
                </a:cubicBezTo>
                <a:cubicBezTo>
                  <a:pt x="738962" y="4840527"/>
                  <a:pt x="738996" y="4840527"/>
                  <a:pt x="739031" y="4840527"/>
                </a:cubicBezTo>
                <a:lnTo>
                  <a:pt x="960207" y="4723892"/>
                </a:lnTo>
                <a:cubicBezTo>
                  <a:pt x="960207" y="4723892"/>
                  <a:pt x="960207" y="4723892"/>
                  <a:pt x="960207" y="4723892"/>
                </a:cubicBezTo>
                <a:lnTo>
                  <a:pt x="960275" y="4723892"/>
                </a:lnTo>
                <a:cubicBezTo>
                  <a:pt x="960890" y="4723550"/>
                  <a:pt x="961403" y="4723106"/>
                  <a:pt x="961812" y="4722594"/>
                </a:cubicBezTo>
                <a:cubicBezTo>
                  <a:pt x="961812" y="4722594"/>
                  <a:pt x="961812" y="4722594"/>
                  <a:pt x="961812" y="4722594"/>
                </a:cubicBezTo>
                <a:lnTo>
                  <a:pt x="1099014" y="4549076"/>
                </a:lnTo>
                <a:lnTo>
                  <a:pt x="1155829" y="4550579"/>
                </a:lnTo>
                <a:lnTo>
                  <a:pt x="1156102" y="4550579"/>
                </a:lnTo>
                <a:lnTo>
                  <a:pt x="1228700" y="4548222"/>
                </a:lnTo>
                <a:cubicBezTo>
                  <a:pt x="1228700" y="4548222"/>
                  <a:pt x="1228700" y="4548222"/>
                  <a:pt x="1228734" y="4548222"/>
                </a:cubicBezTo>
                <a:cubicBezTo>
                  <a:pt x="1228837" y="4548222"/>
                  <a:pt x="1228939" y="4548222"/>
                  <a:pt x="1229041" y="4548222"/>
                </a:cubicBezTo>
                <a:lnTo>
                  <a:pt x="1382505" y="4532575"/>
                </a:lnTo>
                <a:lnTo>
                  <a:pt x="1478505" y="4751462"/>
                </a:lnTo>
                <a:cubicBezTo>
                  <a:pt x="1478505" y="4751462"/>
                  <a:pt x="1478505" y="4751462"/>
                  <a:pt x="1478505" y="4751462"/>
                </a:cubicBezTo>
                <a:cubicBezTo>
                  <a:pt x="1478505" y="4751462"/>
                  <a:pt x="1478505" y="4751462"/>
                  <a:pt x="1478505" y="4751462"/>
                </a:cubicBezTo>
                <a:lnTo>
                  <a:pt x="1494357" y="4786582"/>
                </a:lnTo>
                <a:cubicBezTo>
                  <a:pt x="1494357" y="4786582"/>
                  <a:pt x="1494426" y="4786616"/>
                  <a:pt x="1494426" y="4786685"/>
                </a:cubicBezTo>
                <a:cubicBezTo>
                  <a:pt x="1494494" y="4786856"/>
                  <a:pt x="1494631" y="4787026"/>
                  <a:pt x="1494733" y="4787163"/>
                </a:cubicBezTo>
                <a:cubicBezTo>
                  <a:pt x="1494904" y="4787436"/>
                  <a:pt x="1495109" y="4787676"/>
                  <a:pt x="1495348" y="4787915"/>
                </a:cubicBezTo>
                <a:cubicBezTo>
                  <a:pt x="1495416" y="4787983"/>
                  <a:pt x="1495451" y="4788051"/>
                  <a:pt x="1495519" y="4788120"/>
                </a:cubicBezTo>
                <a:cubicBezTo>
                  <a:pt x="1495553" y="4788154"/>
                  <a:pt x="1495519" y="4788222"/>
                  <a:pt x="1495587" y="4788256"/>
                </a:cubicBezTo>
                <a:lnTo>
                  <a:pt x="1689398" y="4959929"/>
                </a:lnTo>
                <a:cubicBezTo>
                  <a:pt x="1689398" y="4959929"/>
                  <a:pt x="1689467" y="4959929"/>
                  <a:pt x="1689501" y="4959963"/>
                </a:cubicBezTo>
                <a:cubicBezTo>
                  <a:pt x="1689535" y="4959998"/>
                  <a:pt x="1689569" y="4960066"/>
                  <a:pt x="1689637" y="4960100"/>
                </a:cubicBezTo>
                <a:cubicBezTo>
                  <a:pt x="1689637" y="4960100"/>
                  <a:pt x="1689637" y="4960100"/>
                  <a:pt x="1689637" y="4960100"/>
                </a:cubicBezTo>
                <a:cubicBezTo>
                  <a:pt x="1689706" y="4960134"/>
                  <a:pt x="1689774" y="4960169"/>
                  <a:pt x="1689808" y="4960203"/>
                </a:cubicBezTo>
                <a:cubicBezTo>
                  <a:pt x="1689911" y="4960271"/>
                  <a:pt x="1690047" y="4960305"/>
                  <a:pt x="1690150" y="4960373"/>
                </a:cubicBezTo>
                <a:cubicBezTo>
                  <a:pt x="1690526" y="4960613"/>
                  <a:pt x="1690936" y="4960852"/>
                  <a:pt x="1691380" y="4960988"/>
                </a:cubicBezTo>
                <a:lnTo>
                  <a:pt x="1721820" y="4969051"/>
                </a:lnTo>
                <a:cubicBezTo>
                  <a:pt x="1722025" y="4969119"/>
                  <a:pt x="1722264" y="4969119"/>
                  <a:pt x="1722469" y="4969154"/>
                </a:cubicBezTo>
                <a:cubicBezTo>
                  <a:pt x="1722537" y="4969154"/>
                  <a:pt x="1722605" y="4969222"/>
                  <a:pt x="1722708" y="4969222"/>
                </a:cubicBezTo>
                <a:lnTo>
                  <a:pt x="1914332" y="4983161"/>
                </a:lnTo>
                <a:cubicBezTo>
                  <a:pt x="1914332" y="4983161"/>
                  <a:pt x="1914572" y="4983161"/>
                  <a:pt x="1914674" y="4983161"/>
                </a:cubicBezTo>
                <a:cubicBezTo>
                  <a:pt x="1914674" y="4983161"/>
                  <a:pt x="1914674" y="4983161"/>
                  <a:pt x="1914674" y="4983161"/>
                </a:cubicBezTo>
                <a:lnTo>
                  <a:pt x="1914674" y="4983161"/>
                </a:lnTo>
                <a:cubicBezTo>
                  <a:pt x="1914674" y="4983161"/>
                  <a:pt x="1914674" y="4983161"/>
                  <a:pt x="1914674" y="4983161"/>
                </a:cubicBezTo>
                <a:cubicBezTo>
                  <a:pt x="1915084" y="4983161"/>
                  <a:pt x="1915494" y="4983126"/>
                  <a:pt x="1915904" y="4982990"/>
                </a:cubicBezTo>
                <a:lnTo>
                  <a:pt x="2028200" y="4953916"/>
                </a:lnTo>
                <a:cubicBezTo>
                  <a:pt x="2028474" y="4953848"/>
                  <a:pt x="2028713" y="4953677"/>
                  <a:pt x="2028952" y="4953541"/>
                </a:cubicBezTo>
                <a:cubicBezTo>
                  <a:pt x="2029089" y="4953472"/>
                  <a:pt x="2029259" y="4953506"/>
                  <a:pt x="2029396" y="4953438"/>
                </a:cubicBezTo>
                <a:lnTo>
                  <a:pt x="2030694" y="4952686"/>
                </a:lnTo>
                <a:lnTo>
                  <a:pt x="2051978" y="4947186"/>
                </a:lnTo>
                <a:cubicBezTo>
                  <a:pt x="2052388" y="4947084"/>
                  <a:pt x="2052696" y="4946845"/>
                  <a:pt x="2053037" y="4946674"/>
                </a:cubicBezTo>
                <a:cubicBezTo>
                  <a:pt x="2053174" y="4946605"/>
                  <a:pt x="2053311" y="4946639"/>
                  <a:pt x="2053413" y="4946571"/>
                </a:cubicBezTo>
                <a:lnTo>
                  <a:pt x="2216887" y="4840937"/>
                </a:lnTo>
                <a:lnTo>
                  <a:pt x="2287606" y="4948143"/>
                </a:lnTo>
                <a:cubicBezTo>
                  <a:pt x="2287606" y="4948143"/>
                  <a:pt x="2287845" y="4948348"/>
                  <a:pt x="2287948" y="4948450"/>
                </a:cubicBezTo>
                <a:cubicBezTo>
                  <a:pt x="2288153" y="4948724"/>
                  <a:pt x="2288323" y="4949031"/>
                  <a:pt x="2288597" y="4949236"/>
                </a:cubicBezTo>
                <a:lnTo>
                  <a:pt x="2313604" y="4969393"/>
                </a:lnTo>
                <a:lnTo>
                  <a:pt x="2321121" y="4981384"/>
                </a:lnTo>
                <a:cubicBezTo>
                  <a:pt x="2321121" y="4981384"/>
                  <a:pt x="2321155" y="4981384"/>
                  <a:pt x="2321189" y="4981452"/>
                </a:cubicBezTo>
                <a:cubicBezTo>
                  <a:pt x="2321565" y="4982033"/>
                  <a:pt x="2322043" y="4982546"/>
                  <a:pt x="2322624" y="4982921"/>
                </a:cubicBezTo>
                <a:lnTo>
                  <a:pt x="2630508" y="5180354"/>
                </a:lnTo>
                <a:cubicBezTo>
                  <a:pt x="2630508" y="5180354"/>
                  <a:pt x="2630747" y="5180388"/>
                  <a:pt x="2630849" y="5180456"/>
                </a:cubicBezTo>
                <a:cubicBezTo>
                  <a:pt x="2631020" y="5180559"/>
                  <a:pt x="2631157" y="5180695"/>
                  <a:pt x="2631362" y="5180798"/>
                </a:cubicBezTo>
                <a:lnTo>
                  <a:pt x="2662177" y="5193097"/>
                </a:lnTo>
                <a:cubicBezTo>
                  <a:pt x="2662177" y="5193097"/>
                  <a:pt x="2662314" y="5193097"/>
                  <a:pt x="2662382" y="5193131"/>
                </a:cubicBezTo>
                <a:cubicBezTo>
                  <a:pt x="2662451" y="5193131"/>
                  <a:pt x="2662519" y="5193199"/>
                  <a:pt x="2662587" y="5193234"/>
                </a:cubicBezTo>
                <a:lnTo>
                  <a:pt x="2674681" y="5196855"/>
                </a:lnTo>
                <a:cubicBezTo>
                  <a:pt x="2674681" y="5196855"/>
                  <a:pt x="2674989" y="5196889"/>
                  <a:pt x="2675125" y="5196923"/>
                </a:cubicBezTo>
                <a:cubicBezTo>
                  <a:pt x="2675228" y="5196923"/>
                  <a:pt x="2675296" y="5196992"/>
                  <a:pt x="2675399" y="5197026"/>
                </a:cubicBezTo>
                <a:lnTo>
                  <a:pt x="2932652" y="5233069"/>
                </a:lnTo>
                <a:lnTo>
                  <a:pt x="2999305" y="5335731"/>
                </a:lnTo>
                <a:lnTo>
                  <a:pt x="2999818" y="5336516"/>
                </a:lnTo>
                <a:cubicBezTo>
                  <a:pt x="2999818" y="5336516"/>
                  <a:pt x="2999818" y="5336516"/>
                  <a:pt x="2999818" y="5336516"/>
                </a:cubicBezTo>
                <a:lnTo>
                  <a:pt x="2999818" y="5336516"/>
                </a:lnTo>
                <a:cubicBezTo>
                  <a:pt x="2999818" y="5336516"/>
                  <a:pt x="3000023" y="5336687"/>
                  <a:pt x="3000091" y="5336790"/>
                </a:cubicBezTo>
                <a:cubicBezTo>
                  <a:pt x="3000262" y="5337029"/>
                  <a:pt x="3000433" y="5337302"/>
                  <a:pt x="3000638" y="5337473"/>
                </a:cubicBezTo>
                <a:cubicBezTo>
                  <a:pt x="3000638" y="5337473"/>
                  <a:pt x="3000672" y="5337541"/>
                  <a:pt x="3000706" y="5337576"/>
                </a:cubicBezTo>
                <a:lnTo>
                  <a:pt x="3031795" y="5364291"/>
                </a:lnTo>
                <a:cubicBezTo>
                  <a:pt x="3031795" y="5364291"/>
                  <a:pt x="3031898" y="5364291"/>
                  <a:pt x="3031966" y="5364360"/>
                </a:cubicBezTo>
                <a:cubicBezTo>
                  <a:pt x="3031966" y="5364360"/>
                  <a:pt x="3032000" y="5364360"/>
                  <a:pt x="3032034" y="5364394"/>
                </a:cubicBezTo>
                <a:cubicBezTo>
                  <a:pt x="3032137" y="5364497"/>
                  <a:pt x="3032239" y="5364633"/>
                  <a:pt x="3032342" y="5364701"/>
                </a:cubicBezTo>
                <a:lnTo>
                  <a:pt x="3391266" y="5595785"/>
                </a:lnTo>
                <a:cubicBezTo>
                  <a:pt x="3391266" y="5595785"/>
                  <a:pt x="3391335" y="5595785"/>
                  <a:pt x="3391403" y="5595819"/>
                </a:cubicBezTo>
                <a:cubicBezTo>
                  <a:pt x="3391984" y="5596195"/>
                  <a:pt x="3392667" y="5596469"/>
                  <a:pt x="3393419" y="5596537"/>
                </a:cubicBezTo>
                <a:lnTo>
                  <a:pt x="3405000" y="5597801"/>
                </a:lnTo>
                <a:lnTo>
                  <a:pt x="3441829" y="5614370"/>
                </a:lnTo>
                <a:cubicBezTo>
                  <a:pt x="3442034" y="5614473"/>
                  <a:pt x="3442239" y="5614439"/>
                  <a:pt x="3442444" y="5614507"/>
                </a:cubicBezTo>
                <a:cubicBezTo>
                  <a:pt x="3442717" y="5614575"/>
                  <a:pt x="3442922" y="5614746"/>
                  <a:pt x="3443229" y="5614780"/>
                </a:cubicBezTo>
                <a:lnTo>
                  <a:pt x="3854117" y="5667905"/>
                </a:lnTo>
                <a:cubicBezTo>
                  <a:pt x="3854322" y="5667905"/>
                  <a:pt x="3854527" y="5667939"/>
                  <a:pt x="3854732" y="5667939"/>
                </a:cubicBezTo>
                <a:lnTo>
                  <a:pt x="3854732" y="5667939"/>
                </a:lnTo>
                <a:cubicBezTo>
                  <a:pt x="3854732" y="5667939"/>
                  <a:pt x="3854732" y="5667939"/>
                  <a:pt x="3854732" y="5667939"/>
                </a:cubicBezTo>
                <a:cubicBezTo>
                  <a:pt x="3854732" y="5667939"/>
                  <a:pt x="3854732" y="5667939"/>
                  <a:pt x="3854732" y="5667939"/>
                </a:cubicBezTo>
                <a:cubicBezTo>
                  <a:pt x="3854732" y="5667939"/>
                  <a:pt x="3854732" y="5667939"/>
                  <a:pt x="3854732" y="5667939"/>
                </a:cubicBezTo>
                <a:cubicBezTo>
                  <a:pt x="3855005" y="5667939"/>
                  <a:pt x="3855245" y="5667939"/>
                  <a:pt x="3855518" y="5667871"/>
                </a:cubicBezTo>
                <a:lnTo>
                  <a:pt x="3894943" y="5661516"/>
                </a:lnTo>
                <a:lnTo>
                  <a:pt x="3906388" y="5663088"/>
                </a:lnTo>
                <a:cubicBezTo>
                  <a:pt x="3906592" y="5663088"/>
                  <a:pt x="3906832" y="5663122"/>
                  <a:pt x="3907037" y="5663122"/>
                </a:cubicBezTo>
                <a:lnTo>
                  <a:pt x="3907037" y="5663122"/>
                </a:lnTo>
                <a:cubicBezTo>
                  <a:pt x="3907037" y="5663122"/>
                  <a:pt x="3907037" y="5663122"/>
                  <a:pt x="3907037" y="5663122"/>
                </a:cubicBezTo>
                <a:cubicBezTo>
                  <a:pt x="3907037" y="5663122"/>
                  <a:pt x="3907037" y="5663122"/>
                  <a:pt x="3907037" y="5663122"/>
                </a:cubicBezTo>
                <a:lnTo>
                  <a:pt x="3907037" y="5663122"/>
                </a:lnTo>
                <a:cubicBezTo>
                  <a:pt x="3907276" y="5663122"/>
                  <a:pt x="3907549" y="5663122"/>
                  <a:pt x="3907823" y="5663054"/>
                </a:cubicBezTo>
                <a:lnTo>
                  <a:pt x="3994223" y="5649183"/>
                </a:lnTo>
                <a:cubicBezTo>
                  <a:pt x="3994223" y="5649183"/>
                  <a:pt x="3994394" y="5649115"/>
                  <a:pt x="3994462" y="5649081"/>
                </a:cubicBezTo>
                <a:cubicBezTo>
                  <a:pt x="3994598" y="5649081"/>
                  <a:pt x="3994769" y="5649081"/>
                  <a:pt x="3994906" y="5649012"/>
                </a:cubicBezTo>
                <a:lnTo>
                  <a:pt x="4379146" y="5528277"/>
                </a:lnTo>
                <a:cubicBezTo>
                  <a:pt x="4379727" y="5528107"/>
                  <a:pt x="4380205" y="5527800"/>
                  <a:pt x="4380649" y="5527458"/>
                </a:cubicBezTo>
                <a:cubicBezTo>
                  <a:pt x="4380649" y="5527458"/>
                  <a:pt x="4380717" y="5527458"/>
                  <a:pt x="4380752" y="5527423"/>
                </a:cubicBezTo>
                <a:lnTo>
                  <a:pt x="4380820" y="5527355"/>
                </a:lnTo>
                <a:cubicBezTo>
                  <a:pt x="4380820" y="5527355"/>
                  <a:pt x="4380820" y="5527355"/>
                  <a:pt x="4380820" y="5527355"/>
                </a:cubicBezTo>
                <a:lnTo>
                  <a:pt x="4408800" y="5504705"/>
                </a:lnTo>
                <a:lnTo>
                  <a:pt x="4425950" y="5501937"/>
                </a:lnTo>
                <a:cubicBezTo>
                  <a:pt x="4426804" y="5501801"/>
                  <a:pt x="4427522" y="5501391"/>
                  <a:pt x="4428137" y="5500912"/>
                </a:cubicBezTo>
                <a:cubicBezTo>
                  <a:pt x="4428205" y="5500878"/>
                  <a:pt x="4428273" y="5500912"/>
                  <a:pt x="4428342" y="5500844"/>
                </a:cubicBezTo>
                <a:lnTo>
                  <a:pt x="4745211" y="5232795"/>
                </a:lnTo>
                <a:cubicBezTo>
                  <a:pt x="4745450" y="5232590"/>
                  <a:pt x="4745587" y="5232317"/>
                  <a:pt x="4745757" y="5232112"/>
                </a:cubicBezTo>
                <a:cubicBezTo>
                  <a:pt x="4745860" y="5231975"/>
                  <a:pt x="4746031" y="5231941"/>
                  <a:pt x="4746133" y="5231770"/>
                </a:cubicBezTo>
                <a:lnTo>
                  <a:pt x="4764855" y="5203654"/>
                </a:lnTo>
                <a:lnTo>
                  <a:pt x="4780843" y="5189134"/>
                </a:lnTo>
                <a:cubicBezTo>
                  <a:pt x="4780843" y="5189134"/>
                  <a:pt x="4780946" y="5188792"/>
                  <a:pt x="4781049" y="5188656"/>
                </a:cubicBezTo>
                <a:cubicBezTo>
                  <a:pt x="4781288" y="5188382"/>
                  <a:pt x="4781629" y="5188212"/>
                  <a:pt x="4781834" y="5187870"/>
                </a:cubicBezTo>
                <a:lnTo>
                  <a:pt x="4989413" y="4815280"/>
                </a:lnTo>
                <a:cubicBezTo>
                  <a:pt x="4989550" y="4815041"/>
                  <a:pt x="4989584" y="4814733"/>
                  <a:pt x="4989652" y="4814494"/>
                </a:cubicBezTo>
                <a:cubicBezTo>
                  <a:pt x="4989687" y="4814392"/>
                  <a:pt x="4989789" y="4814323"/>
                  <a:pt x="4989823" y="4814221"/>
                </a:cubicBezTo>
                <a:lnTo>
                  <a:pt x="4997920" y="4785352"/>
                </a:lnTo>
                <a:lnTo>
                  <a:pt x="5008545" y="4760823"/>
                </a:lnTo>
                <a:cubicBezTo>
                  <a:pt x="5008682" y="4760550"/>
                  <a:pt x="5008648" y="4760242"/>
                  <a:pt x="5008716" y="4759969"/>
                </a:cubicBezTo>
                <a:cubicBezTo>
                  <a:pt x="5008716" y="4759866"/>
                  <a:pt x="5008852" y="4759798"/>
                  <a:pt x="5008852" y="4759695"/>
                </a:cubicBezTo>
                <a:lnTo>
                  <a:pt x="5081382" y="4335860"/>
                </a:lnTo>
                <a:cubicBezTo>
                  <a:pt x="5081416" y="4335655"/>
                  <a:pt x="5081382" y="4335450"/>
                  <a:pt x="5081382" y="4335211"/>
                </a:cubicBezTo>
                <a:cubicBezTo>
                  <a:pt x="5081382" y="4335006"/>
                  <a:pt x="5081485" y="4334835"/>
                  <a:pt x="5081450" y="4334596"/>
                </a:cubicBezTo>
                <a:lnTo>
                  <a:pt x="5079332" y="4309519"/>
                </a:lnTo>
                <a:close/>
                <a:moveTo>
                  <a:pt x="4375217" y="5519122"/>
                </a:moveTo>
                <a:lnTo>
                  <a:pt x="3993949" y="5638900"/>
                </a:lnTo>
                <a:lnTo>
                  <a:pt x="3989132" y="5636064"/>
                </a:lnTo>
                <a:lnTo>
                  <a:pt x="4383587" y="5512357"/>
                </a:lnTo>
                <a:lnTo>
                  <a:pt x="4375217" y="5519122"/>
                </a:lnTo>
                <a:close/>
                <a:moveTo>
                  <a:pt x="3854561" y="5657963"/>
                </a:moveTo>
                <a:lnTo>
                  <a:pt x="3483030" y="5609929"/>
                </a:lnTo>
                <a:lnTo>
                  <a:pt x="3544012" y="5602447"/>
                </a:lnTo>
                <a:lnTo>
                  <a:pt x="3906285" y="5649627"/>
                </a:lnTo>
                <a:lnTo>
                  <a:pt x="3854561" y="5657963"/>
                </a:lnTo>
                <a:close/>
                <a:moveTo>
                  <a:pt x="2295224" y="4942062"/>
                </a:moveTo>
                <a:lnTo>
                  <a:pt x="2086552" y="4625774"/>
                </a:lnTo>
                <a:lnTo>
                  <a:pt x="2086552" y="4625158"/>
                </a:lnTo>
                <a:cubicBezTo>
                  <a:pt x="2086552" y="4625158"/>
                  <a:pt x="2295839" y="4942540"/>
                  <a:pt x="2295839" y="4942540"/>
                </a:cubicBezTo>
                <a:lnTo>
                  <a:pt x="2295224" y="4942062"/>
                </a:lnTo>
                <a:close/>
                <a:moveTo>
                  <a:pt x="1914025" y="4973287"/>
                </a:moveTo>
                <a:lnTo>
                  <a:pt x="1754993" y="4961740"/>
                </a:lnTo>
                <a:lnTo>
                  <a:pt x="1846722" y="4940012"/>
                </a:lnTo>
                <a:lnTo>
                  <a:pt x="1997145" y="4951764"/>
                </a:lnTo>
                <a:lnTo>
                  <a:pt x="1914025" y="4973287"/>
                </a:lnTo>
                <a:close/>
                <a:moveTo>
                  <a:pt x="389535" y="4756928"/>
                </a:moveTo>
                <a:lnTo>
                  <a:pt x="263061" y="4659425"/>
                </a:lnTo>
                <a:lnTo>
                  <a:pt x="283525" y="4670767"/>
                </a:lnTo>
                <a:lnTo>
                  <a:pt x="411537" y="4769671"/>
                </a:lnTo>
                <a:lnTo>
                  <a:pt x="389569" y="4756928"/>
                </a:lnTo>
                <a:close/>
                <a:moveTo>
                  <a:pt x="191590" y="4594343"/>
                </a:moveTo>
                <a:lnTo>
                  <a:pt x="74135" y="4365207"/>
                </a:lnTo>
                <a:lnTo>
                  <a:pt x="131496" y="4388404"/>
                </a:lnTo>
                <a:lnTo>
                  <a:pt x="253871" y="4628746"/>
                </a:lnTo>
                <a:lnTo>
                  <a:pt x="191556" y="4594343"/>
                </a:lnTo>
                <a:close/>
                <a:moveTo>
                  <a:pt x="210175" y="3314602"/>
                </a:moveTo>
                <a:lnTo>
                  <a:pt x="281783" y="3290107"/>
                </a:lnTo>
                <a:lnTo>
                  <a:pt x="284448" y="3296837"/>
                </a:lnTo>
                <a:lnTo>
                  <a:pt x="203582" y="3324305"/>
                </a:lnTo>
                <a:lnTo>
                  <a:pt x="210175" y="3314568"/>
                </a:lnTo>
                <a:close/>
                <a:moveTo>
                  <a:pt x="726697" y="1229861"/>
                </a:moveTo>
                <a:lnTo>
                  <a:pt x="739406" y="1223883"/>
                </a:lnTo>
                <a:lnTo>
                  <a:pt x="680132" y="1306012"/>
                </a:lnTo>
                <a:lnTo>
                  <a:pt x="667799" y="1310727"/>
                </a:lnTo>
                <a:lnTo>
                  <a:pt x="726697" y="1229827"/>
                </a:lnTo>
                <a:close/>
                <a:moveTo>
                  <a:pt x="871654" y="1175336"/>
                </a:moveTo>
                <a:lnTo>
                  <a:pt x="964102" y="1164267"/>
                </a:lnTo>
                <a:lnTo>
                  <a:pt x="890786" y="1190402"/>
                </a:lnTo>
                <a:lnTo>
                  <a:pt x="797758" y="1201369"/>
                </a:lnTo>
                <a:lnTo>
                  <a:pt x="871654" y="1175336"/>
                </a:lnTo>
                <a:close/>
                <a:moveTo>
                  <a:pt x="1693088" y="1280219"/>
                </a:moveTo>
                <a:lnTo>
                  <a:pt x="1691312" y="1286163"/>
                </a:lnTo>
                <a:lnTo>
                  <a:pt x="1609694" y="1211276"/>
                </a:lnTo>
                <a:lnTo>
                  <a:pt x="1607952" y="1202735"/>
                </a:lnTo>
                <a:lnTo>
                  <a:pt x="1693122" y="1280219"/>
                </a:lnTo>
                <a:close/>
                <a:moveTo>
                  <a:pt x="1461697" y="2198097"/>
                </a:moveTo>
                <a:lnTo>
                  <a:pt x="1461697" y="2217433"/>
                </a:lnTo>
                <a:cubicBezTo>
                  <a:pt x="1461697" y="2217433"/>
                  <a:pt x="1433033" y="2218800"/>
                  <a:pt x="1433033" y="2218800"/>
                </a:cubicBezTo>
                <a:lnTo>
                  <a:pt x="1433272" y="2198848"/>
                </a:lnTo>
                <a:lnTo>
                  <a:pt x="1440857" y="2198643"/>
                </a:lnTo>
                <a:cubicBezTo>
                  <a:pt x="1440857" y="2198643"/>
                  <a:pt x="1440857" y="2198643"/>
                  <a:pt x="1440857" y="2198643"/>
                </a:cubicBezTo>
                <a:cubicBezTo>
                  <a:pt x="1440857" y="2198643"/>
                  <a:pt x="1440857" y="2198643"/>
                  <a:pt x="1440857" y="2198643"/>
                </a:cubicBezTo>
                <a:lnTo>
                  <a:pt x="1444615" y="2198541"/>
                </a:lnTo>
                <a:cubicBezTo>
                  <a:pt x="1444615" y="2198541"/>
                  <a:pt x="1444615" y="2198541"/>
                  <a:pt x="1444615" y="2198541"/>
                </a:cubicBezTo>
                <a:cubicBezTo>
                  <a:pt x="1444615" y="2198541"/>
                  <a:pt x="1444615" y="2198541"/>
                  <a:pt x="1444615" y="2198541"/>
                </a:cubicBezTo>
                <a:lnTo>
                  <a:pt x="1461663" y="2198097"/>
                </a:lnTo>
                <a:close/>
                <a:moveTo>
                  <a:pt x="1860593" y="2361741"/>
                </a:moveTo>
                <a:lnTo>
                  <a:pt x="1955466" y="2443153"/>
                </a:lnTo>
                <a:lnTo>
                  <a:pt x="1904869" y="2416745"/>
                </a:lnTo>
                <a:lnTo>
                  <a:pt x="1811465" y="2329046"/>
                </a:lnTo>
                <a:lnTo>
                  <a:pt x="1860593" y="2361775"/>
                </a:lnTo>
                <a:close/>
                <a:moveTo>
                  <a:pt x="2488796" y="2558524"/>
                </a:moveTo>
                <a:lnTo>
                  <a:pt x="2491017" y="2553263"/>
                </a:lnTo>
                <a:lnTo>
                  <a:pt x="2456887" y="2661596"/>
                </a:lnTo>
                <a:lnTo>
                  <a:pt x="2444862" y="2680830"/>
                </a:lnTo>
                <a:lnTo>
                  <a:pt x="2488762" y="2558524"/>
                </a:lnTo>
                <a:close/>
                <a:moveTo>
                  <a:pt x="2638707" y="2300212"/>
                </a:moveTo>
                <a:lnTo>
                  <a:pt x="2669796" y="2272949"/>
                </a:lnTo>
                <a:lnTo>
                  <a:pt x="2596276" y="2362629"/>
                </a:lnTo>
                <a:lnTo>
                  <a:pt x="2638707" y="2300212"/>
                </a:lnTo>
                <a:close/>
                <a:moveTo>
                  <a:pt x="2875872" y="2116958"/>
                </a:moveTo>
                <a:lnTo>
                  <a:pt x="2937196" y="2091608"/>
                </a:lnTo>
                <a:lnTo>
                  <a:pt x="2803752" y="2188360"/>
                </a:lnTo>
                <a:lnTo>
                  <a:pt x="2745674" y="2211215"/>
                </a:lnTo>
                <a:lnTo>
                  <a:pt x="2875872" y="2116992"/>
                </a:lnTo>
                <a:close/>
                <a:moveTo>
                  <a:pt x="3090044" y="2040021"/>
                </a:moveTo>
                <a:lnTo>
                  <a:pt x="3147644" y="2032197"/>
                </a:lnTo>
                <a:cubicBezTo>
                  <a:pt x="3147644" y="2032197"/>
                  <a:pt x="3147713" y="2032197"/>
                  <a:pt x="3147747" y="2032163"/>
                </a:cubicBezTo>
                <a:cubicBezTo>
                  <a:pt x="3147815" y="2032163"/>
                  <a:pt x="3147918" y="2032163"/>
                  <a:pt x="3147986" y="2032163"/>
                </a:cubicBezTo>
                <a:lnTo>
                  <a:pt x="3234728" y="2013851"/>
                </a:lnTo>
                <a:lnTo>
                  <a:pt x="3088917" y="2059528"/>
                </a:lnTo>
                <a:lnTo>
                  <a:pt x="3013381" y="2063969"/>
                </a:lnTo>
                <a:lnTo>
                  <a:pt x="3090044" y="2040021"/>
                </a:lnTo>
                <a:close/>
                <a:moveTo>
                  <a:pt x="3039379" y="2004456"/>
                </a:moveTo>
                <a:lnTo>
                  <a:pt x="3052738" y="1997624"/>
                </a:lnTo>
                <a:lnTo>
                  <a:pt x="3052738" y="2027107"/>
                </a:lnTo>
                <a:cubicBezTo>
                  <a:pt x="3052738" y="2027107"/>
                  <a:pt x="3039345" y="2033700"/>
                  <a:pt x="3039345" y="2033700"/>
                </a:cubicBezTo>
                <a:lnTo>
                  <a:pt x="3039345" y="2004456"/>
                </a:lnTo>
                <a:close/>
                <a:moveTo>
                  <a:pt x="3118264" y="1985769"/>
                </a:moveTo>
                <a:lnTo>
                  <a:pt x="3117990" y="2016858"/>
                </a:lnTo>
                <a:lnTo>
                  <a:pt x="3062508" y="2024545"/>
                </a:lnTo>
                <a:lnTo>
                  <a:pt x="3062508" y="1993866"/>
                </a:lnTo>
                <a:cubicBezTo>
                  <a:pt x="3062508" y="1993866"/>
                  <a:pt x="3118264" y="1985769"/>
                  <a:pt x="3118264" y="1985769"/>
                </a:cubicBezTo>
                <a:close/>
                <a:moveTo>
                  <a:pt x="3216826" y="1967457"/>
                </a:moveTo>
                <a:lnTo>
                  <a:pt x="3216075" y="1997897"/>
                </a:lnTo>
                <a:lnTo>
                  <a:pt x="3127830" y="2015184"/>
                </a:lnTo>
                <a:lnTo>
                  <a:pt x="3128103" y="1984197"/>
                </a:lnTo>
                <a:lnTo>
                  <a:pt x="3216826" y="1967457"/>
                </a:lnTo>
                <a:close/>
                <a:moveTo>
                  <a:pt x="3233908" y="1848840"/>
                </a:moveTo>
                <a:cubicBezTo>
                  <a:pt x="3232678" y="1848840"/>
                  <a:pt x="3231585" y="1849319"/>
                  <a:pt x="3230731" y="1850070"/>
                </a:cubicBezTo>
                <a:cubicBezTo>
                  <a:pt x="3230047" y="1849592"/>
                  <a:pt x="3229296" y="1849250"/>
                  <a:pt x="3228442" y="1849182"/>
                </a:cubicBezTo>
                <a:lnTo>
                  <a:pt x="3103437" y="1838215"/>
                </a:lnTo>
                <a:lnTo>
                  <a:pt x="3158816" y="1822978"/>
                </a:lnTo>
                <a:lnTo>
                  <a:pt x="3387303" y="1843237"/>
                </a:lnTo>
                <a:lnTo>
                  <a:pt x="3356693" y="1851061"/>
                </a:lnTo>
                <a:cubicBezTo>
                  <a:pt x="3354062" y="1851744"/>
                  <a:pt x="3352490" y="1854409"/>
                  <a:pt x="3353140" y="1857040"/>
                </a:cubicBezTo>
                <a:cubicBezTo>
                  <a:pt x="3353686" y="1859260"/>
                  <a:pt x="3355702" y="1860729"/>
                  <a:pt x="3357888" y="1860729"/>
                </a:cubicBezTo>
                <a:cubicBezTo>
                  <a:pt x="3358298" y="1860729"/>
                  <a:pt x="3358708" y="1860695"/>
                  <a:pt x="3359118" y="1860593"/>
                </a:cubicBezTo>
                <a:lnTo>
                  <a:pt x="3416992" y="1845834"/>
                </a:lnTo>
                <a:lnTo>
                  <a:pt x="3627782" y="1844604"/>
                </a:lnTo>
                <a:lnTo>
                  <a:pt x="3578825" y="1856459"/>
                </a:lnTo>
                <a:lnTo>
                  <a:pt x="3574623" y="1856459"/>
                </a:lnTo>
                <a:cubicBezTo>
                  <a:pt x="3573940" y="1856151"/>
                  <a:pt x="3573223" y="1855912"/>
                  <a:pt x="3572437" y="1855912"/>
                </a:cubicBezTo>
                <a:cubicBezTo>
                  <a:pt x="3569738" y="1855912"/>
                  <a:pt x="3567517" y="1858099"/>
                  <a:pt x="3567517" y="1860832"/>
                </a:cubicBezTo>
                <a:lnTo>
                  <a:pt x="3567517" y="1935582"/>
                </a:lnTo>
                <a:cubicBezTo>
                  <a:pt x="3567517" y="1935582"/>
                  <a:pt x="3546711" y="1931824"/>
                  <a:pt x="3546711" y="1931824"/>
                </a:cubicBezTo>
                <a:cubicBezTo>
                  <a:pt x="3546575" y="1931824"/>
                  <a:pt x="3546438" y="1931824"/>
                  <a:pt x="3546301" y="1931824"/>
                </a:cubicBezTo>
                <a:cubicBezTo>
                  <a:pt x="3546165" y="1931824"/>
                  <a:pt x="3546028" y="1931722"/>
                  <a:pt x="3545892" y="1931722"/>
                </a:cubicBezTo>
                <a:lnTo>
                  <a:pt x="3545857" y="1931722"/>
                </a:lnTo>
                <a:cubicBezTo>
                  <a:pt x="3545857" y="1931722"/>
                  <a:pt x="3545789" y="1931722"/>
                  <a:pt x="3545755" y="1931722"/>
                </a:cubicBezTo>
                <a:cubicBezTo>
                  <a:pt x="3545721" y="1931722"/>
                  <a:pt x="3545687" y="1931722"/>
                  <a:pt x="3545653" y="1931722"/>
                </a:cubicBezTo>
                <a:lnTo>
                  <a:pt x="3524915" y="1932610"/>
                </a:lnTo>
                <a:lnTo>
                  <a:pt x="3524983" y="1855297"/>
                </a:lnTo>
                <a:cubicBezTo>
                  <a:pt x="3524983" y="1852598"/>
                  <a:pt x="3522797" y="1850378"/>
                  <a:pt x="3520098" y="1850378"/>
                </a:cubicBezTo>
                <a:lnTo>
                  <a:pt x="3520098" y="1850378"/>
                </a:lnTo>
                <a:cubicBezTo>
                  <a:pt x="3517399" y="1850378"/>
                  <a:pt x="3515178" y="1852564"/>
                  <a:pt x="3515178" y="1855263"/>
                </a:cubicBezTo>
                <a:lnTo>
                  <a:pt x="3515110" y="1933020"/>
                </a:lnTo>
                <a:lnTo>
                  <a:pt x="3451736" y="1935685"/>
                </a:lnTo>
                <a:cubicBezTo>
                  <a:pt x="3451736" y="1935685"/>
                  <a:pt x="3451736" y="1935685"/>
                  <a:pt x="3451736" y="1935685"/>
                </a:cubicBezTo>
                <a:cubicBezTo>
                  <a:pt x="3451736" y="1935685"/>
                  <a:pt x="3451736" y="1935685"/>
                  <a:pt x="3451736" y="1935685"/>
                </a:cubicBezTo>
                <a:lnTo>
                  <a:pt x="3441829" y="1936197"/>
                </a:lnTo>
                <a:lnTo>
                  <a:pt x="3441829" y="1853692"/>
                </a:lnTo>
                <a:cubicBezTo>
                  <a:pt x="3441863" y="1850993"/>
                  <a:pt x="3439676" y="1848772"/>
                  <a:pt x="3436977" y="1848772"/>
                </a:cubicBezTo>
                <a:cubicBezTo>
                  <a:pt x="3434279" y="1848772"/>
                  <a:pt x="3432058" y="1850959"/>
                  <a:pt x="3432058" y="1853692"/>
                </a:cubicBezTo>
                <a:lnTo>
                  <a:pt x="3432058" y="1936709"/>
                </a:lnTo>
                <a:cubicBezTo>
                  <a:pt x="3432058" y="1936709"/>
                  <a:pt x="3341012" y="1941458"/>
                  <a:pt x="3341012" y="1941458"/>
                </a:cubicBezTo>
                <a:lnTo>
                  <a:pt x="3341012" y="1854546"/>
                </a:lnTo>
                <a:cubicBezTo>
                  <a:pt x="3341046" y="1851847"/>
                  <a:pt x="3338859" y="1849626"/>
                  <a:pt x="3336160" y="1849626"/>
                </a:cubicBezTo>
                <a:cubicBezTo>
                  <a:pt x="3333461" y="1849626"/>
                  <a:pt x="3331241" y="1851813"/>
                  <a:pt x="3331241" y="1854546"/>
                </a:cubicBezTo>
                <a:lnTo>
                  <a:pt x="3331241" y="1942449"/>
                </a:lnTo>
                <a:cubicBezTo>
                  <a:pt x="3331241" y="1942449"/>
                  <a:pt x="3238896" y="1954406"/>
                  <a:pt x="3238896" y="1954406"/>
                </a:cubicBezTo>
                <a:lnTo>
                  <a:pt x="3238896" y="1853794"/>
                </a:lnTo>
                <a:cubicBezTo>
                  <a:pt x="3238930" y="1851095"/>
                  <a:pt x="3236744" y="1848875"/>
                  <a:pt x="3234011" y="1848875"/>
                </a:cubicBezTo>
                <a:close/>
                <a:moveTo>
                  <a:pt x="2757665" y="738860"/>
                </a:moveTo>
                <a:lnTo>
                  <a:pt x="2834636" y="694891"/>
                </a:lnTo>
                <a:lnTo>
                  <a:pt x="2727430" y="807836"/>
                </a:lnTo>
                <a:lnTo>
                  <a:pt x="2652543" y="849448"/>
                </a:lnTo>
                <a:lnTo>
                  <a:pt x="2757699" y="738860"/>
                </a:lnTo>
                <a:close/>
                <a:moveTo>
                  <a:pt x="3678959" y="605484"/>
                </a:moveTo>
                <a:lnTo>
                  <a:pt x="3670385" y="627417"/>
                </a:lnTo>
                <a:lnTo>
                  <a:pt x="3455358" y="583415"/>
                </a:lnTo>
                <a:lnTo>
                  <a:pt x="3446782" y="558441"/>
                </a:lnTo>
                <a:lnTo>
                  <a:pt x="3678959" y="605484"/>
                </a:lnTo>
                <a:close/>
                <a:moveTo>
                  <a:pt x="3998971" y="851634"/>
                </a:moveTo>
                <a:lnTo>
                  <a:pt x="3967951" y="857100"/>
                </a:lnTo>
                <a:lnTo>
                  <a:pt x="3863034" y="727244"/>
                </a:lnTo>
                <a:lnTo>
                  <a:pt x="3886743" y="710880"/>
                </a:lnTo>
                <a:lnTo>
                  <a:pt x="3998971" y="851634"/>
                </a:lnTo>
                <a:close/>
                <a:moveTo>
                  <a:pt x="3657095" y="1859875"/>
                </a:moveTo>
                <a:lnTo>
                  <a:pt x="3591398" y="1868450"/>
                </a:lnTo>
                <a:lnTo>
                  <a:pt x="3591398" y="1864726"/>
                </a:lnTo>
                <a:cubicBezTo>
                  <a:pt x="3591398" y="1864726"/>
                  <a:pt x="3691532" y="1851710"/>
                  <a:pt x="3691532" y="1851710"/>
                </a:cubicBezTo>
                <a:lnTo>
                  <a:pt x="3657095" y="1859909"/>
                </a:lnTo>
                <a:close/>
                <a:moveTo>
                  <a:pt x="3599836" y="1951366"/>
                </a:moveTo>
                <a:lnTo>
                  <a:pt x="3599836" y="1979073"/>
                </a:lnTo>
                <a:cubicBezTo>
                  <a:pt x="3599836" y="1979073"/>
                  <a:pt x="3550469" y="1970361"/>
                  <a:pt x="3550469" y="1970361"/>
                </a:cubicBezTo>
                <a:lnTo>
                  <a:pt x="3550675" y="1942449"/>
                </a:lnTo>
                <a:lnTo>
                  <a:pt x="3599836" y="1951366"/>
                </a:lnTo>
                <a:close/>
                <a:moveTo>
                  <a:pt x="3790538" y="2017541"/>
                </a:moveTo>
                <a:lnTo>
                  <a:pt x="3817699" y="2024169"/>
                </a:lnTo>
                <a:lnTo>
                  <a:pt x="3680838" y="2004832"/>
                </a:lnTo>
                <a:lnTo>
                  <a:pt x="3652619" y="1997999"/>
                </a:lnTo>
                <a:lnTo>
                  <a:pt x="3790538" y="2017541"/>
                </a:lnTo>
                <a:close/>
                <a:moveTo>
                  <a:pt x="4273819" y="2254740"/>
                </a:moveTo>
                <a:lnTo>
                  <a:pt x="4339208" y="2355592"/>
                </a:lnTo>
                <a:lnTo>
                  <a:pt x="4219533" y="2259147"/>
                </a:lnTo>
                <a:lnTo>
                  <a:pt x="4145363" y="2149174"/>
                </a:lnTo>
                <a:lnTo>
                  <a:pt x="4273785" y="2254740"/>
                </a:lnTo>
                <a:close/>
                <a:moveTo>
                  <a:pt x="4525333" y="2694633"/>
                </a:moveTo>
                <a:lnTo>
                  <a:pt x="4537256" y="2745571"/>
                </a:lnTo>
                <a:lnTo>
                  <a:pt x="4492911" y="2697707"/>
                </a:lnTo>
                <a:lnTo>
                  <a:pt x="4477845" y="2556987"/>
                </a:lnTo>
                <a:lnTo>
                  <a:pt x="4525367" y="2694633"/>
                </a:lnTo>
                <a:close/>
                <a:moveTo>
                  <a:pt x="4740633" y="3417401"/>
                </a:moveTo>
                <a:lnTo>
                  <a:pt x="4747021" y="3428436"/>
                </a:lnTo>
                <a:lnTo>
                  <a:pt x="4420347" y="3181842"/>
                </a:lnTo>
                <a:lnTo>
                  <a:pt x="4426702" y="3180202"/>
                </a:lnTo>
                <a:lnTo>
                  <a:pt x="4740633" y="3417401"/>
                </a:lnTo>
                <a:close/>
                <a:moveTo>
                  <a:pt x="3939663" y="5644093"/>
                </a:moveTo>
                <a:lnTo>
                  <a:pt x="3547292" y="5592984"/>
                </a:lnTo>
                <a:lnTo>
                  <a:pt x="3542544" y="5582769"/>
                </a:lnTo>
                <a:lnTo>
                  <a:pt x="3957565" y="5637089"/>
                </a:lnTo>
                <a:lnTo>
                  <a:pt x="3939663" y="5644093"/>
                </a:lnTo>
                <a:close/>
                <a:moveTo>
                  <a:pt x="58762" y="4326157"/>
                </a:moveTo>
                <a:lnTo>
                  <a:pt x="120803" y="4350960"/>
                </a:lnTo>
                <a:lnTo>
                  <a:pt x="121794" y="4351848"/>
                </a:lnTo>
                <a:lnTo>
                  <a:pt x="58864" y="4326601"/>
                </a:lnTo>
                <a:lnTo>
                  <a:pt x="58796" y="4326191"/>
                </a:lnTo>
                <a:close/>
                <a:moveTo>
                  <a:pt x="11445" y="3973211"/>
                </a:moveTo>
                <a:lnTo>
                  <a:pt x="73452" y="3981650"/>
                </a:lnTo>
                <a:lnTo>
                  <a:pt x="82096" y="3993197"/>
                </a:lnTo>
                <a:lnTo>
                  <a:pt x="10112" y="3983187"/>
                </a:lnTo>
                <a:lnTo>
                  <a:pt x="11445" y="3973211"/>
                </a:lnTo>
                <a:close/>
                <a:moveTo>
                  <a:pt x="58010" y="3638099"/>
                </a:moveTo>
                <a:lnTo>
                  <a:pt x="129207" y="3627986"/>
                </a:lnTo>
                <a:lnTo>
                  <a:pt x="120461" y="3635503"/>
                </a:lnTo>
                <a:lnTo>
                  <a:pt x="57122" y="3644351"/>
                </a:lnTo>
                <a:lnTo>
                  <a:pt x="58010" y="3638099"/>
                </a:lnTo>
                <a:close/>
                <a:moveTo>
                  <a:pt x="1047188" y="2129769"/>
                </a:moveTo>
                <a:cubicBezTo>
                  <a:pt x="1047188" y="2127070"/>
                  <a:pt x="1045001" y="2124884"/>
                  <a:pt x="1042268" y="2124884"/>
                </a:cubicBezTo>
                <a:lnTo>
                  <a:pt x="1042268" y="2124884"/>
                </a:lnTo>
                <a:cubicBezTo>
                  <a:pt x="1039569" y="2124884"/>
                  <a:pt x="1037383" y="2127070"/>
                  <a:pt x="1037383" y="2129803"/>
                </a:cubicBezTo>
                <a:lnTo>
                  <a:pt x="1037383" y="2137695"/>
                </a:lnTo>
                <a:cubicBezTo>
                  <a:pt x="1037383" y="2137695"/>
                  <a:pt x="1006567" y="2139437"/>
                  <a:pt x="1006567" y="2139437"/>
                </a:cubicBezTo>
                <a:lnTo>
                  <a:pt x="912207" y="2122151"/>
                </a:lnTo>
                <a:lnTo>
                  <a:pt x="1007387" y="2116548"/>
                </a:lnTo>
                <a:lnTo>
                  <a:pt x="1061605" y="2126728"/>
                </a:lnTo>
                <a:lnTo>
                  <a:pt x="1061673" y="2210259"/>
                </a:lnTo>
                <a:lnTo>
                  <a:pt x="1047256" y="2211557"/>
                </a:lnTo>
                <a:lnTo>
                  <a:pt x="1047188" y="2129803"/>
                </a:lnTo>
                <a:close/>
                <a:moveTo>
                  <a:pt x="611702" y="1606141"/>
                </a:moveTo>
                <a:lnTo>
                  <a:pt x="630390" y="1602246"/>
                </a:lnTo>
                <a:lnTo>
                  <a:pt x="630629" y="1852701"/>
                </a:lnTo>
                <a:lnTo>
                  <a:pt x="611976" y="1855878"/>
                </a:lnTo>
                <a:lnTo>
                  <a:pt x="611736" y="1606141"/>
                </a:lnTo>
                <a:close/>
                <a:moveTo>
                  <a:pt x="1790831" y="1919388"/>
                </a:moveTo>
                <a:lnTo>
                  <a:pt x="1789157" y="1918534"/>
                </a:lnTo>
                <a:lnTo>
                  <a:pt x="1789088" y="1684069"/>
                </a:lnTo>
                <a:lnTo>
                  <a:pt x="1790762" y="1685128"/>
                </a:lnTo>
                <a:lnTo>
                  <a:pt x="1790831" y="1919423"/>
                </a:lnTo>
                <a:close/>
                <a:moveTo>
                  <a:pt x="1435903" y="2128778"/>
                </a:moveTo>
                <a:lnTo>
                  <a:pt x="1435903" y="2188975"/>
                </a:lnTo>
                <a:cubicBezTo>
                  <a:pt x="1435903" y="2188975"/>
                  <a:pt x="1428251" y="2189180"/>
                  <a:pt x="1428251" y="2189180"/>
                </a:cubicBezTo>
                <a:lnTo>
                  <a:pt x="1428251" y="2189180"/>
                </a:lnTo>
                <a:cubicBezTo>
                  <a:pt x="1428251" y="2189180"/>
                  <a:pt x="1411681" y="2189316"/>
                  <a:pt x="1411681" y="2189316"/>
                </a:cubicBezTo>
                <a:lnTo>
                  <a:pt x="1411681" y="2126216"/>
                </a:lnTo>
                <a:cubicBezTo>
                  <a:pt x="1411681" y="2126216"/>
                  <a:pt x="1438192" y="2124713"/>
                  <a:pt x="1438192" y="2124713"/>
                </a:cubicBezTo>
                <a:cubicBezTo>
                  <a:pt x="1436860" y="2125601"/>
                  <a:pt x="1435903" y="2127036"/>
                  <a:pt x="1435903" y="2128744"/>
                </a:cubicBezTo>
                <a:close/>
                <a:moveTo>
                  <a:pt x="2138959" y="3055675"/>
                </a:moveTo>
                <a:lnTo>
                  <a:pt x="2103087" y="3051883"/>
                </a:lnTo>
                <a:lnTo>
                  <a:pt x="2095947" y="2777890"/>
                </a:lnTo>
                <a:lnTo>
                  <a:pt x="2138139" y="2795518"/>
                </a:lnTo>
                <a:lnTo>
                  <a:pt x="2138959" y="3055641"/>
                </a:lnTo>
                <a:close/>
                <a:moveTo>
                  <a:pt x="3147098" y="2022324"/>
                </a:moveTo>
                <a:lnTo>
                  <a:pt x="3145048" y="2021777"/>
                </a:lnTo>
                <a:lnTo>
                  <a:pt x="3208559" y="2009342"/>
                </a:lnTo>
                <a:lnTo>
                  <a:pt x="3147098" y="2022324"/>
                </a:lnTo>
                <a:close/>
                <a:moveTo>
                  <a:pt x="3236436" y="2013134"/>
                </a:moveTo>
                <a:cubicBezTo>
                  <a:pt x="3237119" y="2012724"/>
                  <a:pt x="3237666" y="2012143"/>
                  <a:pt x="3238042" y="2011494"/>
                </a:cubicBezTo>
                <a:cubicBezTo>
                  <a:pt x="3238042" y="2011460"/>
                  <a:pt x="3238110" y="2011426"/>
                  <a:pt x="3238144" y="2011392"/>
                </a:cubicBezTo>
                <a:cubicBezTo>
                  <a:pt x="3238247" y="2011186"/>
                  <a:pt x="3238281" y="2010947"/>
                  <a:pt x="3238349" y="2010708"/>
                </a:cubicBezTo>
                <a:cubicBezTo>
                  <a:pt x="3238452" y="2010401"/>
                  <a:pt x="3238588" y="2010093"/>
                  <a:pt x="3238657" y="2009752"/>
                </a:cubicBezTo>
                <a:cubicBezTo>
                  <a:pt x="3238725" y="2009376"/>
                  <a:pt x="3238657" y="2009034"/>
                  <a:pt x="3238657" y="2008693"/>
                </a:cubicBezTo>
                <a:cubicBezTo>
                  <a:pt x="3238657" y="2008453"/>
                  <a:pt x="3238691" y="2008248"/>
                  <a:pt x="3238657" y="2008043"/>
                </a:cubicBezTo>
                <a:cubicBezTo>
                  <a:pt x="3238657" y="2007975"/>
                  <a:pt x="3238588" y="2007941"/>
                  <a:pt x="3238588" y="2007873"/>
                </a:cubicBezTo>
                <a:cubicBezTo>
                  <a:pt x="3238486" y="2007531"/>
                  <a:pt x="3238315" y="2007189"/>
                  <a:pt x="3238144" y="2006882"/>
                </a:cubicBezTo>
                <a:cubicBezTo>
                  <a:pt x="3238008" y="2006643"/>
                  <a:pt x="3237939" y="2006369"/>
                  <a:pt x="3237769" y="2006130"/>
                </a:cubicBezTo>
                <a:cubicBezTo>
                  <a:pt x="3237598" y="2005925"/>
                  <a:pt x="3237393" y="2005755"/>
                  <a:pt x="3237188" y="2005550"/>
                </a:cubicBezTo>
                <a:cubicBezTo>
                  <a:pt x="3236914" y="2005276"/>
                  <a:pt x="3236675" y="2005037"/>
                  <a:pt x="3236334" y="2004832"/>
                </a:cubicBezTo>
                <a:cubicBezTo>
                  <a:pt x="3236334" y="2004832"/>
                  <a:pt x="3236334" y="2004832"/>
                  <a:pt x="3236299" y="2004798"/>
                </a:cubicBezTo>
                <a:lnTo>
                  <a:pt x="3284060" y="1998273"/>
                </a:lnTo>
                <a:cubicBezTo>
                  <a:pt x="3284060" y="1998273"/>
                  <a:pt x="3284060" y="1998375"/>
                  <a:pt x="3284095" y="1998409"/>
                </a:cubicBezTo>
                <a:lnTo>
                  <a:pt x="3235001" y="2013783"/>
                </a:lnTo>
                <a:cubicBezTo>
                  <a:pt x="3235343" y="2013715"/>
                  <a:pt x="3235616" y="2013544"/>
                  <a:pt x="3235924" y="2013407"/>
                </a:cubicBezTo>
                <a:cubicBezTo>
                  <a:pt x="3236095" y="2013339"/>
                  <a:pt x="3236299" y="2013271"/>
                  <a:pt x="3236470" y="2013168"/>
                </a:cubicBezTo>
                <a:close/>
                <a:moveTo>
                  <a:pt x="3446885" y="1945729"/>
                </a:moveTo>
                <a:lnTo>
                  <a:pt x="3446338" y="1974802"/>
                </a:lnTo>
                <a:lnTo>
                  <a:pt x="3341763" y="1980883"/>
                </a:lnTo>
                <a:lnTo>
                  <a:pt x="3342446" y="1951195"/>
                </a:lnTo>
                <a:lnTo>
                  <a:pt x="3446885" y="1945729"/>
                </a:lnTo>
                <a:close/>
                <a:moveTo>
                  <a:pt x="3540870" y="1941697"/>
                </a:moveTo>
                <a:lnTo>
                  <a:pt x="3540664" y="1969814"/>
                </a:lnTo>
                <a:lnTo>
                  <a:pt x="3456143" y="1974255"/>
                </a:lnTo>
                <a:lnTo>
                  <a:pt x="3456690" y="1945250"/>
                </a:lnTo>
                <a:lnTo>
                  <a:pt x="3540870" y="1941697"/>
                </a:lnTo>
                <a:close/>
                <a:moveTo>
                  <a:pt x="4492741" y="3217782"/>
                </a:moveTo>
                <a:lnTo>
                  <a:pt x="4494449" y="3075388"/>
                </a:lnTo>
                <a:lnTo>
                  <a:pt x="4548017" y="3088438"/>
                </a:lnTo>
                <a:lnTo>
                  <a:pt x="4546924" y="3258745"/>
                </a:lnTo>
                <a:lnTo>
                  <a:pt x="4492741" y="3217816"/>
                </a:lnTo>
                <a:close/>
                <a:moveTo>
                  <a:pt x="2067830" y="4579618"/>
                </a:moveTo>
                <a:lnTo>
                  <a:pt x="2026731" y="4365411"/>
                </a:lnTo>
                <a:cubicBezTo>
                  <a:pt x="2026731" y="4365411"/>
                  <a:pt x="2026731" y="4365411"/>
                  <a:pt x="2026731" y="4365378"/>
                </a:cubicBezTo>
                <a:lnTo>
                  <a:pt x="1993729" y="4193499"/>
                </a:lnTo>
                <a:lnTo>
                  <a:pt x="1995540" y="4188580"/>
                </a:lnTo>
                <a:lnTo>
                  <a:pt x="2071657" y="4585255"/>
                </a:lnTo>
                <a:lnTo>
                  <a:pt x="2067830" y="4579618"/>
                </a:lnTo>
                <a:close/>
                <a:moveTo>
                  <a:pt x="1376868" y="4494789"/>
                </a:moveTo>
                <a:lnTo>
                  <a:pt x="1383120" y="4500563"/>
                </a:lnTo>
                <a:lnTo>
                  <a:pt x="1502147" y="4772473"/>
                </a:lnTo>
                <a:lnTo>
                  <a:pt x="1499892" y="4775240"/>
                </a:lnTo>
                <a:lnTo>
                  <a:pt x="1376868" y="4494789"/>
                </a:lnTo>
                <a:close/>
                <a:moveTo>
                  <a:pt x="4367462" y="2674818"/>
                </a:moveTo>
                <a:lnTo>
                  <a:pt x="4383177" y="3058477"/>
                </a:lnTo>
                <a:lnTo>
                  <a:pt x="4257830" y="3083006"/>
                </a:lnTo>
                <a:lnTo>
                  <a:pt x="4257386" y="3082904"/>
                </a:lnTo>
                <a:lnTo>
                  <a:pt x="4258685" y="2637989"/>
                </a:lnTo>
                <a:lnTo>
                  <a:pt x="4367496" y="2674818"/>
                </a:lnTo>
                <a:close/>
                <a:moveTo>
                  <a:pt x="4357520" y="3117204"/>
                </a:moveTo>
                <a:cubicBezTo>
                  <a:pt x="4357520" y="3117204"/>
                  <a:pt x="4357520" y="3117204"/>
                  <a:pt x="4357520" y="3117204"/>
                </a:cubicBezTo>
                <a:lnTo>
                  <a:pt x="4357418" y="3117136"/>
                </a:lnTo>
                <a:cubicBezTo>
                  <a:pt x="4357179" y="3116965"/>
                  <a:pt x="4356905" y="3116897"/>
                  <a:pt x="4356666" y="3116794"/>
                </a:cubicBezTo>
                <a:cubicBezTo>
                  <a:pt x="4356359" y="3116658"/>
                  <a:pt x="4356120" y="3116453"/>
                  <a:pt x="4355778" y="3116350"/>
                </a:cubicBezTo>
                <a:lnTo>
                  <a:pt x="4355641" y="3116350"/>
                </a:lnTo>
                <a:cubicBezTo>
                  <a:pt x="4355641" y="3116350"/>
                  <a:pt x="4355641" y="3116316"/>
                  <a:pt x="4355641" y="3116316"/>
                </a:cubicBezTo>
                <a:lnTo>
                  <a:pt x="4329609" y="3109278"/>
                </a:lnTo>
                <a:lnTo>
                  <a:pt x="4310545" y="3095237"/>
                </a:lnTo>
                <a:cubicBezTo>
                  <a:pt x="4310545" y="3095237"/>
                  <a:pt x="4310545" y="3095237"/>
                  <a:pt x="4310545" y="3095237"/>
                </a:cubicBezTo>
                <a:cubicBezTo>
                  <a:pt x="4310238" y="3094998"/>
                  <a:pt x="4309828" y="3094895"/>
                  <a:pt x="4309486" y="3094724"/>
                </a:cubicBezTo>
                <a:cubicBezTo>
                  <a:pt x="4309247" y="3094622"/>
                  <a:pt x="4309042" y="3094485"/>
                  <a:pt x="4308803" y="3094417"/>
                </a:cubicBezTo>
                <a:cubicBezTo>
                  <a:pt x="4308803" y="3094417"/>
                  <a:pt x="4308803" y="3094417"/>
                  <a:pt x="4308769" y="3094417"/>
                </a:cubicBezTo>
                <a:lnTo>
                  <a:pt x="4281779" y="3088404"/>
                </a:lnTo>
                <a:lnTo>
                  <a:pt x="4383451" y="3068487"/>
                </a:lnTo>
                <a:lnTo>
                  <a:pt x="4383655" y="3136370"/>
                </a:lnTo>
                <a:lnTo>
                  <a:pt x="4357588" y="3117238"/>
                </a:lnTo>
                <a:close/>
                <a:moveTo>
                  <a:pt x="4317788" y="5159719"/>
                </a:moveTo>
                <a:lnTo>
                  <a:pt x="4029309" y="4391512"/>
                </a:lnTo>
                <a:lnTo>
                  <a:pt x="4558403" y="4959724"/>
                </a:lnTo>
                <a:lnTo>
                  <a:pt x="4317788" y="5159719"/>
                </a:lnTo>
                <a:close/>
                <a:moveTo>
                  <a:pt x="2868151" y="4944658"/>
                </a:moveTo>
                <a:lnTo>
                  <a:pt x="2752848" y="4938235"/>
                </a:lnTo>
                <a:lnTo>
                  <a:pt x="2738021" y="4915414"/>
                </a:lnTo>
                <a:lnTo>
                  <a:pt x="2876999" y="4922588"/>
                </a:lnTo>
                <a:lnTo>
                  <a:pt x="2868117" y="4944658"/>
                </a:lnTo>
                <a:close/>
                <a:moveTo>
                  <a:pt x="1667021" y="4776197"/>
                </a:moveTo>
                <a:lnTo>
                  <a:pt x="1672692" y="4762702"/>
                </a:lnTo>
                <a:lnTo>
                  <a:pt x="1840539" y="4915721"/>
                </a:lnTo>
                <a:lnTo>
                  <a:pt x="1824448" y="4919001"/>
                </a:lnTo>
                <a:lnTo>
                  <a:pt x="1666987" y="4776197"/>
                </a:lnTo>
                <a:close/>
                <a:moveTo>
                  <a:pt x="2767778" y="2356753"/>
                </a:moveTo>
                <a:lnTo>
                  <a:pt x="2663202" y="2423441"/>
                </a:lnTo>
                <a:lnTo>
                  <a:pt x="2622582" y="2380463"/>
                </a:lnTo>
                <a:lnTo>
                  <a:pt x="2688347" y="2319754"/>
                </a:lnTo>
                <a:lnTo>
                  <a:pt x="2767778" y="2356753"/>
                </a:lnTo>
                <a:close/>
                <a:moveTo>
                  <a:pt x="4055103" y="3037774"/>
                </a:moveTo>
                <a:lnTo>
                  <a:pt x="3910282" y="3005455"/>
                </a:lnTo>
                <a:cubicBezTo>
                  <a:pt x="3910282" y="3005455"/>
                  <a:pt x="3910214" y="3005455"/>
                  <a:pt x="3910180" y="3005455"/>
                </a:cubicBezTo>
                <a:cubicBezTo>
                  <a:pt x="3910009" y="3005420"/>
                  <a:pt x="3909804" y="3005455"/>
                  <a:pt x="3909633" y="3005455"/>
                </a:cubicBezTo>
                <a:cubicBezTo>
                  <a:pt x="3909462" y="3005455"/>
                  <a:pt x="3909291" y="3005352"/>
                  <a:pt x="3909087" y="3005386"/>
                </a:cubicBezTo>
                <a:lnTo>
                  <a:pt x="3869149" y="3006206"/>
                </a:lnTo>
                <a:lnTo>
                  <a:pt x="3857158" y="3005352"/>
                </a:lnTo>
                <a:cubicBezTo>
                  <a:pt x="3856987" y="3005352"/>
                  <a:pt x="3856816" y="3005420"/>
                  <a:pt x="3856645" y="3005420"/>
                </a:cubicBezTo>
                <a:cubicBezTo>
                  <a:pt x="3856372" y="3005420"/>
                  <a:pt x="3856064" y="3005386"/>
                  <a:pt x="3855791" y="3005420"/>
                </a:cubicBezTo>
                <a:cubicBezTo>
                  <a:pt x="3855791" y="3005420"/>
                  <a:pt x="3855791" y="3005420"/>
                  <a:pt x="3855757" y="3005420"/>
                </a:cubicBezTo>
                <a:lnTo>
                  <a:pt x="3821149" y="3013039"/>
                </a:lnTo>
                <a:lnTo>
                  <a:pt x="3830168" y="2517801"/>
                </a:lnTo>
                <a:lnTo>
                  <a:pt x="4087011" y="2593645"/>
                </a:lnTo>
                <a:lnTo>
                  <a:pt x="4055103" y="3037774"/>
                </a:lnTo>
                <a:close/>
                <a:moveTo>
                  <a:pt x="4782244" y="4329164"/>
                </a:moveTo>
                <a:lnTo>
                  <a:pt x="4038465" y="4364079"/>
                </a:lnTo>
                <a:lnTo>
                  <a:pt x="4727445" y="4012295"/>
                </a:lnTo>
                <a:lnTo>
                  <a:pt x="4782244" y="4329164"/>
                </a:lnTo>
                <a:close/>
                <a:moveTo>
                  <a:pt x="393293" y="3409783"/>
                </a:moveTo>
                <a:lnTo>
                  <a:pt x="393772" y="3501136"/>
                </a:lnTo>
                <a:lnTo>
                  <a:pt x="308396" y="3693479"/>
                </a:lnTo>
                <a:lnTo>
                  <a:pt x="267126" y="3659622"/>
                </a:lnTo>
                <a:lnTo>
                  <a:pt x="386973" y="3391642"/>
                </a:lnTo>
                <a:lnTo>
                  <a:pt x="393293" y="3409783"/>
                </a:lnTo>
                <a:close/>
                <a:moveTo>
                  <a:pt x="398862" y="3962894"/>
                </a:moveTo>
                <a:lnTo>
                  <a:pt x="278230" y="3976252"/>
                </a:lnTo>
                <a:lnTo>
                  <a:pt x="314204" y="3708955"/>
                </a:lnTo>
                <a:lnTo>
                  <a:pt x="396334" y="3751830"/>
                </a:lnTo>
                <a:lnTo>
                  <a:pt x="398862" y="3962894"/>
                </a:lnTo>
                <a:close/>
                <a:moveTo>
                  <a:pt x="638931" y="3022161"/>
                </a:moveTo>
                <a:lnTo>
                  <a:pt x="680884" y="3016284"/>
                </a:lnTo>
                <a:lnTo>
                  <a:pt x="677946" y="3303568"/>
                </a:lnTo>
                <a:lnTo>
                  <a:pt x="635959" y="3302850"/>
                </a:lnTo>
                <a:lnTo>
                  <a:pt x="638965" y="3022161"/>
                </a:lnTo>
                <a:close/>
                <a:moveTo>
                  <a:pt x="1055558" y="2502359"/>
                </a:moveTo>
                <a:lnTo>
                  <a:pt x="958225" y="2549368"/>
                </a:lnTo>
                <a:lnTo>
                  <a:pt x="869946" y="2509362"/>
                </a:lnTo>
                <a:lnTo>
                  <a:pt x="903700" y="2465189"/>
                </a:lnTo>
                <a:lnTo>
                  <a:pt x="1055558" y="2502359"/>
                </a:lnTo>
                <a:close/>
                <a:moveTo>
                  <a:pt x="776064" y="2610931"/>
                </a:moveTo>
                <a:lnTo>
                  <a:pt x="830385" y="2585001"/>
                </a:lnTo>
                <a:lnTo>
                  <a:pt x="809408" y="2707444"/>
                </a:lnTo>
                <a:lnTo>
                  <a:pt x="746410" y="2705873"/>
                </a:lnTo>
                <a:lnTo>
                  <a:pt x="776064" y="2610966"/>
                </a:lnTo>
                <a:close/>
                <a:moveTo>
                  <a:pt x="2017234" y="3949980"/>
                </a:moveTo>
                <a:lnTo>
                  <a:pt x="1764764" y="3794364"/>
                </a:lnTo>
                <a:lnTo>
                  <a:pt x="1842965" y="3581011"/>
                </a:lnTo>
                <a:lnTo>
                  <a:pt x="2027790" y="3893951"/>
                </a:lnTo>
                <a:lnTo>
                  <a:pt x="2017200" y="3950014"/>
                </a:lnTo>
                <a:close/>
                <a:moveTo>
                  <a:pt x="1505290" y="4077923"/>
                </a:moveTo>
                <a:lnTo>
                  <a:pt x="1548814" y="3700994"/>
                </a:lnTo>
                <a:lnTo>
                  <a:pt x="1753524" y="3799318"/>
                </a:lnTo>
                <a:lnTo>
                  <a:pt x="1724758" y="4056229"/>
                </a:lnTo>
                <a:lnTo>
                  <a:pt x="1505290" y="4077923"/>
                </a:lnTo>
                <a:close/>
                <a:moveTo>
                  <a:pt x="1475704" y="4102180"/>
                </a:moveTo>
                <a:lnTo>
                  <a:pt x="1335325" y="4098490"/>
                </a:lnTo>
                <a:lnTo>
                  <a:pt x="1324051" y="4083800"/>
                </a:lnTo>
                <a:lnTo>
                  <a:pt x="1488755" y="4088002"/>
                </a:lnTo>
                <a:lnTo>
                  <a:pt x="1475704" y="4102180"/>
                </a:lnTo>
                <a:close/>
                <a:moveTo>
                  <a:pt x="461894" y="3952508"/>
                </a:moveTo>
                <a:lnTo>
                  <a:pt x="458580" y="3947999"/>
                </a:lnTo>
                <a:lnTo>
                  <a:pt x="1005269" y="3980488"/>
                </a:lnTo>
                <a:lnTo>
                  <a:pt x="1008719" y="3985545"/>
                </a:lnTo>
                <a:lnTo>
                  <a:pt x="461860" y="3952542"/>
                </a:lnTo>
                <a:close/>
                <a:moveTo>
                  <a:pt x="437775" y="3936520"/>
                </a:moveTo>
                <a:lnTo>
                  <a:pt x="434358" y="3920121"/>
                </a:lnTo>
                <a:lnTo>
                  <a:pt x="440439" y="3920702"/>
                </a:lnTo>
                <a:lnTo>
                  <a:pt x="442694" y="3936998"/>
                </a:lnTo>
                <a:lnTo>
                  <a:pt x="437740" y="3936520"/>
                </a:lnTo>
                <a:close/>
                <a:moveTo>
                  <a:pt x="727654" y="3014064"/>
                </a:moveTo>
                <a:lnTo>
                  <a:pt x="792019" y="3013551"/>
                </a:lnTo>
                <a:lnTo>
                  <a:pt x="789286" y="3305481"/>
                </a:lnTo>
                <a:lnTo>
                  <a:pt x="724853" y="3304353"/>
                </a:lnTo>
                <a:lnTo>
                  <a:pt x="727654" y="3014064"/>
                </a:lnTo>
                <a:close/>
                <a:moveTo>
                  <a:pt x="1034752" y="3342924"/>
                </a:moveTo>
                <a:lnTo>
                  <a:pt x="1046334" y="3342856"/>
                </a:lnTo>
                <a:lnTo>
                  <a:pt x="1047598" y="3360894"/>
                </a:lnTo>
                <a:lnTo>
                  <a:pt x="1034342" y="3360997"/>
                </a:lnTo>
                <a:lnTo>
                  <a:pt x="1034786" y="3342924"/>
                </a:lnTo>
                <a:close/>
                <a:moveTo>
                  <a:pt x="1035265" y="3954080"/>
                </a:moveTo>
                <a:lnTo>
                  <a:pt x="1048964" y="3953806"/>
                </a:lnTo>
                <a:lnTo>
                  <a:pt x="1049887" y="3960913"/>
                </a:lnTo>
                <a:lnTo>
                  <a:pt x="1036904" y="3966481"/>
                </a:lnTo>
                <a:lnTo>
                  <a:pt x="1035299" y="3954080"/>
                </a:lnTo>
                <a:close/>
                <a:moveTo>
                  <a:pt x="1058940" y="3954319"/>
                </a:moveTo>
                <a:lnTo>
                  <a:pt x="1058803" y="3953260"/>
                </a:lnTo>
                <a:lnTo>
                  <a:pt x="1060307" y="3953123"/>
                </a:lnTo>
                <a:lnTo>
                  <a:pt x="1058940" y="3954285"/>
                </a:lnTo>
                <a:close/>
                <a:moveTo>
                  <a:pt x="1034616" y="3944275"/>
                </a:moveTo>
                <a:lnTo>
                  <a:pt x="1034206" y="3370802"/>
                </a:lnTo>
                <a:lnTo>
                  <a:pt x="1047939" y="3370699"/>
                </a:lnTo>
                <a:lnTo>
                  <a:pt x="1048384" y="3943967"/>
                </a:lnTo>
                <a:lnTo>
                  <a:pt x="1034616" y="3944241"/>
                </a:lnTo>
                <a:close/>
                <a:moveTo>
                  <a:pt x="1024401" y="3370802"/>
                </a:moveTo>
                <a:lnTo>
                  <a:pt x="1024810" y="3944206"/>
                </a:lnTo>
                <a:lnTo>
                  <a:pt x="1009368" y="3943694"/>
                </a:lnTo>
                <a:lnTo>
                  <a:pt x="1008924" y="3370597"/>
                </a:lnTo>
                <a:lnTo>
                  <a:pt x="1024401" y="3370768"/>
                </a:lnTo>
                <a:close/>
                <a:moveTo>
                  <a:pt x="1010052" y="3953533"/>
                </a:moveTo>
                <a:lnTo>
                  <a:pt x="1025357" y="3954046"/>
                </a:lnTo>
                <a:lnTo>
                  <a:pt x="1027304" y="3969078"/>
                </a:lnTo>
                <a:lnTo>
                  <a:pt x="1012204" y="3970376"/>
                </a:lnTo>
                <a:lnTo>
                  <a:pt x="1010018" y="3953499"/>
                </a:lnTo>
                <a:close/>
                <a:moveTo>
                  <a:pt x="1040253" y="3975705"/>
                </a:moveTo>
                <a:lnTo>
                  <a:pt x="1053406" y="3970068"/>
                </a:lnTo>
                <a:lnTo>
                  <a:pt x="1054328" y="3971435"/>
                </a:lnTo>
                <a:lnTo>
                  <a:pt x="1043225" y="3980078"/>
                </a:lnTo>
                <a:lnTo>
                  <a:pt x="1040218" y="3975705"/>
                </a:lnTo>
                <a:close/>
                <a:moveTo>
                  <a:pt x="1058189" y="3943489"/>
                </a:moveTo>
                <a:lnTo>
                  <a:pt x="1057779" y="3370563"/>
                </a:lnTo>
                <a:lnTo>
                  <a:pt x="1069702" y="3370187"/>
                </a:lnTo>
                <a:lnTo>
                  <a:pt x="1070112" y="3942498"/>
                </a:lnTo>
                <a:lnTo>
                  <a:pt x="1058189" y="3943489"/>
                </a:lnTo>
                <a:close/>
                <a:moveTo>
                  <a:pt x="1068882" y="3360382"/>
                </a:moveTo>
                <a:lnTo>
                  <a:pt x="1057403" y="3360723"/>
                </a:lnTo>
                <a:lnTo>
                  <a:pt x="1056139" y="3342685"/>
                </a:lnTo>
                <a:lnTo>
                  <a:pt x="1066046" y="3342412"/>
                </a:lnTo>
                <a:lnTo>
                  <a:pt x="1068882" y="3360382"/>
                </a:lnTo>
                <a:close/>
                <a:moveTo>
                  <a:pt x="1036358" y="3325842"/>
                </a:moveTo>
                <a:lnTo>
                  <a:pt x="1041551" y="3325842"/>
                </a:lnTo>
                <a:cubicBezTo>
                  <a:pt x="1041551" y="3325842"/>
                  <a:pt x="1044045" y="3333051"/>
                  <a:pt x="1044045" y="3333051"/>
                </a:cubicBezTo>
                <a:lnTo>
                  <a:pt x="1035504" y="3333119"/>
                </a:lnTo>
                <a:lnTo>
                  <a:pt x="1036358" y="3325842"/>
                </a:lnTo>
                <a:close/>
                <a:moveTo>
                  <a:pt x="1024503" y="3360997"/>
                </a:moveTo>
                <a:lnTo>
                  <a:pt x="1009573" y="3360826"/>
                </a:lnTo>
                <a:lnTo>
                  <a:pt x="1011828" y="3342787"/>
                </a:lnTo>
                <a:lnTo>
                  <a:pt x="1024947" y="3342924"/>
                </a:lnTo>
                <a:lnTo>
                  <a:pt x="1024503" y="3360997"/>
                </a:lnTo>
                <a:close/>
                <a:moveTo>
                  <a:pt x="999119" y="3370460"/>
                </a:moveTo>
                <a:lnTo>
                  <a:pt x="999564" y="3943250"/>
                </a:lnTo>
                <a:lnTo>
                  <a:pt x="449698" y="3911546"/>
                </a:lnTo>
                <a:lnTo>
                  <a:pt x="449117" y="3359084"/>
                </a:lnTo>
                <a:lnTo>
                  <a:pt x="999119" y="3370460"/>
                </a:lnTo>
                <a:close/>
                <a:moveTo>
                  <a:pt x="450483" y="3921385"/>
                </a:moveTo>
                <a:lnTo>
                  <a:pt x="1000110" y="3953089"/>
                </a:lnTo>
                <a:lnTo>
                  <a:pt x="1002331" y="3970444"/>
                </a:lnTo>
                <a:lnTo>
                  <a:pt x="452738" y="3937784"/>
                </a:lnTo>
                <a:lnTo>
                  <a:pt x="450449" y="3921385"/>
                </a:lnTo>
                <a:close/>
                <a:moveTo>
                  <a:pt x="1030413" y="3978678"/>
                </a:moveTo>
                <a:lnTo>
                  <a:pt x="1033761" y="3983563"/>
                </a:lnTo>
                <a:lnTo>
                  <a:pt x="1020779" y="3985681"/>
                </a:lnTo>
                <a:lnTo>
                  <a:pt x="1016782" y="3979873"/>
                </a:lnTo>
                <a:lnTo>
                  <a:pt x="1030413" y="3978678"/>
                </a:lnTo>
                <a:close/>
                <a:moveTo>
                  <a:pt x="1053679" y="3984417"/>
                </a:moveTo>
                <a:lnTo>
                  <a:pt x="1060238" y="3979327"/>
                </a:lnTo>
                <a:lnTo>
                  <a:pt x="1055695" y="3984827"/>
                </a:lnTo>
                <a:lnTo>
                  <a:pt x="1053679" y="3984451"/>
                </a:lnTo>
                <a:close/>
                <a:moveTo>
                  <a:pt x="1054362" y="3332914"/>
                </a:moveTo>
                <a:lnTo>
                  <a:pt x="1051868" y="3325603"/>
                </a:lnTo>
                <a:lnTo>
                  <a:pt x="1054806" y="3325535"/>
                </a:lnTo>
                <a:lnTo>
                  <a:pt x="1060409" y="3332743"/>
                </a:lnTo>
                <a:lnTo>
                  <a:pt x="1054396" y="3332914"/>
                </a:lnTo>
                <a:close/>
                <a:moveTo>
                  <a:pt x="1035299" y="3309785"/>
                </a:moveTo>
                <a:lnTo>
                  <a:pt x="958601" y="3308453"/>
                </a:lnTo>
                <a:lnTo>
                  <a:pt x="961539" y="3015396"/>
                </a:lnTo>
                <a:lnTo>
                  <a:pt x="1052210" y="3021853"/>
                </a:lnTo>
                <a:lnTo>
                  <a:pt x="1049238" y="3309307"/>
                </a:lnTo>
                <a:lnTo>
                  <a:pt x="1035299" y="3309785"/>
                </a:lnTo>
                <a:close/>
                <a:moveTo>
                  <a:pt x="799091" y="3305651"/>
                </a:moveTo>
                <a:lnTo>
                  <a:pt x="801858" y="3013517"/>
                </a:lnTo>
                <a:lnTo>
                  <a:pt x="878658" y="3013756"/>
                </a:lnTo>
                <a:lnTo>
                  <a:pt x="875857" y="3306984"/>
                </a:lnTo>
                <a:lnTo>
                  <a:pt x="799125" y="3305651"/>
                </a:lnTo>
                <a:close/>
                <a:moveTo>
                  <a:pt x="905101" y="2711407"/>
                </a:moveTo>
                <a:lnTo>
                  <a:pt x="969363" y="2701124"/>
                </a:lnTo>
                <a:lnTo>
                  <a:pt x="952042" y="3005113"/>
                </a:lnTo>
                <a:lnTo>
                  <a:pt x="888736" y="3004054"/>
                </a:lnTo>
                <a:lnTo>
                  <a:pt x="905067" y="2711373"/>
                </a:lnTo>
                <a:close/>
                <a:moveTo>
                  <a:pt x="888429" y="3013859"/>
                </a:moveTo>
                <a:lnTo>
                  <a:pt x="951734" y="3014918"/>
                </a:lnTo>
                <a:lnTo>
                  <a:pt x="948796" y="3308248"/>
                </a:lnTo>
                <a:lnTo>
                  <a:pt x="885627" y="3307155"/>
                </a:lnTo>
                <a:lnTo>
                  <a:pt x="888429" y="3013859"/>
                </a:lnTo>
                <a:close/>
                <a:moveTo>
                  <a:pt x="1052552" y="3012014"/>
                </a:moveTo>
                <a:lnTo>
                  <a:pt x="961847" y="3005557"/>
                </a:lnTo>
                <a:lnTo>
                  <a:pt x="979236" y="2700099"/>
                </a:lnTo>
                <a:lnTo>
                  <a:pt x="1070658" y="2697878"/>
                </a:lnTo>
                <a:lnTo>
                  <a:pt x="1052552" y="3012014"/>
                </a:lnTo>
                <a:close/>
                <a:moveTo>
                  <a:pt x="905511" y="2701397"/>
                </a:moveTo>
                <a:lnTo>
                  <a:pt x="908346" y="2606046"/>
                </a:lnTo>
                <a:lnTo>
                  <a:pt x="954501" y="2564776"/>
                </a:lnTo>
                <a:lnTo>
                  <a:pt x="969192" y="2691251"/>
                </a:lnTo>
                <a:lnTo>
                  <a:pt x="905511" y="2701431"/>
                </a:lnTo>
                <a:close/>
                <a:moveTo>
                  <a:pt x="895637" y="2702559"/>
                </a:moveTo>
                <a:lnTo>
                  <a:pt x="819384" y="2707171"/>
                </a:lnTo>
                <a:lnTo>
                  <a:pt x="840600" y="2583327"/>
                </a:lnTo>
                <a:lnTo>
                  <a:pt x="898473" y="2607037"/>
                </a:lnTo>
                <a:lnTo>
                  <a:pt x="895637" y="2702559"/>
                </a:lnTo>
                <a:close/>
                <a:moveTo>
                  <a:pt x="818188" y="2717078"/>
                </a:moveTo>
                <a:lnTo>
                  <a:pt x="895227" y="2712432"/>
                </a:lnTo>
                <a:lnTo>
                  <a:pt x="878931" y="3003986"/>
                </a:lnTo>
                <a:lnTo>
                  <a:pt x="802165" y="3003746"/>
                </a:lnTo>
                <a:lnTo>
                  <a:pt x="818188" y="2717112"/>
                </a:lnTo>
                <a:close/>
                <a:moveTo>
                  <a:pt x="1020677" y="3325774"/>
                </a:moveTo>
                <a:lnTo>
                  <a:pt x="1026450" y="3325842"/>
                </a:lnTo>
                <a:lnTo>
                  <a:pt x="1025596" y="3333119"/>
                </a:lnTo>
                <a:lnTo>
                  <a:pt x="1016235" y="3333017"/>
                </a:lnTo>
                <a:lnTo>
                  <a:pt x="1020711" y="3325774"/>
                </a:lnTo>
                <a:close/>
                <a:moveTo>
                  <a:pt x="999700" y="3360655"/>
                </a:moveTo>
                <a:lnTo>
                  <a:pt x="449800" y="3349279"/>
                </a:lnTo>
                <a:lnTo>
                  <a:pt x="452089" y="3332231"/>
                </a:lnTo>
                <a:lnTo>
                  <a:pt x="1001989" y="3342651"/>
                </a:lnTo>
                <a:lnTo>
                  <a:pt x="999734" y="3360689"/>
                </a:lnTo>
                <a:close/>
                <a:moveTo>
                  <a:pt x="918664" y="3992206"/>
                </a:moveTo>
                <a:lnTo>
                  <a:pt x="913847" y="4065317"/>
                </a:lnTo>
                <a:lnTo>
                  <a:pt x="889283" y="3990430"/>
                </a:lnTo>
                <a:lnTo>
                  <a:pt x="918664" y="3992206"/>
                </a:lnTo>
                <a:close/>
                <a:moveTo>
                  <a:pt x="793146" y="4065009"/>
                </a:moveTo>
                <a:lnTo>
                  <a:pt x="808144" y="4232959"/>
                </a:lnTo>
                <a:lnTo>
                  <a:pt x="719113" y="4076352"/>
                </a:lnTo>
                <a:lnTo>
                  <a:pt x="734248" y="3981069"/>
                </a:lnTo>
                <a:lnTo>
                  <a:pt x="753858" y="3982265"/>
                </a:lnTo>
                <a:lnTo>
                  <a:pt x="793146" y="4065044"/>
                </a:lnTo>
                <a:close/>
                <a:moveTo>
                  <a:pt x="765029" y="3982914"/>
                </a:moveTo>
                <a:lnTo>
                  <a:pt x="792087" y="3984554"/>
                </a:lnTo>
                <a:lnTo>
                  <a:pt x="792770" y="4041368"/>
                </a:lnTo>
                <a:lnTo>
                  <a:pt x="765029" y="3982914"/>
                </a:lnTo>
                <a:close/>
                <a:moveTo>
                  <a:pt x="801892" y="3985135"/>
                </a:moveTo>
                <a:lnTo>
                  <a:pt x="836534" y="3987219"/>
                </a:lnTo>
                <a:lnTo>
                  <a:pt x="802609" y="4045775"/>
                </a:lnTo>
                <a:lnTo>
                  <a:pt x="801892" y="3985100"/>
                </a:lnTo>
                <a:close/>
                <a:moveTo>
                  <a:pt x="724409" y="3980454"/>
                </a:moveTo>
                <a:lnTo>
                  <a:pt x="716004" y="4033408"/>
                </a:lnTo>
                <a:lnTo>
                  <a:pt x="712451" y="3979737"/>
                </a:lnTo>
                <a:lnTo>
                  <a:pt x="724409" y="3980454"/>
                </a:lnTo>
                <a:close/>
                <a:moveTo>
                  <a:pt x="714194" y="4087592"/>
                </a:moveTo>
                <a:lnTo>
                  <a:pt x="810638" y="4257215"/>
                </a:lnTo>
                <a:lnTo>
                  <a:pt x="822014" y="4283008"/>
                </a:lnTo>
                <a:lnTo>
                  <a:pt x="674564" y="4165212"/>
                </a:lnTo>
                <a:lnTo>
                  <a:pt x="714228" y="4087592"/>
                </a:lnTo>
                <a:close/>
                <a:moveTo>
                  <a:pt x="802951" y="4064804"/>
                </a:moveTo>
                <a:lnTo>
                  <a:pt x="847501" y="3987868"/>
                </a:lnTo>
                <a:lnTo>
                  <a:pt x="878760" y="3989747"/>
                </a:lnTo>
                <a:lnTo>
                  <a:pt x="911694" y="4090222"/>
                </a:lnTo>
                <a:lnTo>
                  <a:pt x="818564" y="4239928"/>
                </a:lnTo>
                <a:lnTo>
                  <a:pt x="802917" y="4064770"/>
                </a:lnTo>
                <a:close/>
                <a:moveTo>
                  <a:pt x="928469" y="3992787"/>
                </a:moveTo>
                <a:lnTo>
                  <a:pt x="1020745" y="3998356"/>
                </a:lnTo>
                <a:lnTo>
                  <a:pt x="1009334" y="4180312"/>
                </a:lnTo>
                <a:lnTo>
                  <a:pt x="922148" y="4089061"/>
                </a:lnTo>
                <a:lnTo>
                  <a:pt x="928503" y="3992787"/>
                </a:lnTo>
                <a:close/>
                <a:moveTo>
                  <a:pt x="1030516" y="3998937"/>
                </a:moveTo>
                <a:lnTo>
                  <a:pt x="1035606" y="3999244"/>
                </a:lnTo>
                <a:cubicBezTo>
                  <a:pt x="1035606" y="3999244"/>
                  <a:pt x="1035811" y="3999244"/>
                  <a:pt x="1035880" y="3999244"/>
                </a:cubicBezTo>
                <a:lnTo>
                  <a:pt x="1035880" y="3999244"/>
                </a:lnTo>
                <a:cubicBezTo>
                  <a:pt x="1035880" y="3999244"/>
                  <a:pt x="1035880" y="3999244"/>
                  <a:pt x="1035880" y="3999244"/>
                </a:cubicBezTo>
                <a:cubicBezTo>
                  <a:pt x="1036085" y="3999244"/>
                  <a:pt x="1036255" y="3999244"/>
                  <a:pt x="1036460" y="3999210"/>
                </a:cubicBezTo>
                <a:lnTo>
                  <a:pt x="1133178" y="3987287"/>
                </a:lnTo>
                <a:cubicBezTo>
                  <a:pt x="1134545" y="3987116"/>
                  <a:pt x="1135706" y="3986399"/>
                  <a:pt x="1136492" y="3985374"/>
                </a:cubicBezTo>
                <a:lnTo>
                  <a:pt x="1157366" y="3982811"/>
                </a:lnTo>
                <a:cubicBezTo>
                  <a:pt x="1160065" y="3982470"/>
                  <a:pt x="1161978" y="3980044"/>
                  <a:pt x="1161636" y="3977345"/>
                </a:cubicBezTo>
                <a:cubicBezTo>
                  <a:pt x="1161295" y="3974646"/>
                  <a:pt x="1158903" y="3972733"/>
                  <a:pt x="1156170" y="3973075"/>
                </a:cubicBezTo>
                <a:lnTo>
                  <a:pt x="1069258" y="3983802"/>
                </a:lnTo>
                <a:lnTo>
                  <a:pt x="1073221" y="3979019"/>
                </a:lnTo>
                <a:lnTo>
                  <a:pt x="1171920" y="3967028"/>
                </a:lnTo>
                <a:cubicBezTo>
                  <a:pt x="1174619" y="3966686"/>
                  <a:pt x="1176532" y="3964261"/>
                  <a:pt x="1176190" y="3961562"/>
                </a:cubicBezTo>
                <a:cubicBezTo>
                  <a:pt x="1175849" y="3958862"/>
                  <a:pt x="1173457" y="3956949"/>
                  <a:pt x="1170724" y="3957291"/>
                </a:cubicBezTo>
                <a:lnTo>
                  <a:pt x="1076535" y="3968736"/>
                </a:lnTo>
                <a:lnTo>
                  <a:pt x="1079268" y="3951449"/>
                </a:lnTo>
                <a:lnTo>
                  <a:pt x="1176532" y="3939970"/>
                </a:lnTo>
                <a:cubicBezTo>
                  <a:pt x="1179231" y="3939662"/>
                  <a:pt x="1181144" y="3937203"/>
                  <a:pt x="1180836" y="3934538"/>
                </a:cubicBezTo>
                <a:cubicBezTo>
                  <a:pt x="1180529" y="3931839"/>
                  <a:pt x="1178103" y="3929960"/>
                  <a:pt x="1175404" y="3930233"/>
                </a:cubicBezTo>
                <a:lnTo>
                  <a:pt x="1079917" y="3941507"/>
                </a:lnTo>
                <a:lnTo>
                  <a:pt x="1079507" y="3369845"/>
                </a:lnTo>
                <a:lnTo>
                  <a:pt x="1176737" y="3365746"/>
                </a:lnTo>
                <a:cubicBezTo>
                  <a:pt x="1179436" y="3365643"/>
                  <a:pt x="1181554" y="3363354"/>
                  <a:pt x="1181417" y="3360655"/>
                </a:cubicBezTo>
                <a:cubicBezTo>
                  <a:pt x="1181315" y="3357956"/>
                  <a:pt x="1178889" y="3355667"/>
                  <a:pt x="1176327" y="3355975"/>
                </a:cubicBezTo>
                <a:lnTo>
                  <a:pt x="1078755" y="3360074"/>
                </a:lnTo>
                <a:lnTo>
                  <a:pt x="1075920" y="3342138"/>
                </a:lnTo>
                <a:lnTo>
                  <a:pt x="1172056" y="3338415"/>
                </a:lnTo>
                <a:cubicBezTo>
                  <a:pt x="1174755" y="3338312"/>
                  <a:pt x="1176873" y="3336023"/>
                  <a:pt x="1176771" y="3333324"/>
                </a:cubicBezTo>
                <a:cubicBezTo>
                  <a:pt x="1176668" y="3330625"/>
                  <a:pt x="1174209" y="3328541"/>
                  <a:pt x="1171681" y="3328610"/>
                </a:cubicBezTo>
                <a:lnTo>
                  <a:pt x="1072537" y="3332436"/>
                </a:lnTo>
                <a:lnTo>
                  <a:pt x="1066900" y="3325159"/>
                </a:lnTo>
                <a:lnTo>
                  <a:pt x="1157366" y="3321879"/>
                </a:lnTo>
                <a:cubicBezTo>
                  <a:pt x="1160065" y="3321777"/>
                  <a:pt x="1162183" y="3319522"/>
                  <a:pt x="1162081" y="3316789"/>
                </a:cubicBezTo>
                <a:cubicBezTo>
                  <a:pt x="1161978" y="3314090"/>
                  <a:pt x="1160031" y="3311699"/>
                  <a:pt x="1156990" y="3312074"/>
                </a:cubicBezTo>
                <a:lnTo>
                  <a:pt x="1137141" y="3312792"/>
                </a:lnTo>
                <a:cubicBezTo>
                  <a:pt x="1137312" y="3312245"/>
                  <a:pt x="1137448" y="3311699"/>
                  <a:pt x="1137414" y="3311084"/>
                </a:cubicBezTo>
                <a:cubicBezTo>
                  <a:pt x="1137312" y="3308385"/>
                  <a:pt x="1134920" y="3306335"/>
                  <a:pt x="1132324" y="3306335"/>
                </a:cubicBezTo>
                <a:lnTo>
                  <a:pt x="1059043" y="3308931"/>
                </a:lnTo>
                <a:lnTo>
                  <a:pt x="1062015" y="3022741"/>
                </a:lnTo>
                <a:lnTo>
                  <a:pt x="1222892" y="3040028"/>
                </a:lnTo>
                <a:lnTo>
                  <a:pt x="1217187" y="3592012"/>
                </a:lnTo>
                <a:lnTo>
                  <a:pt x="1174311" y="3590338"/>
                </a:lnTo>
                <a:cubicBezTo>
                  <a:pt x="1171954" y="3590065"/>
                  <a:pt x="1169323" y="3592320"/>
                  <a:pt x="1169221" y="3595053"/>
                </a:cubicBezTo>
                <a:cubicBezTo>
                  <a:pt x="1169118" y="3597752"/>
                  <a:pt x="1171236" y="3600041"/>
                  <a:pt x="1173935" y="3600143"/>
                </a:cubicBezTo>
                <a:lnTo>
                  <a:pt x="1217153" y="3601851"/>
                </a:lnTo>
                <a:lnTo>
                  <a:pt x="1219920" y="4124352"/>
                </a:lnTo>
                <a:lnTo>
                  <a:pt x="1018832" y="4185095"/>
                </a:lnTo>
                <a:lnTo>
                  <a:pt x="1030516" y="3998971"/>
                </a:lnTo>
                <a:close/>
                <a:moveTo>
                  <a:pt x="1691687" y="3102206"/>
                </a:moveTo>
                <a:lnTo>
                  <a:pt x="1692131" y="3102719"/>
                </a:lnTo>
                <a:lnTo>
                  <a:pt x="1523055" y="3300288"/>
                </a:lnTo>
                <a:lnTo>
                  <a:pt x="1520663" y="3301689"/>
                </a:lnTo>
                <a:lnTo>
                  <a:pt x="1691687" y="3102206"/>
                </a:lnTo>
                <a:close/>
                <a:moveTo>
                  <a:pt x="1540000" y="3051883"/>
                </a:moveTo>
                <a:lnTo>
                  <a:pt x="1540683" y="3263288"/>
                </a:lnTo>
                <a:lnTo>
                  <a:pt x="1500233" y="3310469"/>
                </a:lnTo>
                <a:lnTo>
                  <a:pt x="1497979" y="3063840"/>
                </a:lnTo>
                <a:lnTo>
                  <a:pt x="1540000" y="3051883"/>
                </a:lnTo>
                <a:close/>
                <a:moveTo>
                  <a:pt x="1382608" y="3643975"/>
                </a:moveTo>
                <a:lnTo>
                  <a:pt x="1374408" y="3651218"/>
                </a:lnTo>
                <a:lnTo>
                  <a:pt x="1498730" y="3332197"/>
                </a:lnTo>
                <a:lnTo>
                  <a:pt x="1501771" y="3337595"/>
                </a:lnTo>
                <a:lnTo>
                  <a:pt x="1382642" y="3644010"/>
                </a:lnTo>
                <a:close/>
                <a:moveTo>
                  <a:pt x="1473415" y="4055136"/>
                </a:moveTo>
                <a:lnTo>
                  <a:pt x="1338331" y="4051754"/>
                </a:lnTo>
                <a:lnTo>
                  <a:pt x="1380319" y="3696314"/>
                </a:lnTo>
                <a:lnTo>
                  <a:pt x="1512840" y="3714831"/>
                </a:lnTo>
                <a:lnTo>
                  <a:pt x="1473415" y="4055136"/>
                </a:lnTo>
                <a:close/>
                <a:moveTo>
                  <a:pt x="1488208" y="3067803"/>
                </a:moveTo>
                <a:lnTo>
                  <a:pt x="1490565" y="3323485"/>
                </a:lnTo>
                <a:lnTo>
                  <a:pt x="1477890" y="3344769"/>
                </a:lnTo>
                <a:cubicBezTo>
                  <a:pt x="1477890" y="3344769"/>
                  <a:pt x="1477822" y="3345042"/>
                  <a:pt x="1477754" y="3345145"/>
                </a:cubicBezTo>
                <a:cubicBezTo>
                  <a:pt x="1477685" y="3345281"/>
                  <a:pt x="1477583" y="3345350"/>
                  <a:pt x="1477515" y="3345487"/>
                </a:cubicBezTo>
                <a:lnTo>
                  <a:pt x="1465489" y="3376302"/>
                </a:lnTo>
                <a:lnTo>
                  <a:pt x="1464293" y="3078907"/>
                </a:lnTo>
                <a:lnTo>
                  <a:pt x="1488208" y="3067769"/>
                </a:lnTo>
                <a:close/>
                <a:moveTo>
                  <a:pt x="1454488" y="3079590"/>
                </a:moveTo>
                <a:lnTo>
                  <a:pt x="1455786" y="3401208"/>
                </a:lnTo>
                <a:lnTo>
                  <a:pt x="1391285" y="3566629"/>
                </a:lnTo>
                <a:lnTo>
                  <a:pt x="1394667" y="3064079"/>
                </a:lnTo>
                <a:lnTo>
                  <a:pt x="1454488" y="3079590"/>
                </a:lnTo>
                <a:close/>
                <a:moveTo>
                  <a:pt x="1365662" y="3683058"/>
                </a:moveTo>
                <a:lnTo>
                  <a:pt x="1370958" y="3691839"/>
                </a:lnTo>
                <a:lnTo>
                  <a:pt x="1328116" y="4054487"/>
                </a:lnTo>
                <a:lnTo>
                  <a:pt x="1320669" y="4063199"/>
                </a:lnTo>
                <a:lnTo>
                  <a:pt x="1365662" y="3683058"/>
                </a:lnTo>
                <a:close/>
                <a:moveTo>
                  <a:pt x="1517145" y="3705504"/>
                </a:moveTo>
                <a:lnTo>
                  <a:pt x="1379021" y="3686202"/>
                </a:lnTo>
                <a:lnTo>
                  <a:pt x="1371983" y="3674518"/>
                </a:lnTo>
                <a:lnTo>
                  <a:pt x="1530947" y="3696622"/>
                </a:lnTo>
                <a:lnTo>
                  <a:pt x="1517145" y="3705504"/>
                </a:lnTo>
                <a:close/>
                <a:moveTo>
                  <a:pt x="1488105" y="3057008"/>
                </a:moveTo>
                <a:lnTo>
                  <a:pt x="1464362" y="3068043"/>
                </a:lnTo>
                <a:lnTo>
                  <a:pt x="1467949" y="2817793"/>
                </a:lnTo>
                <a:lnTo>
                  <a:pt x="1486670" y="2777446"/>
                </a:lnTo>
                <a:lnTo>
                  <a:pt x="1488071" y="3056974"/>
                </a:lnTo>
                <a:close/>
                <a:moveTo>
                  <a:pt x="1454557" y="3069477"/>
                </a:moveTo>
                <a:lnTo>
                  <a:pt x="1394872" y="3054001"/>
                </a:lnTo>
                <a:lnTo>
                  <a:pt x="1408162" y="2770340"/>
                </a:lnTo>
                <a:lnTo>
                  <a:pt x="1458178" y="2818716"/>
                </a:lnTo>
                <a:lnTo>
                  <a:pt x="1454557" y="3069477"/>
                </a:lnTo>
                <a:close/>
                <a:moveTo>
                  <a:pt x="1381275" y="3592251"/>
                </a:moveTo>
                <a:lnTo>
                  <a:pt x="1380763" y="3593584"/>
                </a:lnTo>
                <a:lnTo>
                  <a:pt x="1227026" y="3592217"/>
                </a:lnTo>
                <a:lnTo>
                  <a:pt x="1232697" y="3041224"/>
                </a:lnTo>
                <a:lnTo>
                  <a:pt x="1384862" y="3062030"/>
                </a:lnTo>
                <a:lnTo>
                  <a:pt x="1381275" y="3592217"/>
                </a:lnTo>
                <a:close/>
                <a:moveTo>
                  <a:pt x="1229725" y="4122644"/>
                </a:moveTo>
                <a:lnTo>
                  <a:pt x="1226958" y="3602022"/>
                </a:lnTo>
                <a:lnTo>
                  <a:pt x="1376902" y="3603355"/>
                </a:lnTo>
                <a:lnTo>
                  <a:pt x="1347590" y="3678549"/>
                </a:lnTo>
                <a:cubicBezTo>
                  <a:pt x="1347590" y="3678549"/>
                  <a:pt x="1347590" y="3678652"/>
                  <a:pt x="1347590" y="3678720"/>
                </a:cubicBezTo>
                <a:cubicBezTo>
                  <a:pt x="1347522" y="3678925"/>
                  <a:pt x="1347487" y="3679130"/>
                  <a:pt x="1347453" y="3679369"/>
                </a:cubicBezTo>
                <a:cubicBezTo>
                  <a:pt x="1347453" y="3679506"/>
                  <a:pt x="1347351" y="3679642"/>
                  <a:pt x="1347317" y="3679779"/>
                </a:cubicBezTo>
                <a:lnTo>
                  <a:pt x="1300785" y="4072525"/>
                </a:lnTo>
                <a:cubicBezTo>
                  <a:pt x="1300785" y="4072731"/>
                  <a:pt x="1300820" y="4072935"/>
                  <a:pt x="1300820" y="4073140"/>
                </a:cubicBezTo>
                <a:cubicBezTo>
                  <a:pt x="1300820" y="4073345"/>
                  <a:pt x="1300751" y="4073516"/>
                  <a:pt x="1300785" y="4073721"/>
                </a:cubicBezTo>
                <a:lnTo>
                  <a:pt x="1306081" y="4116631"/>
                </a:lnTo>
                <a:lnTo>
                  <a:pt x="1229725" y="4122644"/>
                </a:lnTo>
                <a:close/>
                <a:moveTo>
                  <a:pt x="1335052" y="4061491"/>
                </a:moveTo>
                <a:lnTo>
                  <a:pt x="1475636" y="4065009"/>
                </a:lnTo>
                <a:lnTo>
                  <a:pt x="1488071" y="4078197"/>
                </a:lnTo>
                <a:lnTo>
                  <a:pt x="1324358" y="4073995"/>
                </a:lnTo>
                <a:lnTo>
                  <a:pt x="1335052" y="4061491"/>
                </a:lnTo>
                <a:close/>
                <a:moveTo>
                  <a:pt x="1482913" y="4058450"/>
                </a:moveTo>
                <a:lnTo>
                  <a:pt x="1522884" y="3713498"/>
                </a:lnTo>
                <a:lnTo>
                  <a:pt x="1538668" y="3703352"/>
                </a:lnTo>
                <a:lnTo>
                  <a:pt x="1496031" y="4072389"/>
                </a:lnTo>
                <a:lnTo>
                  <a:pt x="1482878" y="4058484"/>
                </a:lnTo>
                <a:close/>
                <a:moveTo>
                  <a:pt x="1373759" y="3664849"/>
                </a:moveTo>
                <a:lnTo>
                  <a:pt x="1388313" y="3652004"/>
                </a:lnTo>
                <a:lnTo>
                  <a:pt x="1525822" y="3671033"/>
                </a:lnTo>
                <a:lnTo>
                  <a:pt x="1535388" y="3687329"/>
                </a:lnTo>
                <a:lnTo>
                  <a:pt x="1373759" y="3664849"/>
                </a:lnTo>
                <a:close/>
                <a:moveTo>
                  <a:pt x="1525617" y="3661126"/>
                </a:moveTo>
                <a:lnTo>
                  <a:pt x="1393540" y="3642848"/>
                </a:lnTo>
                <a:lnTo>
                  <a:pt x="1510141" y="3342958"/>
                </a:lnTo>
                <a:lnTo>
                  <a:pt x="1635180" y="3373535"/>
                </a:lnTo>
                <a:lnTo>
                  <a:pt x="1525617" y="3661126"/>
                </a:lnTo>
                <a:close/>
                <a:moveTo>
                  <a:pt x="1641740" y="3365028"/>
                </a:moveTo>
                <a:lnTo>
                  <a:pt x="1510380" y="3332914"/>
                </a:lnTo>
                <a:lnTo>
                  <a:pt x="1507715" y="3328165"/>
                </a:lnTo>
                <a:lnTo>
                  <a:pt x="1650110" y="3362910"/>
                </a:lnTo>
                <a:lnTo>
                  <a:pt x="1641774" y="3365028"/>
                </a:lnTo>
                <a:close/>
                <a:moveTo>
                  <a:pt x="1550454" y="3251878"/>
                </a:moveTo>
                <a:lnTo>
                  <a:pt x="1549805" y="3049594"/>
                </a:lnTo>
                <a:lnTo>
                  <a:pt x="1614750" y="3039379"/>
                </a:lnTo>
                <a:lnTo>
                  <a:pt x="1614238" y="3177503"/>
                </a:lnTo>
                <a:lnTo>
                  <a:pt x="1550454" y="3251912"/>
                </a:lnTo>
                <a:close/>
                <a:moveTo>
                  <a:pt x="1539966" y="3041668"/>
                </a:moveTo>
                <a:lnTo>
                  <a:pt x="1497910" y="3053625"/>
                </a:lnTo>
                <a:lnTo>
                  <a:pt x="1496441" y="2757426"/>
                </a:lnTo>
                <a:lnTo>
                  <a:pt x="1539249" y="2711544"/>
                </a:lnTo>
                <a:lnTo>
                  <a:pt x="1539966" y="3041668"/>
                </a:lnTo>
                <a:close/>
                <a:moveTo>
                  <a:pt x="1461560" y="2808364"/>
                </a:moveTo>
                <a:lnTo>
                  <a:pt x="1409187" y="2757699"/>
                </a:lnTo>
                <a:lnTo>
                  <a:pt x="1438226" y="2631088"/>
                </a:lnTo>
                <a:lnTo>
                  <a:pt x="1486226" y="2755342"/>
                </a:lnTo>
                <a:lnTo>
                  <a:pt x="1461594" y="2808398"/>
                </a:lnTo>
                <a:close/>
                <a:moveTo>
                  <a:pt x="1385136" y="3052191"/>
                </a:moveTo>
                <a:lnTo>
                  <a:pt x="1233005" y="3031385"/>
                </a:lnTo>
                <a:lnTo>
                  <a:pt x="1250599" y="2722339"/>
                </a:lnTo>
                <a:lnTo>
                  <a:pt x="1398665" y="2763028"/>
                </a:lnTo>
                <a:lnTo>
                  <a:pt x="1385136" y="3052225"/>
                </a:lnTo>
                <a:close/>
                <a:moveTo>
                  <a:pt x="1307277" y="4126367"/>
                </a:moveTo>
                <a:lnTo>
                  <a:pt x="1334027" y="4342590"/>
                </a:lnTo>
                <a:lnTo>
                  <a:pt x="1237138" y="4351678"/>
                </a:lnTo>
                <a:lnTo>
                  <a:pt x="1229930" y="4132449"/>
                </a:lnTo>
                <a:lnTo>
                  <a:pt x="1307311" y="4126333"/>
                </a:lnTo>
                <a:close/>
                <a:moveTo>
                  <a:pt x="1320976" y="4095927"/>
                </a:moveTo>
                <a:lnTo>
                  <a:pt x="1328151" y="4105289"/>
                </a:lnTo>
                <a:lnTo>
                  <a:pt x="1371334" y="4455501"/>
                </a:lnTo>
                <a:lnTo>
                  <a:pt x="1366277" y="4462402"/>
                </a:lnTo>
                <a:lnTo>
                  <a:pt x="1320976" y="4095962"/>
                </a:lnTo>
                <a:close/>
                <a:moveTo>
                  <a:pt x="1534261" y="3666079"/>
                </a:moveTo>
                <a:lnTo>
                  <a:pt x="1645464" y="3374218"/>
                </a:lnTo>
                <a:lnTo>
                  <a:pt x="1662409" y="3369879"/>
                </a:lnTo>
                <a:lnTo>
                  <a:pt x="1543792" y="3682307"/>
                </a:lnTo>
                <a:lnTo>
                  <a:pt x="1534261" y="3666079"/>
                </a:lnTo>
                <a:close/>
                <a:moveTo>
                  <a:pt x="1510824" y="3318839"/>
                </a:moveTo>
                <a:lnTo>
                  <a:pt x="1526984" y="3309375"/>
                </a:lnTo>
                <a:lnTo>
                  <a:pt x="1656874" y="3340977"/>
                </a:lnTo>
                <a:lnTo>
                  <a:pt x="1662443" y="3355872"/>
                </a:lnTo>
                <a:lnTo>
                  <a:pt x="1510790" y="3318873"/>
                </a:lnTo>
                <a:close/>
                <a:moveTo>
                  <a:pt x="1658788" y="3331309"/>
                </a:moveTo>
                <a:lnTo>
                  <a:pt x="1535149" y="3301244"/>
                </a:lnTo>
                <a:lnTo>
                  <a:pt x="1700126" y="3108458"/>
                </a:lnTo>
                <a:lnTo>
                  <a:pt x="1814028" y="3145731"/>
                </a:lnTo>
                <a:lnTo>
                  <a:pt x="1658753" y="3331343"/>
                </a:lnTo>
                <a:close/>
                <a:moveTo>
                  <a:pt x="1690287" y="3089941"/>
                </a:moveTo>
                <a:lnTo>
                  <a:pt x="1690287" y="3089941"/>
                </a:lnTo>
                <a:lnTo>
                  <a:pt x="1690082" y="3090010"/>
                </a:lnTo>
                <a:cubicBezTo>
                  <a:pt x="1690082" y="3090010"/>
                  <a:pt x="1689945" y="3090112"/>
                  <a:pt x="1689842" y="3090146"/>
                </a:cubicBezTo>
                <a:cubicBezTo>
                  <a:pt x="1689535" y="3090283"/>
                  <a:pt x="1689296" y="3090420"/>
                  <a:pt x="1689022" y="3090625"/>
                </a:cubicBezTo>
                <a:cubicBezTo>
                  <a:pt x="1688886" y="3090727"/>
                  <a:pt x="1688715" y="3090761"/>
                  <a:pt x="1688578" y="3090864"/>
                </a:cubicBezTo>
                <a:cubicBezTo>
                  <a:pt x="1688578" y="3090864"/>
                  <a:pt x="1688578" y="3090864"/>
                  <a:pt x="1688578" y="3090864"/>
                </a:cubicBezTo>
                <a:cubicBezTo>
                  <a:pt x="1688578" y="3090864"/>
                  <a:pt x="1688544" y="3090932"/>
                  <a:pt x="1688510" y="3090932"/>
                </a:cubicBezTo>
                <a:cubicBezTo>
                  <a:pt x="1688408" y="3091001"/>
                  <a:pt x="1688339" y="3091103"/>
                  <a:pt x="1688271" y="3091205"/>
                </a:cubicBezTo>
                <a:cubicBezTo>
                  <a:pt x="1688203" y="3091274"/>
                  <a:pt x="1688066" y="3091342"/>
                  <a:pt x="1687998" y="3091445"/>
                </a:cubicBezTo>
                <a:lnTo>
                  <a:pt x="1687998" y="3091445"/>
                </a:lnTo>
                <a:cubicBezTo>
                  <a:pt x="1687998" y="3091445"/>
                  <a:pt x="1624077" y="3165990"/>
                  <a:pt x="1624077" y="3165990"/>
                </a:cubicBezTo>
                <a:lnTo>
                  <a:pt x="1624555" y="3038218"/>
                </a:lnTo>
                <a:lnTo>
                  <a:pt x="1716456" y="3032034"/>
                </a:lnTo>
                <a:lnTo>
                  <a:pt x="1716285" y="3080786"/>
                </a:lnTo>
                <a:lnTo>
                  <a:pt x="1690252" y="3089976"/>
                </a:lnTo>
                <a:close/>
                <a:moveTo>
                  <a:pt x="1614819" y="3029403"/>
                </a:moveTo>
                <a:lnTo>
                  <a:pt x="1549805" y="3039618"/>
                </a:lnTo>
                <a:lnTo>
                  <a:pt x="1549054" y="2701978"/>
                </a:lnTo>
                <a:lnTo>
                  <a:pt x="1616356" y="2664261"/>
                </a:lnTo>
                <a:lnTo>
                  <a:pt x="1614819" y="3029369"/>
                </a:lnTo>
                <a:close/>
                <a:moveTo>
                  <a:pt x="1493264" y="2746459"/>
                </a:moveTo>
                <a:lnTo>
                  <a:pt x="1442360" y="2614621"/>
                </a:lnTo>
                <a:lnTo>
                  <a:pt x="1491761" y="2516024"/>
                </a:lnTo>
                <a:lnTo>
                  <a:pt x="1538702" y="2697742"/>
                </a:lnTo>
                <a:lnTo>
                  <a:pt x="1493264" y="2746425"/>
                </a:lnTo>
                <a:close/>
                <a:moveTo>
                  <a:pt x="1400134" y="2753223"/>
                </a:moveTo>
                <a:lnTo>
                  <a:pt x="1251795" y="2712466"/>
                </a:lnTo>
                <a:lnTo>
                  <a:pt x="1286027" y="2545986"/>
                </a:lnTo>
                <a:lnTo>
                  <a:pt x="1431394" y="2617047"/>
                </a:lnTo>
                <a:lnTo>
                  <a:pt x="1400168" y="2753223"/>
                </a:lnTo>
                <a:close/>
                <a:moveTo>
                  <a:pt x="1223234" y="3030189"/>
                </a:moveTo>
                <a:lnTo>
                  <a:pt x="1062322" y="3012902"/>
                </a:lnTo>
                <a:lnTo>
                  <a:pt x="1080463" y="2698425"/>
                </a:lnTo>
                <a:lnTo>
                  <a:pt x="1240896" y="2720221"/>
                </a:lnTo>
                <a:lnTo>
                  <a:pt x="1223234" y="3030189"/>
                </a:lnTo>
                <a:close/>
                <a:moveTo>
                  <a:pt x="978963" y="2690294"/>
                </a:moveTo>
                <a:lnTo>
                  <a:pt x="963555" y="2557704"/>
                </a:lnTo>
                <a:lnTo>
                  <a:pt x="1065295" y="2508543"/>
                </a:lnTo>
                <a:lnTo>
                  <a:pt x="1070795" y="2688073"/>
                </a:lnTo>
                <a:lnTo>
                  <a:pt x="978963" y="2690294"/>
                </a:lnTo>
                <a:close/>
                <a:moveTo>
                  <a:pt x="902504" y="2598086"/>
                </a:moveTo>
                <a:lnTo>
                  <a:pt x="843128" y="2573761"/>
                </a:lnTo>
                <a:lnTo>
                  <a:pt x="864958" y="2517903"/>
                </a:lnTo>
                <a:lnTo>
                  <a:pt x="949377" y="2556167"/>
                </a:lnTo>
                <a:lnTo>
                  <a:pt x="902470" y="2598086"/>
                </a:lnTo>
                <a:close/>
                <a:moveTo>
                  <a:pt x="744428" y="2715609"/>
                </a:moveTo>
                <a:lnTo>
                  <a:pt x="808349" y="2717215"/>
                </a:lnTo>
                <a:lnTo>
                  <a:pt x="792326" y="3003746"/>
                </a:lnTo>
                <a:lnTo>
                  <a:pt x="727962" y="3004259"/>
                </a:lnTo>
                <a:lnTo>
                  <a:pt x="744394" y="2715643"/>
                </a:lnTo>
                <a:close/>
                <a:moveTo>
                  <a:pt x="715048" y="3304182"/>
                </a:moveTo>
                <a:lnTo>
                  <a:pt x="687751" y="3303704"/>
                </a:lnTo>
                <a:lnTo>
                  <a:pt x="690689" y="3015294"/>
                </a:lnTo>
                <a:lnTo>
                  <a:pt x="717815" y="3014269"/>
                </a:lnTo>
                <a:lnTo>
                  <a:pt x="715013" y="3304182"/>
                </a:lnTo>
                <a:close/>
                <a:moveTo>
                  <a:pt x="1009266" y="3325569"/>
                </a:moveTo>
                <a:lnTo>
                  <a:pt x="1004791" y="3332846"/>
                </a:lnTo>
                <a:lnTo>
                  <a:pt x="456804" y="3322460"/>
                </a:lnTo>
                <a:lnTo>
                  <a:pt x="461211" y="3315764"/>
                </a:lnTo>
                <a:lnTo>
                  <a:pt x="1009266" y="3325535"/>
                </a:lnTo>
                <a:close/>
                <a:moveTo>
                  <a:pt x="439278" y="3358810"/>
                </a:moveTo>
                <a:lnTo>
                  <a:pt x="439859" y="3910760"/>
                </a:lnTo>
                <a:lnTo>
                  <a:pt x="433094" y="3910145"/>
                </a:lnTo>
                <a:lnTo>
                  <a:pt x="432479" y="3358571"/>
                </a:lnTo>
                <a:lnTo>
                  <a:pt x="439244" y="3358810"/>
                </a:lnTo>
                <a:close/>
                <a:moveTo>
                  <a:pt x="702578" y="3979122"/>
                </a:moveTo>
                <a:lnTo>
                  <a:pt x="709001" y="4076249"/>
                </a:lnTo>
                <a:lnTo>
                  <a:pt x="672070" y="4148574"/>
                </a:lnTo>
                <a:lnTo>
                  <a:pt x="660351" y="3976594"/>
                </a:lnTo>
                <a:lnTo>
                  <a:pt x="702578" y="3979156"/>
                </a:lnTo>
                <a:close/>
                <a:moveTo>
                  <a:pt x="663597" y="4169516"/>
                </a:moveTo>
                <a:lnTo>
                  <a:pt x="672787" y="4336167"/>
                </a:lnTo>
                <a:lnTo>
                  <a:pt x="527625" y="4294863"/>
                </a:lnTo>
                <a:lnTo>
                  <a:pt x="520109" y="4088207"/>
                </a:lnTo>
                <a:lnTo>
                  <a:pt x="663597" y="4169551"/>
                </a:lnTo>
                <a:close/>
                <a:moveTo>
                  <a:pt x="518708" y="4302345"/>
                </a:moveTo>
                <a:lnTo>
                  <a:pt x="531178" y="4355777"/>
                </a:lnTo>
                <a:lnTo>
                  <a:pt x="464217" y="4320965"/>
                </a:lnTo>
                <a:lnTo>
                  <a:pt x="433299" y="4272418"/>
                </a:lnTo>
                <a:lnTo>
                  <a:pt x="518708" y="4302345"/>
                </a:lnTo>
                <a:close/>
                <a:moveTo>
                  <a:pt x="415329" y="4257898"/>
                </a:moveTo>
                <a:lnTo>
                  <a:pt x="411434" y="4110857"/>
                </a:lnTo>
                <a:lnTo>
                  <a:pt x="416456" y="4257966"/>
                </a:lnTo>
                <a:lnTo>
                  <a:pt x="415329" y="4257898"/>
                </a:lnTo>
                <a:close/>
                <a:moveTo>
                  <a:pt x="418779" y="4267874"/>
                </a:moveTo>
                <a:lnTo>
                  <a:pt x="455232" y="4325133"/>
                </a:lnTo>
                <a:lnTo>
                  <a:pt x="451201" y="4334596"/>
                </a:lnTo>
                <a:lnTo>
                  <a:pt x="418609" y="4267840"/>
                </a:lnTo>
                <a:lnTo>
                  <a:pt x="418814" y="4267840"/>
                </a:lnTo>
                <a:close/>
                <a:moveTo>
                  <a:pt x="457692" y="4344435"/>
                </a:moveTo>
                <a:lnTo>
                  <a:pt x="463192" y="4331487"/>
                </a:lnTo>
                <a:lnTo>
                  <a:pt x="534697" y="4368657"/>
                </a:lnTo>
                <a:lnTo>
                  <a:pt x="551574" y="4401010"/>
                </a:lnTo>
                <a:lnTo>
                  <a:pt x="457692" y="4344435"/>
                </a:lnTo>
                <a:close/>
                <a:moveTo>
                  <a:pt x="529538" y="4305591"/>
                </a:moveTo>
                <a:lnTo>
                  <a:pt x="673949" y="4346690"/>
                </a:lnTo>
                <a:lnTo>
                  <a:pt x="687341" y="4405178"/>
                </a:lnTo>
                <a:lnTo>
                  <a:pt x="542486" y="4361175"/>
                </a:lnTo>
                <a:lnTo>
                  <a:pt x="529538" y="4305591"/>
                </a:lnTo>
                <a:close/>
                <a:moveTo>
                  <a:pt x="673880" y="4177237"/>
                </a:moveTo>
                <a:lnTo>
                  <a:pt x="830111" y="4302038"/>
                </a:lnTo>
                <a:lnTo>
                  <a:pt x="842034" y="4361824"/>
                </a:lnTo>
                <a:lnTo>
                  <a:pt x="682763" y="4338456"/>
                </a:lnTo>
                <a:lnTo>
                  <a:pt x="673880" y="4177203"/>
                </a:lnTo>
                <a:close/>
                <a:moveTo>
                  <a:pt x="836807" y="4292267"/>
                </a:moveTo>
                <a:lnTo>
                  <a:pt x="820545" y="4255404"/>
                </a:lnTo>
                <a:lnTo>
                  <a:pt x="917912" y="4098866"/>
                </a:lnTo>
                <a:lnTo>
                  <a:pt x="1005713" y="4190766"/>
                </a:lnTo>
                <a:lnTo>
                  <a:pt x="836807" y="4292267"/>
                </a:lnTo>
                <a:close/>
                <a:moveTo>
                  <a:pt x="1220159" y="4134498"/>
                </a:moveTo>
                <a:lnTo>
                  <a:pt x="1227333" y="4352532"/>
                </a:lnTo>
                <a:lnTo>
                  <a:pt x="1037417" y="4367461"/>
                </a:lnTo>
                <a:lnTo>
                  <a:pt x="1018798" y="4195310"/>
                </a:lnTo>
                <a:lnTo>
                  <a:pt x="1220125" y="4134498"/>
                </a:lnTo>
                <a:close/>
                <a:moveTo>
                  <a:pt x="1335257" y="4352361"/>
                </a:moveTo>
                <a:lnTo>
                  <a:pt x="1341338" y="4401420"/>
                </a:lnTo>
                <a:lnTo>
                  <a:pt x="1250975" y="4420654"/>
                </a:lnTo>
                <a:lnTo>
                  <a:pt x="1238368" y="4361449"/>
                </a:lnTo>
                <a:lnTo>
                  <a:pt x="1335257" y="4352361"/>
                </a:lnTo>
                <a:close/>
                <a:moveTo>
                  <a:pt x="1380763" y="4451538"/>
                </a:moveTo>
                <a:lnTo>
                  <a:pt x="1338434" y="4108397"/>
                </a:lnTo>
                <a:lnTo>
                  <a:pt x="1473449" y="4111950"/>
                </a:lnTo>
                <a:lnTo>
                  <a:pt x="1513147" y="4440435"/>
                </a:lnTo>
                <a:lnTo>
                  <a:pt x="1380729" y="4451538"/>
                </a:lnTo>
                <a:close/>
                <a:moveTo>
                  <a:pt x="1523192" y="4441870"/>
                </a:moveTo>
                <a:lnTo>
                  <a:pt x="1482947" y="4108841"/>
                </a:lnTo>
                <a:lnTo>
                  <a:pt x="1496134" y="4094561"/>
                </a:lnTo>
                <a:lnTo>
                  <a:pt x="1539044" y="4450958"/>
                </a:lnTo>
                <a:lnTo>
                  <a:pt x="1523192" y="4441870"/>
                </a:lnTo>
                <a:close/>
                <a:moveTo>
                  <a:pt x="1505187" y="4087797"/>
                </a:moveTo>
                <a:lnTo>
                  <a:pt x="1724894" y="4066068"/>
                </a:lnTo>
                <a:lnTo>
                  <a:pt x="1753763" y="4313927"/>
                </a:lnTo>
                <a:lnTo>
                  <a:pt x="1548985" y="4451504"/>
                </a:lnTo>
                <a:lnTo>
                  <a:pt x="1505187" y="4087763"/>
                </a:lnTo>
                <a:close/>
                <a:moveTo>
                  <a:pt x="1762816" y="3804648"/>
                </a:moveTo>
                <a:lnTo>
                  <a:pt x="2015286" y="3960297"/>
                </a:lnTo>
                <a:lnTo>
                  <a:pt x="2004798" y="4015779"/>
                </a:lnTo>
                <a:lnTo>
                  <a:pt x="1734768" y="4054965"/>
                </a:lnTo>
                <a:lnTo>
                  <a:pt x="1762816" y="3804648"/>
                </a:lnTo>
                <a:close/>
                <a:moveTo>
                  <a:pt x="2030592" y="3879295"/>
                </a:moveTo>
                <a:lnTo>
                  <a:pt x="1847918" y="3569976"/>
                </a:lnTo>
                <a:lnTo>
                  <a:pt x="1960385" y="3428265"/>
                </a:lnTo>
                <a:lnTo>
                  <a:pt x="2046239" y="3796551"/>
                </a:lnTo>
                <a:lnTo>
                  <a:pt x="2030626" y="3879261"/>
                </a:lnTo>
                <a:close/>
                <a:moveTo>
                  <a:pt x="1756052" y="3789650"/>
                </a:moveTo>
                <a:lnTo>
                  <a:pt x="1550933" y="3691121"/>
                </a:lnTo>
                <a:lnTo>
                  <a:pt x="1671941" y="3372407"/>
                </a:lnTo>
                <a:lnTo>
                  <a:pt x="1836405" y="3570557"/>
                </a:lnTo>
                <a:lnTo>
                  <a:pt x="1756086" y="3789684"/>
                </a:lnTo>
                <a:close/>
                <a:moveTo>
                  <a:pt x="1666201" y="3337766"/>
                </a:moveTo>
                <a:lnTo>
                  <a:pt x="1824550" y="3148464"/>
                </a:lnTo>
                <a:lnTo>
                  <a:pt x="1840915" y="3150343"/>
                </a:lnTo>
                <a:lnTo>
                  <a:pt x="1671975" y="3353173"/>
                </a:lnTo>
                <a:lnTo>
                  <a:pt x="1666201" y="3337766"/>
                </a:lnTo>
                <a:close/>
                <a:moveTo>
                  <a:pt x="1726158" y="3077301"/>
                </a:moveTo>
                <a:lnTo>
                  <a:pt x="1726295" y="3031761"/>
                </a:lnTo>
                <a:lnTo>
                  <a:pt x="1830495" y="3033400"/>
                </a:lnTo>
                <a:lnTo>
                  <a:pt x="1830495" y="3040507"/>
                </a:lnTo>
                <a:cubicBezTo>
                  <a:pt x="1830495" y="3040507"/>
                  <a:pt x="1726124" y="3077301"/>
                  <a:pt x="1726124" y="3077301"/>
                </a:cubicBezTo>
                <a:close/>
                <a:moveTo>
                  <a:pt x="1716524" y="3022161"/>
                </a:moveTo>
                <a:lnTo>
                  <a:pt x="1624624" y="3028344"/>
                </a:lnTo>
                <a:lnTo>
                  <a:pt x="1626161" y="2659820"/>
                </a:lnTo>
                <a:lnTo>
                  <a:pt x="1717823" y="2639697"/>
                </a:lnTo>
                <a:lnTo>
                  <a:pt x="1716524" y="3022161"/>
                </a:lnTo>
                <a:close/>
                <a:moveTo>
                  <a:pt x="1547277" y="2691729"/>
                </a:moveTo>
                <a:lnTo>
                  <a:pt x="1498696" y="2503657"/>
                </a:lnTo>
                <a:lnTo>
                  <a:pt x="1569893" y="2434749"/>
                </a:lnTo>
                <a:lnTo>
                  <a:pt x="1615707" y="2653363"/>
                </a:lnTo>
                <a:lnTo>
                  <a:pt x="1547243" y="2691729"/>
                </a:lnTo>
                <a:close/>
                <a:moveTo>
                  <a:pt x="1434776" y="2607822"/>
                </a:moveTo>
                <a:lnTo>
                  <a:pt x="1288862" y="2536489"/>
                </a:lnTo>
                <a:lnTo>
                  <a:pt x="1344618" y="2412133"/>
                </a:lnTo>
                <a:lnTo>
                  <a:pt x="1486875" y="2503862"/>
                </a:lnTo>
                <a:lnTo>
                  <a:pt x="1434776" y="2607822"/>
                </a:lnTo>
                <a:close/>
                <a:moveTo>
                  <a:pt x="1242160" y="2710519"/>
                </a:moveTo>
                <a:lnTo>
                  <a:pt x="1080634" y="2688551"/>
                </a:lnTo>
                <a:lnTo>
                  <a:pt x="1075065" y="2506732"/>
                </a:lnTo>
                <a:lnTo>
                  <a:pt x="1276632" y="2542741"/>
                </a:lnTo>
                <a:lnTo>
                  <a:pt x="1242160" y="2710485"/>
                </a:lnTo>
                <a:close/>
                <a:moveTo>
                  <a:pt x="832947" y="2572873"/>
                </a:moveTo>
                <a:lnTo>
                  <a:pt x="774834" y="2600648"/>
                </a:lnTo>
                <a:lnTo>
                  <a:pt x="761681" y="2563615"/>
                </a:lnTo>
                <a:lnTo>
                  <a:pt x="853274" y="2520910"/>
                </a:lnTo>
                <a:lnTo>
                  <a:pt x="832981" y="2572873"/>
                </a:lnTo>
                <a:close/>
                <a:moveTo>
                  <a:pt x="766874" y="2607515"/>
                </a:moveTo>
                <a:lnTo>
                  <a:pt x="736503" y="2704643"/>
                </a:lnTo>
                <a:lnTo>
                  <a:pt x="710470" y="2697844"/>
                </a:lnTo>
                <a:lnTo>
                  <a:pt x="755463" y="2575469"/>
                </a:lnTo>
                <a:lnTo>
                  <a:pt x="766840" y="2607515"/>
                </a:lnTo>
                <a:close/>
                <a:moveTo>
                  <a:pt x="734658" y="2714311"/>
                </a:moveTo>
                <a:lnTo>
                  <a:pt x="718122" y="3004464"/>
                </a:lnTo>
                <a:lnTo>
                  <a:pt x="691031" y="3005489"/>
                </a:lnTo>
                <a:lnTo>
                  <a:pt x="708557" y="2707478"/>
                </a:lnTo>
                <a:lnTo>
                  <a:pt x="734658" y="2714311"/>
                </a:lnTo>
                <a:close/>
                <a:moveTo>
                  <a:pt x="439927" y="3349005"/>
                </a:moveTo>
                <a:lnTo>
                  <a:pt x="433197" y="3348766"/>
                </a:lnTo>
                <a:lnTo>
                  <a:pt x="435178" y="3334007"/>
                </a:lnTo>
                <a:lnTo>
                  <a:pt x="442045" y="3333017"/>
                </a:lnTo>
                <a:lnTo>
                  <a:pt x="439893" y="3349005"/>
                </a:lnTo>
                <a:close/>
                <a:moveTo>
                  <a:pt x="650444" y="3975979"/>
                </a:moveTo>
                <a:lnTo>
                  <a:pt x="662845" y="4157798"/>
                </a:lnTo>
                <a:lnTo>
                  <a:pt x="519768" y="4076694"/>
                </a:lnTo>
                <a:lnTo>
                  <a:pt x="519084" y="3968019"/>
                </a:lnTo>
                <a:lnTo>
                  <a:pt x="650410" y="3975944"/>
                </a:lnTo>
                <a:close/>
                <a:moveTo>
                  <a:pt x="510133" y="4083287"/>
                </a:moveTo>
                <a:lnTo>
                  <a:pt x="517718" y="4291583"/>
                </a:lnTo>
                <a:lnTo>
                  <a:pt x="426364" y="4259572"/>
                </a:lnTo>
                <a:lnTo>
                  <a:pt x="419429" y="4056605"/>
                </a:lnTo>
                <a:lnTo>
                  <a:pt x="510133" y="4083253"/>
                </a:lnTo>
                <a:close/>
                <a:moveTo>
                  <a:pt x="399784" y="4041163"/>
                </a:moveTo>
                <a:cubicBezTo>
                  <a:pt x="399784" y="4041163"/>
                  <a:pt x="399784" y="4041163"/>
                  <a:pt x="399784" y="4041163"/>
                </a:cubicBezTo>
                <a:cubicBezTo>
                  <a:pt x="399784" y="4041163"/>
                  <a:pt x="399784" y="4041163"/>
                  <a:pt x="399784" y="4041197"/>
                </a:cubicBezTo>
                <a:lnTo>
                  <a:pt x="403406" y="4178741"/>
                </a:lnTo>
                <a:lnTo>
                  <a:pt x="314580" y="4244848"/>
                </a:lnTo>
                <a:lnTo>
                  <a:pt x="278059" y="3986091"/>
                </a:lnTo>
                <a:lnTo>
                  <a:pt x="398964" y="3972699"/>
                </a:lnTo>
                <a:lnTo>
                  <a:pt x="399784" y="4041129"/>
                </a:lnTo>
                <a:close/>
                <a:moveTo>
                  <a:pt x="305048" y="3703420"/>
                </a:moveTo>
                <a:lnTo>
                  <a:pt x="268117" y="3977721"/>
                </a:lnTo>
                <a:lnTo>
                  <a:pt x="221859" y="3987219"/>
                </a:lnTo>
                <a:lnTo>
                  <a:pt x="264769" y="3670418"/>
                </a:lnTo>
                <a:lnTo>
                  <a:pt x="305014" y="3703420"/>
                </a:lnTo>
                <a:close/>
                <a:moveTo>
                  <a:pt x="268391" y="3987663"/>
                </a:moveTo>
                <a:lnTo>
                  <a:pt x="305766" y="4252329"/>
                </a:lnTo>
                <a:lnTo>
                  <a:pt x="265111" y="4303507"/>
                </a:lnTo>
                <a:lnTo>
                  <a:pt x="221586" y="3997263"/>
                </a:lnTo>
                <a:lnTo>
                  <a:pt x="268391" y="3987663"/>
                </a:lnTo>
                <a:close/>
                <a:moveTo>
                  <a:pt x="403747" y="4190766"/>
                </a:moveTo>
                <a:lnTo>
                  <a:pt x="405661" y="4262715"/>
                </a:lnTo>
                <a:cubicBezTo>
                  <a:pt x="405661" y="4262715"/>
                  <a:pt x="405661" y="4262749"/>
                  <a:pt x="405661" y="4262784"/>
                </a:cubicBezTo>
                <a:cubicBezTo>
                  <a:pt x="405661" y="4263057"/>
                  <a:pt x="405797" y="4263296"/>
                  <a:pt x="405831" y="4263569"/>
                </a:cubicBezTo>
                <a:cubicBezTo>
                  <a:pt x="405900" y="4263843"/>
                  <a:pt x="405900" y="4264150"/>
                  <a:pt x="406036" y="4264423"/>
                </a:cubicBezTo>
                <a:cubicBezTo>
                  <a:pt x="406071" y="4264492"/>
                  <a:pt x="406105" y="4264594"/>
                  <a:pt x="406139" y="4264662"/>
                </a:cubicBezTo>
                <a:cubicBezTo>
                  <a:pt x="406139" y="4264662"/>
                  <a:pt x="406139" y="4264697"/>
                  <a:pt x="406139" y="4264731"/>
                </a:cubicBezTo>
                <a:lnTo>
                  <a:pt x="447101" y="4348603"/>
                </a:lnTo>
                <a:cubicBezTo>
                  <a:pt x="447101" y="4348603"/>
                  <a:pt x="447170" y="4348671"/>
                  <a:pt x="447204" y="4348706"/>
                </a:cubicBezTo>
                <a:cubicBezTo>
                  <a:pt x="447272" y="4348842"/>
                  <a:pt x="447340" y="4348979"/>
                  <a:pt x="447443" y="4349116"/>
                </a:cubicBezTo>
                <a:cubicBezTo>
                  <a:pt x="447545" y="4349286"/>
                  <a:pt x="447682" y="4349423"/>
                  <a:pt x="447784" y="4349560"/>
                </a:cubicBezTo>
                <a:cubicBezTo>
                  <a:pt x="447955" y="4349764"/>
                  <a:pt x="448126" y="4349935"/>
                  <a:pt x="448331" y="4350106"/>
                </a:cubicBezTo>
                <a:cubicBezTo>
                  <a:pt x="448434" y="4350209"/>
                  <a:pt x="448468" y="4350311"/>
                  <a:pt x="448604" y="4350380"/>
                </a:cubicBezTo>
                <a:lnTo>
                  <a:pt x="473373" y="4368794"/>
                </a:lnTo>
                <a:lnTo>
                  <a:pt x="418165" y="4459396"/>
                </a:lnTo>
                <a:lnTo>
                  <a:pt x="317142" y="4255267"/>
                </a:lnTo>
                <a:lnTo>
                  <a:pt x="403782" y="4190766"/>
                </a:lnTo>
                <a:close/>
                <a:moveTo>
                  <a:pt x="481265" y="4374670"/>
                </a:moveTo>
                <a:lnTo>
                  <a:pt x="483861" y="4376617"/>
                </a:lnTo>
                <a:cubicBezTo>
                  <a:pt x="483861" y="4376617"/>
                  <a:pt x="483930" y="4376617"/>
                  <a:pt x="483964" y="4376651"/>
                </a:cubicBezTo>
                <a:cubicBezTo>
                  <a:pt x="484032" y="4376686"/>
                  <a:pt x="484032" y="4376754"/>
                  <a:pt x="484101" y="4376788"/>
                </a:cubicBezTo>
                <a:lnTo>
                  <a:pt x="596875" y="4450309"/>
                </a:lnTo>
                <a:cubicBezTo>
                  <a:pt x="596875" y="4450309"/>
                  <a:pt x="597114" y="4450343"/>
                  <a:pt x="597217" y="4450411"/>
                </a:cubicBezTo>
                <a:cubicBezTo>
                  <a:pt x="597490" y="4450548"/>
                  <a:pt x="597695" y="4450753"/>
                  <a:pt x="598003" y="4450855"/>
                </a:cubicBezTo>
                <a:lnTo>
                  <a:pt x="598003" y="4450855"/>
                </a:lnTo>
                <a:cubicBezTo>
                  <a:pt x="598003" y="4450855"/>
                  <a:pt x="598003" y="4450855"/>
                  <a:pt x="598003" y="4450855"/>
                </a:cubicBezTo>
                <a:lnTo>
                  <a:pt x="598003" y="4450855"/>
                </a:lnTo>
                <a:cubicBezTo>
                  <a:pt x="598003" y="4450855"/>
                  <a:pt x="604357" y="4452939"/>
                  <a:pt x="604357" y="4452939"/>
                </a:cubicBezTo>
                <a:lnTo>
                  <a:pt x="569476" y="4586007"/>
                </a:lnTo>
                <a:lnTo>
                  <a:pt x="424041" y="4468415"/>
                </a:lnTo>
                <a:lnTo>
                  <a:pt x="481162" y="4374636"/>
                </a:lnTo>
                <a:close/>
                <a:moveTo>
                  <a:pt x="613786" y="4456014"/>
                </a:moveTo>
                <a:lnTo>
                  <a:pt x="643304" y="4465716"/>
                </a:lnTo>
                <a:cubicBezTo>
                  <a:pt x="643304" y="4465716"/>
                  <a:pt x="643304" y="4465716"/>
                  <a:pt x="643304" y="4465716"/>
                </a:cubicBezTo>
                <a:cubicBezTo>
                  <a:pt x="643304" y="4465716"/>
                  <a:pt x="643304" y="4465716"/>
                  <a:pt x="643304" y="4465716"/>
                </a:cubicBezTo>
                <a:lnTo>
                  <a:pt x="742447" y="4497762"/>
                </a:lnTo>
                <a:lnTo>
                  <a:pt x="742549" y="4608008"/>
                </a:lnTo>
                <a:lnTo>
                  <a:pt x="578529" y="4590346"/>
                </a:lnTo>
                <a:lnTo>
                  <a:pt x="613752" y="4456014"/>
                </a:lnTo>
                <a:close/>
                <a:moveTo>
                  <a:pt x="548089" y="4373132"/>
                </a:moveTo>
                <a:lnTo>
                  <a:pt x="690621" y="4416418"/>
                </a:lnTo>
                <a:lnTo>
                  <a:pt x="710675" y="4455570"/>
                </a:lnTo>
                <a:lnTo>
                  <a:pt x="567392" y="4410166"/>
                </a:lnTo>
                <a:lnTo>
                  <a:pt x="548089" y="4373098"/>
                </a:lnTo>
                <a:close/>
                <a:moveTo>
                  <a:pt x="684471" y="4348637"/>
                </a:moveTo>
                <a:lnTo>
                  <a:pt x="844153" y="4372074"/>
                </a:lnTo>
                <a:lnTo>
                  <a:pt x="857818" y="4432919"/>
                </a:lnTo>
                <a:lnTo>
                  <a:pt x="698068" y="4407980"/>
                </a:lnTo>
                <a:lnTo>
                  <a:pt x="684471" y="4348637"/>
                </a:lnTo>
                <a:close/>
                <a:moveTo>
                  <a:pt x="840053" y="4301764"/>
                </a:moveTo>
                <a:lnTo>
                  <a:pt x="1009471" y="4199956"/>
                </a:lnTo>
                <a:lnTo>
                  <a:pt x="1027612" y="4367666"/>
                </a:lnTo>
                <a:lnTo>
                  <a:pt x="852284" y="4362917"/>
                </a:lnTo>
                <a:lnTo>
                  <a:pt x="840087" y="4301764"/>
                </a:lnTo>
                <a:close/>
                <a:moveTo>
                  <a:pt x="1228529" y="4362303"/>
                </a:moveTo>
                <a:lnTo>
                  <a:pt x="1241272" y="4422055"/>
                </a:lnTo>
                <a:lnTo>
                  <a:pt x="1052517" y="4438590"/>
                </a:lnTo>
                <a:lnTo>
                  <a:pt x="1039057" y="4377198"/>
                </a:lnTo>
                <a:lnTo>
                  <a:pt x="1228495" y="4362303"/>
                </a:lnTo>
                <a:close/>
                <a:moveTo>
                  <a:pt x="1342534" y="4411191"/>
                </a:moveTo>
                <a:lnTo>
                  <a:pt x="1347214" y="4449010"/>
                </a:lnTo>
                <a:lnTo>
                  <a:pt x="1274274" y="4471832"/>
                </a:lnTo>
                <a:lnTo>
                  <a:pt x="1254289" y="4429981"/>
                </a:lnTo>
                <a:lnTo>
                  <a:pt x="1342499" y="4411191"/>
                </a:lnTo>
                <a:close/>
                <a:moveTo>
                  <a:pt x="1379089" y="4461514"/>
                </a:moveTo>
                <a:lnTo>
                  <a:pt x="1517520" y="4449899"/>
                </a:lnTo>
                <a:lnTo>
                  <a:pt x="1528999" y="4456458"/>
                </a:lnTo>
                <a:lnTo>
                  <a:pt x="1373281" y="4469440"/>
                </a:lnTo>
                <a:lnTo>
                  <a:pt x="1379123" y="4461514"/>
                </a:lnTo>
                <a:close/>
                <a:moveTo>
                  <a:pt x="1645771" y="4745244"/>
                </a:moveTo>
                <a:lnTo>
                  <a:pt x="1534705" y="4486317"/>
                </a:lnTo>
                <a:lnTo>
                  <a:pt x="1544271" y="4470704"/>
                </a:lnTo>
                <a:lnTo>
                  <a:pt x="1662819" y="4748080"/>
                </a:lnTo>
                <a:lnTo>
                  <a:pt x="1645771" y="4745244"/>
                </a:lnTo>
                <a:close/>
                <a:moveTo>
                  <a:pt x="1551172" y="4461856"/>
                </a:moveTo>
                <a:lnTo>
                  <a:pt x="1756735" y="4323766"/>
                </a:lnTo>
                <a:lnTo>
                  <a:pt x="1836644" y="4518192"/>
                </a:lnTo>
                <a:lnTo>
                  <a:pt x="1671975" y="4744493"/>
                </a:lnTo>
                <a:lnTo>
                  <a:pt x="1551172" y="4461856"/>
                </a:lnTo>
                <a:close/>
                <a:moveTo>
                  <a:pt x="1734631" y="4064907"/>
                </a:moveTo>
                <a:lnTo>
                  <a:pt x="2002885" y="4025994"/>
                </a:lnTo>
                <a:lnTo>
                  <a:pt x="1988639" y="4101496"/>
                </a:lnTo>
                <a:lnTo>
                  <a:pt x="1762748" y="4306308"/>
                </a:lnTo>
                <a:lnTo>
                  <a:pt x="1734631" y="4064907"/>
                </a:lnTo>
                <a:close/>
                <a:moveTo>
                  <a:pt x="1993695" y="4142015"/>
                </a:moveTo>
                <a:lnTo>
                  <a:pt x="2067659" y="3750225"/>
                </a:lnTo>
                <a:lnTo>
                  <a:pt x="2072442" y="3744383"/>
                </a:lnTo>
                <a:lnTo>
                  <a:pt x="1995950" y="4149599"/>
                </a:lnTo>
                <a:lnTo>
                  <a:pt x="1993695" y="4142015"/>
                </a:lnTo>
                <a:close/>
                <a:moveTo>
                  <a:pt x="2279202" y="4168115"/>
                </a:moveTo>
                <a:lnTo>
                  <a:pt x="2392625" y="4203920"/>
                </a:lnTo>
                <a:lnTo>
                  <a:pt x="2393104" y="4255951"/>
                </a:lnTo>
                <a:cubicBezTo>
                  <a:pt x="2393104" y="4255951"/>
                  <a:pt x="2393104" y="4256019"/>
                  <a:pt x="2393104" y="4256054"/>
                </a:cubicBezTo>
                <a:cubicBezTo>
                  <a:pt x="2393104" y="4256054"/>
                  <a:pt x="2393104" y="4256121"/>
                  <a:pt x="2393104" y="4256121"/>
                </a:cubicBezTo>
                <a:lnTo>
                  <a:pt x="2402020" y="4451641"/>
                </a:lnTo>
                <a:lnTo>
                  <a:pt x="2338886" y="4482354"/>
                </a:lnTo>
                <a:lnTo>
                  <a:pt x="2279202" y="4168115"/>
                </a:lnTo>
                <a:close/>
                <a:moveTo>
                  <a:pt x="2520944" y="3422116"/>
                </a:moveTo>
                <a:lnTo>
                  <a:pt x="2527948" y="3422526"/>
                </a:lnTo>
                <a:lnTo>
                  <a:pt x="2524702" y="3448080"/>
                </a:lnTo>
                <a:lnTo>
                  <a:pt x="2516196" y="3447534"/>
                </a:lnTo>
                <a:lnTo>
                  <a:pt x="2520944" y="3422116"/>
                </a:lnTo>
                <a:close/>
                <a:moveTo>
                  <a:pt x="2612127" y="2495834"/>
                </a:moveTo>
                <a:lnTo>
                  <a:pt x="2656370" y="2444349"/>
                </a:lnTo>
                <a:lnTo>
                  <a:pt x="2643866" y="2601981"/>
                </a:lnTo>
                <a:lnTo>
                  <a:pt x="2589409" y="2616466"/>
                </a:lnTo>
                <a:lnTo>
                  <a:pt x="2612093" y="2495868"/>
                </a:lnTo>
                <a:close/>
                <a:moveTo>
                  <a:pt x="2731666" y="2604577"/>
                </a:moveTo>
                <a:lnTo>
                  <a:pt x="2696785" y="3005899"/>
                </a:lnTo>
                <a:lnTo>
                  <a:pt x="2620088" y="2998075"/>
                </a:lnTo>
                <a:lnTo>
                  <a:pt x="2653056" y="2610419"/>
                </a:lnTo>
                <a:lnTo>
                  <a:pt x="2731701" y="2604577"/>
                </a:lnTo>
                <a:close/>
                <a:moveTo>
                  <a:pt x="3748653" y="3029028"/>
                </a:moveTo>
                <a:lnTo>
                  <a:pt x="3578860" y="3066471"/>
                </a:lnTo>
                <a:lnTo>
                  <a:pt x="3579133" y="3027422"/>
                </a:lnTo>
                <a:lnTo>
                  <a:pt x="3748653" y="3029028"/>
                </a:lnTo>
                <a:close/>
                <a:moveTo>
                  <a:pt x="3569020" y="3068657"/>
                </a:moveTo>
                <a:lnTo>
                  <a:pt x="3444186" y="3096193"/>
                </a:lnTo>
                <a:cubicBezTo>
                  <a:pt x="3444186" y="3096193"/>
                  <a:pt x="3444084" y="3096228"/>
                  <a:pt x="3444049" y="3096262"/>
                </a:cubicBezTo>
                <a:cubicBezTo>
                  <a:pt x="3443981" y="3096262"/>
                  <a:pt x="3443879" y="3096262"/>
                  <a:pt x="3443810" y="3096296"/>
                </a:cubicBezTo>
                <a:cubicBezTo>
                  <a:pt x="3443810" y="3096296"/>
                  <a:pt x="3443810" y="3096296"/>
                  <a:pt x="3443776" y="3096296"/>
                </a:cubicBezTo>
                <a:lnTo>
                  <a:pt x="3406128" y="3108253"/>
                </a:lnTo>
                <a:cubicBezTo>
                  <a:pt x="3405888" y="3108322"/>
                  <a:pt x="3405752" y="3108492"/>
                  <a:pt x="3405513" y="3108595"/>
                </a:cubicBezTo>
                <a:cubicBezTo>
                  <a:pt x="3405444" y="3108595"/>
                  <a:pt x="3405376" y="3108663"/>
                  <a:pt x="3405308" y="3108697"/>
                </a:cubicBezTo>
                <a:cubicBezTo>
                  <a:pt x="3405103" y="3108800"/>
                  <a:pt x="3404864" y="3108834"/>
                  <a:pt x="3404659" y="3109005"/>
                </a:cubicBezTo>
                <a:lnTo>
                  <a:pt x="3365814" y="3137566"/>
                </a:lnTo>
                <a:lnTo>
                  <a:pt x="3366532" y="3036407"/>
                </a:lnTo>
                <a:lnTo>
                  <a:pt x="3569259" y="3027661"/>
                </a:lnTo>
                <a:lnTo>
                  <a:pt x="3568986" y="3068726"/>
                </a:lnTo>
                <a:close/>
                <a:moveTo>
                  <a:pt x="3267252" y="4063062"/>
                </a:moveTo>
                <a:lnTo>
                  <a:pt x="3993984" y="4366163"/>
                </a:lnTo>
                <a:lnTo>
                  <a:pt x="3205450" y="4403162"/>
                </a:lnTo>
                <a:lnTo>
                  <a:pt x="3267252" y="4063028"/>
                </a:lnTo>
                <a:close/>
                <a:moveTo>
                  <a:pt x="3270634" y="4053838"/>
                </a:moveTo>
                <a:lnTo>
                  <a:pt x="3444733" y="3763719"/>
                </a:lnTo>
                <a:lnTo>
                  <a:pt x="3996956" y="4356802"/>
                </a:lnTo>
                <a:lnTo>
                  <a:pt x="3270600" y="4053872"/>
                </a:lnTo>
                <a:close/>
                <a:moveTo>
                  <a:pt x="3451190" y="3756237"/>
                </a:moveTo>
                <a:lnTo>
                  <a:pt x="3707384" y="3562051"/>
                </a:lnTo>
                <a:lnTo>
                  <a:pt x="4002729" y="4348569"/>
                </a:lnTo>
                <a:lnTo>
                  <a:pt x="3451190" y="3756237"/>
                </a:lnTo>
                <a:close/>
                <a:moveTo>
                  <a:pt x="3261444" y="4050080"/>
                </a:moveTo>
                <a:lnTo>
                  <a:pt x="2891621" y="3902185"/>
                </a:lnTo>
                <a:lnTo>
                  <a:pt x="3149865" y="3478554"/>
                </a:lnTo>
                <a:lnTo>
                  <a:pt x="3437695" y="3756408"/>
                </a:lnTo>
                <a:lnTo>
                  <a:pt x="3261478" y="4050080"/>
                </a:lnTo>
                <a:close/>
                <a:moveTo>
                  <a:pt x="2763575" y="4439410"/>
                </a:moveTo>
                <a:lnTo>
                  <a:pt x="2644959" y="4418980"/>
                </a:lnTo>
                <a:lnTo>
                  <a:pt x="2637784" y="4395168"/>
                </a:lnTo>
                <a:lnTo>
                  <a:pt x="2780965" y="4419253"/>
                </a:lnTo>
                <a:lnTo>
                  <a:pt x="2763575" y="4439444"/>
                </a:lnTo>
                <a:close/>
                <a:moveTo>
                  <a:pt x="2277903" y="4157388"/>
                </a:moveTo>
                <a:cubicBezTo>
                  <a:pt x="2277903" y="4157388"/>
                  <a:pt x="2277699" y="4157320"/>
                  <a:pt x="2277596" y="4157286"/>
                </a:cubicBezTo>
                <a:lnTo>
                  <a:pt x="2242578" y="4146251"/>
                </a:lnTo>
                <a:lnTo>
                  <a:pt x="2238786" y="4142390"/>
                </a:lnTo>
                <a:lnTo>
                  <a:pt x="2514248" y="4228312"/>
                </a:lnTo>
                <a:lnTo>
                  <a:pt x="2519441" y="4233642"/>
                </a:lnTo>
                <a:lnTo>
                  <a:pt x="2483877" y="4222436"/>
                </a:lnTo>
                <a:cubicBezTo>
                  <a:pt x="2483877" y="4222436"/>
                  <a:pt x="2483808" y="4222436"/>
                  <a:pt x="2483774" y="4222402"/>
                </a:cubicBezTo>
                <a:lnTo>
                  <a:pt x="2471407" y="4218507"/>
                </a:lnTo>
                <a:cubicBezTo>
                  <a:pt x="2471407" y="4218507"/>
                  <a:pt x="2471065" y="4218405"/>
                  <a:pt x="2470860" y="4218337"/>
                </a:cubicBezTo>
                <a:lnTo>
                  <a:pt x="2277903" y="4157422"/>
                </a:lnTo>
                <a:close/>
                <a:moveTo>
                  <a:pt x="2537787" y="3422936"/>
                </a:moveTo>
                <a:lnTo>
                  <a:pt x="2552443" y="3423209"/>
                </a:lnTo>
                <a:lnTo>
                  <a:pt x="2551350" y="3448832"/>
                </a:lnTo>
                <a:lnTo>
                  <a:pt x="2534542" y="3448524"/>
                </a:lnTo>
                <a:lnTo>
                  <a:pt x="2537787" y="3422970"/>
                </a:lnTo>
                <a:close/>
                <a:moveTo>
                  <a:pt x="2566041" y="3401413"/>
                </a:moveTo>
                <a:lnTo>
                  <a:pt x="2578134" y="3401344"/>
                </a:lnTo>
                <a:lnTo>
                  <a:pt x="2582166" y="3413302"/>
                </a:lnTo>
                <a:lnTo>
                  <a:pt x="2563547" y="3413404"/>
                </a:lnTo>
                <a:lnTo>
                  <a:pt x="2566006" y="3401413"/>
                </a:lnTo>
                <a:close/>
                <a:moveTo>
                  <a:pt x="2562248" y="3423243"/>
                </a:moveTo>
                <a:lnTo>
                  <a:pt x="2584455" y="3423141"/>
                </a:lnTo>
                <a:lnTo>
                  <a:pt x="2586231" y="3448729"/>
                </a:lnTo>
                <a:lnTo>
                  <a:pt x="2561189" y="3448866"/>
                </a:lnTo>
                <a:lnTo>
                  <a:pt x="2562283" y="3423243"/>
                </a:lnTo>
                <a:close/>
                <a:moveTo>
                  <a:pt x="3202375" y="3053079"/>
                </a:moveTo>
                <a:lnTo>
                  <a:pt x="3203195" y="3257105"/>
                </a:lnTo>
                <a:lnTo>
                  <a:pt x="3109449" y="3326047"/>
                </a:lnTo>
                <a:lnTo>
                  <a:pt x="3106101" y="3070639"/>
                </a:lnTo>
                <a:lnTo>
                  <a:pt x="3202409" y="3053079"/>
                </a:lnTo>
                <a:close/>
                <a:moveTo>
                  <a:pt x="3143511" y="3438993"/>
                </a:moveTo>
                <a:lnTo>
                  <a:pt x="3143852" y="3463283"/>
                </a:lnTo>
                <a:lnTo>
                  <a:pt x="3014713" y="3408314"/>
                </a:lnTo>
                <a:lnTo>
                  <a:pt x="3036168" y="3393794"/>
                </a:lnTo>
                <a:lnTo>
                  <a:pt x="3143545" y="3438993"/>
                </a:lnTo>
                <a:close/>
                <a:moveTo>
                  <a:pt x="2752062" y="3838025"/>
                </a:moveTo>
                <a:lnTo>
                  <a:pt x="2867878" y="3871677"/>
                </a:lnTo>
                <a:lnTo>
                  <a:pt x="2876657" y="3897163"/>
                </a:lnTo>
                <a:lnTo>
                  <a:pt x="2737304" y="3856098"/>
                </a:lnTo>
                <a:lnTo>
                  <a:pt x="2752062" y="3838025"/>
                </a:lnTo>
                <a:close/>
                <a:moveTo>
                  <a:pt x="2869449" y="3861906"/>
                </a:moveTo>
                <a:lnTo>
                  <a:pt x="2757870" y="3829484"/>
                </a:lnTo>
                <a:lnTo>
                  <a:pt x="2998212" y="3437455"/>
                </a:lnTo>
                <a:lnTo>
                  <a:pt x="3101421" y="3481766"/>
                </a:lnTo>
                <a:lnTo>
                  <a:pt x="2869449" y="3861906"/>
                </a:lnTo>
                <a:close/>
                <a:moveTo>
                  <a:pt x="3037535" y="3090659"/>
                </a:moveTo>
                <a:lnTo>
                  <a:pt x="3096331" y="3073099"/>
                </a:lnTo>
                <a:lnTo>
                  <a:pt x="3099747" y="3333187"/>
                </a:lnTo>
                <a:lnTo>
                  <a:pt x="3039004" y="3377840"/>
                </a:lnTo>
                <a:lnTo>
                  <a:pt x="3037535" y="3090659"/>
                </a:lnTo>
                <a:close/>
                <a:moveTo>
                  <a:pt x="3109074" y="3474386"/>
                </a:moveTo>
                <a:lnTo>
                  <a:pt x="3002483" y="3428641"/>
                </a:lnTo>
                <a:lnTo>
                  <a:pt x="3007266" y="3415830"/>
                </a:lnTo>
                <a:lnTo>
                  <a:pt x="3132749" y="3469228"/>
                </a:lnTo>
                <a:lnTo>
                  <a:pt x="3109039" y="3474386"/>
                </a:lnTo>
                <a:close/>
                <a:moveTo>
                  <a:pt x="3096194" y="3062918"/>
                </a:moveTo>
                <a:lnTo>
                  <a:pt x="3037671" y="3080376"/>
                </a:lnTo>
                <a:lnTo>
                  <a:pt x="3045427" y="2749124"/>
                </a:lnTo>
                <a:lnTo>
                  <a:pt x="3093700" y="2681753"/>
                </a:lnTo>
                <a:lnTo>
                  <a:pt x="3096228" y="3062918"/>
                </a:lnTo>
                <a:close/>
                <a:moveTo>
                  <a:pt x="3027866" y="3080341"/>
                </a:moveTo>
                <a:lnTo>
                  <a:pt x="2963297" y="3059741"/>
                </a:lnTo>
                <a:lnTo>
                  <a:pt x="2990525" y="2687663"/>
                </a:lnTo>
                <a:lnTo>
                  <a:pt x="3035622" y="2749056"/>
                </a:lnTo>
                <a:lnTo>
                  <a:pt x="3027866" y="3080341"/>
                </a:lnTo>
                <a:close/>
                <a:moveTo>
                  <a:pt x="3027730" y="3090591"/>
                </a:moveTo>
                <a:lnTo>
                  <a:pt x="3029233" y="3385014"/>
                </a:lnTo>
                <a:lnTo>
                  <a:pt x="3001663" y="3405273"/>
                </a:lnTo>
                <a:cubicBezTo>
                  <a:pt x="3001663" y="3405273"/>
                  <a:pt x="3001663" y="3405273"/>
                  <a:pt x="3001663" y="3405273"/>
                </a:cubicBezTo>
                <a:lnTo>
                  <a:pt x="3001629" y="3405273"/>
                </a:lnTo>
                <a:cubicBezTo>
                  <a:pt x="3001629" y="3405273"/>
                  <a:pt x="3001492" y="3405478"/>
                  <a:pt x="3001389" y="3405546"/>
                </a:cubicBezTo>
                <a:cubicBezTo>
                  <a:pt x="3001287" y="3405649"/>
                  <a:pt x="3001150" y="3405717"/>
                  <a:pt x="3001048" y="3405820"/>
                </a:cubicBezTo>
                <a:cubicBezTo>
                  <a:pt x="3000911" y="3405956"/>
                  <a:pt x="3000843" y="3406127"/>
                  <a:pt x="3000740" y="3406264"/>
                </a:cubicBezTo>
                <a:cubicBezTo>
                  <a:pt x="3000638" y="3406400"/>
                  <a:pt x="3000501" y="3406503"/>
                  <a:pt x="3000399" y="3406640"/>
                </a:cubicBezTo>
                <a:cubicBezTo>
                  <a:pt x="3000399" y="3406640"/>
                  <a:pt x="3000399" y="3406640"/>
                  <a:pt x="3000365" y="3406674"/>
                </a:cubicBezTo>
                <a:lnTo>
                  <a:pt x="3000365" y="3406674"/>
                </a:lnTo>
                <a:cubicBezTo>
                  <a:pt x="3000365" y="3406674"/>
                  <a:pt x="3000365" y="3406742"/>
                  <a:pt x="3000365" y="3406742"/>
                </a:cubicBezTo>
                <a:lnTo>
                  <a:pt x="2958377" y="3475240"/>
                </a:lnTo>
                <a:lnTo>
                  <a:pt x="2963058" y="3069887"/>
                </a:lnTo>
                <a:lnTo>
                  <a:pt x="3027832" y="3090556"/>
                </a:lnTo>
                <a:close/>
                <a:moveTo>
                  <a:pt x="2704130" y="4806022"/>
                </a:moveTo>
                <a:lnTo>
                  <a:pt x="2619644" y="4781560"/>
                </a:lnTo>
                <a:lnTo>
                  <a:pt x="2594396" y="4702198"/>
                </a:lnTo>
                <a:lnTo>
                  <a:pt x="2689611" y="4728777"/>
                </a:lnTo>
                <a:lnTo>
                  <a:pt x="2704130" y="4806022"/>
                </a:lnTo>
                <a:close/>
                <a:moveTo>
                  <a:pt x="2715097" y="4864407"/>
                </a:moveTo>
                <a:lnTo>
                  <a:pt x="2666687" y="4850059"/>
                </a:lnTo>
                <a:lnTo>
                  <a:pt x="2627706" y="4794133"/>
                </a:lnTo>
                <a:lnTo>
                  <a:pt x="2706146" y="4816851"/>
                </a:lnTo>
                <a:lnTo>
                  <a:pt x="2715063" y="4864407"/>
                </a:lnTo>
                <a:close/>
                <a:moveTo>
                  <a:pt x="2568569" y="4254687"/>
                </a:moveTo>
                <a:cubicBezTo>
                  <a:pt x="2568842" y="4254721"/>
                  <a:pt x="2569115" y="4254755"/>
                  <a:pt x="2569389" y="4254755"/>
                </a:cubicBezTo>
                <a:cubicBezTo>
                  <a:pt x="2569389" y="4254755"/>
                  <a:pt x="2569389" y="4254755"/>
                  <a:pt x="2569389" y="4254755"/>
                </a:cubicBezTo>
                <a:lnTo>
                  <a:pt x="2569389" y="4254755"/>
                </a:lnTo>
                <a:cubicBezTo>
                  <a:pt x="2569389" y="4254755"/>
                  <a:pt x="2569525" y="4254755"/>
                  <a:pt x="2569594" y="4254755"/>
                </a:cubicBezTo>
                <a:lnTo>
                  <a:pt x="2582268" y="4254243"/>
                </a:lnTo>
                <a:lnTo>
                  <a:pt x="2580321" y="4319085"/>
                </a:lnTo>
                <a:lnTo>
                  <a:pt x="2565733" y="4254209"/>
                </a:lnTo>
                <a:lnTo>
                  <a:pt x="2568569" y="4254687"/>
                </a:lnTo>
                <a:close/>
                <a:moveTo>
                  <a:pt x="2578476" y="4241158"/>
                </a:moveTo>
                <a:lnTo>
                  <a:pt x="2562966" y="4238493"/>
                </a:lnTo>
                <a:lnTo>
                  <a:pt x="2572156" y="4229987"/>
                </a:lnTo>
                <a:lnTo>
                  <a:pt x="2582166" y="4231729"/>
                </a:lnTo>
                <a:lnTo>
                  <a:pt x="2578476" y="4241158"/>
                </a:lnTo>
                <a:close/>
                <a:moveTo>
                  <a:pt x="2563137" y="4205491"/>
                </a:moveTo>
                <a:lnTo>
                  <a:pt x="2561907" y="4198897"/>
                </a:lnTo>
                <a:lnTo>
                  <a:pt x="2573932" y="4198727"/>
                </a:lnTo>
                <a:lnTo>
                  <a:pt x="2563137" y="4205491"/>
                </a:lnTo>
                <a:close/>
                <a:moveTo>
                  <a:pt x="2574684" y="4209796"/>
                </a:moveTo>
                <a:lnTo>
                  <a:pt x="2569935" y="4216970"/>
                </a:lnTo>
                <a:lnTo>
                  <a:pt x="2567407" y="4214373"/>
                </a:lnTo>
                <a:lnTo>
                  <a:pt x="2574684" y="4209796"/>
                </a:lnTo>
                <a:close/>
                <a:moveTo>
                  <a:pt x="2551863" y="4198761"/>
                </a:moveTo>
                <a:lnTo>
                  <a:pt x="2554049" y="4210410"/>
                </a:lnTo>
                <a:lnTo>
                  <a:pt x="2538470" y="4216765"/>
                </a:lnTo>
                <a:lnTo>
                  <a:pt x="2534883" y="4197838"/>
                </a:lnTo>
                <a:lnTo>
                  <a:pt x="2551863" y="4198727"/>
                </a:lnTo>
                <a:close/>
                <a:moveTo>
                  <a:pt x="2558422" y="4219259"/>
                </a:moveTo>
                <a:lnTo>
                  <a:pt x="2563615" y="4224554"/>
                </a:lnTo>
                <a:lnTo>
                  <a:pt x="2552546" y="4234769"/>
                </a:lnTo>
                <a:lnTo>
                  <a:pt x="2543390" y="4225374"/>
                </a:lnTo>
                <a:lnTo>
                  <a:pt x="2558456" y="4219225"/>
                </a:lnTo>
                <a:close/>
                <a:moveTo>
                  <a:pt x="2535122" y="4248879"/>
                </a:moveTo>
                <a:cubicBezTo>
                  <a:pt x="2535122" y="4248879"/>
                  <a:pt x="2535362" y="4248879"/>
                  <a:pt x="2535498" y="4248947"/>
                </a:cubicBezTo>
                <a:cubicBezTo>
                  <a:pt x="2535601" y="4248947"/>
                  <a:pt x="2535669" y="4249016"/>
                  <a:pt x="2535772" y="4249050"/>
                </a:cubicBezTo>
                <a:lnTo>
                  <a:pt x="2555279" y="4252432"/>
                </a:lnTo>
                <a:lnTo>
                  <a:pt x="2578989" y="4357930"/>
                </a:lnTo>
                <a:lnTo>
                  <a:pt x="2529178" y="4527416"/>
                </a:lnTo>
                <a:lnTo>
                  <a:pt x="2501847" y="4312424"/>
                </a:lnTo>
                <a:lnTo>
                  <a:pt x="2522516" y="4244950"/>
                </a:lnTo>
                <a:lnTo>
                  <a:pt x="2535122" y="4248913"/>
                </a:lnTo>
                <a:close/>
                <a:moveTo>
                  <a:pt x="2481759" y="4423285"/>
                </a:moveTo>
                <a:lnTo>
                  <a:pt x="2479401" y="4371527"/>
                </a:lnTo>
                <a:lnTo>
                  <a:pt x="2502188" y="4467254"/>
                </a:lnTo>
                <a:lnTo>
                  <a:pt x="2481759" y="4423319"/>
                </a:lnTo>
                <a:close/>
                <a:moveTo>
                  <a:pt x="2522721" y="4553073"/>
                </a:moveTo>
                <a:cubicBezTo>
                  <a:pt x="2522721" y="4553073"/>
                  <a:pt x="2522824" y="4553176"/>
                  <a:pt x="2522858" y="4553244"/>
                </a:cubicBezTo>
                <a:cubicBezTo>
                  <a:pt x="2522926" y="4553415"/>
                  <a:pt x="2522960" y="4553551"/>
                  <a:pt x="2523062" y="4553722"/>
                </a:cubicBezTo>
                <a:cubicBezTo>
                  <a:pt x="2523062" y="4553756"/>
                  <a:pt x="2523062" y="4553825"/>
                  <a:pt x="2523097" y="4553859"/>
                </a:cubicBezTo>
                <a:lnTo>
                  <a:pt x="2557944" y="4610434"/>
                </a:lnTo>
                <a:lnTo>
                  <a:pt x="2578852" y="4684365"/>
                </a:lnTo>
                <a:lnTo>
                  <a:pt x="2504272" y="4638927"/>
                </a:lnTo>
                <a:lnTo>
                  <a:pt x="2485517" y="4459430"/>
                </a:lnTo>
                <a:lnTo>
                  <a:pt x="2522721" y="4553141"/>
                </a:lnTo>
                <a:close/>
                <a:moveTo>
                  <a:pt x="2582849" y="4698269"/>
                </a:moveTo>
                <a:lnTo>
                  <a:pt x="2606969" y="4774112"/>
                </a:lnTo>
                <a:lnTo>
                  <a:pt x="2531603" y="4725907"/>
                </a:lnTo>
                <a:lnTo>
                  <a:pt x="2508304" y="4652831"/>
                </a:lnTo>
                <a:lnTo>
                  <a:pt x="2582849" y="4698269"/>
                </a:lnTo>
                <a:close/>
                <a:moveTo>
                  <a:pt x="2612298" y="4789145"/>
                </a:moveTo>
                <a:lnTo>
                  <a:pt x="2645130" y="4836257"/>
                </a:lnTo>
                <a:lnTo>
                  <a:pt x="2577246" y="4791809"/>
                </a:lnTo>
                <a:lnTo>
                  <a:pt x="2545645" y="4746508"/>
                </a:lnTo>
                <a:lnTo>
                  <a:pt x="2612332" y="4789145"/>
                </a:lnTo>
                <a:close/>
                <a:moveTo>
                  <a:pt x="2719436" y="4887434"/>
                </a:moveTo>
                <a:lnTo>
                  <a:pt x="2691046" y="4867516"/>
                </a:lnTo>
                <a:lnTo>
                  <a:pt x="2717147" y="4875272"/>
                </a:lnTo>
                <a:lnTo>
                  <a:pt x="2719436" y="4887468"/>
                </a:lnTo>
                <a:close/>
                <a:moveTo>
                  <a:pt x="2590946" y="4691061"/>
                </a:moveTo>
                <a:lnTo>
                  <a:pt x="2567954" y="4609785"/>
                </a:lnTo>
                <a:lnTo>
                  <a:pt x="2650835" y="4522120"/>
                </a:lnTo>
                <a:lnTo>
                  <a:pt x="2687629" y="4718050"/>
                </a:lnTo>
                <a:lnTo>
                  <a:pt x="2590980" y="4691061"/>
                </a:lnTo>
                <a:close/>
                <a:moveTo>
                  <a:pt x="2563308" y="4600390"/>
                </a:moveTo>
                <a:lnTo>
                  <a:pt x="2532594" y="4550545"/>
                </a:lnTo>
                <a:lnTo>
                  <a:pt x="2585685" y="4369955"/>
                </a:lnTo>
                <a:lnTo>
                  <a:pt x="2638126" y="4454476"/>
                </a:lnTo>
                <a:lnTo>
                  <a:pt x="2648580" y="4510197"/>
                </a:lnTo>
                <a:lnTo>
                  <a:pt x="2563273" y="4600424"/>
                </a:lnTo>
                <a:close/>
                <a:moveTo>
                  <a:pt x="2588999" y="4356700"/>
                </a:moveTo>
                <a:lnTo>
                  <a:pt x="2592108" y="4253833"/>
                </a:lnTo>
                <a:lnTo>
                  <a:pt x="2651279" y="4251441"/>
                </a:lnTo>
                <a:lnTo>
                  <a:pt x="2626032" y="4387960"/>
                </a:lnTo>
                <a:lnTo>
                  <a:pt x="2626032" y="4387960"/>
                </a:lnTo>
                <a:cubicBezTo>
                  <a:pt x="2626032" y="4387960"/>
                  <a:pt x="2626032" y="4388096"/>
                  <a:pt x="2626032" y="4388096"/>
                </a:cubicBezTo>
                <a:cubicBezTo>
                  <a:pt x="2626032" y="4388096"/>
                  <a:pt x="2626032" y="4388096"/>
                  <a:pt x="2626032" y="4388130"/>
                </a:cubicBezTo>
                <a:cubicBezTo>
                  <a:pt x="2626032" y="4388130"/>
                  <a:pt x="2626032" y="4388130"/>
                  <a:pt x="2626032" y="4388165"/>
                </a:cubicBezTo>
                <a:cubicBezTo>
                  <a:pt x="2626032" y="4388199"/>
                  <a:pt x="2626032" y="4388233"/>
                  <a:pt x="2626032" y="4388301"/>
                </a:cubicBezTo>
                <a:cubicBezTo>
                  <a:pt x="2626032" y="4388472"/>
                  <a:pt x="2626032" y="4388643"/>
                  <a:pt x="2626032" y="4388814"/>
                </a:cubicBezTo>
                <a:cubicBezTo>
                  <a:pt x="2626032" y="4389053"/>
                  <a:pt x="2626032" y="4389292"/>
                  <a:pt x="2626032" y="4389497"/>
                </a:cubicBezTo>
                <a:cubicBezTo>
                  <a:pt x="2626032" y="4389634"/>
                  <a:pt x="2626032" y="4389736"/>
                  <a:pt x="2626032" y="4389873"/>
                </a:cubicBezTo>
                <a:lnTo>
                  <a:pt x="2633138" y="4427760"/>
                </a:lnTo>
                <a:lnTo>
                  <a:pt x="2589033" y="4356700"/>
                </a:lnTo>
                <a:close/>
                <a:moveTo>
                  <a:pt x="2653602" y="4238835"/>
                </a:moveTo>
                <a:lnTo>
                  <a:pt x="2588896" y="4241466"/>
                </a:lnTo>
                <a:lnTo>
                  <a:pt x="2592347" y="4232685"/>
                </a:lnTo>
                <a:lnTo>
                  <a:pt x="2655208" y="4230191"/>
                </a:lnTo>
                <a:lnTo>
                  <a:pt x="2653602" y="4238869"/>
                </a:lnTo>
                <a:close/>
                <a:moveTo>
                  <a:pt x="2578886" y="4221172"/>
                </a:moveTo>
                <a:lnTo>
                  <a:pt x="2585172" y="4211743"/>
                </a:lnTo>
                <a:lnTo>
                  <a:pt x="2584421" y="4222129"/>
                </a:lnTo>
                <a:lnTo>
                  <a:pt x="2578886" y="4221172"/>
                </a:lnTo>
                <a:close/>
                <a:moveTo>
                  <a:pt x="2586470" y="4188682"/>
                </a:moveTo>
                <a:lnTo>
                  <a:pt x="2560882" y="4189092"/>
                </a:lnTo>
                <a:lnTo>
                  <a:pt x="2560950" y="3458671"/>
                </a:lnTo>
                <a:lnTo>
                  <a:pt x="2586573" y="3458534"/>
                </a:lnTo>
                <a:lnTo>
                  <a:pt x="2586470" y="4188716"/>
                </a:lnTo>
                <a:close/>
                <a:moveTo>
                  <a:pt x="2551077" y="4188922"/>
                </a:moveTo>
                <a:lnTo>
                  <a:pt x="2533824" y="4187999"/>
                </a:lnTo>
                <a:lnTo>
                  <a:pt x="2533893" y="3458295"/>
                </a:lnTo>
                <a:lnTo>
                  <a:pt x="2551145" y="3458637"/>
                </a:lnTo>
                <a:lnTo>
                  <a:pt x="2551077" y="4188922"/>
                </a:lnTo>
                <a:close/>
                <a:moveTo>
                  <a:pt x="2524702" y="4196882"/>
                </a:moveTo>
                <a:lnTo>
                  <a:pt x="2528870" y="4218849"/>
                </a:lnTo>
                <a:lnTo>
                  <a:pt x="2520910" y="4219020"/>
                </a:lnTo>
                <a:lnTo>
                  <a:pt x="2516435" y="4195379"/>
                </a:lnTo>
                <a:lnTo>
                  <a:pt x="2524702" y="4196882"/>
                </a:lnTo>
                <a:close/>
                <a:moveTo>
                  <a:pt x="2532731" y="4228552"/>
                </a:moveTo>
                <a:lnTo>
                  <a:pt x="2542229" y="4238288"/>
                </a:lnTo>
                <a:lnTo>
                  <a:pt x="2538300" y="4238937"/>
                </a:lnTo>
                <a:lnTo>
                  <a:pt x="2528255" y="4228654"/>
                </a:lnTo>
                <a:lnTo>
                  <a:pt x="2532731" y="4228552"/>
                </a:lnTo>
                <a:close/>
                <a:moveTo>
                  <a:pt x="2501266" y="4280822"/>
                </a:moveTo>
                <a:lnTo>
                  <a:pt x="2500583" y="4237981"/>
                </a:lnTo>
                <a:lnTo>
                  <a:pt x="2513155" y="4241944"/>
                </a:lnTo>
                <a:lnTo>
                  <a:pt x="2501266" y="4280822"/>
                </a:lnTo>
                <a:close/>
                <a:moveTo>
                  <a:pt x="2490709" y="4234838"/>
                </a:moveTo>
                <a:lnTo>
                  <a:pt x="2490914" y="4246726"/>
                </a:lnTo>
                <a:lnTo>
                  <a:pt x="2488831" y="4234223"/>
                </a:lnTo>
                <a:lnTo>
                  <a:pt x="2490744" y="4234838"/>
                </a:lnTo>
                <a:close/>
                <a:moveTo>
                  <a:pt x="2478308" y="4230943"/>
                </a:moveTo>
                <a:lnTo>
                  <a:pt x="2491974" y="4312594"/>
                </a:lnTo>
                <a:lnTo>
                  <a:pt x="2510866" y="4461378"/>
                </a:lnTo>
                <a:lnTo>
                  <a:pt x="2477010" y="4319256"/>
                </a:lnTo>
                <a:lnTo>
                  <a:pt x="2475404" y="4230055"/>
                </a:lnTo>
                <a:lnTo>
                  <a:pt x="2478274" y="4230943"/>
                </a:lnTo>
                <a:close/>
                <a:moveTo>
                  <a:pt x="2464438" y="4226570"/>
                </a:moveTo>
                <a:lnTo>
                  <a:pt x="2467239" y="4320008"/>
                </a:lnTo>
                <a:cubicBezTo>
                  <a:pt x="2467239" y="4320008"/>
                  <a:pt x="2467239" y="4320008"/>
                  <a:pt x="2467239" y="4320042"/>
                </a:cubicBezTo>
                <a:cubicBezTo>
                  <a:pt x="2467239" y="4320042"/>
                  <a:pt x="2467239" y="4320042"/>
                  <a:pt x="2467239" y="4320042"/>
                </a:cubicBezTo>
                <a:lnTo>
                  <a:pt x="2470826" y="4398858"/>
                </a:lnTo>
                <a:lnTo>
                  <a:pt x="2426926" y="4300705"/>
                </a:lnTo>
                <a:lnTo>
                  <a:pt x="2426311" y="4214510"/>
                </a:lnTo>
                <a:lnTo>
                  <a:pt x="2464438" y="4226536"/>
                </a:lnTo>
                <a:close/>
                <a:moveTo>
                  <a:pt x="2472124" y="4425779"/>
                </a:moveTo>
                <a:lnTo>
                  <a:pt x="2493169" y="4627003"/>
                </a:lnTo>
                <a:lnTo>
                  <a:pt x="2440010" y="4566397"/>
                </a:lnTo>
                <a:lnTo>
                  <a:pt x="2428224" y="4327661"/>
                </a:lnTo>
                <a:lnTo>
                  <a:pt x="2472124" y="4425779"/>
                </a:lnTo>
                <a:close/>
                <a:moveTo>
                  <a:pt x="2495253" y="4644256"/>
                </a:moveTo>
                <a:lnTo>
                  <a:pt x="2515239" y="4706913"/>
                </a:lnTo>
                <a:lnTo>
                  <a:pt x="2465804" y="4648116"/>
                </a:lnTo>
                <a:lnTo>
                  <a:pt x="2446980" y="4589218"/>
                </a:lnTo>
                <a:lnTo>
                  <a:pt x="2495219" y="4644222"/>
                </a:lnTo>
                <a:close/>
                <a:moveTo>
                  <a:pt x="2644276" y="4367871"/>
                </a:moveTo>
                <a:lnTo>
                  <a:pt x="2762756" y="4387379"/>
                </a:lnTo>
                <a:lnTo>
                  <a:pt x="2779018" y="4408936"/>
                </a:lnTo>
                <a:lnTo>
                  <a:pt x="2637579" y="4385124"/>
                </a:lnTo>
                <a:lnTo>
                  <a:pt x="2644276" y="4367837"/>
                </a:lnTo>
                <a:close/>
                <a:moveTo>
                  <a:pt x="2761526" y="4377232"/>
                </a:moveTo>
                <a:lnTo>
                  <a:pt x="2646872" y="4358340"/>
                </a:lnTo>
                <a:lnTo>
                  <a:pt x="2732452" y="3895386"/>
                </a:lnTo>
                <a:lnTo>
                  <a:pt x="2844134" y="3928730"/>
                </a:lnTo>
                <a:lnTo>
                  <a:pt x="2761560" y="4377232"/>
                </a:lnTo>
                <a:close/>
                <a:moveTo>
                  <a:pt x="2849087" y="3919984"/>
                </a:moveTo>
                <a:lnTo>
                  <a:pt x="2733580" y="3885479"/>
                </a:lnTo>
                <a:lnTo>
                  <a:pt x="2733751" y="3865288"/>
                </a:lnTo>
                <a:lnTo>
                  <a:pt x="2872319" y="3906114"/>
                </a:lnTo>
                <a:lnTo>
                  <a:pt x="2849121" y="3919984"/>
                </a:lnTo>
                <a:close/>
                <a:moveTo>
                  <a:pt x="2877067" y="3868260"/>
                </a:moveTo>
                <a:lnTo>
                  <a:pt x="3111670" y="3483850"/>
                </a:lnTo>
                <a:lnTo>
                  <a:pt x="3138694" y="3477974"/>
                </a:lnTo>
                <a:lnTo>
                  <a:pt x="2885643" y="3893097"/>
                </a:lnTo>
                <a:lnTo>
                  <a:pt x="2877067" y="3868226"/>
                </a:lnTo>
                <a:close/>
                <a:moveTo>
                  <a:pt x="3147713" y="3430110"/>
                </a:moveTo>
                <a:lnTo>
                  <a:pt x="3045495" y="3387064"/>
                </a:lnTo>
                <a:lnTo>
                  <a:pt x="3395605" y="3129640"/>
                </a:lnTo>
                <a:lnTo>
                  <a:pt x="3485934" y="3179929"/>
                </a:lnTo>
                <a:lnTo>
                  <a:pt x="3147713" y="3430076"/>
                </a:lnTo>
                <a:close/>
                <a:moveTo>
                  <a:pt x="3496491" y="3174599"/>
                </a:moveTo>
                <a:lnTo>
                  <a:pt x="3403668" y="3122910"/>
                </a:lnTo>
                <a:lnTo>
                  <a:pt x="3408246" y="3118878"/>
                </a:lnTo>
                <a:lnTo>
                  <a:pt x="3511967" y="3176342"/>
                </a:lnTo>
                <a:lnTo>
                  <a:pt x="3496491" y="3174599"/>
                </a:lnTo>
                <a:close/>
                <a:moveTo>
                  <a:pt x="3212966" y="3249930"/>
                </a:moveTo>
                <a:lnTo>
                  <a:pt x="3212180" y="3051644"/>
                </a:lnTo>
                <a:lnTo>
                  <a:pt x="3356761" y="3037090"/>
                </a:lnTo>
                <a:lnTo>
                  <a:pt x="3356009" y="3144774"/>
                </a:lnTo>
                <a:lnTo>
                  <a:pt x="3213000" y="3249930"/>
                </a:lnTo>
                <a:close/>
                <a:moveTo>
                  <a:pt x="3202375" y="3043103"/>
                </a:moveTo>
                <a:lnTo>
                  <a:pt x="3106033" y="3060663"/>
                </a:lnTo>
                <a:lnTo>
                  <a:pt x="3103437" y="2669112"/>
                </a:lnTo>
                <a:lnTo>
                  <a:pt x="3201384" y="2600375"/>
                </a:lnTo>
                <a:lnTo>
                  <a:pt x="3202375" y="3043103"/>
                </a:lnTo>
                <a:close/>
                <a:moveTo>
                  <a:pt x="3040507" y="2739148"/>
                </a:moveTo>
                <a:lnTo>
                  <a:pt x="2992097" y="2673246"/>
                </a:lnTo>
                <a:lnTo>
                  <a:pt x="3052908" y="2500924"/>
                </a:lnTo>
                <a:lnTo>
                  <a:pt x="3093222" y="2665594"/>
                </a:lnTo>
                <a:lnTo>
                  <a:pt x="3040541" y="2739148"/>
                </a:lnTo>
                <a:close/>
                <a:moveTo>
                  <a:pt x="2953629" y="3057213"/>
                </a:moveTo>
                <a:lnTo>
                  <a:pt x="2835456" y="3030599"/>
                </a:lnTo>
                <a:lnTo>
                  <a:pt x="2870440" y="2630063"/>
                </a:lnTo>
                <a:lnTo>
                  <a:pt x="2981472" y="2677141"/>
                </a:lnTo>
                <a:lnTo>
                  <a:pt x="2953629" y="3057179"/>
                </a:lnTo>
                <a:close/>
                <a:moveTo>
                  <a:pt x="2953150" y="3067188"/>
                </a:moveTo>
                <a:lnTo>
                  <a:pt x="2948265" y="3491605"/>
                </a:lnTo>
                <a:lnTo>
                  <a:pt x="2824011" y="3694196"/>
                </a:lnTo>
                <a:lnTo>
                  <a:pt x="2835012" y="3040575"/>
                </a:lnTo>
                <a:lnTo>
                  <a:pt x="2953150" y="3067154"/>
                </a:lnTo>
                <a:close/>
                <a:moveTo>
                  <a:pt x="2657019" y="4220284"/>
                </a:moveTo>
                <a:lnTo>
                  <a:pt x="2594226" y="4222778"/>
                </a:lnTo>
                <a:lnTo>
                  <a:pt x="2595968" y="4198248"/>
                </a:lnTo>
                <a:lnTo>
                  <a:pt x="2661563" y="4195720"/>
                </a:lnTo>
                <a:lnTo>
                  <a:pt x="2657019" y="4220284"/>
                </a:lnTo>
                <a:close/>
                <a:moveTo>
                  <a:pt x="2524019" y="4186769"/>
                </a:moveTo>
                <a:lnTo>
                  <a:pt x="2515205" y="4185164"/>
                </a:lnTo>
                <a:lnTo>
                  <a:pt x="2515273" y="3457304"/>
                </a:lnTo>
                <a:lnTo>
                  <a:pt x="2524088" y="3457885"/>
                </a:lnTo>
                <a:lnTo>
                  <a:pt x="2524019" y="4186769"/>
                </a:lnTo>
                <a:close/>
                <a:moveTo>
                  <a:pt x="2506015" y="4193089"/>
                </a:moveTo>
                <a:lnTo>
                  <a:pt x="2510524" y="4216867"/>
                </a:lnTo>
                <a:lnTo>
                  <a:pt x="2225838" y="4128076"/>
                </a:lnTo>
                <a:lnTo>
                  <a:pt x="2221772" y="4106894"/>
                </a:lnTo>
                <a:lnTo>
                  <a:pt x="2506015" y="4193089"/>
                </a:lnTo>
                <a:close/>
                <a:moveTo>
                  <a:pt x="2416506" y="4211435"/>
                </a:moveTo>
                <a:lnTo>
                  <a:pt x="2417018" y="4281574"/>
                </a:lnTo>
                <a:lnTo>
                  <a:pt x="2402943" y="4254653"/>
                </a:lnTo>
                <a:lnTo>
                  <a:pt x="2402499" y="4206994"/>
                </a:lnTo>
                <a:lnTo>
                  <a:pt x="2416540" y="4211435"/>
                </a:lnTo>
                <a:close/>
                <a:moveTo>
                  <a:pt x="2417189" y="4303097"/>
                </a:moveTo>
                <a:lnTo>
                  <a:pt x="2429044" y="4543200"/>
                </a:lnTo>
                <a:lnTo>
                  <a:pt x="2414593" y="4511803"/>
                </a:lnTo>
                <a:lnTo>
                  <a:pt x="2411962" y="4454374"/>
                </a:lnTo>
                <a:cubicBezTo>
                  <a:pt x="2411962" y="4454374"/>
                  <a:pt x="2411962" y="4454374"/>
                  <a:pt x="2411962" y="4454374"/>
                </a:cubicBezTo>
                <a:lnTo>
                  <a:pt x="2403899" y="4277747"/>
                </a:lnTo>
                <a:lnTo>
                  <a:pt x="2417189" y="4303131"/>
                </a:lnTo>
                <a:close/>
                <a:moveTo>
                  <a:pt x="2770716" y="4381639"/>
                </a:moveTo>
                <a:lnTo>
                  <a:pt x="2854178" y="3928389"/>
                </a:lnTo>
                <a:lnTo>
                  <a:pt x="2877648" y="3914347"/>
                </a:lnTo>
                <a:lnTo>
                  <a:pt x="2787593" y="4403982"/>
                </a:lnTo>
                <a:lnTo>
                  <a:pt x="2770716" y="4381639"/>
                </a:lnTo>
                <a:close/>
                <a:moveTo>
                  <a:pt x="3153316" y="3438173"/>
                </a:moveTo>
                <a:lnTo>
                  <a:pt x="3496320" y="3184473"/>
                </a:lnTo>
                <a:lnTo>
                  <a:pt x="3522968" y="3187479"/>
                </a:lnTo>
                <a:lnTo>
                  <a:pt x="3153623" y="3461131"/>
                </a:lnTo>
                <a:lnTo>
                  <a:pt x="3153316" y="3438173"/>
                </a:lnTo>
                <a:close/>
                <a:moveTo>
                  <a:pt x="3533183" y="3176888"/>
                </a:moveTo>
                <a:lnTo>
                  <a:pt x="3419930" y="3114164"/>
                </a:lnTo>
                <a:lnTo>
                  <a:pt x="3444733" y="3106306"/>
                </a:lnTo>
                <a:lnTo>
                  <a:pt x="3539606" y="3158372"/>
                </a:lnTo>
                <a:lnTo>
                  <a:pt x="3533183" y="3176888"/>
                </a:lnTo>
                <a:close/>
                <a:moveTo>
                  <a:pt x="3356829" y="3027217"/>
                </a:moveTo>
                <a:lnTo>
                  <a:pt x="3212146" y="3041771"/>
                </a:lnTo>
                <a:lnTo>
                  <a:pt x="3211155" y="2594362"/>
                </a:lnTo>
                <a:lnTo>
                  <a:pt x="3360621" y="2538402"/>
                </a:lnTo>
                <a:lnTo>
                  <a:pt x="3356829" y="3027217"/>
                </a:lnTo>
                <a:close/>
                <a:moveTo>
                  <a:pt x="3101558" y="2658453"/>
                </a:moveTo>
                <a:lnTo>
                  <a:pt x="3059058" y="2484833"/>
                </a:lnTo>
                <a:lnTo>
                  <a:pt x="3164692" y="2346538"/>
                </a:lnTo>
                <a:lnTo>
                  <a:pt x="3200940" y="2588691"/>
                </a:lnTo>
                <a:lnTo>
                  <a:pt x="3101558" y="2658453"/>
                </a:lnTo>
                <a:close/>
                <a:moveTo>
                  <a:pt x="2983727" y="2667507"/>
                </a:moveTo>
                <a:lnTo>
                  <a:pt x="2872148" y="2620190"/>
                </a:lnTo>
                <a:lnTo>
                  <a:pt x="2940168" y="2401507"/>
                </a:lnTo>
                <a:lnTo>
                  <a:pt x="3047955" y="2485448"/>
                </a:lnTo>
                <a:lnTo>
                  <a:pt x="2983727" y="2667472"/>
                </a:lnTo>
                <a:close/>
                <a:moveTo>
                  <a:pt x="2825788" y="3028686"/>
                </a:moveTo>
                <a:lnTo>
                  <a:pt x="2706522" y="3007231"/>
                </a:lnTo>
                <a:lnTo>
                  <a:pt x="2741472" y="2605055"/>
                </a:lnTo>
                <a:lnTo>
                  <a:pt x="2860874" y="2626954"/>
                </a:lnTo>
                <a:lnTo>
                  <a:pt x="2825788" y="3028686"/>
                </a:lnTo>
                <a:close/>
                <a:moveTo>
                  <a:pt x="2619609" y="3007914"/>
                </a:moveTo>
                <a:lnTo>
                  <a:pt x="2696273" y="3015704"/>
                </a:lnTo>
                <a:lnTo>
                  <a:pt x="2690192" y="3382007"/>
                </a:lnTo>
                <a:lnTo>
                  <a:pt x="2612332" y="3382930"/>
                </a:lnTo>
                <a:cubicBezTo>
                  <a:pt x="2613152" y="3382076"/>
                  <a:pt x="2613665" y="3380948"/>
                  <a:pt x="2613699" y="3379650"/>
                </a:cubicBezTo>
                <a:lnTo>
                  <a:pt x="2619609" y="3007914"/>
                </a:lnTo>
                <a:close/>
                <a:moveTo>
                  <a:pt x="2753805" y="3381256"/>
                </a:moveTo>
                <a:lnTo>
                  <a:pt x="2699997" y="3381871"/>
                </a:lnTo>
                <a:lnTo>
                  <a:pt x="2706044" y="3017104"/>
                </a:lnTo>
                <a:lnTo>
                  <a:pt x="2825207" y="3038525"/>
                </a:lnTo>
                <a:lnTo>
                  <a:pt x="2813899" y="3710629"/>
                </a:lnTo>
                <a:lnTo>
                  <a:pt x="2791419" y="3747286"/>
                </a:lnTo>
                <a:lnTo>
                  <a:pt x="2782229" y="3745988"/>
                </a:lnTo>
                <a:cubicBezTo>
                  <a:pt x="2779530" y="3745510"/>
                  <a:pt x="2777070" y="3747457"/>
                  <a:pt x="2776694" y="3750156"/>
                </a:cubicBezTo>
                <a:cubicBezTo>
                  <a:pt x="2776318" y="3752855"/>
                  <a:pt x="2778163" y="3755315"/>
                  <a:pt x="2780862" y="3755691"/>
                </a:cubicBezTo>
                <a:lnTo>
                  <a:pt x="2785850" y="3756408"/>
                </a:lnTo>
                <a:lnTo>
                  <a:pt x="2724765" y="3856030"/>
                </a:lnTo>
                <a:cubicBezTo>
                  <a:pt x="2724765" y="3856030"/>
                  <a:pt x="2724765" y="3856030"/>
                  <a:pt x="2724765" y="3856030"/>
                </a:cubicBezTo>
                <a:lnTo>
                  <a:pt x="2724697" y="3856166"/>
                </a:lnTo>
                <a:cubicBezTo>
                  <a:pt x="2724697" y="3856166"/>
                  <a:pt x="2724629" y="3856371"/>
                  <a:pt x="2724595" y="3856440"/>
                </a:cubicBezTo>
                <a:cubicBezTo>
                  <a:pt x="2724492" y="3856645"/>
                  <a:pt x="2724390" y="3856849"/>
                  <a:pt x="2724321" y="3857055"/>
                </a:cubicBezTo>
                <a:cubicBezTo>
                  <a:pt x="2724287" y="3857157"/>
                  <a:pt x="2724219" y="3857225"/>
                  <a:pt x="2724185" y="3857328"/>
                </a:cubicBezTo>
                <a:cubicBezTo>
                  <a:pt x="2724185" y="3857328"/>
                  <a:pt x="2724185" y="3857328"/>
                  <a:pt x="2724185" y="3857328"/>
                </a:cubicBezTo>
                <a:cubicBezTo>
                  <a:pt x="2724185" y="3857396"/>
                  <a:pt x="2724185" y="3857499"/>
                  <a:pt x="2724185" y="3857567"/>
                </a:cubicBezTo>
                <a:cubicBezTo>
                  <a:pt x="2724185" y="3857635"/>
                  <a:pt x="2724116" y="3857704"/>
                  <a:pt x="2724082" y="3857806"/>
                </a:cubicBezTo>
                <a:lnTo>
                  <a:pt x="2663441" y="4185778"/>
                </a:lnTo>
                <a:lnTo>
                  <a:pt x="2596344" y="4188375"/>
                </a:lnTo>
                <a:lnTo>
                  <a:pt x="2596446" y="3458364"/>
                </a:lnTo>
                <a:lnTo>
                  <a:pt x="2786670" y="3455733"/>
                </a:lnTo>
                <a:cubicBezTo>
                  <a:pt x="2789369" y="3455699"/>
                  <a:pt x="2791556" y="3453478"/>
                  <a:pt x="2791521" y="3450745"/>
                </a:cubicBezTo>
                <a:cubicBezTo>
                  <a:pt x="2791487" y="3448046"/>
                  <a:pt x="2789301" y="3445894"/>
                  <a:pt x="2786602" y="3445894"/>
                </a:cubicBezTo>
                <a:lnTo>
                  <a:pt x="2786533" y="3445894"/>
                </a:lnTo>
                <a:lnTo>
                  <a:pt x="2596105" y="3448524"/>
                </a:lnTo>
                <a:lnTo>
                  <a:pt x="2594328" y="3422936"/>
                </a:lnTo>
                <a:lnTo>
                  <a:pt x="2783459" y="3420544"/>
                </a:lnTo>
                <a:cubicBezTo>
                  <a:pt x="2786158" y="3420544"/>
                  <a:pt x="2788344" y="3418290"/>
                  <a:pt x="2788310" y="3415590"/>
                </a:cubicBezTo>
                <a:cubicBezTo>
                  <a:pt x="2788310" y="3412892"/>
                  <a:pt x="2786089" y="3410739"/>
                  <a:pt x="2783390" y="3410739"/>
                </a:cubicBezTo>
                <a:lnTo>
                  <a:pt x="2783322" y="3410739"/>
                </a:lnTo>
                <a:lnTo>
                  <a:pt x="2592586" y="3413165"/>
                </a:lnTo>
                <a:lnTo>
                  <a:pt x="2588520" y="3401173"/>
                </a:lnTo>
                <a:lnTo>
                  <a:pt x="2772526" y="3398987"/>
                </a:lnTo>
                <a:cubicBezTo>
                  <a:pt x="2775225" y="3398987"/>
                  <a:pt x="2777412" y="3396732"/>
                  <a:pt x="2777378" y="3394033"/>
                </a:cubicBezTo>
                <a:cubicBezTo>
                  <a:pt x="2777378" y="3391334"/>
                  <a:pt x="2774542" y="3388977"/>
                  <a:pt x="2772424" y="3389182"/>
                </a:cubicBezTo>
                <a:lnTo>
                  <a:pt x="2757528" y="3389353"/>
                </a:lnTo>
                <a:cubicBezTo>
                  <a:pt x="2758314" y="3388464"/>
                  <a:pt x="2758827" y="3387303"/>
                  <a:pt x="2758827" y="3386039"/>
                </a:cubicBezTo>
                <a:cubicBezTo>
                  <a:pt x="2758827" y="3383340"/>
                  <a:pt x="2756572" y="3380880"/>
                  <a:pt x="2753873" y="3381188"/>
                </a:cubicBezTo>
                <a:close/>
                <a:moveTo>
                  <a:pt x="2549744" y="3401242"/>
                </a:moveTo>
                <a:lnTo>
                  <a:pt x="2556065" y="3401344"/>
                </a:lnTo>
                <a:lnTo>
                  <a:pt x="2553571" y="3413370"/>
                </a:lnTo>
                <a:lnTo>
                  <a:pt x="2542263" y="3413165"/>
                </a:lnTo>
                <a:lnTo>
                  <a:pt x="2549744" y="3401208"/>
                </a:lnTo>
                <a:close/>
                <a:moveTo>
                  <a:pt x="2505400" y="4182635"/>
                </a:moveTo>
                <a:lnTo>
                  <a:pt x="2220337" y="4096201"/>
                </a:lnTo>
                <a:lnTo>
                  <a:pt x="2220269" y="3425430"/>
                </a:lnTo>
                <a:lnTo>
                  <a:pt x="2505434" y="3456450"/>
                </a:lnTo>
                <a:lnTo>
                  <a:pt x="2505366" y="4182635"/>
                </a:lnTo>
                <a:close/>
                <a:moveTo>
                  <a:pt x="2206467" y="3768809"/>
                </a:moveTo>
                <a:lnTo>
                  <a:pt x="2140394" y="3742674"/>
                </a:lnTo>
                <a:lnTo>
                  <a:pt x="2206433" y="3637279"/>
                </a:lnTo>
                <a:lnTo>
                  <a:pt x="2206433" y="3768809"/>
                </a:lnTo>
                <a:close/>
                <a:moveTo>
                  <a:pt x="2206501" y="4096543"/>
                </a:moveTo>
                <a:cubicBezTo>
                  <a:pt x="2206501" y="4096543"/>
                  <a:pt x="2206535" y="4096714"/>
                  <a:pt x="2206535" y="4096782"/>
                </a:cubicBezTo>
                <a:cubicBezTo>
                  <a:pt x="2206535" y="4096953"/>
                  <a:pt x="2206535" y="4097089"/>
                  <a:pt x="2206570" y="4097260"/>
                </a:cubicBezTo>
                <a:cubicBezTo>
                  <a:pt x="2206570" y="4097328"/>
                  <a:pt x="2206570" y="4097431"/>
                  <a:pt x="2206570" y="4097499"/>
                </a:cubicBezTo>
                <a:lnTo>
                  <a:pt x="2213129" y="4129852"/>
                </a:lnTo>
                <a:cubicBezTo>
                  <a:pt x="2213129" y="4129852"/>
                  <a:pt x="2213265" y="4129989"/>
                  <a:pt x="2213265" y="4130091"/>
                </a:cubicBezTo>
                <a:cubicBezTo>
                  <a:pt x="2213470" y="4130843"/>
                  <a:pt x="2213812" y="4131526"/>
                  <a:pt x="2214359" y="4132107"/>
                </a:cubicBezTo>
                <a:cubicBezTo>
                  <a:pt x="2214427" y="4132176"/>
                  <a:pt x="2214359" y="4132278"/>
                  <a:pt x="2214461" y="4132312"/>
                </a:cubicBezTo>
                <a:lnTo>
                  <a:pt x="2234174" y="4152093"/>
                </a:lnTo>
                <a:cubicBezTo>
                  <a:pt x="2234174" y="4152093"/>
                  <a:pt x="2234276" y="4152093"/>
                  <a:pt x="2234310" y="4152161"/>
                </a:cubicBezTo>
                <a:cubicBezTo>
                  <a:pt x="2234379" y="4152230"/>
                  <a:pt x="2234413" y="4152332"/>
                  <a:pt x="2234515" y="4152400"/>
                </a:cubicBezTo>
                <a:lnTo>
                  <a:pt x="2236736" y="4154279"/>
                </a:lnTo>
                <a:cubicBezTo>
                  <a:pt x="2236736" y="4154279"/>
                  <a:pt x="2236736" y="4154279"/>
                  <a:pt x="2236736" y="4154279"/>
                </a:cubicBezTo>
                <a:lnTo>
                  <a:pt x="2236736" y="4154279"/>
                </a:lnTo>
                <a:cubicBezTo>
                  <a:pt x="2236736" y="4154279"/>
                  <a:pt x="2236736" y="4154279"/>
                  <a:pt x="2236736" y="4154279"/>
                </a:cubicBezTo>
                <a:cubicBezTo>
                  <a:pt x="2237214" y="4154655"/>
                  <a:pt x="2237761" y="4154997"/>
                  <a:pt x="2238376" y="4155168"/>
                </a:cubicBezTo>
                <a:lnTo>
                  <a:pt x="2250401" y="4158960"/>
                </a:lnTo>
                <a:lnTo>
                  <a:pt x="2153069" y="4166851"/>
                </a:lnTo>
                <a:lnTo>
                  <a:pt x="2206365" y="3883087"/>
                </a:lnTo>
                <a:lnTo>
                  <a:pt x="2206365" y="4096440"/>
                </a:lnTo>
                <a:close/>
                <a:moveTo>
                  <a:pt x="2557295" y="4783337"/>
                </a:moveTo>
                <a:lnTo>
                  <a:pt x="2518348" y="4757919"/>
                </a:lnTo>
                <a:lnTo>
                  <a:pt x="2527504" y="4747636"/>
                </a:lnTo>
                <a:lnTo>
                  <a:pt x="2557295" y="4783337"/>
                </a:lnTo>
                <a:close/>
                <a:moveTo>
                  <a:pt x="2732555" y="4883607"/>
                </a:moveTo>
                <a:lnTo>
                  <a:pt x="2647282" y="4429332"/>
                </a:lnTo>
                <a:lnTo>
                  <a:pt x="2761321" y="4448976"/>
                </a:lnTo>
                <a:lnTo>
                  <a:pt x="2843553" y="4889005"/>
                </a:lnTo>
                <a:lnTo>
                  <a:pt x="2732555" y="4883573"/>
                </a:lnTo>
                <a:close/>
                <a:moveTo>
                  <a:pt x="2853939" y="4891328"/>
                </a:moveTo>
                <a:lnTo>
                  <a:pt x="2770716" y="4446140"/>
                </a:lnTo>
                <a:lnTo>
                  <a:pt x="2787388" y="4426770"/>
                </a:lnTo>
                <a:lnTo>
                  <a:pt x="2877102" y="4907283"/>
                </a:lnTo>
                <a:lnTo>
                  <a:pt x="2853904" y="4891328"/>
                </a:lnTo>
                <a:close/>
                <a:moveTo>
                  <a:pt x="2888171" y="3911341"/>
                </a:moveTo>
                <a:lnTo>
                  <a:pt x="3257993" y="4059236"/>
                </a:lnTo>
                <a:lnTo>
                  <a:pt x="3195440" y="4403538"/>
                </a:lnTo>
                <a:lnTo>
                  <a:pt x="2796304" y="4410815"/>
                </a:lnTo>
                <a:lnTo>
                  <a:pt x="2888171" y="3911341"/>
                </a:lnTo>
                <a:close/>
                <a:moveTo>
                  <a:pt x="3993539" y="4376002"/>
                </a:moveTo>
                <a:lnTo>
                  <a:pt x="3266774" y="4747021"/>
                </a:lnTo>
                <a:lnTo>
                  <a:pt x="3205347" y="4413002"/>
                </a:lnTo>
                <a:lnTo>
                  <a:pt x="3993539" y="4376002"/>
                </a:lnTo>
                <a:close/>
                <a:moveTo>
                  <a:pt x="3716198" y="3557609"/>
                </a:moveTo>
                <a:lnTo>
                  <a:pt x="4011920" y="3487129"/>
                </a:lnTo>
                <a:lnTo>
                  <a:pt x="4011134" y="4343103"/>
                </a:lnTo>
                <a:lnTo>
                  <a:pt x="3716198" y="3557643"/>
                </a:lnTo>
                <a:close/>
                <a:moveTo>
                  <a:pt x="3444289" y="3749131"/>
                </a:moveTo>
                <a:lnTo>
                  <a:pt x="3156459" y="3471243"/>
                </a:lnTo>
                <a:lnTo>
                  <a:pt x="3534037" y="3191510"/>
                </a:lnTo>
                <a:lnTo>
                  <a:pt x="3703557" y="3552621"/>
                </a:lnTo>
                <a:lnTo>
                  <a:pt x="3444323" y="3749131"/>
                </a:lnTo>
                <a:close/>
                <a:moveTo>
                  <a:pt x="3549342" y="3160251"/>
                </a:moveTo>
                <a:lnTo>
                  <a:pt x="3941986" y="3072586"/>
                </a:lnTo>
                <a:lnTo>
                  <a:pt x="3964295" y="3082972"/>
                </a:lnTo>
                <a:lnTo>
                  <a:pt x="3543432" y="3177298"/>
                </a:lnTo>
                <a:lnTo>
                  <a:pt x="3549342" y="3160251"/>
                </a:lnTo>
                <a:close/>
                <a:moveTo>
                  <a:pt x="3855825" y="3015430"/>
                </a:moveTo>
                <a:lnTo>
                  <a:pt x="3930268" y="3065139"/>
                </a:lnTo>
                <a:lnTo>
                  <a:pt x="3546301" y="3150855"/>
                </a:lnTo>
                <a:lnTo>
                  <a:pt x="3459013" y="3102958"/>
                </a:lnTo>
                <a:lnTo>
                  <a:pt x="3855791" y="3015430"/>
                </a:lnTo>
                <a:close/>
                <a:moveTo>
                  <a:pt x="3791290" y="3019633"/>
                </a:moveTo>
                <a:lnTo>
                  <a:pt x="3579201" y="3017617"/>
                </a:lnTo>
                <a:lnTo>
                  <a:pt x="3582583" y="2503213"/>
                </a:lnTo>
                <a:lnTo>
                  <a:pt x="3820397" y="2515922"/>
                </a:lnTo>
                <a:lnTo>
                  <a:pt x="3811310" y="3015225"/>
                </a:lnTo>
                <a:lnTo>
                  <a:pt x="3791324" y="3019633"/>
                </a:lnTo>
                <a:close/>
                <a:moveTo>
                  <a:pt x="3569362" y="3017788"/>
                </a:moveTo>
                <a:lnTo>
                  <a:pt x="3366634" y="3026534"/>
                </a:lnTo>
                <a:lnTo>
                  <a:pt x="3370461" y="2535532"/>
                </a:lnTo>
                <a:lnTo>
                  <a:pt x="3572744" y="2503794"/>
                </a:lnTo>
                <a:lnTo>
                  <a:pt x="3569362" y="3017788"/>
                </a:lnTo>
                <a:close/>
                <a:moveTo>
                  <a:pt x="3210198" y="2584250"/>
                </a:moveTo>
                <a:lnTo>
                  <a:pt x="3173165" y="2336767"/>
                </a:lnTo>
                <a:lnTo>
                  <a:pt x="3326833" y="2237214"/>
                </a:lnTo>
                <a:lnTo>
                  <a:pt x="3360280" y="2528084"/>
                </a:lnTo>
                <a:lnTo>
                  <a:pt x="3210198" y="2584250"/>
                </a:lnTo>
                <a:close/>
                <a:moveTo>
                  <a:pt x="3052874" y="2476839"/>
                </a:moveTo>
                <a:lnTo>
                  <a:pt x="2944233" y="2392215"/>
                </a:lnTo>
                <a:lnTo>
                  <a:pt x="3056564" y="2224949"/>
                </a:lnTo>
                <a:lnTo>
                  <a:pt x="3161447" y="2334752"/>
                </a:lnTo>
                <a:lnTo>
                  <a:pt x="3052908" y="2476873"/>
                </a:lnTo>
                <a:close/>
                <a:moveTo>
                  <a:pt x="2862753" y="2617354"/>
                </a:moveTo>
                <a:lnTo>
                  <a:pt x="2742701" y="2595319"/>
                </a:lnTo>
                <a:lnTo>
                  <a:pt x="2781956" y="2362048"/>
                </a:lnTo>
                <a:lnTo>
                  <a:pt x="2931354" y="2396827"/>
                </a:lnTo>
                <a:lnTo>
                  <a:pt x="2862753" y="2617320"/>
                </a:lnTo>
                <a:close/>
                <a:moveTo>
                  <a:pt x="2732862" y="2594670"/>
                </a:moveTo>
                <a:lnTo>
                  <a:pt x="2653841" y="2600511"/>
                </a:lnTo>
                <a:lnTo>
                  <a:pt x="2667165" y="2432597"/>
                </a:lnTo>
                <a:lnTo>
                  <a:pt x="2771331" y="2366182"/>
                </a:lnTo>
                <a:lnTo>
                  <a:pt x="2732896" y="2594670"/>
                </a:lnTo>
                <a:close/>
                <a:moveTo>
                  <a:pt x="2606935" y="2486814"/>
                </a:moveTo>
                <a:lnTo>
                  <a:pt x="2575709" y="2461362"/>
                </a:lnTo>
                <a:lnTo>
                  <a:pt x="2616637" y="2388457"/>
                </a:lnTo>
                <a:lnTo>
                  <a:pt x="2655857" y="2429932"/>
                </a:lnTo>
                <a:lnTo>
                  <a:pt x="2606935" y="2486849"/>
                </a:lnTo>
                <a:close/>
                <a:moveTo>
                  <a:pt x="2602186" y="2495595"/>
                </a:moveTo>
                <a:lnTo>
                  <a:pt x="2578989" y="2618926"/>
                </a:lnTo>
                <a:lnTo>
                  <a:pt x="2533722" y="2626510"/>
                </a:lnTo>
                <a:lnTo>
                  <a:pt x="2572327" y="2471236"/>
                </a:lnTo>
                <a:lnTo>
                  <a:pt x="2602186" y="2495595"/>
                </a:lnTo>
                <a:close/>
                <a:moveTo>
                  <a:pt x="2587769" y="2627057"/>
                </a:moveTo>
                <a:lnTo>
                  <a:pt x="2643012" y="2612366"/>
                </a:lnTo>
                <a:lnTo>
                  <a:pt x="2610283" y="2997494"/>
                </a:lnTo>
                <a:lnTo>
                  <a:pt x="2557158" y="2996367"/>
                </a:lnTo>
                <a:lnTo>
                  <a:pt x="2587769" y="2627057"/>
                </a:lnTo>
                <a:close/>
                <a:moveTo>
                  <a:pt x="2551043" y="3377259"/>
                </a:moveTo>
                <a:lnTo>
                  <a:pt x="2556680" y="3006172"/>
                </a:lnTo>
                <a:lnTo>
                  <a:pt x="2609804" y="3007299"/>
                </a:lnTo>
                <a:lnTo>
                  <a:pt x="2603894" y="3379514"/>
                </a:lnTo>
                <a:cubicBezTo>
                  <a:pt x="2603894" y="3380880"/>
                  <a:pt x="2604406" y="3382110"/>
                  <a:pt x="2605295" y="3383032"/>
                </a:cubicBezTo>
                <a:lnTo>
                  <a:pt x="2569730" y="3383442"/>
                </a:lnTo>
                <a:lnTo>
                  <a:pt x="2548378" y="3381495"/>
                </a:lnTo>
                <a:cubicBezTo>
                  <a:pt x="2549915" y="3380675"/>
                  <a:pt x="2551043" y="3379138"/>
                  <a:pt x="2551043" y="3377259"/>
                </a:cubicBezTo>
                <a:close/>
                <a:moveTo>
                  <a:pt x="2537992" y="3401481"/>
                </a:moveTo>
                <a:lnTo>
                  <a:pt x="2530852" y="3412857"/>
                </a:lnTo>
                <a:lnTo>
                  <a:pt x="2527572" y="3412652"/>
                </a:lnTo>
                <a:lnTo>
                  <a:pt x="2537958" y="3401447"/>
                </a:lnTo>
                <a:close/>
                <a:moveTo>
                  <a:pt x="2506357" y="3446714"/>
                </a:moveTo>
                <a:lnTo>
                  <a:pt x="2221157" y="3415693"/>
                </a:lnTo>
                <a:lnTo>
                  <a:pt x="2225462" y="3392940"/>
                </a:lnTo>
                <a:lnTo>
                  <a:pt x="2511105" y="3421330"/>
                </a:lnTo>
                <a:lnTo>
                  <a:pt x="2506357" y="3446714"/>
                </a:lnTo>
                <a:close/>
                <a:moveTo>
                  <a:pt x="2206433" y="3618797"/>
                </a:moveTo>
                <a:lnTo>
                  <a:pt x="2131033" y="3739121"/>
                </a:lnTo>
                <a:lnTo>
                  <a:pt x="2088226" y="3723782"/>
                </a:lnTo>
                <a:lnTo>
                  <a:pt x="2206433" y="3535574"/>
                </a:lnTo>
                <a:lnTo>
                  <a:pt x="2206433" y="3618831"/>
                </a:lnTo>
                <a:close/>
                <a:moveTo>
                  <a:pt x="2206467" y="3779332"/>
                </a:moveTo>
                <a:lnTo>
                  <a:pt x="2206467" y="3830031"/>
                </a:lnTo>
                <a:cubicBezTo>
                  <a:pt x="2206467" y="3830031"/>
                  <a:pt x="2143093" y="4167467"/>
                  <a:pt x="2143093" y="4167467"/>
                </a:cubicBezTo>
                <a:lnTo>
                  <a:pt x="2058367" y="4168355"/>
                </a:lnTo>
                <a:lnTo>
                  <a:pt x="2136841" y="3751796"/>
                </a:lnTo>
                <a:lnTo>
                  <a:pt x="2206467" y="3779332"/>
                </a:lnTo>
                <a:close/>
                <a:moveTo>
                  <a:pt x="2269089" y="4167364"/>
                </a:moveTo>
                <a:lnTo>
                  <a:pt x="2329832" y="4487137"/>
                </a:lnTo>
                <a:lnTo>
                  <a:pt x="2224471" y="4551331"/>
                </a:lnTo>
                <a:lnTo>
                  <a:pt x="2153035" y="4176793"/>
                </a:lnTo>
                <a:lnTo>
                  <a:pt x="2269123" y="4167364"/>
                </a:lnTo>
                <a:close/>
                <a:moveTo>
                  <a:pt x="2402533" y="4462300"/>
                </a:moveTo>
                <a:lnTo>
                  <a:pt x="2404856" y="4513136"/>
                </a:lnTo>
                <a:cubicBezTo>
                  <a:pt x="2404856" y="4513136"/>
                  <a:pt x="2404856" y="4513136"/>
                  <a:pt x="2404856" y="4513136"/>
                </a:cubicBezTo>
                <a:lnTo>
                  <a:pt x="2404856" y="4513204"/>
                </a:lnTo>
                <a:cubicBezTo>
                  <a:pt x="2404856" y="4513477"/>
                  <a:pt x="2404993" y="4513716"/>
                  <a:pt x="2405027" y="4513956"/>
                </a:cubicBezTo>
                <a:cubicBezTo>
                  <a:pt x="2405061" y="4514195"/>
                  <a:pt x="2405027" y="4514434"/>
                  <a:pt x="2405129" y="4514639"/>
                </a:cubicBezTo>
                <a:lnTo>
                  <a:pt x="2433622" y="4593386"/>
                </a:lnTo>
                <a:cubicBezTo>
                  <a:pt x="2433622" y="4593386"/>
                  <a:pt x="2433622" y="4593386"/>
                  <a:pt x="2433656" y="4593421"/>
                </a:cubicBezTo>
                <a:cubicBezTo>
                  <a:pt x="2433656" y="4593421"/>
                  <a:pt x="2433656" y="4593489"/>
                  <a:pt x="2433656" y="4593523"/>
                </a:cubicBezTo>
                <a:lnTo>
                  <a:pt x="2456853" y="4652319"/>
                </a:lnTo>
                <a:cubicBezTo>
                  <a:pt x="2456853" y="4652319"/>
                  <a:pt x="2456990" y="4652455"/>
                  <a:pt x="2457058" y="4652558"/>
                </a:cubicBezTo>
                <a:cubicBezTo>
                  <a:pt x="2457058" y="4652558"/>
                  <a:pt x="2457058" y="4652558"/>
                  <a:pt x="2457058" y="4652592"/>
                </a:cubicBezTo>
                <a:cubicBezTo>
                  <a:pt x="2457161" y="4652831"/>
                  <a:pt x="2457229" y="4653070"/>
                  <a:pt x="2457366" y="4653309"/>
                </a:cubicBezTo>
                <a:lnTo>
                  <a:pt x="2501061" y="4715898"/>
                </a:lnTo>
                <a:cubicBezTo>
                  <a:pt x="2501061" y="4715898"/>
                  <a:pt x="2501164" y="4715966"/>
                  <a:pt x="2501198" y="4716034"/>
                </a:cubicBezTo>
                <a:cubicBezTo>
                  <a:pt x="2501232" y="4716102"/>
                  <a:pt x="2501266" y="4716171"/>
                  <a:pt x="2501300" y="4716239"/>
                </a:cubicBezTo>
                <a:lnTo>
                  <a:pt x="2521115" y="4739983"/>
                </a:lnTo>
                <a:lnTo>
                  <a:pt x="2511447" y="4750813"/>
                </a:lnTo>
                <a:lnTo>
                  <a:pt x="2342336" y="4491510"/>
                </a:lnTo>
                <a:lnTo>
                  <a:pt x="2402464" y="4462266"/>
                </a:lnTo>
                <a:close/>
                <a:moveTo>
                  <a:pt x="2512198" y="4765606"/>
                </a:moveTo>
                <a:lnTo>
                  <a:pt x="2722306" y="4902739"/>
                </a:lnTo>
                <a:lnTo>
                  <a:pt x="2723843" y="4910904"/>
                </a:lnTo>
                <a:cubicBezTo>
                  <a:pt x="2723843" y="4910904"/>
                  <a:pt x="2723843" y="4910904"/>
                  <a:pt x="2723843" y="4910938"/>
                </a:cubicBezTo>
                <a:cubicBezTo>
                  <a:pt x="2723843" y="4911041"/>
                  <a:pt x="2723946" y="4911144"/>
                  <a:pt x="2723980" y="4911246"/>
                </a:cubicBezTo>
                <a:cubicBezTo>
                  <a:pt x="2724014" y="4911417"/>
                  <a:pt x="2724048" y="4911622"/>
                  <a:pt x="2724116" y="4911793"/>
                </a:cubicBezTo>
                <a:cubicBezTo>
                  <a:pt x="2724185" y="4911964"/>
                  <a:pt x="2724287" y="4912134"/>
                  <a:pt x="2724390" y="4912305"/>
                </a:cubicBezTo>
                <a:cubicBezTo>
                  <a:pt x="2724458" y="4912441"/>
                  <a:pt x="2724458" y="4912544"/>
                  <a:pt x="2724526" y="4912681"/>
                </a:cubicBezTo>
                <a:lnTo>
                  <a:pt x="2727430" y="4917156"/>
                </a:lnTo>
                <a:lnTo>
                  <a:pt x="2756674" y="4962218"/>
                </a:lnTo>
                <a:lnTo>
                  <a:pt x="2731871" y="5066657"/>
                </a:lnTo>
                <a:lnTo>
                  <a:pt x="2435911" y="4875203"/>
                </a:lnTo>
                <a:lnTo>
                  <a:pt x="2512130" y="4765606"/>
                </a:lnTo>
                <a:close/>
                <a:moveTo>
                  <a:pt x="2733375" y="4893447"/>
                </a:moveTo>
                <a:lnTo>
                  <a:pt x="2847857" y="4899050"/>
                </a:lnTo>
                <a:lnTo>
                  <a:pt x="2867057" y="4912271"/>
                </a:lnTo>
                <a:lnTo>
                  <a:pt x="2733511" y="4905370"/>
                </a:lnTo>
                <a:lnTo>
                  <a:pt x="2733375" y="4893481"/>
                </a:lnTo>
                <a:close/>
                <a:moveTo>
                  <a:pt x="2796270" y="4420620"/>
                </a:moveTo>
                <a:lnTo>
                  <a:pt x="3195474" y="4413343"/>
                </a:lnTo>
                <a:lnTo>
                  <a:pt x="3257652" y="4751428"/>
                </a:lnTo>
                <a:lnTo>
                  <a:pt x="2887829" y="4911109"/>
                </a:lnTo>
                <a:lnTo>
                  <a:pt x="2796270" y="4420620"/>
                </a:lnTo>
                <a:close/>
                <a:moveTo>
                  <a:pt x="3996102" y="4385705"/>
                </a:moveTo>
                <a:lnTo>
                  <a:pt x="3443708" y="5029521"/>
                </a:lnTo>
                <a:lnTo>
                  <a:pt x="3270190" y="4756313"/>
                </a:lnTo>
                <a:lnTo>
                  <a:pt x="3996102" y="4385705"/>
                </a:lnTo>
                <a:close/>
                <a:moveTo>
                  <a:pt x="4021725" y="3486924"/>
                </a:moveTo>
                <a:lnTo>
                  <a:pt x="4310818" y="3546848"/>
                </a:lnTo>
                <a:lnTo>
                  <a:pt x="4020939" y="4342146"/>
                </a:lnTo>
                <a:lnTo>
                  <a:pt x="4021725" y="3486890"/>
                </a:lnTo>
                <a:close/>
                <a:moveTo>
                  <a:pt x="3712371" y="3548453"/>
                </a:moveTo>
                <a:lnTo>
                  <a:pt x="3542919" y="3187479"/>
                </a:lnTo>
                <a:lnTo>
                  <a:pt x="3975023" y="3090625"/>
                </a:lnTo>
                <a:lnTo>
                  <a:pt x="4011544" y="3477154"/>
                </a:lnTo>
                <a:lnTo>
                  <a:pt x="3712371" y="3548453"/>
                </a:lnTo>
                <a:close/>
                <a:moveTo>
                  <a:pt x="3884762" y="3015669"/>
                </a:moveTo>
                <a:lnTo>
                  <a:pt x="3907788" y="3015191"/>
                </a:lnTo>
                <a:lnTo>
                  <a:pt x="3988073" y="3068248"/>
                </a:lnTo>
                <a:lnTo>
                  <a:pt x="3978678" y="3078223"/>
                </a:lnTo>
                <a:lnTo>
                  <a:pt x="3884762" y="3015669"/>
                </a:lnTo>
                <a:close/>
                <a:moveTo>
                  <a:pt x="3582139" y="2493374"/>
                </a:moveTo>
                <a:lnTo>
                  <a:pt x="3549376" y="2174216"/>
                </a:lnTo>
                <a:lnTo>
                  <a:pt x="3778205" y="2165402"/>
                </a:lnTo>
                <a:lnTo>
                  <a:pt x="3819783" y="2506049"/>
                </a:lnTo>
                <a:lnTo>
                  <a:pt x="3582139" y="2493374"/>
                </a:lnTo>
                <a:close/>
                <a:moveTo>
                  <a:pt x="3572334" y="2493921"/>
                </a:moveTo>
                <a:lnTo>
                  <a:pt x="3369880" y="2525693"/>
                </a:lnTo>
                <a:lnTo>
                  <a:pt x="3336160" y="2232397"/>
                </a:lnTo>
                <a:lnTo>
                  <a:pt x="3539674" y="2175822"/>
                </a:lnTo>
                <a:lnTo>
                  <a:pt x="3572300" y="2493921"/>
                </a:lnTo>
                <a:close/>
                <a:moveTo>
                  <a:pt x="3168587" y="2328055"/>
                </a:moveTo>
                <a:lnTo>
                  <a:pt x="3063260" y="2217809"/>
                </a:lnTo>
                <a:lnTo>
                  <a:pt x="3222053" y="2101584"/>
                </a:lnTo>
                <a:lnTo>
                  <a:pt x="3323554" y="2227648"/>
                </a:lnTo>
                <a:lnTo>
                  <a:pt x="3168553" y="2328055"/>
                </a:lnTo>
                <a:close/>
                <a:moveTo>
                  <a:pt x="2935385" y="2387740"/>
                </a:moveTo>
                <a:lnTo>
                  <a:pt x="2786875" y="2353166"/>
                </a:lnTo>
                <a:lnTo>
                  <a:pt x="2922300" y="2193006"/>
                </a:lnTo>
                <a:lnTo>
                  <a:pt x="3047750" y="2220406"/>
                </a:lnTo>
                <a:lnTo>
                  <a:pt x="2935385" y="2387740"/>
                </a:lnTo>
                <a:close/>
                <a:moveTo>
                  <a:pt x="2565357" y="2459791"/>
                </a:moveTo>
                <a:lnTo>
                  <a:pt x="2544142" y="2484765"/>
                </a:lnTo>
                <a:lnTo>
                  <a:pt x="2552888" y="2449918"/>
                </a:lnTo>
                <a:lnTo>
                  <a:pt x="2593918" y="2408887"/>
                </a:lnTo>
                <a:lnTo>
                  <a:pt x="2565357" y="2459791"/>
                </a:lnTo>
                <a:close/>
                <a:moveTo>
                  <a:pt x="2503145" y="2621112"/>
                </a:moveTo>
                <a:cubicBezTo>
                  <a:pt x="2503145" y="2621112"/>
                  <a:pt x="2503145" y="2621112"/>
                  <a:pt x="2503145" y="2621112"/>
                </a:cubicBezTo>
                <a:lnTo>
                  <a:pt x="2503145" y="2620976"/>
                </a:lnTo>
                <a:cubicBezTo>
                  <a:pt x="2503145" y="2620976"/>
                  <a:pt x="2538675" y="2506390"/>
                  <a:pt x="2538675" y="2506390"/>
                </a:cubicBezTo>
                <a:lnTo>
                  <a:pt x="2559618" y="2481724"/>
                </a:lnTo>
                <a:lnTo>
                  <a:pt x="2523302" y="2627740"/>
                </a:lnTo>
                <a:lnTo>
                  <a:pt x="2501061" y="2627842"/>
                </a:lnTo>
                <a:lnTo>
                  <a:pt x="2503145" y="2621112"/>
                </a:lnTo>
                <a:close/>
                <a:moveTo>
                  <a:pt x="2531706" y="2636793"/>
                </a:moveTo>
                <a:lnTo>
                  <a:pt x="2577759" y="2629072"/>
                </a:lnTo>
                <a:lnTo>
                  <a:pt x="2547353" y="2996264"/>
                </a:lnTo>
                <a:lnTo>
                  <a:pt x="2502223" y="2996196"/>
                </a:lnTo>
                <a:lnTo>
                  <a:pt x="2531740" y="2636793"/>
                </a:lnTo>
                <a:close/>
                <a:moveTo>
                  <a:pt x="2501710" y="3006001"/>
                </a:moveTo>
                <a:lnTo>
                  <a:pt x="2546875" y="3006069"/>
                </a:lnTo>
                <a:lnTo>
                  <a:pt x="2541238" y="3377122"/>
                </a:lnTo>
                <a:cubicBezTo>
                  <a:pt x="2541238" y="3378728"/>
                  <a:pt x="2542024" y="3380128"/>
                  <a:pt x="2543219" y="3381051"/>
                </a:cubicBezTo>
                <a:lnTo>
                  <a:pt x="2494912" y="3376678"/>
                </a:lnTo>
                <a:cubicBezTo>
                  <a:pt x="2495697" y="3375824"/>
                  <a:pt x="2496210" y="3374731"/>
                  <a:pt x="2496210" y="3373466"/>
                </a:cubicBezTo>
                <a:lnTo>
                  <a:pt x="2501710" y="3006035"/>
                </a:lnTo>
                <a:close/>
                <a:moveTo>
                  <a:pt x="2515000" y="3411833"/>
                </a:moveTo>
                <a:lnTo>
                  <a:pt x="2231919" y="3383716"/>
                </a:lnTo>
                <a:lnTo>
                  <a:pt x="2241861" y="3373125"/>
                </a:lnTo>
                <a:lnTo>
                  <a:pt x="2526342" y="3399670"/>
                </a:lnTo>
                <a:lnTo>
                  <a:pt x="2515034" y="3411833"/>
                </a:lnTo>
                <a:close/>
                <a:moveTo>
                  <a:pt x="2206433" y="3517125"/>
                </a:moveTo>
                <a:lnTo>
                  <a:pt x="2086245" y="3708511"/>
                </a:lnTo>
                <a:lnTo>
                  <a:pt x="2086415" y="3702361"/>
                </a:lnTo>
                <a:lnTo>
                  <a:pt x="2206433" y="3511351"/>
                </a:lnTo>
                <a:lnTo>
                  <a:pt x="2206433" y="3517125"/>
                </a:lnTo>
                <a:close/>
                <a:moveTo>
                  <a:pt x="2078011" y="3697305"/>
                </a:moveTo>
                <a:cubicBezTo>
                  <a:pt x="2077533" y="3697783"/>
                  <a:pt x="2077225" y="3698364"/>
                  <a:pt x="2076986" y="3699013"/>
                </a:cubicBezTo>
                <a:lnTo>
                  <a:pt x="2072784" y="3706905"/>
                </a:lnTo>
                <a:cubicBezTo>
                  <a:pt x="2072784" y="3706905"/>
                  <a:pt x="2072784" y="3706939"/>
                  <a:pt x="2072784" y="3706973"/>
                </a:cubicBezTo>
                <a:cubicBezTo>
                  <a:pt x="2072716" y="3707144"/>
                  <a:pt x="2072682" y="3707349"/>
                  <a:pt x="2072613" y="3707520"/>
                </a:cubicBezTo>
                <a:cubicBezTo>
                  <a:pt x="2072442" y="3707964"/>
                  <a:pt x="2072272" y="3708374"/>
                  <a:pt x="2072238" y="3708818"/>
                </a:cubicBezTo>
                <a:cubicBezTo>
                  <a:pt x="2072238" y="3708818"/>
                  <a:pt x="2072238" y="3708818"/>
                  <a:pt x="2072238" y="3708852"/>
                </a:cubicBezTo>
                <a:lnTo>
                  <a:pt x="2070632" y="3731093"/>
                </a:lnTo>
                <a:lnTo>
                  <a:pt x="2059289" y="3744997"/>
                </a:lnTo>
                <a:cubicBezTo>
                  <a:pt x="2059289" y="3744997"/>
                  <a:pt x="2059221" y="3745134"/>
                  <a:pt x="2059187" y="3745203"/>
                </a:cubicBezTo>
                <a:cubicBezTo>
                  <a:pt x="2059084" y="3745339"/>
                  <a:pt x="2059016" y="3745442"/>
                  <a:pt x="2058914" y="3745578"/>
                </a:cubicBezTo>
                <a:cubicBezTo>
                  <a:pt x="2058879" y="3745647"/>
                  <a:pt x="2058811" y="3745681"/>
                  <a:pt x="2058777" y="3745749"/>
                </a:cubicBezTo>
                <a:lnTo>
                  <a:pt x="2054609" y="3753368"/>
                </a:lnTo>
                <a:cubicBezTo>
                  <a:pt x="2054472" y="3753573"/>
                  <a:pt x="2054472" y="3753846"/>
                  <a:pt x="2054404" y="3754051"/>
                </a:cubicBezTo>
                <a:cubicBezTo>
                  <a:pt x="2054302" y="3754290"/>
                  <a:pt x="2054165" y="3754529"/>
                  <a:pt x="2054097" y="3754802"/>
                </a:cubicBezTo>
                <a:lnTo>
                  <a:pt x="2050714" y="3772670"/>
                </a:lnTo>
                <a:lnTo>
                  <a:pt x="1968550" y="3420203"/>
                </a:lnTo>
                <a:lnTo>
                  <a:pt x="2095230" y="3367761"/>
                </a:lnTo>
                <a:lnTo>
                  <a:pt x="2095230" y="3669769"/>
                </a:lnTo>
                <a:cubicBezTo>
                  <a:pt x="2095230" y="3669769"/>
                  <a:pt x="2077977" y="3697305"/>
                  <a:pt x="2077977" y="3697305"/>
                </a:cubicBezTo>
                <a:close/>
                <a:moveTo>
                  <a:pt x="1841871" y="3561777"/>
                </a:moveTo>
                <a:lnTo>
                  <a:pt x="1676689" y="3362807"/>
                </a:lnTo>
                <a:lnTo>
                  <a:pt x="1849046" y="3155878"/>
                </a:lnTo>
                <a:lnTo>
                  <a:pt x="1957174" y="3416479"/>
                </a:lnTo>
                <a:lnTo>
                  <a:pt x="1841837" y="3561811"/>
                </a:lnTo>
                <a:close/>
                <a:moveTo>
                  <a:pt x="1708188" y="3094827"/>
                </a:moveTo>
                <a:lnTo>
                  <a:pt x="1722127" y="3090659"/>
                </a:lnTo>
                <a:lnTo>
                  <a:pt x="1841666" y="3129640"/>
                </a:lnTo>
                <a:lnTo>
                  <a:pt x="1843819" y="3139137"/>
                </a:lnTo>
                <a:lnTo>
                  <a:pt x="1708188" y="3094827"/>
                </a:lnTo>
                <a:close/>
                <a:moveTo>
                  <a:pt x="1845732" y="3120689"/>
                </a:moveTo>
                <a:lnTo>
                  <a:pt x="1737433" y="3085364"/>
                </a:lnTo>
                <a:lnTo>
                  <a:pt x="1913923" y="3023117"/>
                </a:lnTo>
                <a:lnTo>
                  <a:pt x="2012280" y="3059912"/>
                </a:lnTo>
                <a:lnTo>
                  <a:pt x="1845732" y="3120689"/>
                </a:lnTo>
                <a:close/>
                <a:moveTo>
                  <a:pt x="1840334" y="3037056"/>
                </a:moveTo>
                <a:lnTo>
                  <a:pt x="1840334" y="3034118"/>
                </a:lnTo>
                <a:cubicBezTo>
                  <a:pt x="1840334" y="3034118"/>
                  <a:pt x="1846552" y="3034869"/>
                  <a:pt x="1846552" y="3034869"/>
                </a:cubicBezTo>
                <a:lnTo>
                  <a:pt x="1840334" y="3037056"/>
                </a:lnTo>
                <a:close/>
                <a:moveTo>
                  <a:pt x="1830563" y="3023561"/>
                </a:moveTo>
                <a:lnTo>
                  <a:pt x="1726329" y="3021921"/>
                </a:lnTo>
                <a:lnTo>
                  <a:pt x="1727628" y="2639082"/>
                </a:lnTo>
                <a:lnTo>
                  <a:pt x="1834526" y="2651074"/>
                </a:lnTo>
                <a:lnTo>
                  <a:pt x="1830563" y="3023561"/>
                </a:lnTo>
                <a:close/>
                <a:moveTo>
                  <a:pt x="1625068" y="2650049"/>
                </a:moveTo>
                <a:lnTo>
                  <a:pt x="1578537" y="2428087"/>
                </a:lnTo>
                <a:lnTo>
                  <a:pt x="1672077" y="2391464"/>
                </a:lnTo>
                <a:lnTo>
                  <a:pt x="1717037" y="2629824"/>
                </a:lnTo>
                <a:lnTo>
                  <a:pt x="1625068" y="2650015"/>
                </a:lnTo>
                <a:close/>
                <a:moveTo>
                  <a:pt x="1492615" y="2495902"/>
                </a:moveTo>
                <a:lnTo>
                  <a:pt x="1350050" y="2403967"/>
                </a:lnTo>
                <a:lnTo>
                  <a:pt x="1427089" y="2321257"/>
                </a:lnTo>
                <a:lnTo>
                  <a:pt x="1565316" y="2425490"/>
                </a:lnTo>
                <a:lnTo>
                  <a:pt x="1492581" y="2495902"/>
                </a:lnTo>
                <a:close/>
                <a:moveTo>
                  <a:pt x="1279570" y="2533311"/>
                </a:moveTo>
                <a:lnTo>
                  <a:pt x="1077901" y="2497269"/>
                </a:lnTo>
                <a:lnTo>
                  <a:pt x="1151148" y="2376944"/>
                </a:lnTo>
                <a:lnTo>
                  <a:pt x="1335428" y="2408648"/>
                </a:lnTo>
                <a:lnTo>
                  <a:pt x="1279570" y="2533277"/>
                </a:lnTo>
                <a:close/>
                <a:moveTo>
                  <a:pt x="1067652" y="2495219"/>
                </a:moveTo>
                <a:lnTo>
                  <a:pt x="909815" y="2456580"/>
                </a:lnTo>
                <a:lnTo>
                  <a:pt x="968987" y="2370658"/>
                </a:lnTo>
                <a:lnTo>
                  <a:pt x="1140113" y="2376192"/>
                </a:lnTo>
                <a:lnTo>
                  <a:pt x="1067652" y="2495219"/>
                </a:lnTo>
                <a:close/>
                <a:moveTo>
                  <a:pt x="859116" y="2507347"/>
                </a:moveTo>
                <a:lnTo>
                  <a:pt x="757445" y="2554766"/>
                </a:lnTo>
                <a:lnTo>
                  <a:pt x="733291" y="2515410"/>
                </a:lnTo>
                <a:lnTo>
                  <a:pt x="888634" y="2468708"/>
                </a:lnTo>
                <a:lnTo>
                  <a:pt x="859116" y="2507347"/>
                </a:lnTo>
                <a:close/>
                <a:moveTo>
                  <a:pt x="750134" y="2561599"/>
                </a:moveTo>
                <a:lnTo>
                  <a:pt x="700562" y="2696409"/>
                </a:lnTo>
                <a:lnTo>
                  <a:pt x="660386" y="2697092"/>
                </a:lnTo>
                <a:lnTo>
                  <a:pt x="726800" y="2523609"/>
                </a:lnTo>
                <a:lnTo>
                  <a:pt x="750100" y="2561599"/>
                </a:lnTo>
                <a:close/>
                <a:moveTo>
                  <a:pt x="698786" y="2706248"/>
                </a:moveTo>
                <a:lnTo>
                  <a:pt x="681157" y="3006309"/>
                </a:lnTo>
                <a:lnTo>
                  <a:pt x="639307" y="3012185"/>
                </a:lnTo>
                <a:lnTo>
                  <a:pt x="657823" y="2706966"/>
                </a:lnTo>
                <a:lnTo>
                  <a:pt x="698786" y="2706248"/>
                </a:lnTo>
                <a:close/>
                <a:moveTo>
                  <a:pt x="626119" y="3302645"/>
                </a:moveTo>
                <a:lnTo>
                  <a:pt x="581980" y="3301859"/>
                </a:lnTo>
                <a:cubicBezTo>
                  <a:pt x="581980" y="3301859"/>
                  <a:pt x="582048" y="3301654"/>
                  <a:pt x="582048" y="3301552"/>
                </a:cubicBezTo>
                <a:cubicBezTo>
                  <a:pt x="581946" y="3298853"/>
                  <a:pt x="579896" y="3296906"/>
                  <a:pt x="576992" y="3296803"/>
                </a:cubicBezTo>
                <a:lnTo>
                  <a:pt x="519733" y="3298648"/>
                </a:lnTo>
                <a:lnTo>
                  <a:pt x="522569" y="3039994"/>
                </a:lnTo>
                <a:lnTo>
                  <a:pt x="629126" y="3023595"/>
                </a:lnTo>
                <a:lnTo>
                  <a:pt x="626154" y="3302645"/>
                </a:lnTo>
                <a:close/>
                <a:moveTo>
                  <a:pt x="443480" y="3319488"/>
                </a:moveTo>
                <a:lnTo>
                  <a:pt x="447716" y="3318497"/>
                </a:lnTo>
                <a:lnTo>
                  <a:pt x="444915" y="3322699"/>
                </a:lnTo>
                <a:lnTo>
                  <a:pt x="440986" y="3323280"/>
                </a:lnTo>
                <a:lnTo>
                  <a:pt x="443480" y="3319488"/>
                </a:lnTo>
                <a:close/>
                <a:moveTo>
                  <a:pt x="422093" y="3912776"/>
                </a:moveTo>
                <a:cubicBezTo>
                  <a:pt x="422093" y="3912776"/>
                  <a:pt x="422162" y="3913015"/>
                  <a:pt x="422162" y="3913151"/>
                </a:cubicBezTo>
                <a:cubicBezTo>
                  <a:pt x="422162" y="3913288"/>
                  <a:pt x="422128" y="3913391"/>
                  <a:pt x="422162" y="3913527"/>
                </a:cubicBezTo>
                <a:cubicBezTo>
                  <a:pt x="422162" y="3913527"/>
                  <a:pt x="422162" y="3913527"/>
                  <a:pt x="422162" y="3913595"/>
                </a:cubicBezTo>
                <a:cubicBezTo>
                  <a:pt x="422162" y="3913664"/>
                  <a:pt x="422162" y="3913698"/>
                  <a:pt x="422162" y="3913766"/>
                </a:cubicBezTo>
                <a:cubicBezTo>
                  <a:pt x="422162" y="3913766"/>
                  <a:pt x="422162" y="3913766"/>
                  <a:pt x="422162" y="3913801"/>
                </a:cubicBezTo>
                <a:lnTo>
                  <a:pt x="427765" y="3940209"/>
                </a:lnTo>
                <a:lnTo>
                  <a:pt x="427765" y="3940209"/>
                </a:lnTo>
                <a:cubicBezTo>
                  <a:pt x="427765" y="3940209"/>
                  <a:pt x="427765" y="3940380"/>
                  <a:pt x="427765" y="3940380"/>
                </a:cubicBezTo>
                <a:cubicBezTo>
                  <a:pt x="427765" y="3940449"/>
                  <a:pt x="427833" y="3940449"/>
                  <a:pt x="427833" y="3940517"/>
                </a:cubicBezTo>
                <a:cubicBezTo>
                  <a:pt x="427970" y="3941029"/>
                  <a:pt x="428140" y="3941576"/>
                  <a:pt x="428448" y="3942054"/>
                </a:cubicBezTo>
                <a:lnTo>
                  <a:pt x="429541" y="3943728"/>
                </a:lnTo>
                <a:cubicBezTo>
                  <a:pt x="429541" y="3943728"/>
                  <a:pt x="429678" y="3943831"/>
                  <a:pt x="429712" y="3943899"/>
                </a:cubicBezTo>
                <a:cubicBezTo>
                  <a:pt x="429883" y="3944104"/>
                  <a:pt x="430053" y="3944309"/>
                  <a:pt x="430224" y="3944480"/>
                </a:cubicBezTo>
                <a:cubicBezTo>
                  <a:pt x="430258" y="3944514"/>
                  <a:pt x="430224" y="3944616"/>
                  <a:pt x="430293" y="3944651"/>
                </a:cubicBezTo>
                <a:lnTo>
                  <a:pt x="446691" y="3959990"/>
                </a:lnTo>
                <a:cubicBezTo>
                  <a:pt x="446691" y="3959990"/>
                  <a:pt x="446862" y="3960024"/>
                  <a:pt x="446930" y="3960093"/>
                </a:cubicBezTo>
                <a:cubicBezTo>
                  <a:pt x="447135" y="3960297"/>
                  <a:pt x="447340" y="3960503"/>
                  <a:pt x="447614" y="3960639"/>
                </a:cubicBezTo>
                <a:cubicBezTo>
                  <a:pt x="447887" y="3960810"/>
                  <a:pt x="448194" y="3960844"/>
                  <a:pt x="448502" y="3960981"/>
                </a:cubicBezTo>
                <a:cubicBezTo>
                  <a:pt x="448775" y="3961083"/>
                  <a:pt x="449014" y="3961220"/>
                  <a:pt x="449322" y="3961288"/>
                </a:cubicBezTo>
                <a:lnTo>
                  <a:pt x="476550" y="3965525"/>
                </a:lnTo>
                <a:cubicBezTo>
                  <a:pt x="476550" y="3965525"/>
                  <a:pt x="476790" y="3965525"/>
                  <a:pt x="476926" y="3965525"/>
                </a:cubicBezTo>
                <a:cubicBezTo>
                  <a:pt x="476926" y="3965525"/>
                  <a:pt x="476995" y="3965525"/>
                  <a:pt x="476995" y="3965525"/>
                </a:cubicBezTo>
                <a:lnTo>
                  <a:pt x="509279" y="3967472"/>
                </a:lnTo>
                <a:lnTo>
                  <a:pt x="509928" y="4073038"/>
                </a:lnTo>
                <a:lnTo>
                  <a:pt x="419121" y="4046356"/>
                </a:lnTo>
                <a:lnTo>
                  <a:pt x="415466" y="3570079"/>
                </a:lnTo>
                <a:lnTo>
                  <a:pt x="421683" y="3570557"/>
                </a:lnTo>
                <a:lnTo>
                  <a:pt x="422059" y="3912844"/>
                </a:lnTo>
                <a:close/>
                <a:moveTo>
                  <a:pt x="394079" y="3560957"/>
                </a:moveTo>
                <a:cubicBezTo>
                  <a:pt x="394079" y="3560957"/>
                  <a:pt x="394079" y="3560957"/>
                  <a:pt x="394079" y="3560957"/>
                </a:cubicBezTo>
                <a:cubicBezTo>
                  <a:pt x="394079" y="3560957"/>
                  <a:pt x="394079" y="3560957"/>
                  <a:pt x="394079" y="3560957"/>
                </a:cubicBezTo>
                <a:lnTo>
                  <a:pt x="396231" y="3740624"/>
                </a:lnTo>
                <a:lnTo>
                  <a:pt x="316630" y="3699081"/>
                </a:lnTo>
                <a:lnTo>
                  <a:pt x="393908" y="3524983"/>
                </a:lnTo>
                <a:lnTo>
                  <a:pt x="394079" y="3560889"/>
                </a:lnTo>
                <a:close/>
                <a:moveTo>
                  <a:pt x="258586" y="3654703"/>
                </a:moveTo>
                <a:lnTo>
                  <a:pt x="203719" y="3631847"/>
                </a:lnTo>
                <a:lnTo>
                  <a:pt x="338016" y="3334178"/>
                </a:lnTo>
                <a:lnTo>
                  <a:pt x="381678" y="3379411"/>
                </a:lnTo>
                <a:lnTo>
                  <a:pt x="258551" y="3654703"/>
                </a:lnTo>
                <a:close/>
                <a:moveTo>
                  <a:pt x="255750" y="3664132"/>
                </a:moveTo>
                <a:lnTo>
                  <a:pt x="211781" y="3988824"/>
                </a:lnTo>
                <a:lnTo>
                  <a:pt x="153156" y="3993231"/>
                </a:lnTo>
                <a:lnTo>
                  <a:pt x="201190" y="3641413"/>
                </a:lnTo>
                <a:lnTo>
                  <a:pt x="255750" y="3664166"/>
                </a:lnTo>
                <a:close/>
                <a:moveTo>
                  <a:pt x="211884" y="3998663"/>
                </a:moveTo>
                <a:lnTo>
                  <a:pt x="256536" y="4312902"/>
                </a:lnTo>
                <a:lnTo>
                  <a:pt x="201874" y="4343649"/>
                </a:lnTo>
                <a:lnTo>
                  <a:pt x="153054" y="4003071"/>
                </a:lnTo>
                <a:lnTo>
                  <a:pt x="211884" y="3998629"/>
                </a:lnTo>
                <a:close/>
                <a:moveTo>
                  <a:pt x="309934" y="4262852"/>
                </a:moveTo>
                <a:lnTo>
                  <a:pt x="412459" y="4470021"/>
                </a:lnTo>
                <a:lnTo>
                  <a:pt x="387588" y="4556216"/>
                </a:lnTo>
                <a:lnTo>
                  <a:pt x="267605" y="4316113"/>
                </a:lnTo>
                <a:lnTo>
                  <a:pt x="309900" y="4262852"/>
                </a:lnTo>
                <a:close/>
                <a:moveTo>
                  <a:pt x="420385" y="4478015"/>
                </a:moveTo>
                <a:lnTo>
                  <a:pt x="567460" y="4596973"/>
                </a:lnTo>
                <a:lnTo>
                  <a:pt x="566811" y="4704692"/>
                </a:lnTo>
                <a:lnTo>
                  <a:pt x="394455" y="4567866"/>
                </a:lnTo>
                <a:lnTo>
                  <a:pt x="420351" y="4478015"/>
                </a:lnTo>
                <a:close/>
                <a:moveTo>
                  <a:pt x="577265" y="4600082"/>
                </a:moveTo>
                <a:lnTo>
                  <a:pt x="743574" y="4617984"/>
                </a:lnTo>
                <a:lnTo>
                  <a:pt x="770803" y="4728368"/>
                </a:lnTo>
                <a:lnTo>
                  <a:pt x="576650" y="4710329"/>
                </a:lnTo>
                <a:lnTo>
                  <a:pt x="577299" y="4600082"/>
                </a:lnTo>
                <a:close/>
                <a:moveTo>
                  <a:pt x="752286" y="4500939"/>
                </a:moveTo>
                <a:lnTo>
                  <a:pt x="801994" y="4516996"/>
                </a:lnTo>
                <a:cubicBezTo>
                  <a:pt x="801994" y="4516996"/>
                  <a:pt x="802302" y="4517030"/>
                  <a:pt x="802439" y="4517064"/>
                </a:cubicBezTo>
                <a:cubicBezTo>
                  <a:pt x="802541" y="4517064"/>
                  <a:pt x="802609" y="4517133"/>
                  <a:pt x="802678" y="4517167"/>
                </a:cubicBezTo>
                <a:lnTo>
                  <a:pt x="897311" y="4533019"/>
                </a:lnTo>
                <a:lnTo>
                  <a:pt x="752354" y="4605549"/>
                </a:lnTo>
                <a:lnTo>
                  <a:pt x="752252" y="4500939"/>
                </a:lnTo>
                <a:close/>
                <a:moveTo>
                  <a:pt x="602068" y="4441870"/>
                </a:moveTo>
                <a:lnTo>
                  <a:pt x="584166" y="4425779"/>
                </a:lnTo>
                <a:lnTo>
                  <a:pt x="717883" y="4468142"/>
                </a:lnTo>
                <a:lnTo>
                  <a:pt x="736878" y="4485429"/>
                </a:lnTo>
                <a:lnTo>
                  <a:pt x="602068" y="4441870"/>
                </a:lnTo>
                <a:close/>
                <a:moveTo>
                  <a:pt x="702783" y="4418673"/>
                </a:moveTo>
                <a:lnTo>
                  <a:pt x="860927" y="4443373"/>
                </a:lnTo>
                <a:lnTo>
                  <a:pt x="881903" y="4485087"/>
                </a:lnTo>
                <a:lnTo>
                  <a:pt x="723657" y="4459362"/>
                </a:lnTo>
                <a:lnTo>
                  <a:pt x="702817" y="4418673"/>
                </a:lnTo>
                <a:close/>
                <a:moveTo>
                  <a:pt x="854368" y="4372791"/>
                </a:moveTo>
                <a:lnTo>
                  <a:pt x="1029115" y="4377540"/>
                </a:lnTo>
                <a:lnTo>
                  <a:pt x="1042541" y="4438795"/>
                </a:lnTo>
                <a:lnTo>
                  <a:pt x="868135" y="4434115"/>
                </a:lnTo>
                <a:lnTo>
                  <a:pt x="854368" y="4372825"/>
                </a:lnTo>
                <a:close/>
                <a:moveTo>
                  <a:pt x="1244244" y="4431655"/>
                </a:moveTo>
                <a:lnTo>
                  <a:pt x="1264230" y="4473540"/>
                </a:lnTo>
                <a:lnTo>
                  <a:pt x="1077320" y="4491168"/>
                </a:lnTo>
                <a:lnTo>
                  <a:pt x="1056173" y="4448122"/>
                </a:lnTo>
                <a:lnTo>
                  <a:pt x="1244210" y="4431655"/>
                </a:lnTo>
                <a:close/>
                <a:moveTo>
                  <a:pt x="1349776" y="4458474"/>
                </a:moveTo>
                <a:lnTo>
                  <a:pt x="1361836" y="4485975"/>
                </a:lnTo>
                <a:lnTo>
                  <a:pt x="1306935" y="4505278"/>
                </a:lnTo>
                <a:lnTo>
                  <a:pt x="1281005" y="4479997"/>
                </a:lnTo>
                <a:lnTo>
                  <a:pt x="1349776" y="4458474"/>
                </a:lnTo>
                <a:close/>
                <a:moveTo>
                  <a:pt x="1535832" y="4465750"/>
                </a:moveTo>
                <a:lnTo>
                  <a:pt x="1526335" y="4481261"/>
                </a:lnTo>
                <a:lnTo>
                  <a:pt x="1388962" y="4492638"/>
                </a:lnTo>
                <a:lnTo>
                  <a:pt x="1374443" y="4479211"/>
                </a:lnTo>
                <a:lnTo>
                  <a:pt x="1535832" y="4465750"/>
                </a:lnTo>
                <a:close/>
                <a:moveTo>
                  <a:pt x="1526095" y="4491100"/>
                </a:moveTo>
                <a:lnTo>
                  <a:pt x="1635385" y="4745893"/>
                </a:lnTo>
                <a:lnTo>
                  <a:pt x="1510824" y="4767758"/>
                </a:lnTo>
                <a:lnTo>
                  <a:pt x="1394497" y="4501998"/>
                </a:lnTo>
                <a:lnTo>
                  <a:pt x="1526130" y="4491100"/>
                </a:lnTo>
                <a:close/>
                <a:moveTo>
                  <a:pt x="1677407" y="4753717"/>
                </a:moveTo>
                <a:lnTo>
                  <a:pt x="1842862" y="4526323"/>
                </a:lnTo>
                <a:lnTo>
                  <a:pt x="1957311" y="4637184"/>
                </a:lnTo>
                <a:lnTo>
                  <a:pt x="1849011" y="4910187"/>
                </a:lnTo>
                <a:lnTo>
                  <a:pt x="1677373" y="4753717"/>
                </a:lnTo>
                <a:close/>
                <a:moveTo>
                  <a:pt x="1764832" y="4317650"/>
                </a:moveTo>
                <a:lnTo>
                  <a:pt x="1985632" y="4117451"/>
                </a:lnTo>
                <a:lnTo>
                  <a:pt x="1984368" y="4124181"/>
                </a:lnTo>
                <a:cubicBezTo>
                  <a:pt x="1984334" y="4124352"/>
                  <a:pt x="1984368" y="4124557"/>
                  <a:pt x="1984368" y="4124728"/>
                </a:cubicBezTo>
                <a:cubicBezTo>
                  <a:pt x="1984368" y="4124796"/>
                  <a:pt x="1984266" y="4124864"/>
                  <a:pt x="1984266" y="4124933"/>
                </a:cubicBezTo>
                <a:lnTo>
                  <a:pt x="1983753" y="4142117"/>
                </a:lnTo>
                <a:cubicBezTo>
                  <a:pt x="1983753" y="4142322"/>
                  <a:pt x="1983822" y="4142527"/>
                  <a:pt x="1983856" y="4142698"/>
                </a:cubicBezTo>
                <a:cubicBezTo>
                  <a:pt x="1983856" y="4142971"/>
                  <a:pt x="1983856" y="4143210"/>
                  <a:pt x="1983924" y="4143449"/>
                </a:cubicBezTo>
                <a:cubicBezTo>
                  <a:pt x="1983924" y="4143518"/>
                  <a:pt x="1983924" y="4143586"/>
                  <a:pt x="1983924" y="4143655"/>
                </a:cubicBezTo>
                <a:lnTo>
                  <a:pt x="1988741" y="4159711"/>
                </a:lnTo>
                <a:lnTo>
                  <a:pt x="1984471" y="4173650"/>
                </a:lnTo>
                <a:cubicBezTo>
                  <a:pt x="1984402" y="4173855"/>
                  <a:pt x="1984471" y="4174094"/>
                  <a:pt x="1984402" y="4174299"/>
                </a:cubicBezTo>
                <a:cubicBezTo>
                  <a:pt x="1984368" y="4174504"/>
                  <a:pt x="1984266" y="4174709"/>
                  <a:pt x="1984266" y="4174948"/>
                </a:cubicBezTo>
                <a:lnTo>
                  <a:pt x="1983753" y="4192918"/>
                </a:lnTo>
                <a:cubicBezTo>
                  <a:pt x="1983753" y="4192918"/>
                  <a:pt x="1983753" y="4193021"/>
                  <a:pt x="1983753" y="4193089"/>
                </a:cubicBezTo>
                <a:cubicBezTo>
                  <a:pt x="1983753" y="4193294"/>
                  <a:pt x="1983787" y="4193465"/>
                  <a:pt x="1983822" y="4193636"/>
                </a:cubicBezTo>
                <a:cubicBezTo>
                  <a:pt x="1983822" y="4193738"/>
                  <a:pt x="1983822" y="4193841"/>
                  <a:pt x="1983822" y="4193978"/>
                </a:cubicBezTo>
                <a:lnTo>
                  <a:pt x="1988399" y="4217892"/>
                </a:lnTo>
                <a:lnTo>
                  <a:pt x="1842657" y="4507089"/>
                </a:lnTo>
                <a:lnTo>
                  <a:pt x="1764798" y="4317685"/>
                </a:lnTo>
                <a:close/>
                <a:moveTo>
                  <a:pt x="2084605" y="3732904"/>
                </a:moveTo>
                <a:lnTo>
                  <a:pt x="2127515" y="3748277"/>
                </a:lnTo>
                <a:lnTo>
                  <a:pt x="2048391" y="4168184"/>
                </a:lnTo>
                <a:lnTo>
                  <a:pt x="2002919" y="4165724"/>
                </a:lnTo>
                <a:lnTo>
                  <a:pt x="2084605" y="3732904"/>
                </a:lnTo>
                <a:close/>
                <a:moveTo>
                  <a:pt x="2143093" y="4177306"/>
                </a:moveTo>
                <a:lnTo>
                  <a:pt x="2215384" y="4556182"/>
                </a:lnTo>
                <a:lnTo>
                  <a:pt x="2136875" y="4588535"/>
                </a:lnTo>
                <a:lnTo>
                  <a:pt x="2058299" y="4178160"/>
                </a:lnTo>
                <a:lnTo>
                  <a:pt x="2143093" y="4177272"/>
                </a:lnTo>
                <a:close/>
                <a:moveTo>
                  <a:pt x="2333761" y="4496224"/>
                </a:moveTo>
                <a:lnTo>
                  <a:pt x="2504990" y="4758807"/>
                </a:lnTo>
                <a:lnTo>
                  <a:pt x="2429181" y="4867824"/>
                </a:lnTo>
                <a:lnTo>
                  <a:pt x="2227853" y="4560760"/>
                </a:lnTo>
                <a:lnTo>
                  <a:pt x="2333761" y="4496259"/>
                </a:lnTo>
                <a:close/>
                <a:moveTo>
                  <a:pt x="2429625" y="4882788"/>
                </a:moveTo>
                <a:lnTo>
                  <a:pt x="2728763" y="5076325"/>
                </a:lnTo>
                <a:lnTo>
                  <a:pt x="2692925" y="5148958"/>
                </a:lnTo>
                <a:lnTo>
                  <a:pt x="2368711" y="4940388"/>
                </a:lnTo>
                <a:lnTo>
                  <a:pt x="2429659" y="4882788"/>
                </a:lnTo>
                <a:close/>
                <a:moveTo>
                  <a:pt x="2764088" y="4973595"/>
                </a:moveTo>
                <a:lnTo>
                  <a:pt x="2835866" y="5084149"/>
                </a:lnTo>
                <a:lnTo>
                  <a:pt x="2741061" y="5070483"/>
                </a:lnTo>
                <a:lnTo>
                  <a:pt x="2764054" y="4973595"/>
                </a:lnTo>
                <a:close/>
                <a:moveTo>
                  <a:pt x="3261273" y="4760550"/>
                </a:moveTo>
                <a:lnTo>
                  <a:pt x="3436875" y="5037003"/>
                </a:lnTo>
                <a:lnTo>
                  <a:pt x="3148943" y="5318888"/>
                </a:lnTo>
                <a:lnTo>
                  <a:pt x="2891416" y="4920231"/>
                </a:lnTo>
                <a:lnTo>
                  <a:pt x="3261307" y="4760515"/>
                </a:lnTo>
                <a:close/>
                <a:moveTo>
                  <a:pt x="4002183" y="4393733"/>
                </a:moveTo>
                <a:lnTo>
                  <a:pt x="3705949" y="5206455"/>
                </a:lnTo>
                <a:lnTo>
                  <a:pt x="3450472" y="5036729"/>
                </a:lnTo>
                <a:lnTo>
                  <a:pt x="4002183" y="4393733"/>
                </a:lnTo>
                <a:close/>
                <a:moveTo>
                  <a:pt x="4011100" y="4397901"/>
                </a:moveTo>
                <a:lnTo>
                  <a:pt x="4010314" y="5252610"/>
                </a:lnTo>
                <a:lnTo>
                  <a:pt x="3715071" y="5210008"/>
                </a:lnTo>
                <a:lnTo>
                  <a:pt x="4011065" y="4397901"/>
                </a:lnTo>
                <a:close/>
                <a:moveTo>
                  <a:pt x="4564553" y="4951935"/>
                </a:moveTo>
                <a:lnTo>
                  <a:pt x="4035049" y="4383279"/>
                </a:lnTo>
                <a:lnTo>
                  <a:pt x="4723312" y="4670323"/>
                </a:lnTo>
                <a:lnTo>
                  <a:pt x="4564553" y="4951935"/>
                </a:lnTo>
                <a:close/>
                <a:moveTo>
                  <a:pt x="4726523" y="4661030"/>
                </a:moveTo>
                <a:lnTo>
                  <a:pt x="4038055" y="4373918"/>
                </a:lnTo>
                <a:lnTo>
                  <a:pt x="4782142" y="4338969"/>
                </a:lnTo>
                <a:lnTo>
                  <a:pt x="4726489" y="4661030"/>
                </a:lnTo>
                <a:close/>
                <a:moveTo>
                  <a:pt x="4792118" y="4328515"/>
                </a:moveTo>
                <a:lnTo>
                  <a:pt x="4736601" y="4007341"/>
                </a:lnTo>
                <a:lnTo>
                  <a:pt x="4991019" y="3850632"/>
                </a:lnTo>
                <a:lnTo>
                  <a:pt x="5068673" y="4305078"/>
                </a:lnTo>
                <a:lnTo>
                  <a:pt x="4792118" y="4328515"/>
                </a:lnTo>
                <a:close/>
                <a:moveTo>
                  <a:pt x="4035937" y="4354376"/>
                </a:moveTo>
                <a:lnTo>
                  <a:pt x="4566329" y="3736183"/>
                </a:lnTo>
                <a:lnTo>
                  <a:pt x="4724303" y="4002934"/>
                </a:lnTo>
                <a:lnTo>
                  <a:pt x="4035937" y="4354376"/>
                </a:lnTo>
                <a:close/>
                <a:moveTo>
                  <a:pt x="4029890" y="4346348"/>
                </a:moveTo>
                <a:lnTo>
                  <a:pt x="4319769" y="3551050"/>
                </a:lnTo>
                <a:lnTo>
                  <a:pt x="4559907" y="3728565"/>
                </a:lnTo>
                <a:lnTo>
                  <a:pt x="4029890" y="4346314"/>
                </a:lnTo>
                <a:close/>
                <a:moveTo>
                  <a:pt x="4313791" y="3537453"/>
                </a:moveTo>
                <a:lnTo>
                  <a:pt x="4021383" y="3476846"/>
                </a:lnTo>
                <a:lnTo>
                  <a:pt x="3984930" y="3090830"/>
                </a:lnTo>
                <a:lnTo>
                  <a:pt x="4403300" y="3183311"/>
                </a:lnTo>
                <a:lnTo>
                  <a:pt x="4313791" y="3537453"/>
                </a:lnTo>
                <a:close/>
                <a:moveTo>
                  <a:pt x="3988893" y="3081674"/>
                </a:moveTo>
                <a:lnTo>
                  <a:pt x="3997297" y="3072757"/>
                </a:lnTo>
                <a:lnTo>
                  <a:pt x="4377848" y="3157176"/>
                </a:lnTo>
                <a:lnTo>
                  <a:pt x="4392675" y="3170944"/>
                </a:lnTo>
                <a:lnTo>
                  <a:pt x="3988893" y="3081674"/>
                </a:lnTo>
                <a:close/>
                <a:moveTo>
                  <a:pt x="3997605" y="3062781"/>
                </a:moveTo>
                <a:lnTo>
                  <a:pt x="3934129" y="3020828"/>
                </a:lnTo>
                <a:lnTo>
                  <a:pt x="4305557" y="3103710"/>
                </a:lnTo>
                <a:lnTo>
                  <a:pt x="4324416" y="3117614"/>
                </a:lnTo>
                <a:lnTo>
                  <a:pt x="4324416" y="3117614"/>
                </a:lnTo>
                <a:lnTo>
                  <a:pt x="4358648" y="3142861"/>
                </a:lnTo>
                <a:lnTo>
                  <a:pt x="3997605" y="3062781"/>
                </a:lnTo>
                <a:close/>
                <a:moveTo>
                  <a:pt x="4247547" y="3080717"/>
                </a:moveTo>
                <a:lnTo>
                  <a:pt x="4092785" y="3046178"/>
                </a:lnTo>
                <a:lnTo>
                  <a:pt x="4064771" y="3039550"/>
                </a:lnTo>
                <a:lnTo>
                  <a:pt x="4096611" y="2596275"/>
                </a:lnTo>
                <a:lnTo>
                  <a:pt x="4248811" y="2634983"/>
                </a:lnTo>
                <a:lnTo>
                  <a:pt x="4247513" y="3080717"/>
                </a:lnTo>
                <a:close/>
                <a:moveTo>
                  <a:pt x="3829861" y="2507484"/>
                </a:moveTo>
                <a:lnTo>
                  <a:pt x="3788215" y="2166358"/>
                </a:lnTo>
                <a:lnTo>
                  <a:pt x="4018718" y="2208687"/>
                </a:lnTo>
                <a:lnTo>
                  <a:pt x="4085952" y="2583122"/>
                </a:lnTo>
                <a:lnTo>
                  <a:pt x="3829861" y="2507484"/>
                </a:lnTo>
                <a:close/>
                <a:moveTo>
                  <a:pt x="3546404" y="2164513"/>
                </a:moveTo>
                <a:lnTo>
                  <a:pt x="3449379" y="2030523"/>
                </a:lnTo>
                <a:lnTo>
                  <a:pt x="3677388" y="2014740"/>
                </a:lnTo>
                <a:lnTo>
                  <a:pt x="3773491" y="2155768"/>
                </a:lnTo>
                <a:lnTo>
                  <a:pt x="3546404" y="2164513"/>
                </a:lnTo>
                <a:close/>
                <a:moveTo>
                  <a:pt x="3535882" y="2166700"/>
                </a:moveTo>
                <a:lnTo>
                  <a:pt x="3332641" y="2223207"/>
                </a:lnTo>
                <a:lnTo>
                  <a:pt x="3231312" y="2097348"/>
                </a:lnTo>
                <a:lnTo>
                  <a:pt x="3438378" y="2031992"/>
                </a:lnTo>
                <a:lnTo>
                  <a:pt x="3535916" y="2166700"/>
                </a:lnTo>
                <a:close/>
                <a:moveTo>
                  <a:pt x="3054753" y="2211865"/>
                </a:moveTo>
                <a:lnTo>
                  <a:pt x="2932208" y="2185080"/>
                </a:lnTo>
                <a:lnTo>
                  <a:pt x="3090899" y="2069641"/>
                </a:lnTo>
                <a:lnTo>
                  <a:pt x="3211394" y="2097211"/>
                </a:lnTo>
                <a:lnTo>
                  <a:pt x="3054753" y="2211865"/>
                </a:lnTo>
                <a:close/>
                <a:moveTo>
                  <a:pt x="2776660" y="2350057"/>
                </a:moveTo>
                <a:lnTo>
                  <a:pt x="2695829" y="2312374"/>
                </a:lnTo>
                <a:lnTo>
                  <a:pt x="2808296" y="2197482"/>
                </a:lnTo>
                <a:lnTo>
                  <a:pt x="2909523" y="2192938"/>
                </a:lnTo>
                <a:lnTo>
                  <a:pt x="2776660" y="2350057"/>
                </a:lnTo>
                <a:close/>
                <a:moveTo>
                  <a:pt x="2612298" y="2376636"/>
                </a:moveTo>
                <a:cubicBezTo>
                  <a:pt x="2612298" y="2376636"/>
                  <a:pt x="2612298" y="2376636"/>
                  <a:pt x="2612298" y="2376636"/>
                </a:cubicBezTo>
                <a:cubicBezTo>
                  <a:pt x="2612298" y="2376636"/>
                  <a:pt x="2612298" y="2376636"/>
                  <a:pt x="2612298" y="2376636"/>
                </a:cubicBezTo>
                <a:cubicBezTo>
                  <a:pt x="2612298" y="2376636"/>
                  <a:pt x="2612298" y="2376671"/>
                  <a:pt x="2612298" y="2376705"/>
                </a:cubicBezTo>
                <a:cubicBezTo>
                  <a:pt x="2612298" y="2376705"/>
                  <a:pt x="2612264" y="2376705"/>
                  <a:pt x="2612230" y="2376705"/>
                </a:cubicBezTo>
                <a:lnTo>
                  <a:pt x="2569833" y="2419068"/>
                </a:lnTo>
                <a:lnTo>
                  <a:pt x="2584557" y="2392591"/>
                </a:lnTo>
                <a:lnTo>
                  <a:pt x="2629039" y="2361160"/>
                </a:lnTo>
                <a:lnTo>
                  <a:pt x="2612367" y="2376534"/>
                </a:lnTo>
                <a:close/>
                <a:moveTo>
                  <a:pt x="2498909" y="2637648"/>
                </a:moveTo>
                <a:lnTo>
                  <a:pt x="2521833" y="2637545"/>
                </a:lnTo>
                <a:lnTo>
                  <a:pt x="2492349" y="2996333"/>
                </a:lnTo>
                <a:lnTo>
                  <a:pt x="2469084" y="2997016"/>
                </a:lnTo>
                <a:lnTo>
                  <a:pt x="2498909" y="2637648"/>
                </a:lnTo>
                <a:close/>
                <a:moveTo>
                  <a:pt x="2463037" y="3369504"/>
                </a:moveTo>
                <a:lnTo>
                  <a:pt x="2468537" y="3006855"/>
                </a:lnTo>
                <a:lnTo>
                  <a:pt x="2491871" y="3006172"/>
                </a:lnTo>
                <a:lnTo>
                  <a:pt x="2486371" y="3373330"/>
                </a:lnTo>
                <a:cubicBezTo>
                  <a:pt x="2486371" y="3374321"/>
                  <a:pt x="2486712" y="3375209"/>
                  <a:pt x="2487191" y="3375961"/>
                </a:cubicBezTo>
                <a:lnTo>
                  <a:pt x="2460611" y="3373535"/>
                </a:lnTo>
                <a:cubicBezTo>
                  <a:pt x="2462012" y="3372681"/>
                  <a:pt x="2463003" y="3371246"/>
                  <a:pt x="2463037" y="3369469"/>
                </a:cubicBezTo>
                <a:close/>
                <a:moveTo>
                  <a:pt x="2537924" y="3390412"/>
                </a:moveTo>
                <a:lnTo>
                  <a:pt x="2536352" y="3390754"/>
                </a:lnTo>
                <a:lnTo>
                  <a:pt x="2353132" y="3373672"/>
                </a:lnTo>
                <a:lnTo>
                  <a:pt x="2537924" y="3390412"/>
                </a:lnTo>
                <a:close/>
                <a:moveTo>
                  <a:pt x="2206501" y="3417879"/>
                </a:moveTo>
                <a:cubicBezTo>
                  <a:pt x="2206501" y="3417879"/>
                  <a:pt x="2206501" y="3418187"/>
                  <a:pt x="2206501" y="3418358"/>
                </a:cubicBezTo>
                <a:cubicBezTo>
                  <a:pt x="2206501" y="3418494"/>
                  <a:pt x="2206399" y="3418631"/>
                  <a:pt x="2206399" y="3418802"/>
                </a:cubicBezTo>
                <a:lnTo>
                  <a:pt x="2206399" y="3492937"/>
                </a:lnTo>
                <a:cubicBezTo>
                  <a:pt x="2206399" y="3492937"/>
                  <a:pt x="2105069" y="3654190"/>
                  <a:pt x="2105069" y="3654190"/>
                </a:cubicBezTo>
                <a:lnTo>
                  <a:pt x="2105069" y="3367146"/>
                </a:lnTo>
                <a:cubicBezTo>
                  <a:pt x="2105069" y="3367146"/>
                  <a:pt x="2209781" y="3400422"/>
                  <a:pt x="2209781" y="3400422"/>
                </a:cubicBezTo>
                <a:lnTo>
                  <a:pt x="2206467" y="3417914"/>
                </a:lnTo>
                <a:close/>
                <a:moveTo>
                  <a:pt x="1965476" y="3410842"/>
                </a:moveTo>
                <a:lnTo>
                  <a:pt x="1856937" y="3149318"/>
                </a:lnTo>
                <a:lnTo>
                  <a:pt x="2047742" y="3079077"/>
                </a:lnTo>
                <a:lnTo>
                  <a:pt x="2094649" y="3357341"/>
                </a:lnTo>
                <a:lnTo>
                  <a:pt x="1965476" y="3410808"/>
                </a:lnTo>
                <a:close/>
                <a:moveTo>
                  <a:pt x="1854034" y="3139957"/>
                </a:moveTo>
                <a:lnTo>
                  <a:pt x="1851574" y="3128991"/>
                </a:lnTo>
                <a:lnTo>
                  <a:pt x="2026151" y="3065275"/>
                </a:lnTo>
                <a:lnTo>
                  <a:pt x="2039269" y="3071766"/>
                </a:lnTo>
                <a:lnTo>
                  <a:pt x="1854068" y="3139957"/>
                </a:lnTo>
                <a:close/>
                <a:moveTo>
                  <a:pt x="1954475" y="3018676"/>
                </a:moveTo>
                <a:lnTo>
                  <a:pt x="1967833" y="2715507"/>
                </a:lnTo>
                <a:lnTo>
                  <a:pt x="2032232" y="2743282"/>
                </a:lnTo>
                <a:lnTo>
                  <a:pt x="2031924" y="3046622"/>
                </a:lnTo>
                <a:lnTo>
                  <a:pt x="1954475" y="3018710"/>
                </a:lnTo>
                <a:close/>
                <a:moveTo>
                  <a:pt x="1944807" y="3015191"/>
                </a:moveTo>
                <a:lnTo>
                  <a:pt x="1939716" y="3013346"/>
                </a:lnTo>
                <a:cubicBezTo>
                  <a:pt x="1939409" y="3013244"/>
                  <a:pt x="1939067" y="3013244"/>
                  <a:pt x="1938760" y="3013210"/>
                </a:cubicBezTo>
                <a:cubicBezTo>
                  <a:pt x="1938486" y="3013176"/>
                  <a:pt x="1938247" y="3013073"/>
                  <a:pt x="1937974" y="3013073"/>
                </a:cubicBezTo>
                <a:lnTo>
                  <a:pt x="1937871" y="3013073"/>
                </a:lnTo>
                <a:cubicBezTo>
                  <a:pt x="1937871" y="3013073"/>
                  <a:pt x="1937871" y="3013073"/>
                  <a:pt x="1937837" y="3013073"/>
                </a:cubicBezTo>
                <a:lnTo>
                  <a:pt x="1937803" y="3013073"/>
                </a:lnTo>
                <a:cubicBezTo>
                  <a:pt x="1937803" y="3013073"/>
                  <a:pt x="1937803" y="3013073"/>
                  <a:pt x="1937803" y="3013073"/>
                </a:cubicBezTo>
                <a:lnTo>
                  <a:pt x="1916177" y="3013483"/>
                </a:lnTo>
                <a:lnTo>
                  <a:pt x="1915733" y="3013312"/>
                </a:lnTo>
                <a:cubicBezTo>
                  <a:pt x="1915733" y="3013312"/>
                  <a:pt x="1915631" y="3013312"/>
                  <a:pt x="1915597" y="3013312"/>
                </a:cubicBezTo>
                <a:cubicBezTo>
                  <a:pt x="1915392" y="3013244"/>
                  <a:pt x="1915152" y="3013210"/>
                  <a:pt x="1914913" y="3013176"/>
                </a:cubicBezTo>
                <a:cubicBezTo>
                  <a:pt x="1914606" y="3013107"/>
                  <a:pt x="1914332" y="3013073"/>
                  <a:pt x="1914025" y="3013073"/>
                </a:cubicBezTo>
                <a:cubicBezTo>
                  <a:pt x="1913923" y="3013073"/>
                  <a:pt x="1913820" y="3013073"/>
                  <a:pt x="1913718" y="3013073"/>
                </a:cubicBezTo>
                <a:cubicBezTo>
                  <a:pt x="1913649" y="3013073"/>
                  <a:pt x="1913615" y="3013073"/>
                  <a:pt x="1913547" y="3013073"/>
                </a:cubicBezTo>
                <a:lnTo>
                  <a:pt x="1907158" y="3013722"/>
                </a:lnTo>
                <a:cubicBezTo>
                  <a:pt x="1906953" y="3013722"/>
                  <a:pt x="1906782" y="3013859"/>
                  <a:pt x="1906611" y="3013893"/>
                </a:cubicBezTo>
                <a:cubicBezTo>
                  <a:pt x="1906406" y="3013927"/>
                  <a:pt x="1906236" y="3013893"/>
                  <a:pt x="1906031" y="3013961"/>
                </a:cubicBezTo>
                <a:lnTo>
                  <a:pt x="1867426" y="3027558"/>
                </a:lnTo>
                <a:lnTo>
                  <a:pt x="1840470" y="3024279"/>
                </a:lnTo>
                <a:lnTo>
                  <a:pt x="1844399" y="2654627"/>
                </a:lnTo>
                <a:lnTo>
                  <a:pt x="1958267" y="2711202"/>
                </a:lnTo>
                <a:lnTo>
                  <a:pt x="1944875" y="3015225"/>
                </a:lnTo>
                <a:close/>
                <a:moveTo>
                  <a:pt x="1726910" y="2629141"/>
                </a:moveTo>
                <a:lnTo>
                  <a:pt x="1681746" y="2389550"/>
                </a:lnTo>
                <a:lnTo>
                  <a:pt x="1785330" y="2387945"/>
                </a:lnTo>
                <a:lnTo>
                  <a:pt x="1833467" y="2641098"/>
                </a:lnTo>
                <a:lnTo>
                  <a:pt x="1726910" y="2629141"/>
                </a:lnTo>
                <a:close/>
                <a:moveTo>
                  <a:pt x="1573651" y="2419478"/>
                </a:moveTo>
                <a:lnTo>
                  <a:pt x="1436211" y="2315825"/>
                </a:lnTo>
                <a:lnTo>
                  <a:pt x="1533680" y="2273462"/>
                </a:lnTo>
                <a:lnTo>
                  <a:pt x="1666304" y="2383196"/>
                </a:lnTo>
                <a:lnTo>
                  <a:pt x="1573686" y="2419478"/>
                </a:lnTo>
                <a:close/>
                <a:moveTo>
                  <a:pt x="1340723" y="2399628"/>
                </a:moveTo>
                <a:lnTo>
                  <a:pt x="1158664" y="2368300"/>
                </a:lnTo>
                <a:lnTo>
                  <a:pt x="1238778" y="2284804"/>
                </a:lnTo>
                <a:lnTo>
                  <a:pt x="1416874" y="2317875"/>
                </a:lnTo>
                <a:lnTo>
                  <a:pt x="1340723" y="2399628"/>
                </a:lnTo>
                <a:close/>
                <a:moveTo>
                  <a:pt x="1146673" y="2366592"/>
                </a:moveTo>
                <a:lnTo>
                  <a:pt x="977835" y="2361126"/>
                </a:lnTo>
                <a:lnTo>
                  <a:pt x="1058974" y="2278621"/>
                </a:lnTo>
                <a:lnTo>
                  <a:pt x="1225898" y="2284053"/>
                </a:lnTo>
                <a:lnTo>
                  <a:pt x="1146673" y="2366592"/>
                </a:lnTo>
                <a:close/>
                <a:moveTo>
                  <a:pt x="898678" y="2455452"/>
                </a:moveTo>
                <a:lnTo>
                  <a:pt x="735956" y="2504375"/>
                </a:lnTo>
                <a:lnTo>
                  <a:pt x="799091" y="2390951"/>
                </a:lnTo>
                <a:lnTo>
                  <a:pt x="956278" y="2371853"/>
                </a:lnTo>
                <a:lnTo>
                  <a:pt x="898678" y="2455486"/>
                </a:lnTo>
                <a:close/>
                <a:moveTo>
                  <a:pt x="649556" y="2697946"/>
                </a:moveTo>
                <a:lnTo>
                  <a:pt x="543101" y="2723706"/>
                </a:lnTo>
                <a:lnTo>
                  <a:pt x="578803" y="2564742"/>
                </a:lnTo>
                <a:lnTo>
                  <a:pt x="717576" y="2520329"/>
                </a:lnTo>
                <a:lnTo>
                  <a:pt x="649556" y="2697946"/>
                </a:lnTo>
                <a:close/>
                <a:moveTo>
                  <a:pt x="647916" y="2708435"/>
                </a:moveTo>
                <a:lnTo>
                  <a:pt x="629399" y="3013620"/>
                </a:lnTo>
                <a:lnTo>
                  <a:pt x="522945" y="3030018"/>
                </a:lnTo>
                <a:lnTo>
                  <a:pt x="541257" y="2734263"/>
                </a:lnTo>
                <a:lnTo>
                  <a:pt x="647916" y="2708469"/>
                </a:lnTo>
                <a:close/>
                <a:moveTo>
                  <a:pt x="509894" y="3298990"/>
                </a:moveTo>
                <a:lnTo>
                  <a:pt x="476482" y="3300049"/>
                </a:lnTo>
                <a:cubicBezTo>
                  <a:pt x="476311" y="3300049"/>
                  <a:pt x="476140" y="3300151"/>
                  <a:pt x="475970" y="3300185"/>
                </a:cubicBezTo>
                <a:cubicBezTo>
                  <a:pt x="475799" y="3300185"/>
                  <a:pt x="475628" y="3300185"/>
                  <a:pt x="475457" y="3300185"/>
                </a:cubicBezTo>
                <a:lnTo>
                  <a:pt x="455301" y="3305139"/>
                </a:lnTo>
                <a:cubicBezTo>
                  <a:pt x="455301" y="3305139"/>
                  <a:pt x="455198" y="3305207"/>
                  <a:pt x="455130" y="3305207"/>
                </a:cubicBezTo>
                <a:cubicBezTo>
                  <a:pt x="455061" y="3305207"/>
                  <a:pt x="454993" y="3305207"/>
                  <a:pt x="454959" y="3305207"/>
                </a:cubicBezTo>
                <a:lnTo>
                  <a:pt x="438936" y="3310434"/>
                </a:lnTo>
                <a:cubicBezTo>
                  <a:pt x="438731" y="3310503"/>
                  <a:pt x="438594" y="3310639"/>
                  <a:pt x="438424" y="3310742"/>
                </a:cubicBezTo>
                <a:cubicBezTo>
                  <a:pt x="438184" y="3310844"/>
                  <a:pt x="437911" y="3310947"/>
                  <a:pt x="437672" y="3311118"/>
                </a:cubicBezTo>
                <a:cubicBezTo>
                  <a:pt x="437570" y="3311186"/>
                  <a:pt x="437501" y="3311254"/>
                  <a:pt x="437433" y="3311323"/>
                </a:cubicBezTo>
                <a:cubicBezTo>
                  <a:pt x="437194" y="3311528"/>
                  <a:pt x="437023" y="3311767"/>
                  <a:pt x="436818" y="3311972"/>
                </a:cubicBezTo>
                <a:cubicBezTo>
                  <a:pt x="436681" y="3312143"/>
                  <a:pt x="436510" y="3312211"/>
                  <a:pt x="436374" y="3312416"/>
                </a:cubicBezTo>
                <a:lnTo>
                  <a:pt x="436271" y="3312553"/>
                </a:lnTo>
                <a:lnTo>
                  <a:pt x="436271" y="3312553"/>
                </a:lnTo>
                <a:cubicBezTo>
                  <a:pt x="436271" y="3312553"/>
                  <a:pt x="426740" y="3326935"/>
                  <a:pt x="426740" y="3326935"/>
                </a:cubicBezTo>
                <a:cubicBezTo>
                  <a:pt x="426740" y="3326935"/>
                  <a:pt x="426740" y="3327004"/>
                  <a:pt x="426705" y="3327038"/>
                </a:cubicBezTo>
                <a:cubicBezTo>
                  <a:pt x="426569" y="3327243"/>
                  <a:pt x="426500" y="3327482"/>
                  <a:pt x="426398" y="3327721"/>
                </a:cubicBezTo>
                <a:cubicBezTo>
                  <a:pt x="426330" y="3327926"/>
                  <a:pt x="426159" y="3328063"/>
                  <a:pt x="426125" y="3328268"/>
                </a:cubicBezTo>
                <a:lnTo>
                  <a:pt x="426125" y="3328405"/>
                </a:lnTo>
                <a:cubicBezTo>
                  <a:pt x="426125" y="3328405"/>
                  <a:pt x="426091" y="3328405"/>
                  <a:pt x="426091" y="3328405"/>
                </a:cubicBezTo>
                <a:lnTo>
                  <a:pt x="423699" y="3336570"/>
                </a:lnTo>
                <a:cubicBezTo>
                  <a:pt x="423699" y="3336570"/>
                  <a:pt x="423699" y="3336809"/>
                  <a:pt x="423699" y="3336946"/>
                </a:cubicBezTo>
                <a:cubicBezTo>
                  <a:pt x="423699" y="3337082"/>
                  <a:pt x="423597" y="3337185"/>
                  <a:pt x="423562" y="3337287"/>
                </a:cubicBezTo>
                <a:lnTo>
                  <a:pt x="421547" y="3352114"/>
                </a:lnTo>
                <a:cubicBezTo>
                  <a:pt x="421547" y="3352114"/>
                  <a:pt x="421547" y="3352148"/>
                  <a:pt x="421547" y="3352183"/>
                </a:cubicBezTo>
                <a:cubicBezTo>
                  <a:pt x="421547" y="3352285"/>
                  <a:pt x="421547" y="3352422"/>
                  <a:pt x="421547" y="3352524"/>
                </a:cubicBezTo>
                <a:cubicBezTo>
                  <a:pt x="421547" y="3352627"/>
                  <a:pt x="421513" y="3352695"/>
                  <a:pt x="421513" y="3352763"/>
                </a:cubicBezTo>
                <a:lnTo>
                  <a:pt x="421752" y="3560581"/>
                </a:lnTo>
                <a:lnTo>
                  <a:pt x="415534" y="3560103"/>
                </a:lnTo>
                <a:lnTo>
                  <a:pt x="419121" y="3060595"/>
                </a:lnTo>
                <a:lnTo>
                  <a:pt x="512730" y="3041702"/>
                </a:lnTo>
                <a:lnTo>
                  <a:pt x="509928" y="3298887"/>
                </a:lnTo>
                <a:close/>
                <a:moveTo>
                  <a:pt x="405695" y="3568303"/>
                </a:moveTo>
                <a:lnTo>
                  <a:pt x="408804" y="3972562"/>
                </a:lnTo>
                <a:lnTo>
                  <a:pt x="403987" y="3567756"/>
                </a:lnTo>
                <a:lnTo>
                  <a:pt x="405729" y="3568337"/>
                </a:lnTo>
                <a:close/>
                <a:moveTo>
                  <a:pt x="393054" y="3365711"/>
                </a:moveTo>
                <a:lnTo>
                  <a:pt x="387554" y="3371314"/>
                </a:lnTo>
                <a:lnTo>
                  <a:pt x="343380" y="3325569"/>
                </a:lnTo>
                <a:lnTo>
                  <a:pt x="392610" y="3275997"/>
                </a:lnTo>
                <a:lnTo>
                  <a:pt x="393054" y="3365677"/>
                </a:lnTo>
                <a:close/>
                <a:moveTo>
                  <a:pt x="194392" y="3628602"/>
                </a:moveTo>
                <a:lnTo>
                  <a:pt x="151995" y="3617464"/>
                </a:lnTo>
                <a:lnTo>
                  <a:pt x="293159" y="3306745"/>
                </a:lnTo>
                <a:lnTo>
                  <a:pt x="330227" y="3327619"/>
                </a:lnTo>
                <a:lnTo>
                  <a:pt x="194426" y="3628602"/>
                </a:lnTo>
                <a:close/>
                <a:moveTo>
                  <a:pt x="191727" y="3638065"/>
                </a:moveTo>
                <a:lnTo>
                  <a:pt x="143180" y="3993778"/>
                </a:lnTo>
                <a:lnTo>
                  <a:pt x="98733" y="3994666"/>
                </a:lnTo>
                <a:lnTo>
                  <a:pt x="149262" y="3626928"/>
                </a:lnTo>
                <a:lnTo>
                  <a:pt x="191761" y="3638065"/>
                </a:lnTo>
                <a:close/>
                <a:moveTo>
                  <a:pt x="143215" y="4003583"/>
                </a:moveTo>
                <a:lnTo>
                  <a:pt x="192581" y="4347954"/>
                </a:lnTo>
                <a:lnTo>
                  <a:pt x="150081" y="4360526"/>
                </a:lnTo>
                <a:lnTo>
                  <a:pt x="98699" y="4004471"/>
                </a:lnTo>
                <a:lnTo>
                  <a:pt x="143215" y="4003583"/>
                </a:lnTo>
                <a:close/>
                <a:moveTo>
                  <a:pt x="259781" y="4322331"/>
                </a:moveTo>
                <a:lnTo>
                  <a:pt x="383010" y="4568925"/>
                </a:lnTo>
                <a:lnTo>
                  <a:pt x="339075" y="4620102"/>
                </a:lnTo>
                <a:lnTo>
                  <a:pt x="204538" y="4353420"/>
                </a:lnTo>
                <a:lnTo>
                  <a:pt x="259781" y="4322331"/>
                </a:lnTo>
                <a:close/>
                <a:moveTo>
                  <a:pt x="389501" y="4576407"/>
                </a:moveTo>
                <a:lnTo>
                  <a:pt x="565615" y="4716205"/>
                </a:lnTo>
                <a:lnTo>
                  <a:pt x="536986" y="4778212"/>
                </a:lnTo>
                <a:lnTo>
                  <a:pt x="345088" y="4628165"/>
                </a:lnTo>
                <a:lnTo>
                  <a:pt x="389501" y="4576407"/>
                </a:lnTo>
                <a:close/>
                <a:moveTo>
                  <a:pt x="574669" y="4719997"/>
                </a:moveTo>
                <a:lnTo>
                  <a:pt x="771350" y="4738275"/>
                </a:lnTo>
                <a:lnTo>
                  <a:pt x="759597" y="4799530"/>
                </a:lnTo>
                <a:lnTo>
                  <a:pt x="546244" y="4781629"/>
                </a:lnTo>
                <a:lnTo>
                  <a:pt x="574703" y="4720031"/>
                </a:lnTo>
                <a:close/>
                <a:moveTo>
                  <a:pt x="780471" y="4726659"/>
                </a:moveTo>
                <a:lnTo>
                  <a:pt x="753209" y="4616071"/>
                </a:lnTo>
                <a:lnTo>
                  <a:pt x="913198" y="4536025"/>
                </a:lnTo>
                <a:lnTo>
                  <a:pt x="965810" y="4630796"/>
                </a:lnTo>
                <a:lnTo>
                  <a:pt x="780471" y="4726659"/>
                </a:lnTo>
                <a:close/>
                <a:moveTo>
                  <a:pt x="759187" y="4492467"/>
                </a:moveTo>
                <a:lnTo>
                  <a:pt x="735922" y="4471285"/>
                </a:lnTo>
                <a:lnTo>
                  <a:pt x="888326" y="4496054"/>
                </a:lnTo>
                <a:lnTo>
                  <a:pt x="911865" y="4517850"/>
                </a:lnTo>
                <a:lnTo>
                  <a:pt x="759187" y="4492467"/>
                </a:lnTo>
                <a:close/>
                <a:moveTo>
                  <a:pt x="872235" y="4444022"/>
                </a:moveTo>
                <a:lnTo>
                  <a:pt x="1045548" y="4448668"/>
                </a:lnTo>
                <a:lnTo>
                  <a:pt x="1066456" y="4491237"/>
                </a:lnTo>
                <a:lnTo>
                  <a:pt x="893656" y="4486625"/>
                </a:lnTo>
                <a:lnTo>
                  <a:pt x="872235" y="4444022"/>
                </a:lnTo>
                <a:close/>
                <a:moveTo>
                  <a:pt x="1269901" y="4482866"/>
                </a:moveTo>
                <a:lnTo>
                  <a:pt x="1294738" y="4507089"/>
                </a:lnTo>
                <a:lnTo>
                  <a:pt x="1111962" y="4525195"/>
                </a:lnTo>
                <a:lnTo>
                  <a:pt x="1085656" y="4500256"/>
                </a:lnTo>
                <a:lnTo>
                  <a:pt x="1269901" y="4482866"/>
                </a:lnTo>
                <a:close/>
                <a:moveTo>
                  <a:pt x="1365799" y="4494995"/>
                </a:moveTo>
                <a:lnTo>
                  <a:pt x="1373144" y="4511735"/>
                </a:lnTo>
                <a:lnTo>
                  <a:pt x="1348888" y="4520823"/>
                </a:lnTo>
                <a:lnTo>
                  <a:pt x="1320532" y="4510915"/>
                </a:lnTo>
                <a:lnTo>
                  <a:pt x="1365799" y="4494995"/>
                </a:lnTo>
                <a:close/>
                <a:moveTo>
                  <a:pt x="1662853" y="4760755"/>
                </a:moveTo>
                <a:lnTo>
                  <a:pt x="1657660" y="4773122"/>
                </a:lnTo>
                <a:lnTo>
                  <a:pt x="1527838" y="4795773"/>
                </a:lnTo>
                <a:lnTo>
                  <a:pt x="1512737" y="4787061"/>
                </a:lnTo>
                <a:lnTo>
                  <a:pt x="1662853" y="4760755"/>
                </a:lnTo>
                <a:close/>
                <a:moveTo>
                  <a:pt x="1659642" y="4782756"/>
                </a:moveTo>
                <a:lnTo>
                  <a:pt x="1812832" y="4921700"/>
                </a:lnTo>
                <a:lnTo>
                  <a:pt x="1700604" y="4948382"/>
                </a:lnTo>
                <a:lnTo>
                  <a:pt x="1537848" y="4804006"/>
                </a:lnTo>
                <a:lnTo>
                  <a:pt x="1659676" y="4782756"/>
                </a:lnTo>
                <a:close/>
                <a:moveTo>
                  <a:pt x="1966261" y="4641284"/>
                </a:moveTo>
                <a:lnTo>
                  <a:pt x="2094649" y="4657170"/>
                </a:lnTo>
                <a:lnTo>
                  <a:pt x="2047879" y="4929592"/>
                </a:lnTo>
                <a:lnTo>
                  <a:pt x="1857996" y="4914286"/>
                </a:lnTo>
                <a:lnTo>
                  <a:pt x="1966261" y="4641318"/>
                </a:lnTo>
                <a:close/>
                <a:moveTo>
                  <a:pt x="1848226" y="4517850"/>
                </a:moveTo>
                <a:lnTo>
                  <a:pt x="1991440" y="4233676"/>
                </a:lnTo>
                <a:lnTo>
                  <a:pt x="2016892" y="4366232"/>
                </a:lnTo>
                <a:lnTo>
                  <a:pt x="1960180" y="4626286"/>
                </a:lnTo>
                <a:lnTo>
                  <a:pt x="1848226" y="4517850"/>
                </a:lnTo>
                <a:close/>
                <a:moveTo>
                  <a:pt x="2003056" y="4175563"/>
                </a:moveTo>
                <a:lnTo>
                  <a:pt x="2048323" y="4178023"/>
                </a:lnTo>
                <a:lnTo>
                  <a:pt x="2127515" y="4591678"/>
                </a:lnTo>
                <a:lnTo>
                  <a:pt x="2084844" y="4601893"/>
                </a:lnTo>
                <a:lnTo>
                  <a:pt x="2003056" y="4175598"/>
                </a:lnTo>
                <a:close/>
                <a:moveTo>
                  <a:pt x="2219073" y="4565269"/>
                </a:moveTo>
                <a:lnTo>
                  <a:pt x="2422689" y="4875818"/>
                </a:lnTo>
                <a:lnTo>
                  <a:pt x="2361639" y="4933521"/>
                </a:lnTo>
                <a:lnTo>
                  <a:pt x="2140565" y="4597623"/>
                </a:lnTo>
                <a:lnTo>
                  <a:pt x="2219073" y="4565269"/>
                </a:lnTo>
                <a:close/>
                <a:moveTo>
                  <a:pt x="2360614" y="4946845"/>
                </a:moveTo>
                <a:lnTo>
                  <a:pt x="2687220" y="5156952"/>
                </a:lnTo>
                <a:lnTo>
                  <a:pt x="2663100" y="5182130"/>
                </a:lnTo>
                <a:lnTo>
                  <a:pt x="2326655" y="4966284"/>
                </a:lnTo>
                <a:lnTo>
                  <a:pt x="2360614" y="4946845"/>
                </a:lnTo>
                <a:close/>
                <a:moveTo>
                  <a:pt x="2737918" y="5079946"/>
                </a:moveTo>
                <a:lnTo>
                  <a:pt x="2843006" y="5095115"/>
                </a:lnTo>
                <a:lnTo>
                  <a:pt x="2898010" y="5179841"/>
                </a:lnTo>
                <a:lnTo>
                  <a:pt x="2702286" y="5152169"/>
                </a:lnTo>
                <a:lnTo>
                  <a:pt x="2737918" y="5079946"/>
                </a:lnTo>
                <a:close/>
                <a:moveTo>
                  <a:pt x="2766172" y="4958734"/>
                </a:moveTo>
                <a:cubicBezTo>
                  <a:pt x="2766172" y="4958734"/>
                  <a:pt x="2766172" y="4958734"/>
                  <a:pt x="2766172" y="4958734"/>
                </a:cubicBezTo>
                <a:lnTo>
                  <a:pt x="2759510" y="4948450"/>
                </a:lnTo>
                <a:lnTo>
                  <a:pt x="2868663" y="4954531"/>
                </a:lnTo>
                <a:lnTo>
                  <a:pt x="3099132" y="5310860"/>
                </a:lnTo>
                <a:lnTo>
                  <a:pt x="2998212" y="5316018"/>
                </a:lnTo>
                <a:lnTo>
                  <a:pt x="2766206" y="4958734"/>
                </a:lnTo>
                <a:close/>
                <a:moveTo>
                  <a:pt x="3110918" y="5311099"/>
                </a:moveTo>
                <a:lnTo>
                  <a:pt x="2876897" y="4949236"/>
                </a:lnTo>
                <a:lnTo>
                  <a:pt x="2885164" y="4928703"/>
                </a:lnTo>
                <a:lnTo>
                  <a:pt x="3136917" y="5318410"/>
                </a:lnTo>
                <a:lnTo>
                  <a:pt x="3110918" y="5311133"/>
                </a:lnTo>
                <a:close/>
                <a:moveTo>
                  <a:pt x="3443708" y="5044040"/>
                </a:moveTo>
                <a:lnTo>
                  <a:pt x="3702122" y="5215713"/>
                </a:lnTo>
                <a:lnTo>
                  <a:pt x="3532329" y="5569582"/>
                </a:lnTo>
                <a:lnTo>
                  <a:pt x="3155878" y="5325823"/>
                </a:lnTo>
                <a:lnTo>
                  <a:pt x="3443708" y="5044040"/>
                </a:lnTo>
                <a:close/>
                <a:moveTo>
                  <a:pt x="3711278" y="5219369"/>
                </a:moveTo>
                <a:lnTo>
                  <a:pt x="4009870" y="5262484"/>
                </a:lnTo>
                <a:lnTo>
                  <a:pt x="3972768" y="5629197"/>
                </a:lnTo>
                <a:lnTo>
                  <a:pt x="3541724" y="5572793"/>
                </a:lnTo>
                <a:lnTo>
                  <a:pt x="3711313" y="5219403"/>
                </a:lnTo>
                <a:close/>
                <a:moveTo>
                  <a:pt x="4020905" y="4396979"/>
                </a:moveTo>
                <a:lnTo>
                  <a:pt x="4309213" y="5164707"/>
                </a:lnTo>
                <a:lnTo>
                  <a:pt x="4020153" y="5251654"/>
                </a:lnTo>
                <a:lnTo>
                  <a:pt x="4020939" y="4396979"/>
                </a:lnTo>
                <a:close/>
                <a:moveTo>
                  <a:pt x="4564860" y="4967138"/>
                </a:moveTo>
                <a:lnTo>
                  <a:pt x="4754196" y="5199691"/>
                </a:lnTo>
                <a:lnTo>
                  <a:pt x="4409347" y="5491244"/>
                </a:lnTo>
                <a:lnTo>
                  <a:pt x="4321170" y="5169626"/>
                </a:lnTo>
                <a:lnTo>
                  <a:pt x="4564826" y="4967103"/>
                </a:lnTo>
                <a:close/>
                <a:moveTo>
                  <a:pt x="4571454" y="4959690"/>
                </a:moveTo>
                <a:lnTo>
                  <a:pt x="4732399" y="4674218"/>
                </a:lnTo>
                <a:lnTo>
                  <a:pt x="4986339" y="4785968"/>
                </a:lnTo>
                <a:lnTo>
                  <a:pt x="4760277" y="5191628"/>
                </a:lnTo>
                <a:lnTo>
                  <a:pt x="4571454" y="4959690"/>
                </a:lnTo>
                <a:close/>
                <a:moveTo>
                  <a:pt x="4735816" y="4664994"/>
                </a:moveTo>
                <a:lnTo>
                  <a:pt x="4792254" y="4338354"/>
                </a:lnTo>
                <a:lnTo>
                  <a:pt x="5068503" y="4314952"/>
                </a:lnTo>
                <a:lnTo>
                  <a:pt x="4989516" y="4776607"/>
                </a:lnTo>
                <a:lnTo>
                  <a:pt x="4735816" y="4664994"/>
                </a:lnTo>
                <a:close/>
                <a:moveTo>
                  <a:pt x="4732844" y="3998117"/>
                </a:moveTo>
                <a:lnTo>
                  <a:pt x="4572889" y="3728018"/>
                </a:lnTo>
                <a:lnTo>
                  <a:pt x="4763010" y="3456040"/>
                </a:lnTo>
                <a:lnTo>
                  <a:pt x="4987978" y="3841032"/>
                </a:lnTo>
                <a:lnTo>
                  <a:pt x="4732878" y="3998151"/>
                </a:lnTo>
                <a:close/>
                <a:moveTo>
                  <a:pt x="4565919" y="3720844"/>
                </a:moveTo>
                <a:lnTo>
                  <a:pt x="4322946" y="3541210"/>
                </a:lnTo>
                <a:lnTo>
                  <a:pt x="4412216" y="3187991"/>
                </a:lnTo>
                <a:lnTo>
                  <a:pt x="4756621" y="3447978"/>
                </a:lnTo>
                <a:lnTo>
                  <a:pt x="4565919" y="3720810"/>
                </a:lnTo>
                <a:close/>
                <a:moveTo>
                  <a:pt x="4383553" y="3149079"/>
                </a:moveTo>
                <a:cubicBezTo>
                  <a:pt x="4383553" y="3149079"/>
                  <a:pt x="4383451" y="3149079"/>
                  <a:pt x="4383382" y="3149011"/>
                </a:cubicBezTo>
                <a:cubicBezTo>
                  <a:pt x="4383280" y="3148908"/>
                  <a:pt x="4383211" y="3148806"/>
                  <a:pt x="4383109" y="3148703"/>
                </a:cubicBezTo>
                <a:lnTo>
                  <a:pt x="4383041" y="3148635"/>
                </a:lnTo>
                <a:lnTo>
                  <a:pt x="4383041" y="3148635"/>
                </a:lnTo>
                <a:cubicBezTo>
                  <a:pt x="4383041" y="3148635"/>
                  <a:pt x="4351302" y="3125233"/>
                  <a:pt x="4351302" y="3125233"/>
                </a:cubicBezTo>
                <a:lnTo>
                  <a:pt x="4352328" y="3125506"/>
                </a:lnTo>
                <a:lnTo>
                  <a:pt x="4416521" y="3172618"/>
                </a:lnTo>
                <a:lnTo>
                  <a:pt x="4410645" y="3174155"/>
                </a:lnTo>
                <a:lnTo>
                  <a:pt x="4383553" y="3149045"/>
                </a:lnTo>
                <a:close/>
                <a:moveTo>
                  <a:pt x="4430733" y="3170944"/>
                </a:moveTo>
                <a:cubicBezTo>
                  <a:pt x="4430733" y="3170944"/>
                  <a:pt x="4430733" y="3170944"/>
                  <a:pt x="4430699" y="3170944"/>
                </a:cubicBezTo>
                <a:cubicBezTo>
                  <a:pt x="4430699" y="3170944"/>
                  <a:pt x="4430699" y="3170944"/>
                  <a:pt x="4430699" y="3170944"/>
                </a:cubicBezTo>
                <a:lnTo>
                  <a:pt x="4393426" y="3143579"/>
                </a:lnTo>
                <a:lnTo>
                  <a:pt x="4393187" y="3067735"/>
                </a:lnTo>
                <a:lnTo>
                  <a:pt x="4484644" y="3073748"/>
                </a:lnTo>
                <a:lnTo>
                  <a:pt x="4483004" y="3210437"/>
                </a:lnTo>
                <a:lnTo>
                  <a:pt x="4430699" y="3170944"/>
                </a:lnTo>
                <a:close/>
                <a:moveTo>
                  <a:pt x="4547881" y="3078292"/>
                </a:moveTo>
                <a:lnTo>
                  <a:pt x="4494483" y="3065310"/>
                </a:lnTo>
                <a:lnTo>
                  <a:pt x="4493150" y="2712398"/>
                </a:lnTo>
                <a:lnTo>
                  <a:pt x="4541390" y="2764429"/>
                </a:lnTo>
                <a:lnTo>
                  <a:pt x="4547881" y="3078292"/>
                </a:lnTo>
                <a:close/>
                <a:moveTo>
                  <a:pt x="4484678" y="3063909"/>
                </a:moveTo>
                <a:lnTo>
                  <a:pt x="4392982" y="3057862"/>
                </a:lnTo>
                <a:lnTo>
                  <a:pt x="4377404" y="2677551"/>
                </a:lnTo>
                <a:lnTo>
                  <a:pt x="4483345" y="2703652"/>
                </a:lnTo>
                <a:lnTo>
                  <a:pt x="4484712" y="3063874"/>
                </a:lnTo>
                <a:close/>
                <a:moveTo>
                  <a:pt x="4258343" y="2627535"/>
                </a:moveTo>
                <a:lnTo>
                  <a:pt x="4222027" y="2273701"/>
                </a:lnTo>
                <a:lnTo>
                  <a:pt x="4355266" y="2381078"/>
                </a:lnTo>
                <a:lnTo>
                  <a:pt x="4367052" y="2664329"/>
                </a:lnTo>
                <a:lnTo>
                  <a:pt x="4258343" y="2627535"/>
                </a:lnTo>
                <a:close/>
                <a:moveTo>
                  <a:pt x="4248162" y="2624699"/>
                </a:moveTo>
                <a:lnTo>
                  <a:pt x="4096441" y="2586094"/>
                </a:lnTo>
                <a:lnTo>
                  <a:pt x="4029172" y="2211455"/>
                </a:lnTo>
                <a:lnTo>
                  <a:pt x="4211368" y="2266253"/>
                </a:lnTo>
                <a:lnTo>
                  <a:pt x="4248162" y="2624699"/>
                </a:lnTo>
                <a:close/>
                <a:moveTo>
                  <a:pt x="3785448" y="2155870"/>
                </a:moveTo>
                <a:lnTo>
                  <a:pt x="3690165" y="2016038"/>
                </a:lnTo>
                <a:lnTo>
                  <a:pt x="3912674" y="2047434"/>
                </a:lnTo>
                <a:lnTo>
                  <a:pt x="4012500" y="2197516"/>
                </a:lnTo>
                <a:lnTo>
                  <a:pt x="3785448" y="2155836"/>
                </a:lnTo>
                <a:close/>
                <a:moveTo>
                  <a:pt x="3440633" y="2021299"/>
                </a:moveTo>
                <a:lnTo>
                  <a:pt x="3342651" y="1998102"/>
                </a:lnTo>
                <a:lnTo>
                  <a:pt x="3552349" y="1983855"/>
                </a:lnTo>
                <a:lnTo>
                  <a:pt x="3647836" y="2006950"/>
                </a:lnTo>
                <a:lnTo>
                  <a:pt x="3440667" y="2021299"/>
                </a:lnTo>
                <a:close/>
                <a:moveTo>
                  <a:pt x="3310162" y="2000493"/>
                </a:moveTo>
                <a:lnTo>
                  <a:pt x="3421809" y="2026936"/>
                </a:lnTo>
                <a:lnTo>
                  <a:pt x="3222737" y="2089763"/>
                </a:lnTo>
                <a:lnTo>
                  <a:pt x="3108561" y="2063628"/>
                </a:lnTo>
                <a:lnTo>
                  <a:pt x="3310127" y="2000493"/>
                </a:lnTo>
                <a:close/>
                <a:moveTo>
                  <a:pt x="2918781" y="2182723"/>
                </a:moveTo>
                <a:lnTo>
                  <a:pt x="2822235" y="2187062"/>
                </a:lnTo>
                <a:lnTo>
                  <a:pt x="2975391" y="2076029"/>
                </a:lnTo>
                <a:lnTo>
                  <a:pt x="3073372" y="2070256"/>
                </a:lnTo>
                <a:lnTo>
                  <a:pt x="2918781" y="2182723"/>
                </a:lnTo>
                <a:close/>
                <a:moveTo>
                  <a:pt x="2684247" y="2310188"/>
                </a:moveTo>
                <a:lnTo>
                  <a:pt x="2607515" y="2364406"/>
                </a:lnTo>
                <a:lnTo>
                  <a:pt x="2714346" y="2234071"/>
                </a:lnTo>
                <a:lnTo>
                  <a:pt x="2786533" y="2205681"/>
                </a:lnTo>
                <a:lnTo>
                  <a:pt x="2684213" y="2310188"/>
                </a:lnTo>
                <a:close/>
                <a:moveTo>
                  <a:pt x="2548788" y="2436730"/>
                </a:moveTo>
                <a:lnTo>
                  <a:pt x="2544176" y="2445032"/>
                </a:lnTo>
                <a:cubicBezTo>
                  <a:pt x="2544176" y="2445032"/>
                  <a:pt x="2544073" y="2445374"/>
                  <a:pt x="2544005" y="2445545"/>
                </a:cubicBezTo>
                <a:cubicBezTo>
                  <a:pt x="2543937" y="2445715"/>
                  <a:pt x="2543800" y="2445852"/>
                  <a:pt x="2543732" y="2446057"/>
                </a:cubicBezTo>
                <a:lnTo>
                  <a:pt x="2542809" y="2449269"/>
                </a:lnTo>
                <a:lnTo>
                  <a:pt x="2491256" y="2625998"/>
                </a:lnTo>
                <a:lnTo>
                  <a:pt x="2472261" y="2645471"/>
                </a:lnTo>
                <a:lnTo>
                  <a:pt x="2531125" y="2458595"/>
                </a:lnTo>
                <a:lnTo>
                  <a:pt x="2548754" y="2436730"/>
                </a:lnTo>
                <a:close/>
                <a:moveTo>
                  <a:pt x="2488626" y="2642704"/>
                </a:moveTo>
                <a:lnTo>
                  <a:pt x="2458835" y="3001628"/>
                </a:lnTo>
                <a:cubicBezTo>
                  <a:pt x="2458835" y="3001628"/>
                  <a:pt x="2458835" y="3001731"/>
                  <a:pt x="2458835" y="3001799"/>
                </a:cubicBezTo>
                <a:cubicBezTo>
                  <a:pt x="2458835" y="3001867"/>
                  <a:pt x="2458800" y="3001902"/>
                  <a:pt x="2458800" y="3001970"/>
                </a:cubicBezTo>
                <a:lnTo>
                  <a:pt x="2458664" y="3010921"/>
                </a:lnTo>
                <a:lnTo>
                  <a:pt x="2434339" y="3025748"/>
                </a:lnTo>
                <a:lnTo>
                  <a:pt x="2466112" y="2665833"/>
                </a:lnTo>
                <a:lnTo>
                  <a:pt x="2488626" y="2642738"/>
                </a:lnTo>
                <a:close/>
                <a:moveTo>
                  <a:pt x="2401235" y="3354950"/>
                </a:moveTo>
                <a:lnTo>
                  <a:pt x="2404583" y="3062405"/>
                </a:lnTo>
                <a:lnTo>
                  <a:pt x="2423543" y="3045905"/>
                </a:lnTo>
                <a:lnTo>
                  <a:pt x="2418351" y="3354745"/>
                </a:lnTo>
                <a:lnTo>
                  <a:pt x="2401269" y="3354916"/>
                </a:lnTo>
                <a:close/>
                <a:moveTo>
                  <a:pt x="2442333" y="3364311"/>
                </a:moveTo>
                <a:cubicBezTo>
                  <a:pt x="2445033" y="3364311"/>
                  <a:pt x="2447219" y="3362056"/>
                  <a:pt x="2447185" y="3359357"/>
                </a:cubicBezTo>
                <a:cubicBezTo>
                  <a:pt x="2447185" y="3356658"/>
                  <a:pt x="2445067" y="3354540"/>
                  <a:pt x="2442231" y="3354506"/>
                </a:cubicBezTo>
                <a:lnTo>
                  <a:pt x="2428156" y="3354642"/>
                </a:lnTo>
                <a:lnTo>
                  <a:pt x="2433485" y="3037774"/>
                </a:lnTo>
                <a:lnTo>
                  <a:pt x="2458493" y="3022536"/>
                </a:lnTo>
                <a:lnTo>
                  <a:pt x="2453232" y="3369333"/>
                </a:lnTo>
                <a:cubicBezTo>
                  <a:pt x="2453232" y="3370802"/>
                  <a:pt x="2453881" y="3372100"/>
                  <a:pt x="2454906" y="3373023"/>
                </a:cubicBezTo>
                <a:lnTo>
                  <a:pt x="2367549" y="3365097"/>
                </a:lnTo>
                <a:lnTo>
                  <a:pt x="2442333" y="3364311"/>
                </a:lnTo>
                <a:close/>
                <a:moveTo>
                  <a:pt x="2236394" y="3143886"/>
                </a:moveTo>
                <a:lnTo>
                  <a:pt x="2228263" y="3370665"/>
                </a:lnTo>
                <a:lnTo>
                  <a:pt x="2213163" y="3386722"/>
                </a:lnTo>
                <a:cubicBezTo>
                  <a:pt x="2213163" y="3386722"/>
                  <a:pt x="2213163" y="3386790"/>
                  <a:pt x="2213129" y="3386825"/>
                </a:cubicBezTo>
                <a:cubicBezTo>
                  <a:pt x="2213026" y="3386961"/>
                  <a:pt x="2212924" y="3387064"/>
                  <a:pt x="2212821" y="3387200"/>
                </a:cubicBezTo>
                <a:cubicBezTo>
                  <a:pt x="2212651" y="3387440"/>
                  <a:pt x="2212548" y="3387679"/>
                  <a:pt x="2212411" y="3387952"/>
                </a:cubicBezTo>
                <a:cubicBezTo>
                  <a:pt x="2212241" y="3388259"/>
                  <a:pt x="2212104" y="3388567"/>
                  <a:pt x="2212036" y="3388909"/>
                </a:cubicBezTo>
                <a:cubicBezTo>
                  <a:pt x="2212036" y="3389011"/>
                  <a:pt x="2211933" y="3389079"/>
                  <a:pt x="2211933" y="3389182"/>
                </a:cubicBezTo>
                <a:lnTo>
                  <a:pt x="2211660" y="3390685"/>
                </a:lnTo>
                <a:lnTo>
                  <a:pt x="2104488" y="3356658"/>
                </a:lnTo>
                <a:lnTo>
                  <a:pt x="2057854" y="3079897"/>
                </a:lnTo>
                <a:lnTo>
                  <a:pt x="2236394" y="3143886"/>
                </a:lnTo>
                <a:close/>
                <a:moveTo>
                  <a:pt x="2040636" y="3061517"/>
                </a:moveTo>
                <a:lnTo>
                  <a:pt x="2045692" y="3063396"/>
                </a:lnTo>
                <a:lnTo>
                  <a:pt x="2045761" y="3064045"/>
                </a:lnTo>
                <a:lnTo>
                  <a:pt x="2040636" y="3061517"/>
                </a:lnTo>
                <a:close/>
                <a:moveTo>
                  <a:pt x="2084981" y="3065685"/>
                </a:moveTo>
                <a:lnTo>
                  <a:pt x="2093419" y="3063020"/>
                </a:lnTo>
                <a:lnTo>
                  <a:pt x="2093419" y="3068760"/>
                </a:lnTo>
                <a:cubicBezTo>
                  <a:pt x="2093419" y="3068760"/>
                  <a:pt x="2084981" y="3065719"/>
                  <a:pt x="2084981" y="3065719"/>
                </a:cubicBezTo>
                <a:close/>
                <a:moveTo>
                  <a:pt x="2093282" y="3052771"/>
                </a:moveTo>
                <a:lnTo>
                  <a:pt x="2069812" y="3060253"/>
                </a:lnTo>
                <a:lnTo>
                  <a:pt x="2041729" y="3050141"/>
                </a:lnTo>
                <a:lnTo>
                  <a:pt x="2042002" y="2748475"/>
                </a:lnTo>
                <a:lnTo>
                  <a:pt x="2085971" y="2773380"/>
                </a:lnTo>
                <a:lnTo>
                  <a:pt x="2093282" y="3052771"/>
                </a:lnTo>
                <a:close/>
                <a:moveTo>
                  <a:pt x="1967491" y="2704677"/>
                </a:moveTo>
                <a:lnTo>
                  <a:pt x="1908969" y="2429966"/>
                </a:lnTo>
                <a:lnTo>
                  <a:pt x="1986760" y="2470587"/>
                </a:lnTo>
                <a:lnTo>
                  <a:pt x="2030797" y="2731939"/>
                </a:lnTo>
                <a:lnTo>
                  <a:pt x="1967491" y="2704643"/>
                </a:lnTo>
                <a:close/>
                <a:moveTo>
                  <a:pt x="1956320" y="2699245"/>
                </a:moveTo>
                <a:lnTo>
                  <a:pt x="1843853" y="2643387"/>
                </a:lnTo>
                <a:lnTo>
                  <a:pt x="1795716" y="2390268"/>
                </a:lnTo>
                <a:lnTo>
                  <a:pt x="1897797" y="2424534"/>
                </a:lnTo>
                <a:lnTo>
                  <a:pt x="1956320" y="2699245"/>
                </a:lnTo>
                <a:close/>
                <a:moveTo>
                  <a:pt x="1677543" y="2379814"/>
                </a:moveTo>
                <a:lnTo>
                  <a:pt x="1547243" y="2271993"/>
                </a:lnTo>
                <a:lnTo>
                  <a:pt x="1649973" y="2266424"/>
                </a:lnTo>
                <a:lnTo>
                  <a:pt x="1776584" y="2378310"/>
                </a:lnTo>
                <a:lnTo>
                  <a:pt x="1677543" y="2379848"/>
                </a:lnTo>
                <a:close/>
                <a:moveTo>
                  <a:pt x="1425961" y="2309573"/>
                </a:moveTo>
                <a:lnTo>
                  <a:pt x="1254084" y="2277664"/>
                </a:lnTo>
                <a:lnTo>
                  <a:pt x="1350972" y="2237043"/>
                </a:lnTo>
                <a:lnTo>
                  <a:pt x="1518033" y="2269567"/>
                </a:lnTo>
                <a:lnTo>
                  <a:pt x="1425961" y="2309607"/>
                </a:lnTo>
                <a:close/>
                <a:moveTo>
                  <a:pt x="1071444" y="2121570"/>
                </a:moveTo>
                <a:cubicBezTo>
                  <a:pt x="1071444" y="2118871"/>
                  <a:pt x="1069258" y="2116684"/>
                  <a:pt x="1066525" y="2116684"/>
                </a:cubicBezTo>
                <a:lnTo>
                  <a:pt x="1066525" y="2116684"/>
                </a:lnTo>
                <a:cubicBezTo>
                  <a:pt x="1065739" y="2116684"/>
                  <a:pt x="1065055" y="2116889"/>
                  <a:pt x="1064372" y="2117231"/>
                </a:cubicBezTo>
                <a:lnTo>
                  <a:pt x="1047905" y="2114156"/>
                </a:lnTo>
                <a:lnTo>
                  <a:pt x="1185859" y="2106025"/>
                </a:lnTo>
                <a:lnTo>
                  <a:pt x="1264708" y="2121262"/>
                </a:lnTo>
                <a:cubicBezTo>
                  <a:pt x="1265016" y="2121331"/>
                  <a:pt x="1265358" y="2121365"/>
                  <a:pt x="1265631" y="2121365"/>
                </a:cubicBezTo>
                <a:cubicBezTo>
                  <a:pt x="1265836" y="2121365"/>
                  <a:pt x="1265973" y="2121194"/>
                  <a:pt x="1266143" y="2121194"/>
                </a:cubicBezTo>
                <a:lnTo>
                  <a:pt x="1266143" y="2196798"/>
                </a:lnTo>
                <a:cubicBezTo>
                  <a:pt x="1266143" y="2196798"/>
                  <a:pt x="1195527" y="2203460"/>
                  <a:pt x="1195527" y="2203460"/>
                </a:cubicBezTo>
                <a:lnTo>
                  <a:pt x="1195459" y="2114395"/>
                </a:lnTo>
                <a:cubicBezTo>
                  <a:pt x="1195459" y="2111696"/>
                  <a:pt x="1193272" y="2109510"/>
                  <a:pt x="1190539" y="2109510"/>
                </a:cubicBezTo>
                <a:lnTo>
                  <a:pt x="1190539" y="2109510"/>
                </a:lnTo>
                <a:cubicBezTo>
                  <a:pt x="1187840" y="2109510"/>
                  <a:pt x="1185654" y="2111696"/>
                  <a:pt x="1185654" y="2114429"/>
                </a:cubicBezTo>
                <a:lnTo>
                  <a:pt x="1185722" y="2204417"/>
                </a:lnTo>
                <a:lnTo>
                  <a:pt x="1183296" y="2204656"/>
                </a:lnTo>
                <a:lnTo>
                  <a:pt x="1123544" y="2206159"/>
                </a:lnTo>
                <a:lnTo>
                  <a:pt x="1123475" y="2116206"/>
                </a:lnTo>
                <a:cubicBezTo>
                  <a:pt x="1123475" y="2113507"/>
                  <a:pt x="1121289" y="2111321"/>
                  <a:pt x="1118556" y="2111321"/>
                </a:cubicBezTo>
                <a:lnTo>
                  <a:pt x="1118556" y="2111321"/>
                </a:lnTo>
                <a:cubicBezTo>
                  <a:pt x="1115857" y="2111321"/>
                  <a:pt x="1113670" y="2113507"/>
                  <a:pt x="1113670" y="2116240"/>
                </a:cubicBezTo>
                <a:lnTo>
                  <a:pt x="1113739" y="2206432"/>
                </a:lnTo>
                <a:lnTo>
                  <a:pt x="1101781" y="2206740"/>
                </a:lnTo>
                <a:cubicBezTo>
                  <a:pt x="1101781" y="2206740"/>
                  <a:pt x="1101679" y="2206740"/>
                  <a:pt x="1101611" y="2206774"/>
                </a:cubicBezTo>
                <a:cubicBezTo>
                  <a:pt x="1101542" y="2206774"/>
                  <a:pt x="1101508" y="2206774"/>
                  <a:pt x="1101440" y="2206774"/>
                </a:cubicBezTo>
                <a:lnTo>
                  <a:pt x="1071444" y="2209473"/>
                </a:lnTo>
                <a:lnTo>
                  <a:pt x="1071376" y="2121706"/>
                </a:lnTo>
                <a:close/>
                <a:moveTo>
                  <a:pt x="640195" y="1600675"/>
                </a:moveTo>
                <a:lnTo>
                  <a:pt x="686487" y="1596336"/>
                </a:lnTo>
                <a:lnTo>
                  <a:pt x="704764" y="1638221"/>
                </a:lnTo>
                <a:cubicBezTo>
                  <a:pt x="704764" y="1638221"/>
                  <a:pt x="704833" y="1638289"/>
                  <a:pt x="704833" y="1638323"/>
                </a:cubicBezTo>
                <a:cubicBezTo>
                  <a:pt x="705140" y="1638972"/>
                  <a:pt x="705550" y="1639553"/>
                  <a:pt x="706131" y="1640031"/>
                </a:cubicBezTo>
                <a:lnTo>
                  <a:pt x="749348" y="1675869"/>
                </a:lnTo>
                <a:cubicBezTo>
                  <a:pt x="749348" y="1675869"/>
                  <a:pt x="749416" y="1675869"/>
                  <a:pt x="749416" y="1675869"/>
                </a:cubicBezTo>
                <a:cubicBezTo>
                  <a:pt x="749451" y="1675903"/>
                  <a:pt x="749485" y="1675972"/>
                  <a:pt x="749553" y="1676006"/>
                </a:cubicBezTo>
                <a:lnTo>
                  <a:pt x="768821" y="1690320"/>
                </a:lnTo>
                <a:lnTo>
                  <a:pt x="768958" y="1841632"/>
                </a:lnTo>
                <a:lnTo>
                  <a:pt x="640434" y="1851505"/>
                </a:lnTo>
                <a:lnTo>
                  <a:pt x="640195" y="1600641"/>
                </a:lnTo>
                <a:close/>
                <a:moveTo>
                  <a:pt x="825465" y="1299077"/>
                </a:moveTo>
                <a:lnTo>
                  <a:pt x="996079" y="1279945"/>
                </a:lnTo>
                <a:lnTo>
                  <a:pt x="984258" y="1353295"/>
                </a:lnTo>
                <a:lnTo>
                  <a:pt x="944013" y="1320361"/>
                </a:lnTo>
                <a:cubicBezTo>
                  <a:pt x="944013" y="1320361"/>
                  <a:pt x="943842" y="1320293"/>
                  <a:pt x="943740" y="1320224"/>
                </a:cubicBezTo>
                <a:cubicBezTo>
                  <a:pt x="943467" y="1320019"/>
                  <a:pt x="943193" y="1319917"/>
                  <a:pt x="942886" y="1319780"/>
                </a:cubicBezTo>
                <a:cubicBezTo>
                  <a:pt x="942578" y="1319644"/>
                  <a:pt x="942305" y="1319507"/>
                  <a:pt x="941998" y="1319439"/>
                </a:cubicBezTo>
                <a:cubicBezTo>
                  <a:pt x="941895" y="1319439"/>
                  <a:pt x="941827" y="1319336"/>
                  <a:pt x="941724" y="1319336"/>
                </a:cubicBezTo>
                <a:lnTo>
                  <a:pt x="906331" y="1313562"/>
                </a:lnTo>
                <a:cubicBezTo>
                  <a:pt x="906331" y="1313562"/>
                  <a:pt x="906296" y="1313562"/>
                  <a:pt x="906262" y="1313562"/>
                </a:cubicBezTo>
                <a:cubicBezTo>
                  <a:pt x="906262" y="1313562"/>
                  <a:pt x="906228" y="1313562"/>
                  <a:pt x="906194" y="1313562"/>
                </a:cubicBezTo>
                <a:lnTo>
                  <a:pt x="850712" y="1305807"/>
                </a:lnTo>
                <a:cubicBezTo>
                  <a:pt x="850712" y="1305807"/>
                  <a:pt x="850575" y="1305807"/>
                  <a:pt x="850507" y="1305807"/>
                </a:cubicBezTo>
                <a:cubicBezTo>
                  <a:pt x="850370" y="1305807"/>
                  <a:pt x="850268" y="1305807"/>
                  <a:pt x="850165" y="1305807"/>
                </a:cubicBezTo>
                <a:cubicBezTo>
                  <a:pt x="849960" y="1305807"/>
                  <a:pt x="849721" y="1305842"/>
                  <a:pt x="849516" y="1305876"/>
                </a:cubicBezTo>
                <a:cubicBezTo>
                  <a:pt x="849175" y="1305910"/>
                  <a:pt x="848867" y="1305910"/>
                  <a:pt x="848560" y="1306012"/>
                </a:cubicBezTo>
                <a:cubicBezTo>
                  <a:pt x="848525" y="1306012"/>
                  <a:pt x="848491" y="1306012"/>
                  <a:pt x="848457" y="1306012"/>
                </a:cubicBezTo>
                <a:lnTo>
                  <a:pt x="822971" y="1314895"/>
                </a:lnTo>
                <a:lnTo>
                  <a:pt x="825567" y="1299111"/>
                </a:lnTo>
                <a:close/>
                <a:moveTo>
                  <a:pt x="1666748" y="1322274"/>
                </a:moveTo>
                <a:lnTo>
                  <a:pt x="1694045" y="1391148"/>
                </a:lnTo>
                <a:lnTo>
                  <a:pt x="1622779" y="1365833"/>
                </a:lnTo>
                <a:lnTo>
                  <a:pt x="1611676" y="1281039"/>
                </a:lnTo>
                <a:lnTo>
                  <a:pt x="1666748" y="1322274"/>
                </a:lnTo>
                <a:close/>
                <a:moveTo>
                  <a:pt x="1779351" y="1915528"/>
                </a:moveTo>
                <a:lnTo>
                  <a:pt x="1738765" y="1907329"/>
                </a:lnTo>
                <a:lnTo>
                  <a:pt x="1738697" y="1669002"/>
                </a:lnTo>
                <a:lnTo>
                  <a:pt x="1779283" y="1679012"/>
                </a:lnTo>
                <a:lnTo>
                  <a:pt x="1779351" y="1915528"/>
                </a:lnTo>
                <a:close/>
                <a:moveTo>
                  <a:pt x="1095700" y="2061954"/>
                </a:moveTo>
                <a:lnTo>
                  <a:pt x="1201847" y="2055360"/>
                </a:lnTo>
                <a:lnTo>
                  <a:pt x="1292279" y="2089900"/>
                </a:lnTo>
                <a:lnTo>
                  <a:pt x="1186918" y="2096118"/>
                </a:lnTo>
                <a:lnTo>
                  <a:pt x="1095700" y="2061954"/>
                </a:lnTo>
                <a:close/>
                <a:moveTo>
                  <a:pt x="938820" y="1328800"/>
                </a:moveTo>
                <a:lnTo>
                  <a:pt x="966698" y="1351621"/>
                </a:lnTo>
                <a:lnTo>
                  <a:pt x="951837" y="1348717"/>
                </a:lnTo>
                <a:lnTo>
                  <a:pt x="923447" y="1326271"/>
                </a:lnTo>
                <a:lnTo>
                  <a:pt x="938855" y="1328800"/>
                </a:lnTo>
                <a:close/>
                <a:moveTo>
                  <a:pt x="1632447" y="1636308"/>
                </a:moveTo>
                <a:lnTo>
                  <a:pt x="1518750" y="1613554"/>
                </a:lnTo>
                <a:lnTo>
                  <a:pt x="1515197" y="1341509"/>
                </a:lnTo>
                <a:lnTo>
                  <a:pt x="1613657" y="1373110"/>
                </a:lnTo>
                <a:lnTo>
                  <a:pt x="1632447" y="1636308"/>
                </a:lnTo>
                <a:close/>
                <a:moveTo>
                  <a:pt x="1728960" y="1905518"/>
                </a:moveTo>
                <a:lnTo>
                  <a:pt x="1642799" y="1890554"/>
                </a:lnTo>
                <a:lnTo>
                  <a:pt x="1642731" y="1648470"/>
                </a:lnTo>
                <a:lnTo>
                  <a:pt x="1728892" y="1666747"/>
                </a:lnTo>
                <a:lnTo>
                  <a:pt x="1728960" y="1905552"/>
                </a:lnTo>
                <a:close/>
                <a:moveTo>
                  <a:pt x="1632960" y="1888880"/>
                </a:moveTo>
                <a:lnTo>
                  <a:pt x="1518887" y="1870159"/>
                </a:lnTo>
                <a:lnTo>
                  <a:pt x="1518784" y="1623565"/>
                </a:lnTo>
                <a:lnTo>
                  <a:pt x="1632891" y="1646420"/>
                </a:lnTo>
                <a:lnTo>
                  <a:pt x="1632960" y="1888880"/>
                </a:lnTo>
                <a:close/>
                <a:moveTo>
                  <a:pt x="1600675" y="2099841"/>
                </a:moveTo>
                <a:lnTo>
                  <a:pt x="1503137" y="2094410"/>
                </a:lnTo>
                <a:lnTo>
                  <a:pt x="1508706" y="2077362"/>
                </a:lnTo>
                <a:lnTo>
                  <a:pt x="1600675" y="2083887"/>
                </a:lnTo>
                <a:lnTo>
                  <a:pt x="1600675" y="2099841"/>
                </a:lnTo>
                <a:close/>
                <a:moveTo>
                  <a:pt x="1228597" y="1288520"/>
                </a:moveTo>
                <a:lnTo>
                  <a:pt x="1287735" y="1307721"/>
                </a:lnTo>
                <a:lnTo>
                  <a:pt x="1259447" y="1565076"/>
                </a:lnTo>
                <a:lnTo>
                  <a:pt x="1190710" y="1554041"/>
                </a:lnTo>
                <a:lnTo>
                  <a:pt x="1228597" y="1288520"/>
                </a:lnTo>
                <a:close/>
                <a:moveTo>
                  <a:pt x="1325896" y="2023998"/>
                </a:moveTo>
                <a:lnTo>
                  <a:pt x="1305466" y="1998888"/>
                </a:lnTo>
                <a:lnTo>
                  <a:pt x="1391149" y="2013134"/>
                </a:lnTo>
                <a:lnTo>
                  <a:pt x="1393813" y="2044804"/>
                </a:lnTo>
                <a:lnTo>
                  <a:pt x="1325930" y="2023998"/>
                </a:lnTo>
                <a:close/>
                <a:moveTo>
                  <a:pt x="1297642" y="1987648"/>
                </a:moveTo>
                <a:lnTo>
                  <a:pt x="1270038" y="1841803"/>
                </a:lnTo>
                <a:lnTo>
                  <a:pt x="1377278" y="1857825"/>
                </a:lnTo>
                <a:lnTo>
                  <a:pt x="1390226" y="2003021"/>
                </a:lnTo>
                <a:lnTo>
                  <a:pt x="1297608" y="1987648"/>
                </a:lnTo>
                <a:close/>
                <a:moveTo>
                  <a:pt x="1376800" y="1596302"/>
                </a:moveTo>
                <a:lnTo>
                  <a:pt x="1376936" y="1847849"/>
                </a:lnTo>
                <a:lnTo>
                  <a:pt x="1268842" y="1831724"/>
                </a:lnTo>
                <a:lnTo>
                  <a:pt x="1268671" y="1576623"/>
                </a:lnTo>
                <a:lnTo>
                  <a:pt x="1376800" y="1596302"/>
                </a:lnTo>
                <a:close/>
                <a:moveTo>
                  <a:pt x="1258867" y="1574915"/>
                </a:moveTo>
                <a:lnTo>
                  <a:pt x="1259037" y="1830358"/>
                </a:lnTo>
                <a:lnTo>
                  <a:pt x="1190266" y="1821304"/>
                </a:lnTo>
                <a:lnTo>
                  <a:pt x="1190095" y="1563880"/>
                </a:lnTo>
                <a:lnTo>
                  <a:pt x="1258867" y="1574915"/>
                </a:lnTo>
                <a:close/>
                <a:moveTo>
                  <a:pt x="1259789" y="1840368"/>
                </a:moveTo>
                <a:lnTo>
                  <a:pt x="1287496" y="1986691"/>
                </a:lnTo>
                <a:lnTo>
                  <a:pt x="1228939" y="1983172"/>
                </a:lnTo>
                <a:lnTo>
                  <a:pt x="1191837" y="1831451"/>
                </a:lnTo>
                <a:lnTo>
                  <a:pt x="1259789" y="1840402"/>
                </a:lnTo>
                <a:close/>
                <a:moveTo>
                  <a:pt x="1291015" y="1996701"/>
                </a:moveTo>
                <a:lnTo>
                  <a:pt x="1314348" y="2025364"/>
                </a:lnTo>
                <a:lnTo>
                  <a:pt x="1285685" y="2032607"/>
                </a:lnTo>
                <a:lnTo>
                  <a:pt x="1239496" y="1993592"/>
                </a:lnTo>
                <a:lnTo>
                  <a:pt x="1291049" y="1996701"/>
                </a:lnTo>
                <a:close/>
                <a:moveTo>
                  <a:pt x="1322924" y="2033359"/>
                </a:moveTo>
                <a:lnTo>
                  <a:pt x="1391456" y="2054369"/>
                </a:lnTo>
                <a:lnTo>
                  <a:pt x="1380695" y="2069982"/>
                </a:lnTo>
                <a:lnTo>
                  <a:pt x="1300615" y="2038996"/>
                </a:lnTo>
                <a:lnTo>
                  <a:pt x="1322924" y="2033359"/>
                </a:lnTo>
                <a:close/>
                <a:moveTo>
                  <a:pt x="1403858" y="2047503"/>
                </a:moveTo>
                <a:lnTo>
                  <a:pt x="1401124" y="2014808"/>
                </a:lnTo>
                <a:lnTo>
                  <a:pt x="1505085" y="2032334"/>
                </a:lnTo>
                <a:lnTo>
                  <a:pt x="1501019" y="2066361"/>
                </a:lnTo>
                <a:lnTo>
                  <a:pt x="1403858" y="2047537"/>
                </a:lnTo>
                <a:close/>
                <a:moveTo>
                  <a:pt x="1400270" y="2004730"/>
                </a:moveTo>
                <a:lnTo>
                  <a:pt x="1387288" y="1859397"/>
                </a:lnTo>
                <a:lnTo>
                  <a:pt x="1508979" y="1878529"/>
                </a:lnTo>
                <a:lnTo>
                  <a:pt x="1505734" y="2022495"/>
                </a:lnTo>
                <a:lnTo>
                  <a:pt x="1400236" y="2004730"/>
                </a:lnTo>
                <a:close/>
                <a:moveTo>
                  <a:pt x="1508979" y="1621617"/>
                </a:moveTo>
                <a:lnTo>
                  <a:pt x="1509082" y="1868587"/>
                </a:lnTo>
                <a:lnTo>
                  <a:pt x="1386741" y="1849353"/>
                </a:lnTo>
                <a:lnTo>
                  <a:pt x="1386605" y="1598147"/>
                </a:lnTo>
                <a:lnTo>
                  <a:pt x="1508979" y="1621651"/>
                </a:lnTo>
                <a:close/>
                <a:moveTo>
                  <a:pt x="1377073" y="1586360"/>
                </a:moveTo>
                <a:lnTo>
                  <a:pt x="1269116" y="1566716"/>
                </a:lnTo>
                <a:lnTo>
                  <a:pt x="1297369" y="1309770"/>
                </a:lnTo>
                <a:lnTo>
                  <a:pt x="1390192" y="1321625"/>
                </a:lnTo>
                <a:lnTo>
                  <a:pt x="1377039" y="1586360"/>
                </a:lnTo>
                <a:close/>
                <a:moveTo>
                  <a:pt x="1180290" y="1562582"/>
                </a:moveTo>
                <a:lnTo>
                  <a:pt x="1180461" y="1820314"/>
                </a:lnTo>
                <a:lnTo>
                  <a:pt x="1136424" y="1816897"/>
                </a:lnTo>
                <a:lnTo>
                  <a:pt x="1136253" y="1558414"/>
                </a:lnTo>
                <a:lnTo>
                  <a:pt x="1180324" y="1562582"/>
                </a:lnTo>
                <a:close/>
                <a:moveTo>
                  <a:pt x="1181417" y="1830255"/>
                </a:moveTo>
                <a:lnTo>
                  <a:pt x="1218827" y="1983240"/>
                </a:lnTo>
                <a:lnTo>
                  <a:pt x="1180290" y="1985256"/>
                </a:lnTo>
                <a:lnTo>
                  <a:pt x="1137995" y="1826907"/>
                </a:lnTo>
                <a:lnTo>
                  <a:pt x="1181417" y="1830255"/>
                </a:lnTo>
                <a:close/>
                <a:moveTo>
                  <a:pt x="1223336" y="1992807"/>
                </a:moveTo>
                <a:lnTo>
                  <a:pt x="1273454" y="2035135"/>
                </a:lnTo>
                <a:lnTo>
                  <a:pt x="1244654" y="2040772"/>
                </a:lnTo>
                <a:lnTo>
                  <a:pt x="1189309" y="1994583"/>
                </a:lnTo>
                <a:lnTo>
                  <a:pt x="1223336" y="1992807"/>
                </a:lnTo>
                <a:close/>
                <a:moveTo>
                  <a:pt x="1284011" y="2043095"/>
                </a:moveTo>
                <a:lnTo>
                  <a:pt x="1369045" y="2075995"/>
                </a:lnTo>
                <a:lnTo>
                  <a:pt x="1352168" y="2082657"/>
                </a:lnTo>
                <a:lnTo>
                  <a:pt x="1260985" y="2047605"/>
                </a:lnTo>
                <a:lnTo>
                  <a:pt x="1284011" y="2043095"/>
                </a:lnTo>
                <a:close/>
                <a:moveTo>
                  <a:pt x="1401500" y="2057069"/>
                </a:moveTo>
                <a:lnTo>
                  <a:pt x="1498867" y="2075927"/>
                </a:lnTo>
                <a:lnTo>
                  <a:pt x="1493196" y="2093248"/>
                </a:lnTo>
                <a:lnTo>
                  <a:pt x="1390773" y="2072579"/>
                </a:lnTo>
                <a:lnTo>
                  <a:pt x="1401500" y="2057034"/>
                </a:lnTo>
                <a:close/>
                <a:moveTo>
                  <a:pt x="1508911" y="1611641"/>
                </a:moveTo>
                <a:lnTo>
                  <a:pt x="1386810" y="1588205"/>
                </a:lnTo>
                <a:lnTo>
                  <a:pt x="1399963" y="1323026"/>
                </a:lnTo>
                <a:lnTo>
                  <a:pt x="1505324" y="1338980"/>
                </a:lnTo>
                <a:lnTo>
                  <a:pt x="1508877" y="1611607"/>
                </a:lnTo>
                <a:close/>
                <a:moveTo>
                  <a:pt x="1390636" y="1311820"/>
                </a:moveTo>
                <a:lnTo>
                  <a:pt x="1300102" y="1300239"/>
                </a:lnTo>
                <a:lnTo>
                  <a:pt x="1326101" y="1239051"/>
                </a:lnTo>
                <a:lnTo>
                  <a:pt x="1393745" y="1225215"/>
                </a:lnTo>
                <a:lnTo>
                  <a:pt x="1390636" y="1311820"/>
                </a:lnTo>
                <a:close/>
                <a:moveTo>
                  <a:pt x="1290297" y="1298257"/>
                </a:moveTo>
                <a:lnTo>
                  <a:pt x="1232287" y="1279433"/>
                </a:lnTo>
                <a:lnTo>
                  <a:pt x="1284592" y="1201847"/>
                </a:lnTo>
                <a:lnTo>
                  <a:pt x="1316808" y="1235806"/>
                </a:lnTo>
                <a:lnTo>
                  <a:pt x="1290297" y="1298257"/>
                </a:lnTo>
                <a:close/>
                <a:moveTo>
                  <a:pt x="1180973" y="1552811"/>
                </a:moveTo>
                <a:lnTo>
                  <a:pt x="1136936" y="1548678"/>
                </a:lnTo>
                <a:lnTo>
                  <a:pt x="1180017" y="1269867"/>
                </a:lnTo>
                <a:lnTo>
                  <a:pt x="1219168" y="1285241"/>
                </a:lnTo>
                <a:lnTo>
                  <a:pt x="1180973" y="1552811"/>
                </a:lnTo>
                <a:close/>
                <a:moveTo>
                  <a:pt x="1126414" y="1558038"/>
                </a:moveTo>
                <a:lnTo>
                  <a:pt x="1126584" y="1816624"/>
                </a:lnTo>
                <a:lnTo>
                  <a:pt x="1091191" y="1817171"/>
                </a:lnTo>
                <a:lnTo>
                  <a:pt x="1090986" y="1558687"/>
                </a:lnTo>
                <a:lnTo>
                  <a:pt x="1126414" y="1558038"/>
                </a:lnTo>
                <a:close/>
                <a:moveTo>
                  <a:pt x="1127746" y="1826429"/>
                </a:moveTo>
                <a:lnTo>
                  <a:pt x="1170314" y="1985803"/>
                </a:lnTo>
                <a:lnTo>
                  <a:pt x="1136970" y="1987819"/>
                </a:lnTo>
                <a:lnTo>
                  <a:pt x="1092694" y="1826941"/>
                </a:lnTo>
                <a:lnTo>
                  <a:pt x="1127746" y="1826395"/>
                </a:lnTo>
                <a:close/>
                <a:moveTo>
                  <a:pt x="1174926" y="1995369"/>
                </a:moveTo>
                <a:lnTo>
                  <a:pt x="1231262" y="2042412"/>
                </a:lnTo>
                <a:lnTo>
                  <a:pt x="1204102" y="2045316"/>
                </a:lnTo>
                <a:lnTo>
                  <a:pt x="1145955" y="1997145"/>
                </a:lnTo>
                <a:lnTo>
                  <a:pt x="1174926" y="1995403"/>
                </a:lnTo>
                <a:close/>
                <a:moveTo>
                  <a:pt x="1242673" y="2051056"/>
                </a:moveTo>
                <a:lnTo>
                  <a:pt x="1333104" y="2085834"/>
                </a:lnTo>
                <a:lnTo>
                  <a:pt x="1315852" y="2088431"/>
                </a:lnTo>
                <a:lnTo>
                  <a:pt x="1223404" y="2053105"/>
                </a:lnTo>
                <a:lnTo>
                  <a:pt x="1242639" y="2051056"/>
                </a:lnTo>
                <a:close/>
                <a:moveTo>
                  <a:pt x="1382949" y="2081017"/>
                </a:moveTo>
                <a:lnTo>
                  <a:pt x="1485167" y="2101652"/>
                </a:lnTo>
                <a:lnTo>
                  <a:pt x="1477344" y="2107870"/>
                </a:lnTo>
                <a:lnTo>
                  <a:pt x="1369455" y="2086347"/>
                </a:lnTo>
                <a:lnTo>
                  <a:pt x="1382949" y="2081017"/>
                </a:lnTo>
                <a:close/>
                <a:moveTo>
                  <a:pt x="1498081" y="2103941"/>
                </a:moveTo>
                <a:lnTo>
                  <a:pt x="1598830" y="2109578"/>
                </a:lnTo>
                <a:lnTo>
                  <a:pt x="1597088" y="2114669"/>
                </a:lnTo>
                <a:lnTo>
                  <a:pt x="1491829" y="2108929"/>
                </a:lnTo>
                <a:lnTo>
                  <a:pt x="1498115" y="2103941"/>
                </a:lnTo>
                <a:close/>
                <a:moveTo>
                  <a:pt x="1510756" y="2067625"/>
                </a:moveTo>
                <a:lnTo>
                  <a:pt x="1514821" y="2033666"/>
                </a:lnTo>
                <a:lnTo>
                  <a:pt x="1612017" y="2044291"/>
                </a:lnTo>
                <a:lnTo>
                  <a:pt x="1602144" y="2074116"/>
                </a:lnTo>
                <a:lnTo>
                  <a:pt x="1510722" y="2067625"/>
                </a:lnTo>
                <a:close/>
                <a:moveTo>
                  <a:pt x="1614340" y="2034691"/>
                </a:moveTo>
                <a:lnTo>
                  <a:pt x="1515539" y="2023895"/>
                </a:lnTo>
                <a:lnTo>
                  <a:pt x="1518784" y="1880100"/>
                </a:lnTo>
                <a:lnTo>
                  <a:pt x="1632413" y="1898754"/>
                </a:lnTo>
                <a:lnTo>
                  <a:pt x="1614375" y="2034725"/>
                </a:lnTo>
                <a:close/>
                <a:moveTo>
                  <a:pt x="1400407" y="1313187"/>
                </a:moveTo>
                <a:lnTo>
                  <a:pt x="1403584" y="1224498"/>
                </a:lnTo>
                <a:lnTo>
                  <a:pt x="1500199" y="1233209"/>
                </a:lnTo>
                <a:lnTo>
                  <a:pt x="1505016" y="1329005"/>
                </a:lnTo>
                <a:lnTo>
                  <a:pt x="1400441" y="1313153"/>
                </a:lnTo>
                <a:close/>
                <a:moveTo>
                  <a:pt x="1324256" y="1229417"/>
                </a:moveTo>
                <a:lnTo>
                  <a:pt x="1292552" y="1196005"/>
                </a:lnTo>
                <a:lnTo>
                  <a:pt x="1378645" y="1163447"/>
                </a:lnTo>
                <a:lnTo>
                  <a:pt x="1392720" y="1215410"/>
                </a:lnTo>
                <a:lnTo>
                  <a:pt x="1324222" y="1229417"/>
                </a:lnTo>
                <a:close/>
                <a:moveTo>
                  <a:pt x="1222721" y="1276085"/>
                </a:moveTo>
                <a:lnTo>
                  <a:pt x="1183638" y="1260745"/>
                </a:lnTo>
                <a:lnTo>
                  <a:pt x="1244039" y="1171988"/>
                </a:lnTo>
                <a:lnTo>
                  <a:pt x="1277212" y="1195288"/>
                </a:lnTo>
                <a:lnTo>
                  <a:pt x="1222755" y="1276085"/>
                </a:lnTo>
                <a:close/>
                <a:moveTo>
                  <a:pt x="1127097" y="1548233"/>
                </a:moveTo>
                <a:lnTo>
                  <a:pt x="1091840" y="1548882"/>
                </a:lnTo>
                <a:lnTo>
                  <a:pt x="1136902" y="1264948"/>
                </a:lnTo>
                <a:lnTo>
                  <a:pt x="1170451" y="1267510"/>
                </a:lnTo>
                <a:lnTo>
                  <a:pt x="1127097" y="1548199"/>
                </a:lnTo>
                <a:close/>
                <a:moveTo>
                  <a:pt x="1081181" y="1559302"/>
                </a:moveTo>
                <a:lnTo>
                  <a:pt x="1081386" y="1817649"/>
                </a:lnTo>
                <a:lnTo>
                  <a:pt x="960002" y="1826975"/>
                </a:lnTo>
                <a:lnTo>
                  <a:pt x="959865" y="1626673"/>
                </a:lnTo>
                <a:lnTo>
                  <a:pt x="987128" y="1568151"/>
                </a:lnTo>
                <a:lnTo>
                  <a:pt x="1081215" y="1559302"/>
                </a:lnTo>
                <a:close/>
                <a:moveTo>
                  <a:pt x="841727" y="1699032"/>
                </a:moveTo>
                <a:lnTo>
                  <a:pt x="818530" y="1682873"/>
                </a:lnTo>
                <a:lnTo>
                  <a:pt x="865847" y="1667397"/>
                </a:lnTo>
                <a:lnTo>
                  <a:pt x="889590" y="1682087"/>
                </a:lnTo>
                <a:lnTo>
                  <a:pt x="841727" y="1699032"/>
                </a:lnTo>
                <a:close/>
                <a:moveTo>
                  <a:pt x="1003151" y="1483391"/>
                </a:moveTo>
                <a:lnTo>
                  <a:pt x="983916" y="1476968"/>
                </a:lnTo>
                <a:lnTo>
                  <a:pt x="980910" y="1416635"/>
                </a:lnTo>
                <a:lnTo>
                  <a:pt x="1003561" y="1422408"/>
                </a:lnTo>
                <a:lnTo>
                  <a:pt x="1003185" y="1483391"/>
                </a:lnTo>
                <a:close/>
                <a:moveTo>
                  <a:pt x="948933" y="1626742"/>
                </a:moveTo>
                <a:lnTo>
                  <a:pt x="926897" y="1615194"/>
                </a:lnTo>
                <a:lnTo>
                  <a:pt x="961539" y="1559439"/>
                </a:lnTo>
                <a:lnTo>
                  <a:pt x="977186" y="1566101"/>
                </a:lnTo>
                <a:lnTo>
                  <a:pt x="948933" y="1626708"/>
                </a:lnTo>
                <a:close/>
                <a:moveTo>
                  <a:pt x="973975" y="1474508"/>
                </a:moveTo>
                <a:lnTo>
                  <a:pt x="901718" y="1459954"/>
                </a:lnTo>
                <a:lnTo>
                  <a:pt x="899566" y="1414926"/>
                </a:lnTo>
                <a:lnTo>
                  <a:pt x="971037" y="1415166"/>
                </a:lnTo>
                <a:lnTo>
                  <a:pt x="974009" y="1474542"/>
                </a:lnTo>
                <a:close/>
                <a:moveTo>
                  <a:pt x="891811" y="1458588"/>
                </a:moveTo>
                <a:lnTo>
                  <a:pt x="817061" y="1451379"/>
                </a:lnTo>
                <a:lnTo>
                  <a:pt x="816104" y="1430573"/>
                </a:lnTo>
                <a:lnTo>
                  <a:pt x="889761" y="1415883"/>
                </a:lnTo>
                <a:lnTo>
                  <a:pt x="891811" y="1458553"/>
                </a:lnTo>
                <a:close/>
                <a:moveTo>
                  <a:pt x="807221" y="1451072"/>
                </a:moveTo>
                <a:lnTo>
                  <a:pt x="764141" y="1451994"/>
                </a:lnTo>
                <a:lnTo>
                  <a:pt x="806436" y="1433887"/>
                </a:lnTo>
                <a:lnTo>
                  <a:pt x="807221" y="1451072"/>
                </a:lnTo>
                <a:close/>
                <a:moveTo>
                  <a:pt x="752286" y="1479906"/>
                </a:moveTo>
                <a:lnTo>
                  <a:pt x="780813" y="1512191"/>
                </a:lnTo>
                <a:lnTo>
                  <a:pt x="767865" y="1523191"/>
                </a:lnTo>
                <a:lnTo>
                  <a:pt x="752252" y="1479906"/>
                </a:lnTo>
                <a:close/>
                <a:moveTo>
                  <a:pt x="759358" y="1528487"/>
                </a:moveTo>
                <a:lnTo>
                  <a:pt x="745966" y="1532996"/>
                </a:lnTo>
                <a:lnTo>
                  <a:pt x="744736" y="1487866"/>
                </a:lnTo>
                <a:lnTo>
                  <a:pt x="759358" y="1528487"/>
                </a:lnTo>
                <a:close/>
                <a:moveTo>
                  <a:pt x="757411" y="1470921"/>
                </a:moveTo>
                <a:lnTo>
                  <a:pt x="797075" y="1488344"/>
                </a:lnTo>
                <a:lnTo>
                  <a:pt x="787099" y="1504504"/>
                </a:lnTo>
                <a:lnTo>
                  <a:pt x="757411" y="1470921"/>
                </a:lnTo>
                <a:close/>
                <a:moveTo>
                  <a:pt x="806128" y="1492307"/>
                </a:moveTo>
                <a:lnTo>
                  <a:pt x="874763" y="1522132"/>
                </a:lnTo>
                <a:lnTo>
                  <a:pt x="850439" y="1561421"/>
                </a:lnTo>
                <a:lnTo>
                  <a:pt x="794137" y="1511746"/>
                </a:lnTo>
                <a:lnTo>
                  <a:pt x="806128" y="1492307"/>
                </a:lnTo>
                <a:close/>
                <a:moveTo>
                  <a:pt x="800935" y="1479325"/>
                </a:moveTo>
                <a:lnTo>
                  <a:pt x="761203" y="1461867"/>
                </a:lnTo>
                <a:lnTo>
                  <a:pt x="805889" y="1460911"/>
                </a:lnTo>
                <a:lnTo>
                  <a:pt x="800935" y="1479325"/>
                </a:lnTo>
                <a:close/>
                <a:moveTo>
                  <a:pt x="764756" y="1441062"/>
                </a:moveTo>
                <a:lnTo>
                  <a:pt x="798646" y="1410929"/>
                </a:lnTo>
                <a:lnTo>
                  <a:pt x="804488" y="1424048"/>
                </a:lnTo>
                <a:lnTo>
                  <a:pt x="764756" y="1441062"/>
                </a:lnTo>
                <a:close/>
                <a:moveTo>
                  <a:pt x="761100" y="1431222"/>
                </a:moveTo>
                <a:lnTo>
                  <a:pt x="783409" y="1395453"/>
                </a:lnTo>
                <a:lnTo>
                  <a:pt x="792839" y="1403037"/>
                </a:lnTo>
                <a:lnTo>
                  <a:pt x="761135" y="1431222"/>
                </a:lnTo>
                <a:close/>
                <a:moveTo>
                  <a:pt x="736161" y="1533987"/>
                </a:moveTo>
                <a:lnTo>
                  <a:pt x="724340" y="1532142"/>
                </a:lnTo>
                <a:lnTo>
                  <a:pt x="734999" y="1491761"/>
                </a:lnTo>
                <a:lnTo>
                  <a:pt x="736161" y="1534021"/>
                </a:lnTo>
                <a:close/>
                <a:moveTo>
                  <a:pt x="763560" y="1537438"/>
                </a:moveTo>
                <a:lnTo>
                  <a:pt x="803156" y="1600880"/>
                </a:lnTo>
                <a:lnTo>
                  <a:pt x="768685" y="1612290"/>
                </a:lnTo>
                <a:lnTo>
                  <a:pt x="747332" y="1542904"/>
                </a:lnTo>
                <a:lnTo>
                  <a:pt x="763560" y="1537438"/>
                </a:lnTo>
                <a:close/>
                <a:moveTo>
                  <a:pt x="772067" y="1532518"/>
                </a:moveTo>
                <a:lnTo>
                  <a:pt x="787748" y="1519194"/>
                </a:lnTo>
                <a:lnTo>
                  <a:pt x="844050" y="1568868"/>
                </a:lnTo>
                <a:lnTo>
                  <a:pt x="811765" y="1596165"/>
                </a:lnTo>
                <a:lnTo>
                  <a:pt x="772067" y="1532518"/>
                </a:lnTo>
                <a:close/>
                <a:moveTo>
                  <a:pt x="883851" y="1526061"/>
                </a:moveTo>
                <a:lnTo>
                  <a:pt x="952417" y="1555579"/>
                </a:lnTo>
                <a:lnTo>
                  <a:pt x="918527" y="1610138"/>
                </a:lnTo>
                <a:lnTo>
                  <a:pt x="858125" y="1567604"/>
                </a:lnTo>
                <a:lnTo>
                  <a:pt x="883851" y="1526061"/>
                </a:lnTo>
                <a:close/>
                <a:moveTo>
                  <a:pt x="878658" y="1513113"/>
                </a:moveTo>
                <a:lnTo>
                  <a:pt x="810023" y="1483288"/>
                </a:lnTo>
                <a:lnTo>
                  <a:pt x="816002" y="1461116"/>
                </a:lnTo>
                <a:lnTo>
                  <a:pt x="890718" y="1468324"/>
                </a:lnTo>
                <a:lnTo>
                  <a:pt x="878658" y="1513113"/>
                </a:lnTo>
                <a:close/>
                <a:moveTo>
                  <a:pt x="813918" y="1421042"/>
                </a:moveTo>
                <a:lnTo>
                  <a:pt x="806812" y="1405156"/>
                </a:lnTo>
                <a:lnTo>
                  <a:pt x="872235" y="1372837"/>
                </a:lnTo>
                <a:lnTo>
                  <a:pt x="887370" y="1406385"/>
                </a:lnTo>
                <a:lnTo>
                  <a:pt x="813883" y="1421042"/>
                </a:lnTo>
                <a:close/>
                <a:moveTo>
                  <a:pt x="801038" y="1397025"/>
                </a:moveTo>
                <a:lnTo>
                  <a:pt x="789900" y="1388074"/>
                </a:lnTo>
                <a:lnTo>
                  <a:pt x="840873" y="1345608"/>
                </a:lnTo>
                <a:lnTo>
                  <a:pt x="865505" y="1365218"/>
                </a:lnTo>
                <a:lnTo>
                  <a:pt x="801038" y="1397059"/>
                </a:lnTo>
                <a:close/>
                <a:moveTo>
                  <a:pt x="752730" y="1426064"/>
                </a:moveTo>
                <a:lnTo>
                  <a:pt x="762638" y="1390260"/>
                </a:lnTo>
                <a:lnTo>
                  <a:pt x="774014" y="1391934"/>
                </a:lnTo>
                <a:lnTo>
                  <a:pt x="752730" y="1426064"/>
                </a:lnTo>
                <a:close/>
                <a:moveTo>
                  <a:pt x="695711" y="1499003"/>
                </a:moveTo>
                <a:lnTo>
                  <a:pt x="720001" y="1479257"/>
                </a:lnTo>
                <a:lnTo>
                  <a:pt x="700870" y="1510722"/>
                </a:lnTo>
                <a:lnTo>
                  <a:pt x="695745" y="1499003"/>
                </a:lnTo>
                <a:close/>
                <a:moveTo>
                  <a:pt x="725604" y="1488857"/>
                </a:moveTo>
                <a:lnTo>
                  <a:pt x="715423" y="1527496"/>
                </a:lnTo>
                <a:lnTo>
                  <a:pt x="706541" y="1520219"/>
                </a:lnTo>
                <a:lnTo>
                  <a:pt x="725604" y="1488857"/>
                </a:lnTo>
                <a:close/>
                <a:moveTo>
                  <a:pt x="737425" y="1544134"/>
                </a:moveTo>
                <a:lnTo>
                  <a:pt x="758436" y="1612427"/>
                </a:lnTo>
                <a:lnTo>
                  <a:pt x="727688" y="1607439"/>
                </a:lnTo>
                <a:lnTo>
                  <a:pt x="723452" y="1541947"/>
                </a:lnTo>
                <a:lnTo>
                  <a:pt x="737391" y="1544134"/>
                </a:lnTo>
                <a:close/>
                <a:moveTo>
                  <a:pt x="809203" y="1609216"/>
                </a:moveTo>
                <a:lnTo>
                  <a:pt x="857579" y="1659812"/>
                </a:lnTo>
                <a:lnTo>
                  <a:pt x="809647" y="1675459"/>
                </a:lnTo>
                <a:lnTo>
                  <a:pt x="773126" y="1621173"/>
                </a:lnTo>
                <a:lnTo>
                  <a:pt x="809169" y="1609216"/>
                </a:lnTo>
                <a:close/>
                <a:moveTo>
                  <a:pt x="817744" y="1603954"/>
                </a:moveTo>
                <a:lnTo>
                  <a:pt x="851805" y="1575154"/>
                </a:lnTo>
                <a:lnTo>
                  <a:pt x="911899" y="1617483"/>
                </a:lnTo>
                <a:lnTo>
                  <a:pt x="866871" y="1655337"/>
                </a:lnTo>
                <a:lnTo>
                  <a:pt x="817744" y="1603954"/>
                </a:lnTo>
                <a:close/>
                <a:moveTo>
                  <a:pt x="956312" y="1546559"/>
                </a:moveTo>
                <a:lnTo>
                  <a:pt x="887745" y="1517042"/>
                </a:lnTo>
                <a:lnTo>
                  <a:pt x="900489" y="1469691"/>
                </a:lnTo>
                <a:lnTo>
                  <a:pt x="973052" y="1484313"/>
                </a:lnTo>
                <a:lnTo>
                  <a:pt x="956312" y="1546525"/>
                </a:lnTo>
                <a:close/>
                <a:moveTo>
                  <a:pt x="897550" y="1405087"/>
                </a:moveTo>
                <a:lnTo>
                  <a:pt x="881664" y="1369933"/>
                </a:lnTo>
                <a:lnTo>
                  <a:pt x="946780" y="1358761"/>
                </a:lnTo>
                <a:lnTo>
                  <a:pt x="967996" y="1405326"/>
                </a:lnTo>
                <a:lnTo>
                  <a:pt x="897550" y="1405087"/>
                </a:lnTo>
                <a:close/>
                <a:moveTo>
                  <a:pt x="875925" y="1360982"/>
                </a:moveTo>
                <a:lnTo>
                  <a:pt x="850985" y="1341133"/>
                </a:lnTo>
                <a:lnTo>
                  <a:pt x="904486" y="1323846"/>
                </a:lnTo>
                <a:lnTo>
                  <a:pt x="938000" y="1350323"/>
                </a:lnTo>
                <a:lnTo>
                  <a:pt x="875925" y="1360982"/>
                </a:lnTo>
                <a:close/>
                <a:moveTo>
                  <a:pt x="780710" y="1382983"/>
                </a:moveTo>
                <a:lnTo>
                  <a:pt x="768036" y="1381138"/>
                </a:lnTo>
                <a:lnTo>
                  <a:pt x="800423" y="1338502"/>
                </a:lnTo>
                <a:lnTo>
                  <a:pt x="829189" y="1342602"/>
                </a:lnTo>
                <a:lnTo>
                  <a:pt x="780710" y="1382983"/>
                </a:lnTo>
                <a:close/>
                <a:moveTo>
                  <a:pt x="741969" y="1428250"/>
                </a:moveTo>
                <a:lnTo>
                  <a:pt x="739885" y="1396615"/>
                </a:lnTo>
                <a:lnTo>
                  <a:pt x="751876" y="1392481"/>
                </a:lnTo>
                <a:lnTo>
                  <a:pt x="741969" y="1428284"/>
                </a:lnTo>
                <a:close/>
                <a:moveTo>
                  <a:pt x="694208" y="1487559"/>
                </a:moveTo>
                <a:lnTo>
                  <a:pt x="693559" y="1472356"/>
                </a:lnTo>
                <a:lnTo>
                  <a:pt x="719933" y="1466616"/>
                </a:lnTo>
                <a:lnTo>
                  <a:pt x="694208" y="1487559"/>
                </a:lnTo>
                <a:close/>
                <a:moveTo>
                  <a:pt x="689698" y="1509697"/>
                </a:moveTo>
                <a:lnTo>
                  <a:pt x="695062" y="1521927"/>
                </a:lnTo>
                <a:lnTo>
                  <a:pt x="687682" y="1566955"/>
                </a:lnTo>
                <a:lnTo>
                  <a:pt x="676067" y="1540410"/>
                </a:lnTo>
                <a:lnTo>
                  <a:pt x="689664" y="1509697"/>
                </a:lnTo>
                <a:close/>
                <a:moveTo>
                  <a:pt x="703603" y="1530502"/>
                </a:moveTo>
                <a:lnTo>
                  <a:pt x="713442" y="1538599"/>
                </a:lnTo>
                <a:lnTo>
                  <a:pt x="717439" y="1600641"/>
                </a:lnTo>
                <a:lnTo>
                  <a:pt x="695130" y="1582192"/>
                </a:lnTo>
                <a:lnTo>
                  <a:pt x="703569" y="1530502"/>
                </a:lnTo>
                <a:close/>
                <a:moveTo>
                  <a:pt x="762569" y="1623018"/>
                </a:moveTo>
                <a:lnTo>
                  <a:pt x="797246" y="1674537"/>
                </a:lnTo>
                <a:lnTo>
                  <a:pt x="755805" y="1667636"/>
                </a:lnTo>
                <a:lnTo>
                  <a:pt x="731651" y="1617962"/>
                </a:lnTo>
                <a:lnTo>
                  <a:pt x="762604" y="1622984"/>
                </a:lnTo>
                <a:close/>
                <a:moveTo>
                  <a:pt x="900181" y="1677099"/>
                </a:moveTo>
                <a:lnTo>
                  <a:pt x="874866" y="1661418"/>
                </a:lnTo>
                <a:lnTo>
                  <a:pt x="920611" y="1622984"/>
                </a:lnTo>
                <a:lnTo>
                  <a:pt x="943022" y="1634702"/>
                </a:lnTo>
                <a:lnTo>
                  <a:pt x="900215" y="1677065"/>
                </a:lnTo>
                <a:close/>
                <a:moveTo>
                  <a:pt x="965434" y="1550454"/>
                </a:moveTo>
                <a:lnTo>
                  <a:pt x="982550" y="1486875"/>
                </a:lnTo>
                <a:lnTo>
                  <a:pt x="1001818" y="1493298"/>
                </a:lnTo>
                <a:lnTo>
                  <a:pt x="980773" y="1557013"/>
                </a:lnTo>
                <a:lnTo>
                  <a:pt x="965434" y="1550488"/>
                </a:lnTo>
                <a:close/>
                <a:moveTo>
                  <a:pt x="979134" y="1406078"/>
                </a:moveTo>
                <a:lnTo>
                  <a:pt x="958123" y="1359957"/>
                </a:lnTo>
                <a:lnTo>
                  <a:pt x="981320" y="1364501"/>
                </a:lnTo>
                <a:lnTo>
                  <a:pt x="1000281" y="1411476"/>
                </a:lnTo>
                <a:lnTo>
                  <a:pt x="979134" y="1406078"/>
                </a:lnTo>
                <a:close/>
                <a:moveTo>
                  <a:pt x="840360" y="1334266"/>
                </a:moveTo>
                <a:lnTo>
                  <a:pt x="816036" y="1330815"/>
                </a:lnTo>
                <a:lnTo>
                  <a:pt x="850678" y="1315681"/>
                </a:lnTo>
                <a:lnTo>
                  <a:pt x="883646" y="1320293"/>
                </a:lnTo>
                <a:lnTo>
                  <a:pt x="840360" y="1334266"/>
                </a:lnTo>
                <a:close/>
                <a:moveTo>
                  <a:pt x="784503" y="1343217"/>
                </a:moveTo>
                <a:lnTo>
                  <a:pt x="756078" y="1380660"/>
                </a:lnTo>
                <a:lnTo>
                  <a:pt x="743540" y="1384999"/>
                </a:lnTo>
                <a:lnTo>
                  <a:pt x="757103" y="1352748"/>
                </a:lnTo>
                <a:lnTo>
                  <a:pt x="784503" y="1343217"/>
                </a:lnTo>
                <a:close/>
                <a:moveTo>
                  <a:pt x="730490" y="1403311"/>
                </a:moveTo>
                <a:lnTo>
                  <a:pt x="732676" y="1436723"/>
                </a:lnTo>
                <a:lnTo>
                  <a:pt x="719079" y="1413116"/>
                </a:lnTo>
                <a:lnTo>
                  <a:pt x="730490" y="1403311"/>
                </a:lnTo>
                <a:close/>
                <a:moveTo>
                  <a:pt x="712656" y="1421622"/>
                </a:moveTo>
                <a:lnTo>
                  <a:pt x="727142" y="1446801"/>
                </a:lnTo>
                <a:lnTo>
                  <a:pt x="703671" y="1436279"/>
                </a:lnTo>
                <a:lnTo>
                  <a:pt x="712656" y="1421657"/>
                </a:lnTo>
                <a:close/>
                <a:moveTo>
                  <a:pt x="699811" y="1445298"/>
                </a:moveTo>
                <a:lnTo>
                  <a:pt x="723349" y="1455855"/>
                </a:lnTo>
                <a:lnTo>
                  <a:pt x="695301" y="1461970"/>
                </a:lnTo>
                <a:lnTo>
                  <a:pt x="699811" y="1445298"/>
                </a:lnTo>
                <a:close/>
                <a:moveTo>
                  <a:pt x="684027" y="1479291"/>
                </a:moveTo>
                <a:lnTo>
                  <a:pt x="684779" y="1496612"/>
                </a:lnTo>
                <a:lnTo>
                  <a:pt x="674769" y="1519263"/>
                </a:lnTo>
                <a:lnTo>
                  <a:pt x="673505" y="1489096"/>
                </a:lnTo>
                <a:lnTo>
                  <a:pt x="684061" y="1479291"/>
                </a:lnTo>
                <a:close/>
                <a:moveTo>
                  <a:pt x="713408" y="1633301"/>
                </a:moveTo>
                <a:lnTo>
                  <a:pt x="700836" y="1599616"/>
                </a:lnTo>
                <a:lnTo>
                  <a:pt x="719113" y="1614716"/>
                </a:lnTo>
                <a:lnTo>
                  <a:pt x="738142" y="1653799"/>
                </a:lnTo>
                <a:lnTo>
                  <a:pt x="713408" y="1633301"/>
                </a:lnTo>
                <a:close/>
                <a:moveTo>
                  <a:pt x="805787" y="1685913"/>
                </a:moveTo>
                <a:lnTo>
                  <a:pt x="819691" y="1695616"/>
                </a:lnTo>
                <a:lnTo>
                  <a:pt x="783512" y="1689022"/>
                </a:lnTo>
                <a:lnTo>
                  <a:pt x="771725" y="1680276"/>
                </a:lnTo>
                <a:lnTo>
                  <a:pt x="805787" y="1685947"/>
                </a:lnTo>
                <a:close/>
                <a:moveTo>
                  <a:pt x="778661" y="1697597"/>
                </a:moveTo>
                <a:cubicBezTo>
                  <a:pt x="778661" y="1697597"/>
                  <a:pt x="778661" y="1697597"/>
                  <a:pt x="778695" y="1697597"/>
                </a:cubicBezTo>
                <a:cubicBezTo>
                  <a:pt x="779276" y="1698007"/>
                  <a:pt x="779890" y="1698315"/>
                  <a:pt x="780642" y="1698451"/>
                </a:cubicBezTo>
                <a:lnTo>
                  <a:pt x="840121" y="1709315"/>
                </a:lnTo>
                <a:cubicBezTo>
                  <a:pt x="840429" y="1709350"/>
                  <a:pt x="840702" y="1709384"/>
                  <a:pt x="840975" y="1709384"/>
                </a:cubicBezTo>
                <a:lnTo>
                  <a:pt x="840975" y="1709384"/>
                </a:lnTo>
                <a:cubicBezTo>
                  <a:pt x="840975" y="1709384"/>
                  <a:pt x="840975" y="1709384"/>
                  <a:pt x="840975" y="1709384"/>
                </a:cubicBezTo>
                <a:lnTo>
                  <a:pt x="840975" y="1709384"/>
                </a:lnTo>
                <a:cubicBezTo>
                  <a:pt x="840975" y="1709384"/>
                  <a:pt x="840975" y="1709384"/>
                  <a:pt x="840975" y="1709384"/>
                </a:cubicBezTo>
                <a:lnTo>
                  <a:pt x="840975" y="1709384"/>
                </a:lnTo>
                <a:cubicBezTo>
                  <a:pt x="840975" y="1709384"/>
                  <a:pt x="840975" y="1709384"/>
                  <a:pt x="840975" y="1709384"/>
                </a:cubicBezTo>
                <a:cubicBezTo>
                  <a:pt x="841522" y="1709384"/>
                  <a:pt x="842069" y="1709281"/>
                  <a:pt x="842615" y="1709111"/>
                </a:cubicBezTo>
                <a:lnTo>
                  <a:pt x="902504" y="1687929"/>
                </a:lnTo>
                <a:cubicBezTo>
                  <a:pt x="902504" y="1687929"/>
                  <a:pt x="902743" y="1687758"/>
                  <a:pt x="902914" y="1687690"/>
                </a:cubicBezTo>
                <a:cubicBezTo>
                  <a:pt x="903153" y="1687587"/>
                  <a:pt x="903324" y="1687451"/>
                  <a:pt x="903529" y="1687314"/>
                </a:cubicBezTo>
                <a:cubicBezTo>
                  <a:pt x="903768" y="1687143"/>
                  <a:pt x="904042" y="1687007"/>
                  <a:pt x="904247" y="1686802"/>
                </a:cubicBezTo>
                <a:cubicBezTo>
                  <a:pt x="904247" y="1686802"/>
                  <a:pt x="904281" y="1686802"/>
                  <a:pt x="904315" y="1686802"/>
                </a:cubicBezTo>
                <a:lnTo>
                  <a:pt x="949992" y="1641603"/>
                </a:lnTo>
                <a:lnTo>
                  <a:pt x="950129" y="1827727"/>
                </a:lnTo>
                <a:lnTo>
                  <a:pt x="778729" y="1840914"/>
                </a:lnTo>
                <a:lnTo>
                  <a:pt x="778592" y="1697597"/>
                </a:lnTo>
                <a:close/>
                <a:moveTo>
                  <a:pt x="1082616" y="1827385"/>
                </a:moveTo>
                <a:lnTo>
                  <a:pt x="1126960" y="1988502"/>
                </a:lnTo>
                <a:lnTo>
                  <a:pt x="1006157" y="1996462"/>
                </a:lnTo>
                <a:lnTo>
                  <a:pt x="961403" y="1836712"/>
                </a:lnTo>
                <a:lnTo>
                  <a:pt x="1082616" y="1827385"/>
                </a:lnTo>
                <a:close/>
                <a:moveTo>
                  <a:pt x="1131641" y="1997999"/>
                </a:moveTo>
                <a:lnTo>
                  <a:pt x="1189890" y="2046273"/>
                </a:lnTo>
                <a:lnTo>
                  <a:pt x="1074006" y="2053447"/>
                </a:lnTo>
                <a:lnTo>
                  <a:pt x="1015245" y="2005652"/>
                </a:lnTo>
                <a:lnTo>
                  <a:pt x="1131606" y="1997965"/>
                </a:lnTo>
                <a:close/>
                <a:moveTo>
                  <a:pt x="1352065" y="2092872"/>
                </a:moveTo>
                <a:lnTo>
                  <a:pt x="1453156" y="2113029"/>
                </a:lnTo>
                <a:lnTo>
                  <a:pt x="1446221" y="2114361"/>
                </a:lnTo>
                <a:lnTo>
                  <a:pt x="1343832" y="2094102"/>
                </a:lnTo>
                <a:lnTo>
                  <a:pt x="1352065" y="2092872"/>
                </a:lnTo>
                <a:close/>
                <a:moveTo>
                  <a:pt x="1610514" y="2083921"/>
                </a:moveTo>
                <a:lnTo>
                  <a:pt x="1669549" y="2080539"/>
                </a:lnTo>
                <a:lnTo>
                  <a:pt x="1681575" y="2089592"/>
                </a:lnTo>
                <a:lnTo>
                  <a:pt x="1610446" y="2099397"/>
                </a:lnTo>
                <a:lnTo>
                  <a:pt x="1610446" y="2083921"/>
                </a:lnTo>
                <a:close/>
                <a:moveTo>
                  <a:pt x="1669208" y="2070734"/>
                </a:moveTo>
                <a:lnTo>
                  <a:pt x="1612564" y="2073979"/>
                </a:lnTo>
                <a:lnTo>
                  <a:pt x="1622027" y="2045384"/>
                </a:lnTo>
                <a:lnTo>
                  <a:pt x="1690765" y="2052900"/>
                </a:lnTo>
                <a:lnTo>
                  <a:pt x="1669208" y="2070700"/>
                </a:lnTo>
                <a:close/>
                <a:moveTo>
                  <a:pt x="1698998" y="2043950"/>
                </a:moveTo>
                <a:lnTo>
                  <a:pt x="1624111" y="2035750"/>
                </a:lnTo>
                <a:lnTo>
                  <a:pt x="1642082" y="1900359"/>
                </a:lnTo>
                <a:lnTo>
                  <a:pt x="1727969" y="1915289"/>
                </a:lnTo>
                <a:lnTo>
                  <a:pt x="1699032" y="2043950"/>
                </a:lnTo>
                <a:close/>
                <a:moveTo>
                  <a:pt x="1642423" y="1638357"/>
                </a:moveTo>
                <a:lnTo>
                  <a:pt x="1623735" y="1376595"/>
                </a:lnTo>
                <a:lnTo>
                  <a:pt x="1698076" y="1403003"/>
                </a:lnTo>
                <a:lnTo>
                  <a:pt x="1728106" y="1656533"/>
                </a:lnTo>
                <a:lnTo>
                  <a:pt x="1642423" y="1638357"/>
                </a:lnTo>
                <a:close/>
                <a:moveTo>
                  <a:pt x="1600778" y="1273591"/>
                </a:moveTo>
                <a:lnTo>
                  <a:pt x="1612427" y="1362417"/>
                </a:lnTo>
                <a:lnTo>
                  <a:pt x="1514924" y="1331123"/>
                </a:lnTo>
                <a:lnTo>
                  <a:pt x="1510141" y="1236216"/>
                </a:lnTo>
                <a:lnTo>
                  <a:pt x="1600778" y="1273591"/>
                </a:lnTo>
                <a:close/>
                <a:moveTo>
                  <a:pt x="1402696" y="1214556"/>
                </a:moveTo>
                <a:lnTo>
                  <a:pt x="1388552" y="1162354"/>
                </a:lnTo>
                <a:lnTo>
                  <a:pt x="1491727" y="1170109"/>
                </a:lnTo>
                <a:lnTo>
                  <a:pt x="1499140" y="1223268"/>
                </a:lnTo>
                <a:lnTo>
                  <a:pt x="1402696" y="1214556"/>
                </a:lnTo>
                <a:close/>
                <a:moveTo>
                  <a:pt x="1284626" y="1188523"/>
                </a:moveTo>
                <a:lnTo>
                  <a:pt x="1253230" y="1166453"/>
                </a:lnTo>
                <a:lnTo>
                  <a:pt x="1350323" y="1130581"/>
                </a:lnTo>
                <a:lnTo>
                  <a:pt x="1373383" y="1154974"/>
                </a:lnTo>
                <a:lnTo>
                  <a:pt x="1284626" y="1188523"/>
                </a:lnTo>
                <a:close/>
                <a:moveTo>
                  <a:pt x="1173628" y="1257944"/>
                </a:moveTo>
                <a:lnTo>
                  <a:pt x="1141616" y="1255484"/>
                </a:lnTo>
                <a:lnTo>
                  <a:pt x="1204307" y="1163959"/>
                </a:lnTo>
                <a:lnTo>
                  <a:pt x="1234371" y="1168742"/>
                </a:lnTo>
                <a:lnTo>
                  <a:pt x="1173662" y="1257944"/>
                </a:lnTo>
                <a:close/>
                <a:moveTo>
                  <a:pt x="1081830" y="1549361"/>
                </a:moveTo>
                <a:lnTo>
                  <a:pt x="990818" y="1557902"/>
                </a:lnTo>
                <a:lnTo>
                  <a:pt x="1012682" y="1491727"/>
                </a:lnTo>
                <a:cubicBezTo>
                  <a:pt x="1012682" y="1491727"/>
                  <a:pt x="1012682" y="1491727"/>
                  <a:pt x="1012682" y="1491727"/>
                </a:cubicBezTo>
                <a:cubicBezTo>
                  <a:pt x="1012785" y="1491453"/>
                  <a:pt x="1012751" y="1491214"/>
                  <a:pt x="1012785" y="1490941"/>
                </a:cubicBezTo>
                <a:cubicBezTo>
                  <a:pt x="1012819" y="1490702"/>
                  <a:pt x="1012922" y="1490462"/>
                  <a:pt x="1012922" y="1490223"/>
                </a:cubicBezTo>
                <a:lnTo>
                  <a:pt x="1013366" y="1418719"/>
                </a:lnTo>
                <a:cubicBezTo>
                  <a:pt x="1013366" y="1418719"/>
                  <a:pt x="1013366" y="1418719"/>
                  <a:pt x="1013366" y="1418719"/>
                </a:cubicBezTo>
                <a:lnTo>
                  <a:pt x="1013366" y="1418719"/>
                </a:lnTo>
                <a:cubicBezTo>
                  <a:pt x="1013366" y="1418548"/>
                  <a:pt x="1013297" y="1418445"/>
                  <a:pt x="1013297" y="1418309"/>
                </a:cubicBezTo>
                <a:cubicBezTo>
                  <a:pt x="1013297" y="1417967"/>
                  <a:pt x="1013195" y="1417659"/>
                  <a:pt x="1013127" y="1417352"/>
                </a:cubicBezTo>
                <a:cubicBezTo>
                  <a:pt x="1013092" y="1417181"/>
                  <a:pt x="1013127" y="1416976"/>
                  <a:pt x="1013024" y="1416805"/>
                </a:cubicBezTo>
                <a:lnTo>
                  <a:pt x="1013024" y="1416805"/>
                </a:lnTo>
                <a:cubicBezTo>
                  <a:pt x="1013024" y="1416805"/>
                  <a:pt x="1013024" y="1416771"/>
                  <a:pt x="1013024" y="1416771"/>
                </a:cubicBezTo>
                <a:lnTo>
                  <a:pt x="992287" y="1365389"/>
                </a:lnTo>
                <a:lnTo>
                  <a:pt x="1006225" y="1278886"/>
                </a:lnTo>
                <a:lnTo>
                  <a:pt x="1126926" y="1265357"/>
                </a:lnTo>
                <a:lnTo>
                  <a:pt x="1081830" y="1549429"/>
                </a:lnTo>
                <a:close/>
                <a:moveTo>
                  <a:pt x="730660" y="1390226"/>
                </a:moveTo>
                <a:lnTo>
                  <a:pt x="717815" y="1401261"/>
                </a:lnTo>
                <a:lnTo>
                  <a:pt x="717986" y="1385751"/>
                </a:lnTo>
                <a:lnTo>
                  <a:pt x="740773" y="1366141"/>
                </a:lnTo>
                <a:lnTo>
                  <a:pt x="730626" y="1390226"/>
                </a:lnTo>
                <a:close/>
                <a:moveTo>
                  <a:pt x="707907" y="1410622"/>
                </a:moveTo>
                <a:lnTo>
                  <a:pt x="694720" y="1432077"/>
                </a:lnTo>
                <a:lnTo>
                  <a:pt x="690347" y="1429924"/>
                </a:lnTo>
                <a:lnTo>
                  <a:pt x="708044" y="1401124"/>
                </a:lnTo>
                <a:lnTo>
                  <a:pt x="707942" y="1410588"/>
                </a:lnTo>
                <a:close/>
                <a:moveTo>
                  <a:pt x="686521" y="1438978"/>
                </a:moveTo>
                <a:lnTo>
                  <a:pt x="690791" y="1441062"/>
                </a:lnTo>
                <a:lnTo>
                  <a:pt x="684095" y="1465796"/>
                </a:lnTo>
                <a:lnTo>
                  <a:pt x="677673" y="1471775"/>
                </a:lnTo>
                <a:lnTo>
                  <a:pt x="686521" y="1438978"/>
                </a:lnTo>
                <a:close/>
                <a:moveTo>
                  <a:pt x="951427" y="1837464"/>
                </a:moveTo>
                <a:lnTo>
                  <a:pt x="996147" y="1997111"/>
                </a:lnTo>
                <a:lnTo>
                  <a:pt x="825499" y="2008351"/>
                </a:lnTo>
                <a:lnTo>
                  <a:pt x="780266" y="1850617"/>
                </a:lnTo>
                <a:lnTo>
                  <a:pt x="951461" y="1837464"/>
                </a:lnTo>
                <a:close/>
                <a:moveTo>
                  <a:pt x="1000896" y="2006609"/>
                </a:moveTo>
                <a:lnTo>
                  <a:pt x="1059589" y="2054335"/>
                </a:lnTo>
                <a:lnTo>
                  <a:pt x="894168" y="2064584"/>
                </a:lnTo>
                <a:lnTo>
                  <a:pt x="834860" y="2017541"/>
                </a:lnTo>
                <a:lnTo>
                  <a:pt x="1000896" y="2006609"/>
                </a:lnTo>
                <a:close/>
                <a:moveTo>
                  <a:pt x="1071683" y="2063423"/>
                </a:moveTo>
                <a:lnTo>
                  <a:pt x="1162730" y="2097518"/>
                </a:lnTo>
                <a:lnTo>
                  <a:pt x="1008412" y="2106606"/>
                </a:lnTo>
                <a:lnTo>
                  <a:pt x="916375" y="2073057"/>
                </a:lnTo>
                <a:lnTo>
                  <a:pt x="1071683" y="2063423"/>
                </a:lnTo>
                <a:close/>
                <a:moveTo>
                  <a:pt x="1118658" y="2216032"/>
                </a:moveTo>
                <a:cubicBezTo>
                  <a:pt x="1118658" y="2216032"/>
                  <a:pt x="1118658" y="2216032"/>
                  <a:pt x="1118658" y="2216032"/>
                </a:cubicBezTo>
                <a:lnTo>
                  <a:pt x="1118658" y="2216032"/>
                </a:lnTo>
                <a:cubicBezTo>
                  <a:pt x="1118658" y="2216032"/>
                  <a:pt x="1118658" y="2216032"/>
                  <a:pt x="1118658" y="2216032"/>
                </a:cubicBezTo>
                <a:lnTo>
                  <a:pt x="1178650" y="2214529"/>
                </a:lnTo>
                <a:lnTo>
                  <a:pt x="1178411" y="2236838"/>
                </a:lnTo>
                <a:lnTo>
                  <a:pt x="1106838" y="2238546"/>
                </a:lnTo>
                <a:lnTo>
                  <a:pt x="1106838" y="2216374"/>
                </a:lnTo>
                <a:cubicBezTo>
                  <a:pt x="1106838" y="2216374"/>
                  <a:pt x="1118658" y="2216067"/>
                  <a:pt x="1118658" y="2216067"/>
                </a:cubicBezTo>
                <a:close/>
                <a:moveTo>
                  <a:pt x="1270004" y="2206262"/>
                </a:moveTo>
                <a:lnTo>
                  <a:pt x="1269457" y="2227819"/>
                </a:lnTo>
                <a:lnTo>
                  <a:pt x="1188216" y="2236189"/>
                </a:lnTo>
                <a:lnTo>
                  <a:pt x="1188455" y="2213983"/>
                </a:lnTo>
                <a:lnTo>
                  <a:pt x="1270004" y="2206296"/>
                </a:lnTo>
                <a:close/>
                <a:moveTo>
                  <a:pt x="1097033" y="2216921"/>
                </a:moveTo>
                <a:lnTo>
                  <a:pt x="1097033" y="2239059"/>
                </a:lnTo>
                <a:cubicBezTo>
                  <a:pt x="1097033" y="2239059"/>
                  <a:pt x="1048076" y="2243295"/>
                  <a:pt x="1048076" y="2243295"/>
                </a:cubicBezTo>
                <a:lnTo>
                  <a:pt x="1047939" y="2221328"/>
                </a:lnTo>
                <a:lnTo>
                  <a:pt x="1097033" y="2216921"/>
                </a:lnTo>
                <a:close/>
                <a:moveTo>
                  <a:pt x="1279843" y="2205442"/>
                </a:moveTo>
                <a:lnTo>
                  <a:pt x="1356097" y="2199941"/>
                </a:lnTo>
                <a:lnTo>
                  <a:pt x="1355721" y="2220679"/>
                </a:lnTo>
                <a:lnTo>
                  <a:pt x="1279296" y="2226931"/>
                </a:lnTo>
                <a:lnTo>
                  <a:pt x="1279843" y="2205442"/>
                </a:lnTo>
                <a:close/>
                <a:moveTo>
                  <a:pt x="1406796" y="2199190"/>
                </a:moveTo>
                <a:lnTo>
                  <a:pt x="1406796" y="2199190"/>
                </a:lnTo>
                <a:lnTo>
                  <a:pt x="1423433" y="2199053"/>
                </a:lnTo>
                <a:lnTo>
                  <a:pt x="1423194" y="2219175"/>
                </a:lnTo>
                <a:lnTo>
                  <a:pt x="1365560" y="2220235"/>
                </a:lnTo>
                <a:lnTo>
                  <a:pt x="1365936" y="2199566"/>
                </a:lnTo>
                <a:lnTo>
                  <a:pt x="1406796" y="2199224"/>
                </a:lnTo>
                <a:close/>
                <a:moveTo>
                  <a:pt x="1359820" y="2119349"/>
                </a:moveTo>
                <a:cubicBezTo>
                  <a:pt x="1357122" y="2119486"/>
                  <a:pt x="1355037" y="2121809"/>
                  <a:pt x="1355208" y="2124542"/>
                </a:cubicBezTo>
                <a:cubicBezTo>
                  <a:pt x="1355345" y="2127138"/>
                  <a:pt x="1357531" y="2129154"/>
                  <a:pt x="1360094" y="2129154"/>
                </a:cubicBezTo>
                <a:cubicBezTo>
                  <a:pt x="1360196" y="2129154"/>
                  <a:pt x="1360299" y="2129154"/>
                  <a:pt x="1360367" y="2129154"/>
                </a:cubicBezTo>
                <a:lnTo>
                  <a:pt x="1401842" y="2126797"/>
                </a:lnTo>
                <a:lnTo>
                  <a:pt x="1401842" y="2189419"/>
                </a:lnTo>
                <a:cubicBezTo>
                  <a:pt x="1401842" y="2189419"/>
                  <a:pt x="1361085" y="2189761"/>
                  <a:pt x="1361085" y="2189761"/>
                </a:cubicBezTo>
                <a:cubicBezTo>
                  <a:pt x="1361016" y="2189761"/>
                  <a:pt x="1360982" y="2189761"/>
                  <a:pt x="1360914" y="2189761"/>
                </a:cubicBezTo>
                <a:cubicBezTo>
                  <a:pt x="1360845" y="2189761"/>
                  <a:pt x="1360811" y="2189761"/>
                  <a:pt x="1360777" y="2189761"/>
                </a:cubicBezTo>
                <a:lnTo>
                  <a:pt x="1352099" y="2190375"/>
                </a:lnTo>
                <a:lnTo>
                  <a:pt x="1352099" y="2122390"/>
                </a:lnTo>
                <a:cubicBezTo>
                  <a:pt x="1352065" y="2119691"/>
                  <a:pt x="1349879" y="2117470"/>
                  <a:pt x="1347146" y="2117470"/>
                </a:cubicBezTo>
                <a:cubicBezTo>
                  <a:pt x="1344413" y="2117470"/>
                  <a:pt x="1342226" y="2119656"/>
                  <a:pt x="1342226" y="2122390"/>
                </a:cubicBezTo>
                <a:lnTo>
                  <a:pt x="1342226" y="2191093"/>
                </a:lnTo>
                <a:cubicBezTo>
                  <a:pt x="1342226" y="2191093"/>
                  <a:pt x="1275983" y="2195842"/>
                  <a:pt x="1275983" y="2195842"/>
                </a:cubicBezTo>
                <a:lnTo>
                  <a:pt x="1275983" y="2116548"/>
                </a:lnTo>
                <a:cubicBezTo>
                  <a:pt x="1275948" y="2113849"/>
                  <a:pt x="1273728" y="2111628"/>
                  <a:pt x="1271029" y="2111628"/>
                </a:cubicBezTo>
                <a:cubicBezTo>
                  <a:pt x="1270072" y="2111628"/>
                  <a:pt x="1269218" y="2111970"/>
                  <a:pt x="1268467" y="2112448"/>
                </a:cubicBezTo>
                <a:cubicBezTo>
                  <a:pt x="1267886" y="2112038"/>
                  <a:pt x="1267271" y="2111696"/>
                  <a:pt x="1266519" y="2111560"/>
                </a:cubicBezTo>
                <a:lnTo>
                  <a:pt x="1225420" y="2103634"/>
                </a:lnTo>
                <a:lnTo>
                  <a:pt x="1314929" y="2098372"/>
                </a:lnTo>
                <a:lnTo>
                  <a:pt x="1407240" y="2116650"/>
                </a:lnTo>
                <a:lnTo>
                  <a:pt x="1359786" y="2119349"/>
                </a:lnTo>
                <a:close/>
                <a:moveTo>
                  <a:pt x="1607747" y="2113815"/>
                </a:moveTo>
                <a:lnTo>
                  <a:pt x="1609250" y="2109476"/>
                </a:lnTo>
                <a:lnTo>
                  <a:pt x="1690833" y="2098236"/>
                </a:lnTo>
                <a:lnTo>
                  <a:pt x="1692302" y="2102199"/>
                </a:lnTo>
                <a:lnTo>
                  <a:pt x="1607747" y="2113815"/>
                </a:lnTo>
                <a:close/>
                <a:moveTo>
                  <a:pt x="1694352" y="2086928"/>
                </a:moveTo>
                <a:lnTo>
                  <a:pt x="1678978" y="2075346"/>
                </a:lnTo>
                <a:lnTo>
                  <a:pt x="1704020" y="2054677"/>
                </a:lnTo>
                <a:lnTo>
                  <a:pt x="1735041" y="2062535"/>
                </a:lnTo>
                <a:lnTo>
                  <a:pt x="1694352" y="2086928"/>
                </a:lnTo>
                <a:close/>
                <a:moveTo>
                  <a:pt x="1744163" y="2054745"/>
                </a:moveTo>
                <a:lnTo>
                  <a:pt x="1708632" y="2045726"/>
                </a:lnTo>
                <a:lnTo>
                  <a:pt x="1737569" y="1917100"/>
                </a:lnTo>
                <a:lnTo>
                  <a:pt x="1778156" y="1925299"/>
                </a:lnTo>
                <a:lnTo>
                  <a:pt x="1744129" y="2054745"/>
                </a:lnTo>
                <a:close/>
                <a:moveTo>
                  <a:pt x="1738252" y="1658787"/>
                </a:moveTo>
                <a:lnTo>
                  <a:pt x="1708188" y="1404882"/>
                </a:lnTo>
                <a:lnTo>
                  <a:pt x="1743138" y="1408401"/>
                </a:lnTo>
                <a:lnTo>
                  <a:pt x="1778395" y="1668695"/>
                </a:lnTo>
                <a:lnTo>
                  <a:pt x="1738287" y="1658821"/>
                </a:lnTo>
                <a:close/>
                <a:moveTo>
                  <a:pt x="1706036" y="1394804"/>
                </a:moveTo>
                <a:lnTo>
                  <a:pt x="1676519" y="1320293"/>
                </a:lnTo>
                <a:lnTo>
                  <a:pt x="1692473" y="1303553"/>
                </a:lnTo>
                <a:lnTo>
                  <a:pt x="1739107" y="1398118"/>
                </a:lnTo>
                <a:lnTo>
                  <a:pt x="1706002" y="1394770"/>
                </a:lnTo>
                <a:close/>
                <a:moveTo>
                  <a:pt x="1670232" y="1312640"/>
                </a:moveTo>
                <a:lnTo>
                  <a:pt x="1610173" y="1267681"/>
                </a:lnTo>
                <a:lnTo>
                  <a:pt x="1610104" y="1225010"/>
                </a:lnTo>
                <a:lnTo>
                  <a:pt x="1686733" y="1295319"/>
                </a:lnTo>
                <a:lnTo>
                  <a:pt x="1670198" y="1312640"/>
                </a:lnTo>
                <a:close/>
                <a:moveTo>
                  <a:pt x="1600367" y="1262795"/>
                </a:moveTo>
                <a:lnTo>
                  <a:pt x="1509355" y="1225249"/>
                </a:lnTo>
                <a:lnTo>
                  <a:pt x="1502147" y="1173559"/>
                </a:lnTo>
                <a:lnTo>
                  <a:pt x="1600333" y="1217016"/>
                </a:lnTo>
                <a:lnTo>
                  <a:pt x="1600402" y="1262795"/>
                </a:lnTo>
                <a:close/>
                <a:moveTo>
                  <a:pt x="1384248" y="1152207"/>
                </a:moveTo>
                <a:lnTo>
                  <a:pt x="1364023" y="1130821"/>
                </a:lnTo>
                <a:lnTo>
                  <a:pt x="1475226" y="1140045"/>
                </a:lnTo>
                <a:lnTo>
                  <a:pt x="1487012" y="1159928"/>
                </a:lnTo>
                <a:lnTo>
                  <a:pt x="1384248" y="1152207"/>
                </a:lnTo>
                <a:close/>
                <a:moveTo>
                  <a:pt x="1333788" y="1126243"/>
                </a:moveTo>
                <a:lnTo>
                  <a:pt x="1242263" y="1160065"/>
                </a:lnTo>
                <a:lnTo>
                  <a:pt x="1221389" y="1156751"/>
                </a:lnTo>
                <a:lnTo>
                  <a:pt x="1315100" y="1122450"/>
                </a:lnTo>
                <a:lnTo>
                  <a:pt x="1333788" y="1126243"/>
                </a:lnTo>
                <a:close/>
                <a:moveTo>
                  <a:pt x="1129967" y="1255108"/>
                </a:moveTo>
                <a:lnTo>
                  <a:pt x="1012136" y="1268295"/>
                </a:lnTo>
                <a:lnTo>
                  <a:pt x="1074553" y="1178582"/>
                </a:lnTo>
                <a:lnTo>
                  <a:pt x="1191837" y="1164745"/>
                </a:lnTo>
                <a:lnTo>
                  <a:pt x="1129967" y="1255074"/>
                </a:lnTo>
                <a:close/>
                <a:moveTo>
                  <a:pt x="999188" y="1269730"/>
                </a:moveTo>
                <a:lnTo>
                  <a:pt x="831580" y="1288520"/>
                </a:lnTo>
                <a:lnTo>
                  <a:pt x="894612" y="1199797"/>
                </a:lnTo>
                <a:lnTo>
                  <a:pt x="1061537" y="1180119"/>
                </a:lnTo>
                <a:lnTo>
                  <a:pt x="999188" y="1269730"/>
                </a:lnTo>
                <a:close/>
                <a:moveTo>
                  <a:pt x="818496" y="1289990"/>
                </a:moveTo>
                <a:lnTo>
                  <a:pt x="693695" y="1303997"/>
                </a:lnTo>
                <a:lnTo>
                  <a:pt x="757172" y="1216025"/>
                </a:lnTo>
                <a:lnTo>
                  <a:pt x="881459" y="1201369"/>
                </a:lnTo>
                <a:lnTo>
                  <a:pt x="818496" y="1289990"/>
                </a:lnTo>
                <a:close/>
                <a:moveTo>
                  <a:pt x="815352" y="1300204"/>
                </a:moveTo>
                <a:lnTo>
                  <a:pt x="812346" y="1318516"/>
                </a:lnTo>
                <a:lnTo>
                  <a:pt x="790105" y="1326237"/>
                </a:lnTo>
                <a:cubicBezTo>
                  <a:pt x="790105" y="1326237"/>
                  <a:pt x="789969" y="1326340"/>
                  <a:pt x="789900" y="1326340"/>
                </a:cubicBezTo>
                <a:cubicBezTo>
                  <a:pt x="789798" y="1326374"/>
                  <a:pt x="789730" y="1326340"/>
                  <a:pt x="789627" y="1326408"/>
                </a:cubicBezTo>
                <a:lnTo>
                  <a:pt x="751364" y="1344310"/>
                </a:lnTo>
                <a:cubicBezTo>
                  <a:pt x="751159" y="1344412"/>
                  <a:pt x="750988" y="1344583"/>
                  <a:pt x="750817" y="1344720"/>
                </a:cubicBezTo>
                <a:cubicBezTo>
                  <a:pt x="750646" y="1344857"/>
                  <a:pt x="750407" y="1344891"/>
                  <a:pt x="750271" y="1345027"/>
                </a:cubicBezTo>
                <a:lnTo>
                  <a:pt x="710914" y="1378884"/>
                </a:lnTo>
                <a:cubicBezTo>
                  <a:pt x="709889" y="1379396"/>
                  <a:pt x="709103" y="1380284"/>
                  <a:pt x="708659" y="1381412"/>
                </a:cubicBezTo>
                <a:lnTo>
                  <a:pt x="679210" y="1429344"/>
                </a:lnTo>
                <a:cubicBezTo>
                  <a:pt x="679210" y="1429344"/>
                  <a:pt x="679176" y="1429480"/>
                  <a:pt x="679142" y="1429548"/>
                </a:cubicBezTo>
                <a:cubicBezTo>
                  <a:pt x="679107" y="1429617"/>
                  <a:pt x="679039" y="1429651"/>
                  <a:pt x="679005" y="1429753"/>
                </a:cubicBezTo>
                <a:cubicBezTo>
                  <a:pt x="678937" y="1429890"/>
                  <a:pt x="678937" y="1430061"/>
                  <a:pt x="678868" y="1430232"/>
                </a:cubicBezTo>
                <a:cubicBezTo>
                  <a:pt x="678800" y="1430368"/>
                  <a:pt x="678697" y="1430505"/>
                  <a:pt x="678663" y="1430642"/>
                </a:cubicBezTo>
                <a:lnTo>
                  <a:pt x="663802" y="1485714"/>
                </a:lnTo>
                <a:cubicBezTo>
                  <a:pt x="663734" y="1485953"/>
                  <a:pt x="663802" y="1486192"/>
                  <a:pt x="663768" y="1486465"/>
                </a:cubicBezTo>
                <a:cubicBezTo>
                  <a:pt x="663768" y="1486534"/>
                  <a:pt x="663768" y="1486568"/>
                  <a:pt x="663768" y="1486602"/>
                </a:cubicBezTo>
                <a:cubicBezTo>
                  <a:pt x="663768" y="1486705"/>
                  <a:pt x="663734" y="1486807"/>
                  <a:pt x="663734" y="1486909"/>
                </a:cubicBezTo>
                <a:cubicBezTo>
                  <a:pt x="663734" y="1487012"/>
                  <a:pt x="663700" y="1487080"/>
                  <a:pt x="663700" y="1487183"/>
                </a:cubicBezTo>
                <a:lnTo>
                  <a:pt x="665954" y="1540410"/>
                </a:lnTo>
                <a:cubicBezTo>
                  <a:pt x="665954" y="1540410"/>
                  <a:pt x="665954" y="1540410"/>
                  <a:pt x="665954" y="1540410"/>
                </a:cubicBezTo>
                <a:lnTo>
                  <a:pt x="665954" y="1540547"/>
                </a:lnTo>
                <a:cubicBezTo>
                  <a:pt x="665954" y="1540786"/>
                  <a:pt x="666091" y="1541025"/>
                  <a:pt x="666125" y="1541264"/>
                </a:cubicBezTo>
                <a:cubicBezTo>
                  <a:pt x="666159" y="1541503"/>
                  <a:pt x="666125" y="1541742"/>
                  <a:pt x="666228" y="1541981"/>
                </a:cubicBezTo>
                <a:lnTo>
                  <a:pt x="679893" y="1580928"/>
                </a:lnTo>
                <a:cubicBezTo>
                  <a:pt x="679893" y="1580928"/>
                  <a:pt x="679961" y="1580996"/>
                  <a:pt x="679996" y="1581031"/>
                </a:cubicBezTo>
                <a:cubicBezTo>
                  <a:pt x="679996" y="1581099"/>
                  <a:pt x="679996" y="1581167"/>
                  <a:pt x="680030" y="1581236"/>
                </a:cubicBezTo>
                <a:lnTo>
                  <a:pt x="682455" y="1586770"/>
                </a:lnTo>
                <a:lnTo>
                  <a:pt x="641288" y="1590631"/>
                </a:lnTo>
                <a:lnTo>
                  <a:pt x="687614" y="1314451"/>
                </a:lnTo>
                <a:lnTo>
                  <a:pt x="815489" y="1300102"/>
                </a:lnTo>
                <a:close/>
                <a:moveTo>
                  <a:pt x="770256" y="1851403"/>
                </a:moveTo>
                <a:lnTo>
                  <a:pt x="815489" y="2009034"/>
                </a:lnTo>
                <a:lnTo>
                  <a:pt x="687546" y="2017473"/>
                </a:lnTo>
                <a:lnTo>
                  <a:pt x="641937" y="1861276"/>
                </a:lnTo>
                <a:lnTo>
                  <a:pt x="770290" y="1851403"/>
                </a:lnTo>
                <a:close/>
                <a:moveTo>
                  <a:pt x="820306" y="2018532"/>
                </a:moveTo>
                <a:lnTo>
                  <a:pt x="879546" y="2065541"/>
                </a:lnTo>
                <a:lnTo>
                  <a:pt x="756830" y="2073160"/>
                </a:lnTo>
                <a:lnTo>
                  <a:pt x="697112" y="2026663"/>
                </a:lnTo>
                <a:lnTo>
                  <a:pt x="820306" y="2018532"/>
                </a:lnTo>
                <a:close/>
                <a:moveTo>
                  <a:pt x="891879" y="2074595"/>
                </a:moveTo>
                <a:lnTo>
                  <a:pt x="983746" y="2108075"/>
                </a:lnTo>
                <a:lnTo>
                  <a:pt x="872064" y="2114669"/>
                </a:lnTo>
                <a:lnTo>
                  <a:pt x="779412" y="2081598"/>
                </a:lnTo>
                <a:lnTo>
                  <a:pt x="891879" y="2074629"/>
                </a:lnTo>
                <a:close/>
                <a:moveTo>
                  <a:pt x="1038134" y="2221328"/>
                </a:moveTo>
                <a:lnTo>
                  <a:pt x="1038271" y="2243090"/>
                </a:lnTo>
                <a:lnTo>
                  <a:pt x="1020813" y="2240972"/>
                </a:lnTo>
                <a:lnTo>
                  <a:pt x="1020745" y="2219825"/>
                </a:lnTo>
                <a:lnTo>
                  <a:pt x="1038134" y="2221362"/>
                </a:lnTo>
                <a:close/>
                <a:moveTo>
                  <a:pt x="1190744" y="2251699"/>
                </a:moveTo>
                <a:cubicBezTo>
                  <a:pt x="1190744" y="2251699"/>
                  <a:pt x="1190744" y="2251699"/>
                  <a:pt x="1190778" y="2251699"/>
                </a:cubicBezTo>
                <a:cubicBezTo>
                  <a:pt x="1190915" y="2251699"/>
                  <a:pt x="1191051" y="2251699"/>
                  <a:pt x="1191188" y="2251699"/>
                </a:cubicBezTo>
                <a:lnTo>
                  <a:pt x="1271678" y="2242339"/>
                </a:lnTo>
                <a:cubicBezTo>
                  <a:pt x="1272259" y="2242270"/>
                  <a:pt x="1272805" y="2242065"/>
                  <a:pt x="1273318" y="2241792"/>
                </a:cubicBezTo>
                <a:cubicBezTo>
                  <a:pt x="1273386" y="2241792"/>
                  <a:pt x="1273420" y="2241792"/>
                  <a:pt x="1273489" y="2241724"/>
                </a:cubicBezTo>
                <a:cubicBezTo>
                  <a:pt x="1274172" y="2241348"/>
                  <a:pt x="1274684" y="2240801"/>
                  <a:pt x="1275128" y="2240152"/>
                </a:cubicBezTo>
                <a:cubicBezTo>
                  <a:pt x="1275163" y="2240084"/>
                  <a:pt x="1275265" y="2240050"/>
                  <a:pt x="1275299" y="2239981"/>
                </a:cubicBezTo>
                <a:lnTo>
                  <a:pt x="1277144" y="2236941"/>
                </a:lnTo>
                <a:lnTo>
                  <a:pt x="1315032" y="2233832"/>
                </a:lnTo>
                <a:cubicBezTo>
                  <a:pt x="1315886" y="2234959"/>
                  <a:pt x="1317184" y="2235745"/>
                  <a:pt x="1318721" y="2235813"/>
                </a:cubicBezTo>
                <a:lnTo>
                  <a:pt x="1327809" y="2236121"/>
                </a:lnTo>
                <a:lnTo>
                  <a:pt x="1236113" y="2274555"/>
                </a:lnTo>
                <a:lnTo>
                  <a:pt x="1080088" y="2269465"/>
                </a:lnTo>
                <a:lnTo>
                  <a:pt x="1119649" y="2253305"/>
                </a:lnTo>
                <a:lnTo>
                  <a:pt x="1190710" y="2251699"/>
                </a:lnTo>
                <a:close/>
                <a:moveTo>
                  <a:pt x="964170" y="2360989"/>
                </a:moveTo>
                <a:lnTo>
                  <a:pt x="809545" y="2379779"/>
                </a:lnTo>
                <a:lnTo>
                  <a:pt x="888702" y="2300793"/>
                </a:lnTo>
                <a:lnTo>
                  <a:pt x="1043464" y="2280329"/>
                </a:lnTo>
                <a:lnTo>
                  <a:pt x="964170" y="2360989"/>
                </a:lnTo>
                <a:close/>
                <a:moveTo>
                  <a:pt x="793454" y="2382034"/>
                </a:moveTo>
                <a:lnTo>
                  <a:pt x="654749" y="2422552"/>
                </a:lnTo>
                <a:lnTo>
                  <a:pt x="727996" y="2350467"/>
                </a:lnTo>
                <a:lnTo>
                  <a:pt x="868853" y="2306771"/>
                </a:lnTo>
                <a:lnTo>
                  <a:pt x="793419" y="2382034"/>
                </a:lnTo>
                <a:close/>
                <a:moveTo>
                  <a:pt x="785937" y="2394436"/>
                </a:moveTo>
                <a:lnTo>
                  <a:pt x="722461" y="2508474"/>
                </a:lnTo>
                <a:lnTo>
                  <a:pt x="584098" y="2552750"/>
                </a:lnTo>
                <a:lnTo>
                  <a:pt x="640878" y="2436799"/>
                </a:lnTo>
                <a:lnTo>
                  <a:pt x="785937" y="2394436"/>
                </a:lnTo>
                <a:close/>
                <a:moveTo>
                  <a:pt x="532374" y="2726815"/>
                </a:moveTo>
                <a:lnTo>
                  <a:pt x="436203" y="2767811"/>
                </a:lnTo>
                <a:lnTo>
                  <a:pt x="468556" y="2642875"/>
                </a:lnTo>
                <a:lnTo>
                  <a:pt x="567016" y="2572395"/>
                </a:lnTo>
                <a:lnTo>
                  <a:pt x="532340" y="2726815"/>
                </a:lnTo>
                <a:close/>
                <a:moveTo>
                  <a:pt x="531212" y="2737952"/>
                </a:moveTo>
                <a:lnTo>
                  <a:pt x="513003" y="3031726"/>
                </a:lnTo>
                <a:lnTo>
                  <a:pt x="419429" y="3050619"/>
                </a:lnTo>
                <a:lnTo>
                  <a:pt x="433675" y="2779530"/>
                </a:lnTo>
                <a:lnTo>
                  <a:pt x="531178" y="2737952"/>
                </a:lnTo>
                <a:close/>
                <a:moveTo>
                  <a:pt x="405729" y="3557985"/>
                </a:moveTo>
                <a:lnTo>
                  <a:pt x="403884" y="3557370"/>
                </a:lnTo>
                <a:lnTo>
                  <a:pt x="403611" y="3502230"/>
                </a:lnTo>
                <a:cubicBezTo>
                  <a:pt x="403611" y="3502230"/>
                  <a:pt x="403611" y="3502230"/>
                  <a:pt x="403611" y="3502230"/>
                </a:cubicBezTo>
                <a:lnTo>
                  <a:pt x="401698" y="3129367"/>
                </a:lnTo>
                <a:lnTo>
                  <a:pt x="401698" y="3129367"/>
                </a:lnTo>
                <a:cubicBezTo>
                  <a:pt x="401698" y="3129367"/>
                  <a:pt x="401424" y="3075490"/>
                  <a:pt x="401424" y="3075490"/>
                </a:cubicBezTo>
                <a:lnTo>
                  <a:pt x="409248" y="3068077"/>
                </a:lnTo>
                <a:lnTo>
                  <a:pt x="405729" y="3557951"/>
                </a:lnTo>
                <a:close/>
                <a:moveTo>
                  <a:pt x="392542" y="3262195"/>
                </a:moveTo>
                <a:lnTo>
                  <a:pt x="335693" y="3319454"/>
                </a:lnTo>
                <a:lnTo>
                  <a:pt x="298933" y="3298750"/>
                </a:lnTo>
                <a:lnTo>
                  <a:pt x="392268" y="3205586"/>
                </a:lnTo>
                <a:lnTo>
                  <a:pt x="392542" y="3262229"/>
                </a:lnTo>
                <a:close/>
                <a:moveTo>
                  <a:pt x="267741" y="3317950"/>
                </a:moveTo>
                <a:lnTo>
                  <a:pt x="280348" y="3311118"/>
                </a:lnTo>
                <a:lnTo>
                  <a:pt x="144752" y="3609572"/>
                </a:lnTo>
                <a:lnTo>
                  <a:pt x="139491" y="3599562"/>
                </a:lnTo>
                <a:lnTo>
                  <a:pt x="267707" y="3317950"/>
                </a:lnTo>
                <a:close/>
                <a:moveTo>
                  <a:pt x="127158" y="3642677"/>
                </a:moveTo>
                <a:lnTo>
                  <a:pt x="138500" y="3632940"/>
                </a:lnTo>
                <a:lnTo>
                  <a:pt x="89851" y="3987184"/>
                </a:lnTo>
                <a:lnTo>
                  <a:pt x="81310" y="3975774"/>
                </a:lnTo>
                <a:lnTo>
                  <a:pt x="127158" y="3642677"/>
                </a:lnTo>
                <a:close/>
                <a:moveTo>
                  <a:pt x="10215" y="3993095"/>
                </a:moveTo>
                <a:lnTo>
                  <a:pt x="83735" y="4003310"/>
                </a:lnTo>
                <a:lnTo>
                  <a:pt x="74170" y="4014959"/>
                </a:lnTo>
                <a:lnTo>
                  <a:pt x="11718" y="4006077"/>
                </a:lnTo>
                <a:lnTo>
                  <a:pt x="10181" y="3993060"/>
                </a:lnTo>
                <a:close/>
                <a:moveTo>
                  <a:pt x="89817" y="4011406"/>
                </a:moveTo>
                <a:lnTo>
                  <a:pt x="139286" y="4354206"/>
                </a:lnTo>
                <a:lnTo>
                  <a:pt x="128046" y="4344196"/>
                </a:lnTo>
                <a:lnTo>
                  <a:pt x="81412" y="4021655"/>
                </a:lnTo>
                <a:lnTo>
                  <a:pt x="89817" y="4011372"/>
                </a:lnTo>
                <a:close/>
                <a:moveTo>
                  <a:pt x="195485" y="4357315"/>
                </a:moveTo>
                <a:lnTo>
                  <a:pt x="331525" y="4626935"/>
                </a:lnTo>
                <a:lnTo>
                  <a:pt x="294492" y="4648219"/>
                </a:lnTo>
                <a:lnTo>
                  <a:pt x="153088" y="4369853"/>
                </a:lnTo>
                <a:lnTo>
                  <a:pt x="195519" y="4357315"/>
                </a:lnTo>
                <a:close/>
                <a:moveTo>
                  <a:pt x="337572" y="4634793"/>
                </a:moveTo>
                <a:lnTo>
                  <a:pt x="531110" y="4786104"/>
                </a:lnTo>
                <a:lnTo>
                  <a:pt x="502037" y="4811180"/>
                </a:lnTo>
                <a:lnTo>
                  <a:pt x="301256" y="4655633"/>
                </a:lnTo>
                <a:lnTo>
                  <a:pt x="337606" y="4634759"/>
                </a:lnTo>
                <a:close/>
                <a:moveTo>
                  <a:pt x="514301" y="4813572"/>
                </a:moveTo>
                <a:lnTo>
                  <a:pt x="540471" y="4790990"/>
                </a:lnTo>
                <a:lnTo>
                  <a:pt x="753550" y="4808891"/>
                </a:lnTo>
                <a:lnTo>
                  <a:pt x="734350" y="4831132"/>
                </a:lnTo>
                <a:lnTo>
                  <a:pt x="514267" y="4813572"/>
                </a:lnTo>
                <a:close/>
                <a:moveTo>
                  <a:pt x="781565" y="4737147"/>
                </a:moveTo>
                <a:lnTo>
                  <a:pt x="968099" y="4640669"/>
                </a:lnTo>
                <a:lnTo>
                  <a:pt x="971173" y="4690206"/>
                </a:lnTo>
                <a:lnTo>
                  <a:pt x="770325" y="4795704"/>
                </a:lnTo>
                <a:lnTo>
                  <a:pt x="781565" y="4737147"/>
                </a:lnTo>
                <a:close/>
                <a:moveTo>
                  <a:pt x="977528" y="4634417"/>
                </a:moveTo>
                <a:lnTo>
                  <a:pt x="1046607" y="4547675"/>
                </a:lnTo>
                <a:lnTo>
                  <a:pt x="1084221" y="4548666"/>
                </a:lnTo>
                <a:lnTo>
                  <a:pt x="980363" y="4679957"/>
                </a:lnTo>
                <a:lnTo>
                  <a:pt x="977528" y="4634417"/>
                </a:lnTo>
                <a:close/>
                <a:moveTo>
                  <a:pt x="973257" y="4624065"/>
                </a:moveTo>
                <a:lnTo>
                  <a:pt x="925292" y="4537699"/>
                </a:lnTo>
                <a:lnTo>
                  <a:pt x="973018" y="4545694"/>
                </a:lnTo>
                <a:cubicBezTo>
                  <a:pt x="973223" y="4545728"/>
                  <a:pt x="973428" y="4545728"/>
                  <a:pt x="973633" y="4545762"/>
                </a:cubicBezTo>
                <a:cubicBezTo>
                  <a:pt x="973633" y="4545762"/>
                  <a:pt x="973667" y="4545762"/>
                  <a:pt x="973702" y="4545762"/>
                </a:cubicBezTo>
                <a:lnTo>
                  <a:pt x="1034342" y="4547368"/>
                </a:lnTo>
                <a:lnTo>
                  <a:pt x="973257" y="4624065"/>
                </a:lnTo>
                <a:close/>
                <a:moveTo>
                  <a:pt x="903461" y="4496703"/>
                </a:moveTo>
                <a:lnTo>
                  <a:pt x="1072401" y="4501212"/>
                </a:lnTo>
                <a:lnTo>
                  <a:pt x="1097511" y="4525025"/>
                </a:lnTo>
                <a:lnTo>
                  <a:pt x="929186" y="4520549"/>
                </a:lnTo>
                <a:lnTo>
                  <a:pt x="903461" y="4496703"/>
                </a:lnTo>
                <a:close/>
                <a:moveTo>
                  <a:pt x="1305090" y="4515903"/>
                </a:moveTo>
                <a:lnTo>
                  <a:pt x="1326511" y="4523385"/>
                </a:lnTo>
                <a:lnTo>
                  <a:pt x="1156239" y="4540672"/>
                </a:lnTo>
                <a:lnTo>
                  <a:pt x="1133280" y="4532916"/>
                </a:lnTo>
                <a:lnTo>
                  <a:pt x="1305090" y="4515903"/>
                </a:lnTo>
                <a:close/>
                <a:moveTo>
                  <a:pt x="1854614" y="4923818"/>
                </a:moveTo>
                <a:lnTo>
                  <a:pt x="2035716" y="4938440"/>
                </a:lnTo>
                <a:lnTo>
                  <a:pt x="2025672" y="4944180"/>
                </a:lnTo>
                <a:lnTo>
                  <a:pt x="1852701" y="4930651"/>
                </a:lnTo>
                <a:lnTo>
                  <a:pt x="1854614" y="4923852"/>
                </a:lnTo>
                <a:close/>
                <a:moveTo>
                  <a:pt x="2102712" y="4668103"/>
                </a:moveTo>
                <a:lnTo>
                  <a:pt x="2208278" y="4828126"/>
                </a:lnTo>
                <a:lnTo>
                  <a:pt x="2058674" y="4924638"/>
                </a:lnTo>
                <a:lnTo>
                  <a:pt x="2102712" y="4668103"/>
                </a:lnTo>
                <a:close/>
                <a:moveTo>
                  <a:pt x="1969029" y="4631752"/>
                </a:moveTo>
                <a:lnTo>
                  <a:pt x="2021573" y="4390727"/>
                </a:lnTo>
                <a:lnTo>
                  <a:pt x="2058367" y="4582454"/>
                </a:lnTo>
                <a:cubicBezTo>
                  <a:pt x="2058367" y="4582454"/>
                  <a:pt x="2058367" y="4582454"/>
                  <a:pt x="2058367" y="4582454"/>
                </a:cubicBezTo>
                <a:cubicBezTo>
                  <a:pt x="2058504" y="4583069"/>
                  <a:pt x="2058743" y="4583718"/>
                  <a:pt x="2059119" y="4584265"/>
                </a:cubicBezTo>
                <a:lnTo>
                  <a:pt x="2074663" y="4607291"/>
                </a:lnTo>
                <a:lnTo>
                  <a:pt x="2076781" y="4627823"/>
                </a:lnTo>
                <a:cubicBezTo>
                  <a:pt x="2076781" y="4627823"/>
                  <a:pt x="2076850" y="4627892"/>
                  <a:pt x="2076850" y="4627926"/>
                </a:cubicBezTo>
                <a:cubicBezTo>
                  <a:pt x="2076884" y="4628199"/>
                  <a:pt x="2076986" y="4628472"/>
                  <a:pt x="2077055" y="4628746"/>
                </a:cubicBezTo>
                <a:cubicBezTo>
                  <a:pt x="2077157" y="4629053"/>
                  <a:pt x="2077259" y="4629361"/>
                  <a:pt x="2077430" y="4629668"/>
                </a:cubicBezTo>
                <a:cubicBezTo>
                  <a:pt x="2077499" y="4629771"/>
                  <a:pt x="2077499" y="4629907"/>
                  <a:pt x="2077567" y="4630010"/>
                </a:cubicBezTo>
                <a:lnTo>
                  <a:pt x="2088431" y="4646477"/>
                </a:lnTo>
                <a:lnTo>
                  <a:pt x="1968994" y="4631718"/>
                </a:lnTo>
                <a:close/>
                <a:moveTo>
                  <a:pt x="2130999" y="4600937"/>
                </a:moveTo>
                <a:lnTo>
                  <a:pt x="2353781" y="4939465"/>
                </a:lnTo>
                <a:lnTo>
                  <a:pt x="2318763" y="4959519"/>
                </a:lnTo>
                <a:lnTo>
                  <a:pt x="2088909" y="4610980"/>
                </a:lnTo>
                <a:lnTo>
                  <a:pt x="2130999" y="4600937"/>
                </a:lnTo>
                <a:close/>
                <a:moveTo>
                  <a:pt x="2696683" y="5161256"/>
                </a:moveTo>
                <a:lnTo>
                  <a:pt x="2905082" y="5190740"/>
                </a:lnTo>
                <a:lnTo>
                  <a:pt x="2924077" y="5219984"/>
                </a:lnTo>
                <a:lnTo>
                  <a:pt x="2674032" y="5184932"/>
                </a:lnTo>
                <a:lnTo>
                  <a:pt x="2696683" y="5161256"/>
                </a:lnTo>
                <a:close/>
                <a:moveTo>
                  <a:pt x="3107263" y="5320255"/>
                </a:moveTo>
                <a:lnTo>
                  <a:pt x="3117751" y="5323193"/>
                </a:lnTo>
                <a:lnTo>
                  <a:pt x="3006377" y="5328693"/>
                </a:lnTo>
                <a:lnTo>
                  <a:pt x="3004327" y="5325516"/>
                </a:lnTo>
                <a:lnTo>
                  <a:pt x="3107263" y="5320220"/>
                </a:lnTo>
                <a:close/>
                <a:moveTo>
                  <a:pt x="3152803" y="5335526"/>
                </a:moveTo>
                <a:lnTo>
                  <a:pt x="3519005" y="5572656"/>
                </a:lnTo>
                <a:lnTo>
                  <a:pt x="3494783" y="5573954"/>
                </a:lnTo>
                <a:lnTo>
                  <a:pt x="3152530" y="5352676"/>
                </a:lnTo>
                <a:lnTo>
                  <a:pt x="3152837" y="5335492"/>
                </a:lnTo>
                <a:close/>
                <a:moveTo>
                  <a:pt x="4019777" y="5262039"/>
                </a:moveTo>
                <a:lnTo>
                  <a:pt x="4312253" y="5174068"/>
                </a:lnTo>
                <a:lnTo>
                  <a:pt x="4400703" y="5496710"/>
                </a:lnTo>
                <a:lnTo>
                  <a:pt x="3982778" y="5627796"/>
                </a:lnTo>
                <a:lnTo>
                  <a:pt x="4019777" y="5262039"/>
                </a:lnTo>
                <a:close/>
                <a:moveTo>
                  <a:pt x="4981897" y="3810114"/>
                </a:moveTo>
                <a:lnTo>
                  <a:pt x="4982307" y="3811890"/>
                </a:lnTo>
                <a:lnTo>
                  <a:pt x="4775377" y="3457749"/>
                </a:lnTo>
                <a:lnTo>
                  <a:pt x="4776334" y="3458193"/>
                </a:lnTo>
                <a:lnTo>
                  <a:pt x="4981897" y="3810080"/>
                </a:lnTo>
                <a:close/>
                <a:moveTo>
                  <a:pt x="4463633" y="2516366"/>
                </a:moveTo>
                <a:lnTo>
                  <a:pt x="4482594" y="2693403"/>
                </a:lnTo>
                <a:lnTo>
                  <a:pt x="4376994" y="2667370"/>
                </a:lnTo>
                <a:lnTo>
                  <a:pt x="4365583" y="2393445"/>
                </a:lnTo>
                <a:lnTo>
                  <a:pt x="4463633" y="2516400"/>
                </a:lnTo>
                <a:close/>
                <a:moveTo>
                  <a:pt x="4119296" y="2128027"/>
                </a:moveTo>
                <a:lnTo>
                  <a:pt x="4204159" y="2253852"/>
                </a:lnTo>
                <a:lnTo>
                  <a:pt x="4026063" y="2200283"/>
                </a:lnTo>
                <a:lnTo>
                  <a:pt x="3928218" y="2053174"/>
                </a:lnTo>
                <a:lnTo>
                  <a:pt x="4119296" y="2128027"/>
                </a:lnTo>
                <a:close/>
                <a:moveTo>
                  <a:pt x="3783296" y="1829845"/>
                </a:moveTo>
                <a:lnTo>
                  <a:pt x="3668437" y="1844809"/>
                </a:lnTo>
                <a:lnTo>
                  <a:pt x="3670692" y="1844262"/>
                </a:lnTo>
                <a:lnTo>
                  <a:pt x="3785311" y="1829401"/>
                </a:lnTo>
                <a:lnTo>
                  <a:pt x="3783330" y="1829880"/>
                </a:lnTo>
                <a:close/>
                <a:moveTo>
                  <a:pt x="2880689" y="1794896"/>
                </a:moveTo>
                <a:lnTo>
                  <a:pt x="2940031" y="1777062"/>
                </a:lnTo>
                <a:lnTo>
                  <a:pt x="3137532" y="1818640"/>
                </a:lnTo>
                <a:lnTo>
                  <a:pt x="3075661" y="1835653"/>
                </a:lnTo>
                <a:lnTo>
                  <a:pt x="2880655" y="1794896"/>
                </a:lnTo>
                <a:close/>
                <a:moveTo>
                  <a:pt x="2486610" y="1349674"/>
                </a:moveTo>
                <a:cubicBezTo>
                  <a:pt x="2486610" y="1349674"/>
                  <a:pt x="2486610" y="1349674"/>
                  <a:pt x="2486610" y="1349674"/>
                </a:cubicBezTo>
                <a:cubicBezTo>
                  <a:pt x="2486746" y="1349810"/>
                  <a:pt x="2486952" y="1349913"/>
                  <a:pt x="2487122" y="1350049"/>
                </a:cubicBezTo>
                <a:cubicBezTo>
                  <a:pt x="2487396" y="1350254"/>
                  <a:pt x="2487635" y="1350459"/>
                  <a:pt x="2487942" y="1350630"/>
                </a:cubicBezTo>
                <a:cubicBezTo>
                  <a:pt x="2488045" y="1350664"/>
                  <a:pt x="2488113" y="1350767"/>
                  <a:pt x="2488216" y="1350801"/>
                </a:cubicBezTo>
                <a:lnTo>
                  <a:pt x="2488216" y="1350801"/>
                </a:lnTo>
                <a:cubicBezTo>
                  <a:pt x="2488216" y="1350801"/>
                  <a:pt x="2488216" y="1350801"/>
                  <a:pt x="2488216" y="1350801"/>
                </a:cubicBezTo>
                <a:lnTo>
                  <a:pt x="2536113" y="1371265"/>
                </a:lnTo>
                <a:lnTo>
                  <a:pt x="2536113" y="1556706"/>
                </a:lnTo>
                <a:cubicBezTo>
                  <a:pt x="2536113" y="1556706"/>
                  <a:pt x="2470314" y="1582192"/>
                  <a:pt x="2470314" y="1582192"/>
                </a:cubicBezTo>
                <a:lnTo>
                  <a:pt x="2470314" y="1332694"/>
                </a:lnTo>
                <a:cubicBezTo>
                  <a:pt x="2470314" y="1332694"/>
                  <a:pt x="2486541" y="1349674"/>
                  <a:pt x="2486541" y="1349674"/>
                </a:cubicBezTo>
                <a:close/>
                <a:moveTo>
                  <a:pt x="4082468" y="1549156"/>
                </a:moveTo>
                <a:lnTo>
                  <a:pt x="4044751" y="1543485"/>
                </a:lnTo>
                <a:lnTo>
                  <a:pt x="4045058" y="1224805"/>
                </a:lnTo>
                <a:lnTo>
                  <a:pt x="4082775" y="1231706"/>
                </a:lnTo>
                <a:lnTo>
                  <a:pt x="4082468" y="1549156"/>
                </a:lnTo>
                <a:close/>
                <a:moveTo>
                  <a:pt x="2743077" y="1730702"/>
                </a:moveTo>
                <a:lnTo>
                  <a:pt x="2806724" y="1709896"/>
                </a:lnTo>
                <a:lnTo>
                  <a:pt x="2926673" y="1770844"/>
                </a:lnTo>
                <a:lnTo>
                  <a:pt x="2861250" y="1790489"/>
                </a:lnTo>
                <a:lnTo>
                  <a:pt x="2743043" y="1730668"/>
                </a:lnTo>
                <a:close/>
                <a:moveTo>
                  <a:pt x="2562522" y="1789669"/>
                </a:moveTo>
                <a:lnTo>
                  <a:pt x="2626340" y="1768829"/>
                </a:lnTo>
                <a:lnTo>
                  <a:pt x="2741164" y="1826600"/>
                </a:lnTo>
                <a:lnTo>
                  <a:pt x="2675570" y="1846312"/>
                </a:lnTo>
                <a:lnTo>
                  <a:pt x="2562522" y="1789703"/>
                </a:lnTo>
                <a:close/>
                <a:moveTo>
                  <a:pt x="2682846" y="889932"/>
                </a:moveTo>
                <a:lnTo>
                  <a:pt x="2695043" y="917229"/>
                </a:lnTo>
                <a:lnTo>
                  <a:pt x="2646906" y="914291"/>
                </a:lnTo>
                <a:lnTo>
                  <a:pt x="2632967" y="888190"/>
                </a:lnTo>
                <a:lnTo>
                  <a:pt x="2682881" y="889932"/>
                </a:lnTo>
                <a:close/>
                <a:moveTo>
                  <a:pt x="3797132" y="765439"/>
                </a:moveTo>
                <a:lnTo>
                  <a:pt x="3852717" y="856451"/>
                </a:lnTo>
                <a:lnTo>
                  <a:pt x="3687022" y="831478"/>
                </a:lnTo>
                <a:lnTo>
                  <a:pt x="3668984" y="714672"/>
                </a:lnTo>
                <a:lnTo>
                  <a:pt x="3797132" y="765439"/>
                </a:lnTo>
                <a:close/>
                <a:moveTo>
                  <a:pt x="4034946" y="1542426"/>
                </a:moveTo>
                <a:lnTo>
                  <a:pt x="3927740" y="1534602"/>
                </a:lnTo>
                <a:lnTo>
                  <a:pt x="3928013" y="1213838"/>
                </a:lnTo>
                <a:lnTo>
                  <a:pt x="4035253" y="1223404"/>
                </a:lnTo>
                <a:lnTo>
                  <a:pt x="4034946" y="1542426"/>
                </a:lnTo>
                <a:close/>
                <a:moveTo>
                  <a:pt x="3687330" y="1822842"/>
                </a:moveTo>
                <a:lnTo>
                  <a:pt x="3680702" y="1811841"/>
                </a:lnTo>
                <a:lnTo>
                  <a:pt x="3854083" y="1789327"/>
                </a:lnTo>
                <a:lnTo>
                  <a:pt x="3871404" y="1798961"/>
                </a:lnTo>
                <a:lnTo>
                  <a:pt x="3687330" y="1822842"/>
                </a:lnTo>
                <a:close/>
                <a:moveTo>
                  <a:pt x="2821961" y="1706617"/>
                </a:moveTo>
                <a:lnTo>
                  <a:pt x="2845910" y="1701800"/>
                </a:lnTo>
                <a:lnTo>
                  <a:pt x="2962033" y="1760869"/>
                </a:lnTo>
                <a:lnTo>
                  <a:pt x="2940373" y="1766745"/>
                </a:lnTo>
                <a:lnTo>
                  <a:pt x="2821961" y="1706582"/>
                </a:lnTo>
                <a:close/>
                <a:moveTo>
                  <a:pt x="2545952" y="1374921"/>
                </a:moveTo>
                <a:lnTo>
                  <a:pt x="2577588" y="1380216"/>
                </a:lnTo>
                <a:cubicBezTo>
                  <a:pt x="2577861" y="1380250"/>
                  <a:pt x="2578134" y="1380284"/>
                  <a:pt x="2578374" y="1380284"/>
                </a:cubicBezTo>
                <a:lnTo>
                  <a:pt x="2578374" y="1380284"/>
                </a:lnTo>
                <a:cubicBezTo>
                  <a:pt x="2578374" y="1380284"/>
                  <a:pt x="2578374" y="1380284"/>
                  <a:pt x="2578374" y="1380284"/>
                </a:cubicBezTo>
                <a:lnTo>
                  <a:pt x="2578374" y="1380284"/>
                </a:lnTo>
                <a:cubicBezTo>
                  <a:pt x="2578374" y="1380284"/>
                  <a:pt x="2578374" y="1380284"/>
                  <a:pt x="2578374" y="1380284"/>
                </a:cubicBezTo>
                <a:cubicBezTo>
                  <a:pt x="2579194" y="1380284"/>
                  <a:pt x="2579979" y="1380011"/>
                  <a:pt x="2580731" y="1379567"/>
                </a:cubicBezTo>
                <a:cubicBezTo>
                  <a:pt x="2580936" y="1379464"/>
                  <a:pt x="2581073" y="1379362"/>
                  <a:pt x="2581278" y="1379225"/>
                </a:cubicBezTo>
                <a:cubicBezTo>
                  <a:pt x="2581380" y="1379123"/>
                  <a:pt x="2581517" y="1379089"/>
                  <a:pt x="2581619" y="1378986"/>
                </a:cubicBezTo>
                <a:cubicBezTo>
                  <a:pt x="2581722" y="1378918"/>
                  <a:pt x="2581824" y="1378884"/>
                  <a:pt x="2581893" y="1378781"/>
                </a:cubicBezTo>
                <a:lnTo>
                  <a:pt x="2615510" y="1344173"/>
                </a:lnTo>
                <a:cubicBezTo>
                  <a:pt x="2615510" y="1344173"/>
                  <a:pt x="2615612" y="1343763"/>
                  <a:pt x="2615749" y="1343558"/>
                </a:cubicBezTo>
                <a:cubicBezTo>
                  <a:pt x="2615988" y="1343217"/>
                  <a:pt x="2616364" y="1343012"/>
                  <a:pt x="2616535" y="1342602"/>
                </a:cubicBezTo>
                <a:lnTo>
                  <a:pt x="2637716" y="1290912"/>
                </a:lnTo>
                <a:lnTo>
                  <a:pt x="2637716" y="1517349"/>
                </a:lnTo>
                <a:cubicBezTo>
                  <a:pt x="2637716" y="1517349"/>
                  <a:pt x="2545918" y="1552880"/>
                  <a:pt x="2545918" y="1552880"/>
                </a:cubicBezTo>
                <a:lnTo>
                  <a:pt x="2545918" y="1374921"/>
                </a:lnTo>
                <a:close/>
                <a:moveTo>
                  <a:pt x="2698562" y="986547"/>
                </a:moveTo>
                <a:lnTo>
                  <a:pt x="2654354" y="981662"/>
                </a:lnTo>
                <a:lnTo>
                  <a:pt x="2649229" y="924266"/>
                </a:lnTo>
                <a:lnTo>
                  <a:pt x="2697947" y="927239"/>
                </a:lnTo>
                <a:lnTo>
                  <a:pt x="2698562" y="986581"/>
                </a:lnTo>
                <a:close/>
                <a:moveTo>
                  <a:pt x="2636828" y="1264777"/>
                </a:moveTo>
                <a:lnTo>
                  <a:pt x="2594977" y="1251248"/>
                </a:lnTo>
                <a:lnTo>
                  <a:pt x="2622923" y="1174277"/>
                </a:lnTo>
                <a:lnTo>
                  <a:pt x="2653432" y="1181930"/>
                </a:lnTo>
                <a:lnTo>
                  <a:pt x="2636828" y="1264777"/>
                </a:lnTo>
                <a:close/>
                <a:moveTo>
                  <a:pt x="2434169" y="1108307"/>
                </a:moveTo>
                <a:lnTo>
                  <a:pt x="2426721" y="1129352"/>
                </a:lnTo>
                <a:lnTo>
                  <a:pt x="2407657" y="1093104"/>
                </a:lnTo>
                <a:lnTo>
                  <a:pt x="2434134" y="1108307"/>
                </a:lnTo>
                <a:close/>
                <a:moveTo>
                  <a:pt x="2408546" y="1082274"/>
                </a:moveTo>
                <a:lnTo>
                  <a:pt x="2442402" y="1073870"/>
                </a:lnTo>
                <a:lnTo>
                  <a:pt x="2436833" y="1098502"/>
                </a:lnTo>
                <a:lnTo>
                  <a:pt x="2408511" y="1082240"/>
                </a:lnTo>
                <a:close/>
                <a:moveTo>
                  <a:pt x="2452890" y="1072025"/>
                </a:moveTo>
                <a:lnTo>
                  <a:pt x="2529212" y="1069941"/>
                </a:lnTo>
                <a:lnTo>
                  <a:pt x="2515512" y="1130411"/>
                </a:lnTo>
                <a:lnTo>
                  <a:pt x="2445887" y="1103080"/>
                </a:lnTo>
                <a:lnTo>
                  <a:pt x="2452890" y="1072025"/>
                </a:lnTo>
                <a:close/>
                <a:moveTo>
                  <a:pt x="2444418" y="1063279"/>
                </a:moveTo>
                <a:lnTo>
                  <a:pt x="2414217" y="1070761"/>
                </a:lnTo>
                <a:lnTo>
                  <a:pt x="2446467" y="1042849"/>
                </a:lnTo>
                <a:lnTo>
                  <a:pt x="2444418" y="1063279"/>
                </a:lnTo>
                <a:close/>
                <a:moveTo>
                  <a:pt x="2422074" y="1141582"/>
                </a:moveTo>
                <a:lnTo>
                  <a:pt x="2415413" y="1154018"/>
                </a:lnTo>
                <a:lnTo>
                  <a:pt x="2407145" y="1113124"/>
                </a:lnTo>
                <a:lnTo>
                  <a:pt x="2422109" y="1141582"/>
                </a:lnTo>
                <a:close/>
                <a:moveTo>
                  <a:pt x="2443085" y="1112509"/>
                </a:moveTo>
                <a:lnTo>
                  <a:pt x="2512779" y="1139874"/>
                </a:lnTo>
                <a:lnTo>
                  <a:pt x="2493340" y="1194297"/>
                </a:lnTo>
                <a:lnTo>
                  <a:pt x="2433314" y="1140147"/>
                </a:lnTo>
                <a:lnTo>
                  <a:pt x="2443051" y="1112509"/>
                </a:lnTo>
                <a:close/>
                <a:moveTo>
                  <a:pt x="2539222" y="1070112"/>
                </a:moveTo>
                <a:lnTo>
                  <a:pt x="2635325" y="1078345"/>
                </a:lnTo>
                <a:lnTo>
                  <a:pt x="2616193" y="1162183"/>
                </a:lnTo>
                <a:lnTo>
                  <a:pt x="2524771" y="1133724"/>
                </a:lnTo>
                <a:lnTo>
                  <a:pt x="2539188" y="1070112"/>
                </a:lnTo>
                <a:close/>
                <a:moveTo>
                  <a:pt x="2636965" y="1068642"/>
                </a:moveTo>
                <a:lnTo>
                  <a:pt x="2540760" y="1060409"/>
                </a:lnTo>
                <a:lnTo>
                  <a:pt x="2546499" y="1002228"/>
                </a:lnTo>
                <a:lnTo>
                  <a:pt x="2644378" y="991637"/>
                </a:lnTo>
                <a:lnTo>
                  <a:pt x="2636965" y="1068642"/>
                </a:lnTo>
                <a:close/>
                <a:moveTo>
                  <a:pt x="2644515" y="981730"/>
                </a:moveTo>
                <a:lnTo>
                  <a:pt x="2546499" y="992321"/>
                </a:lnTo>
                <a:lnTo>
                  <a:pt x="2543083" y="950094"/>
                </a:lnTo>
                <a:lnTo>
                  <a:pt x="2639458" y="925189"/>
                </a:lnTo>
                <a:lnTo>
                  <a:pt x="2644481" y="981730"/>
                </a:lnTo>
                <a:close/>
                <a:moveTo>
                  <a:pt x="2530920" y="1060067"/>
                </a:moveTo>
                <a:lnTo>
                  <a:pt x="2454359" y="1062151"/>
                </a:lnTo>
                <a:lnTo>
                  <a:pt x="2457126" y="1034615"/>
                </a:lnTo>
                <a:lnTo>
                  <a:pt x="2536318" y="1005098"/>
                </a:lnTo>
                <a:lnTo>
                  <a:pt x="2530886" y="1060067"/>
                </a:lnTo>
                <a:close/>
                <a:moveTo>
                  <a:pt x="2447492" y="1028978"/>
                </a:moveTo>
                <a:lnTo>
                  <a:pt x="2423304" y="1049921"/>
                </a:lnTo>
                <a:lnTo>
                  <a:pt x="2446638" y="1017226"/>
                </a:lnTo>
                <a:lnTo>
                  <a:pt x="2447526" y="1029013"/>
                </a:lnTo>
                <a:close/>
                <a:moveTo>
                  <a:pt x="2444828" y="1002843"/>
                </a:moveTo>
                <a:lnTo>
                  <a:pt x="2431230" y="1021906"/>
                </a:lnTo>
                <a:lnTo>
                  <a:pt x="2443017" y="999085"/>
                </a:lnTo>
                <a:lnTo>
                  <a:pt x="2444828" y="1002843"/>
                </a:lnTo>
                <a:close/>
                <a:moveTo>
                  <a:pt x="2393923" y="1167786"/>
                </a:moveTo>
                <a:lnTo>
                  <a:pt x="2394265" y="1176737"/>
                </a:lnTo>
                <a:lnTo>
                  <a:pt x="2393274" y="1176634"/>
                </a:lnTo>
                <a:lnTo>
                  <a:pt x="2393923" y="1167786"/>
                </a:lnTo>
                <a:close/>
                <a:moveTo>
                  <a:pt x="2402704" y="1140796"/>
                </a:moveTo>
                <a:lnTo>
                  <a:pt x="2407965" y="1166693"/>
                </a:lnTo>
                <a:lnTo>
                  <a:pt x="2403865" y="1170758"/>
                </a:lnTo>
                <a:lnTo>
                  <a:pt x="2402704" y="1140762"/>
                </a:lnTo>
                <a:close/>
                <a:moveTo>
                  <a:pt x="2428976" y="1149440"/>
                </a:moveTo>
                <a:lnTo>
                  <a:pt x="2489309" y="1203897"/>
                </a:lnTo>
                <a:lnTo>
                  <a:pt x="2468195" y="1242434"/>
                </a:lnTo>
                <a:lnTo>
                  <a:pt x="2418966" y="1168059"/>
                </a:lnTo>
                <a:lnTo>
                  <a:pt x="2428941" y="1149440"/>
                </a:lnTo>
                <a:close/>
                <a:moveTo>
                  <a:pt x="2522038" y="1143120"/>
                </a:moveTo>
                <a:lnTo>
                  <a:pt x="2613426" y="1171578"/>
                </a:lnTo>
                <a:lnTo>
                  <a:pt x="2585958" y="1247251"/>
                </a:lnTo>
                <a:lnTo>
                  <a:pt x="2501505" y="1200549"/>
                </a:lnTo>
                <a:lnTo>
                  <a:pt x="2522038" y="1143120"/>
                </a:lnTo>
                <a:close/>
                <a:moveTo>
                  <a:pt x="2590912" y="1260267"/>
                </a:moveTo>
                <a:lnTo>
                  <a:pt x="2633992" y="1274206"/>
                </a:lnTo>
                <a:lnTo>
                  <a:pt x="2609292" y="1334471"/>
                </a:lnTo>
                <a:lnTo>
                  <a:pt x="2559925" y="1315544"/>
                </a:lnTo>
                <a:lnTo>
                  <a:pt x="2590912" y="1260267"/>
                </a:lnTo>
                <a:close/>
                <a:moveTo>
                  <a:pt x="3712303" y="1188182"/>
                </a:moveTo>
                <a:lnTo>
                  <a:pt x="3468340" y="1171885"/>
                </a:lnTo>
                <a:lnTo>
                  <a:pt x="3466187" y="812107"/>
                </a:lnTo>
                <a:lnTo>
                  <a:pt x="3678242" y="840121"/>
                </a:lnTo>
                <a:lnTo>
                  <a:pt x="3712303" y="1188182"/>
                </a:lnTo>
                <a:close/>
                <a:moveTo>
                  <a:pt x="3917901" y="1533953"/>
                </a:moveTo>
                <a:lnTo>
                  <a:pt x="3722382" y="1522269"/>
                </a:lnTo>
                <a:lnTo>
                  <a:pt x="3722621" y="1198772"/>
                </a:lnTo>
                <a:lnTo>
                  <a:pt x="3918174" y="1213053"/>
                </a:lnTo>
                <a:lnTo>
                  <a:pt x="3917901" y="1533987"/>
                </a:lnTo>
                <a:close/>
                <a:moveTo>
                  <a:pt x="2863402" y="1699715"/>
                </a:moveTo>
                <a:lnTo>
                  <a:pt x="2915809" y="1693737"/>
                </a:lnTo>
                <a:lnTo>
                  <a:pt x="3019189" y="1746452"/>
                </a:lnTo>
                <a:lnTo>
                  <a:pt x="2976177" y="1757111"/>
                </a:lnTo>
                <a:lnTo>
                  <a:pt x="2863402" y="1699715"/>
                </a:lnTo>
                <a:close/>
                <a:moveTo>
                  <a:pt x="2725005" y="1495416"/>
                </a:moveTo>
                <a:lnTo>
                  <a:pt x="2756914" y="1490565"/>
                </a:lnTo>
                <a:lnTo>
                  <a:pt x="2839829" y="1693019"/>
                </a:lnTo>
                <a:lnTo>
                  <a:pt x="2810107" y="1698998"/>
                </a:lnTo>
                <a:lnTo>
                  <a:pt x="2725005" y="1495416"/>
                </a:lnTo>
                <a:close/>
                <a:moveTo>
                  <a:pt x="2920797" y="787509"/>
                </a:moveTo>
                <a:lnTo>
                  <a:pt x="3033435" y="804112"/>
                </a:lnTo>
                <a:lnTo>
                  <a:pt x="2973888" y="1142539"/>
                </a:lnTo>
                <a:lnTo>
                  <a:pt x="2844509" y="1137004"/>
                </a:lnTo>
                <a:lnTo>
                  <a:pt x="2920797" y="787509"/>
                </a:lnTo>
                <a:close/>
                <a:moveTo>
                  <a:pt x="3712577" y="1521688"/>
                </a:moveTo>
                <a:lnTo>
                  <a:pt x="3468135" y="1508296"/>
                </a:lnTo>
                <a:lnTo>
                  <a:pt x="3468340" y="1181725"/>
                </a:lnTo>
                <a:lnTo>
                  <a:pt x="3712816" y="1198055"/>
                </a:lnTo>
                <a:lnTo>
                  <a:pt x="3712577" y="1521688"/>
                </a:lnTo>
                <a:close/>
                <a:moveTo>
                  <a:pt x="2936786" y="1693429"/>
                </a:moveTo>
                <a:lnTo>
                  <a:pt x="3037261" y="1692541"/>
                </a:lnTo>
                <a:lnTo>
                  <a:pt x="3088780" y="1729643"/>
                </a:lnTo>
                <a:lnTo>
                  <a:pt x="3033743" y="1742830"/>
                </a:lnTo>
                <a:lnTo>
                  <a:pt x="2936786" y="1693395"/>
                </a:lnTo>
                <a:close/>
                <a:moveTo>
                  <a:pt x="2767299" y="1489984"/>
                </a:moveTo>
                <a:lnTo>
                  <a:pt x="2835012" y="1489369"/>
                </a:lnTo>
                <a:lnTo>
                  <a:pt x="2909865" y="1684547"/>
                </a:lnTo>
                <a:lnTo>
                  <a:pt x="2849771" y="1691414"/>
                </a:lnTo>
                <a:lnTo>
                  <a:pt x="2767299" y="1490018"/>
                </a:lnTo>
                <a:close/>
                <a:moveTo>
                  <a:pt x="3458330" y="1507783"/>
                </a:moveTo>
                <a:lnTo>
                  <a:pt x="3206680" y="1494972"/>
                </a:lnTo>
                <a:lnTo>
                  <a:pt x="3206816" y="1165463"/>
                </a:lnTo>
                <a:lnTo>
                  <a:pt x="3458501" y="1181110"/>
                </a:lnTo>
                <a:lnTo>
                  <a:pt x="3458296" y="1507783"/>
                </a:lnTo>
                <a:close/>
                <a:moveTo>
                  <a:pt x="2845603" y="1489574"/>
                </a:moveTo>
                <a:lnTo>
                  <a:pt x="2974195" y="1494084"/>
                </a:lnTo>
                <a:lnTo>
                  <a:pt x="3032205" y="1682770"/>
                </a:lnTo>
                <a:lnTo>
                  <a:pt x="2920080" y="1683727"/>
                </a:lnTo>
                <a:lnTo>
                  <a:pt x="2845603" y="1489540"/>
                </a:lnTo>
                <a:close/>
                <a:moveTo>
                  <a:pt x="2984581" y="1494528"/>
                </a:moveTo>
                <a:lnTo>
                  <a:pt x="3197558" y="1504367"/>
                </a:lnTo>
                <a:lnTo>
                  <a:pt x="3227656" y="1694967"/>
                </a:lnTo>
                <a:lnTo>
                  <a:pt x="3042489" y="1682975"/>
                </a:lnTo>
                <a:lnTo>
                  <a:pt x="2984547" y="1494528"/>
                </a:lnTo>
                <a:close/>
                <a:moveTo>
                  <a:pt x="3196875" y="1494494"/>
                </a:moveTo>
                <a:lnTo>
                  <a:pt x="2982736" y="1484586"/>
                </a:lnTo>
                <a:lnTo>
                  <a:pt x="2982839" y="1152754"/>
                </a:lnTo>
                <a:lnTo>
                  <a:pt x="3197011" y="1164848"/>
                </a:lnTo>
                <a:lnTo>
                  <a:pt x="3196875" y="1494494"/>
                </a:lnTo>
                <a:close/>
                <a:moveTo>
                  <a:pt x="2972931" y="1484211"/>
                </a:moveTo>
                <a:lnTo>
                  <a:pt x="2843245" y="1479667"/>
                </a:lnTo>
                <a:lnTo>
                  <a:pt x="2843348" y="1146741"/>
                </a:lnTo>
                <a:lnTo>
                  <a:pt x="2973034" y="1152275"/>
                </a:lnTo>
                <a:lnTo>
                  <a:pt x="2972931" y="1484176"/>
                </a:lnTo>
                <a:close/>
                <a:moveTo>
                  <a:pt x="3102241" y="1727286"/>
                </a:moveTo>
                <a:lnTo>
                  <a:pt x="3055539" y="1693634"/>
                </a:lnTo>
                <a:lnTo>
                  <a:pt x="3229569" y="1704908"/>
                </a:lnTo>
                <a:lnTo>
                  <a:pt x="3240570" y="1749526"/>
                </a:lnTo>
                <a:lnTo>
                  <a:pt x="3102241" y="1727286"/>
                </a:lnTo>
                <a:close/>
                <a:moveTo>
                  <a:pt x="3207568" y="1504845"/>
                </a:moveTo>
                <a:lnTo>
                  <a:pt x="3458262" y="1517623"/>
                </a:lnTo>
                <a:lnTo>
                  <a:pt x="3455802" y="1709828"/>
                </a:lnTo>
                <a:lnTo>
                  <a:pt x="3237666" y="1695616"/>
                </a:lnTo>
                <a:lnTo>
                  <a:pt x="3207534" y="1504845"/>
                </a:lnTo>
                <a:close/>
                <a:moveTo>
                  <a:pt x="3456348" y="811321"/>
                </a:moveTo>
                <a:lnTo>
                  <a:pt x="3458501" y="1171270"/>
                </a:lnTo>
                <a:lnTo>
                  <a:pt x="3207260" y="1155658"/>
                </a:lnTo>
                <a:lnTo>
                  <a:pt x="3238383" y="806299"/>
                </a:lnTo>
                <a:lnTo>
                  <a:pt x="3456348" y="811321"/>
                </a:lnTo>
                <a:close/>
                <a:moveTo>
                  <a:pt x="3197490" y="1155077"/>
                </a:moveTo>
                <a:lnTo>
                  <a:pt x="2983761" y="1143017"/>
                </a:lnTo>
                <a:lnTo>
                  <a:pt x="3043274" y="804932"/>
                </a:lnTo>
                <a:lnTo>
                  <a:pt x="3228578" y="806162"/>
                </a:lnTo>
                <a:lnTo>
                  <a:pt x="3197524" y="1155077"/>
                </a:lnTo>
                <a:close/>
                <a:moveTo>
                  <a:pt x="2833440" y="1479564"/>
                </a:moveTo>
                <a:lnTo>
                  <a:pt x="2764908" y="1480179"/>
                </a:lnTo>
                <a:lnTo>
                  <a:pt x="2764976" y="1147390"/>
                </a:lnTo>
                <a:lnTo>
                  <a:pt x="2833543" y="1146604"/>
                </a:lnTo>
                <a:lnTo>
                  <a:pt x="2833440" y="1479564"/>
                </a:lnTo>
                <a:close/>
                <a:moveTo>
                  <a:pt x="3100533" y="1736954"/>
                </a:moveTo>
                <a:lnTo>
                  <a:pt x="3238759" y="1759195"/>
                </a:lnTo>
                <a:lnTo>
                  <a:pt x="3222532" y="1783246"/>
                </a:lnTo>
                <a:lnTo>
                  <a:pt x="3055402" y="1747784"/>
                </a:lnTo>
                <a:lnTo>
                  <a:pt x="3100533" y="1736954"/>
                </a:lnTo>
                <a:close/>
                <a:moveTo>
                  <a:pt x="3251024" y="1750961"/>
                </a:moveTo>
                <a:lnTo>
                  <a:pt x="3239818" y="1705592"/>
                </a:lnTo>
                <a:lnTo>
                  <a:pt x="3455460" y="1719633"/>
                </a:lnTo>
                <a:lnTo>
                  <a:pt x="3452385" y="1767838"/>
                </a:lnTo>
                <a:lnTo>
                  <a:pt x="3251024" y="1750961"/>
                </a:lnTo>
                <a:close/>
                <a:moveTo>
                  <a:pt x="3465265" y="1720077"/>
                </a:moveTo>
                <a:lnTo>
                  <a:pt x="3675031" y="1725612"/>
                </a:lnTo>
                <a:lnTo>
                  <a:pt x="3658632" y="1768931"/>
                </a:lnTo>
                <a:lnTo>
                  <a:pt x="3462190" y="1768248"/>
                </a:lnTo>
                <a:lnTo>
                  <a:pt x="3465265" y="1720077"/>
                </a:lnTo>
                <a:close/>
                <a:moveTo>
                  <a:pt x="3798943" y="1768180"/>
                </a:moveTo>
                <a:lnTo>
                  <a:pt x="3835019" y="1781879"/>
                </a:lnTo>
                <a:lnTo>
                  <a:pt x="3676055" y="1802514"/>
                </a:lnTo>
                <a:lnTo>
                  <a:pt x="3668540" y="1778258"/>
                </a:lnTo>
                <a:lnTo>
                  <a:pt x="3798943" y="1768180"/>
                </a:lnTo>
                <a:close/>
                <a:moveTo>
                  <a:pt x="3798122" y="1758409"/>
                </a:moveTo>
                <a:lnTo>
                  <a:pt x="3669359" y="1768351"/>
                </a:lnTo>
                <a:lnTo>
                  <a:pt x="3685416" y="1725885"/>
                </a:lnTo>
                <a:lnTo>
                  <a:pt x="3844859" y="1730053"/>
                </a:lnTo>
                <a:lnTo>
                  <a:pt x="3798122" y="1758409"/>
                </a:lnTo>
                <a:close/>
                <a:moveTo>
                  <a:pt x="3678003" y="1715875"/>
                </a:moveTo>
                <a:lnTo>
                  <a:pt x="3465641" y="1710272"/>
                </a:lnTo>
                <a:lnTo>
                  <a:pt x="3468101" y="1518135"/>
                </a:lnTo>
                <a:lnTo>
                  <a:pt x="3711654" y="1531459"/>
                </a:lnTo>
                <a:lnTo>
                  <a:pt x="3678003" y="1715841"/>
                </a:lnTo>
                <a:close/>
                <a:moveTo>
                  <a:pt x="3456177" y="801516"/>
                </a:moveTo>
                <a:lnTo>
                  <a:pt x="3239340" y="796528"/>
                </a:lnTo>
                <a:lnTo>
                  <a:pt x="3252049" y="678048"/>
                </a:lnTo>
                <a:lnTo>
                  <a:pt x="3452864" y="673641"/>
                </a:lnTo>
                <a:lnTo>
                  <a:pt x="3456177" y="801516"/>
                </a:lnTo>
                <a:close/>
                <a:moveTo>
                  <a:pt x="3229501" y="796357"/>
                </a:moveTo>
                <a:lnTo>
                  <a:pt x="3048160" y="795127"/>
                </a:lnTo>
                <a:lnTo>
                  <a:pt x="3103744" y="710025"/>
                </a:lnTo>
                <a:lnTo>
                  <a:pt x="3242039" y="679449"/>
                </a:lnTo>
                <a:lnTo>
                  <a:pt x="3229501" y="796323"/>
                </a:lnTo>
                <a:close/>
                <a:moveTo>
                  <a:pt x="3036749" y="794683"/>
                </a:moveTo>
                <a:lnTo>
                  <a:pt x="2927049" y="778524"/>
                </a:lnTo>
                <a:lnTo>
                  <a:pt x="3034187" y="665852"/>
                </a:lnTo>
                <a:lnTo>
                  <a:pt x="3094007" y="707019"/>
                </a:lnTo>
                <a:lnTo>
                  <a:pt x="3036749" y="794683"/>
                </a:lnTo>
                <a:close/>
                <a:moveTo>
                  <a:pt x="2834499" y="1136765"/>
                </a:moveTo>
                <a:lnTo>
                  <a:pt x="2766240" y="1137551"/>
                </a:lnTo>
                <a:lnTo>
                  <a:pt x="2850522" y="771418"/>
                </a:lnTo>
                <a:lnTo>
                  <a:pt x="2911129" y="785630"/>
                </a:lnTo>
                <a:lnTo>
                  <a:pt x="2834465" y="1136765"/>
                </a:lnTo>
                <a:close/>
                <a:moveTo>
                  <a:pt x="2755103" y="1480931"/>
                </a:moveTo>
                <a:lnTo>
                  <a:pt x="2722955" y="1485816"/>
                </a:lnTo>
                <a:lnTo>
                  <a:pt x="2723023" y="1154394"/>
                </a:lnTo>
                <a:lnTo>
                  <a:pt x="2755171" y="1148449"/>
                </a:lnTo>
                <a:lnTo>
                  <a:pt x="2755103" y="1480931"/>
                </a:lnTo>
                <a:close/>
                <a:moveTo>
                  <a:pt x="2715370" y="1497808"/>
                </a:moveTo>
                <a:lnTo>
                  <a:pt x="2800575" y="1701595"/>
                </a:lnTo>
                <a:lnTo>
                  <a:pt x="2733067" y="1723664"/>
                </a:lnTo>
                <a:lnTo>
                  <a:pt x="2649127" y="1523499"/>
                </a:lnTo>
                <a:lnTo>
                  <a:pt x="2715405" y="1497842"/>
                </a:lnTo>
                <a:close/>
                <a:moveTo>
                  <a:pt x="3033196" y="1753079"/>
                </a:moveTo>
                <a:lnTo>
                  <a:pt x="3209993" y="1790591"/>
                </a:lnTo>
                <a:lnTo>
                  <a:pt x="3187240" y="1801968"/>
                </a:lnTo>
                <a:lnTo>
                  <a:pt x="2997495" y="1761928"/>
                </a:lnTo>
                <a:lnTo>
                  <a:pt x="3033162" y="1753079"/>
                </a:lnTo>
                <a:close/>
                <a:moveTo>
                  <a:pt x="3249589" y="1760664"/>
                </a:moveTo>
                <a:lnTo>
                  <a:pt x="3451258" y="1777575"/>
                </a:lnTo>
                <a:lnTo>
                  <a:pt x="3446817" y="1803778"/>
                </a:lnTo>
                <a:lnTo>
                  <a:pt x="3233464" y="1784544"/>
                </a:lnTo>
                <a:lnTo>
                  <a:pt x="3249589" y="1760664"/>
                </a:lnTo>
                <a:close/>
                <a:moveTo>
                  <a:pt x="3461131" y="1778053"/>
                </a:moveTo>
                <a:lnTo>
                  <a:pt x="3658427" y="1778736"/>
                </a:lnTo>
                <a:lnTo>
                  <a:pt x="3665977" y="1803061"/>
                </a:lnTo>
                <a:lnTo>
                  <a:pt x="3456724" y="1804154"/>
                </a:lnTo>
                <a:lnTo>
                  <a:pt x="3461131" y="1778053"/>
                </a:lnTo>
                <a:close/>
                <a:moveTo>
                  <a:pt x="3854937" y="1778941"/>
                </a:moveTo>
                <a:lnTo>
                  <a:pt x="3810798" y="1762167"/>
                </a:lnTo>
                <a:lnTo>
                  <a:pt x="3862795" y="1730600"/>
                </a:lnTo>
                <a:lnTo>
                  <a:pt x="3946154" y="1739653"/>
                </a:lnTo>
                <a:lnTo>
                  <a:pt x="3854937" y="1778941"/>
                </a:lnTo>
                <a:close/>
                <a:moveTo>
                  <a:pt x="3858148" y="1720555"/>
                </a:moveTo>
                <a:lnTo>
                  <a:pt x="3687944" y="1716114"/>
                </a:lnTo>
                <a:lnTo>
                  <a:pt x="3721528" y="1532040"/>
                </a:lnTo>
                <a:lnTo>
                  <a:pt x="3916158" y="1543690"/>
                </a:lnTo>
                <a:lnTo>
                  <a:pt x="3858148" y="1720555"/>
                </a:lnTo>
                <a:close/>
                <a:moveTo>
                  <a:pt x="3722211" y="1188899"/>
                </a:moveTo>
                <a:lnTo>
                  <a:pt x="3688218" y="841590"/>
                </a:lnTo>
                <a:lnTo>
                  <a:pt x="3858183" y="867213"/>
                </a:lnTo>
                <a:lnTo>
                  <a:pt x="3917184" y="1203145"/>
                </a:lnTo>
                <a:lnTo>
                  <a:pt x="3722211" y="1188899"/>
                </a:lnTo>
                <a:close/>
                <a:moveTo>
                  <a:pt x="3658495" y="711153"/>
                </a:moveTo>
                <a:lnTo>
                  <a:pt x="3676875" y="830077"/>
                </a:lnTo>
                <a:lnTo>
                  <a:pt x="3466017" y="802233"/>
                </a:lnTo>
                <a:lnTo>
                  <a:pt x="3462703" y="674598"/>
                </a:lnTo>
                <a:lnTo>
                  <a:pt x="3658495" y="711187"/>
                </a:lnTo>
                <a:close/>
                <a:moveTo>
                  <a:pt x="3251297" y="668243"/>
                </a:moveTo>
                <a:lnTo>
                  <a:pt x="3231722" y="600155"/>
                </a:lnTo>
                <a:lnTo>
                  <a:pt x="3447056" y="592741"/>
                </a:lnTo>
                <a:lnTo>
                  <a:pt x="3452317" y="663836"/>
                </a:lnTo>
                <a:lnTo>
                  <a:pt x="3251263" y="668243"/>
                </a:lnTo>
                <a:close/>
                <a:moveTo>
                  <a:pt x="3241492" y="669541"/>
                </a:moveTo>
                <a:lnTo>
                  <a:pt x="3101763" y="700425"/>
                </a:lnTo>
                <a:lnTo>
                  <a:pt x="3044436" y="660966"/>
                </a:lnTo>
                <a:lnTo>
                  <a:pt x="3222019" y="601726"/>
                </a:lnTo>
                <a:lnTo>
                  <a:pt x="3241492" y="669541"/>
                </a:lnTo>
                <a:close/>
                <a:moveTo>
                  <a:pt x="2915365" y="776542"/>
                </a:moveTo>
                <a:lnTo>
                  <a:pt x="2856330" y="762706"/>
                </a:lnTo>
                <a:lnTo>
                  <a:pt x="2976996" y="635480"/>
                </a:lnTo>
                <a:lnTo>
                  <a:pt x="3025475" y="660727"/>
                </a:lnTo>
                <a:lnTo>
                  <a:pt x="2915365" y="776508"/>
                </a:lnTo>
                <a:close/>
                <a:moveTo>
                  <a:pt x="2756025" y="1138302"/>
                </a:moveTo>
                <a:lnTo>
                  <a:pt x="2724629" y="1144110"/>
                </a:lnTo>
                <a:lnTo>
                  <a:pt x="2811371" y="773604"/>
                </a:lnTo>
                <a:lnTo>
                  <a:pt x="2840581" y="771008"/>
                </a:lnTo>
                <a:lnTo>
                  <a:pt x="2756025" y="1138302"/>
                </a:lnTo>
                <a:close/>
                <a:moveTo>
                  <a:pt x="2713150" y="1488174"/>
                </a:moveTo>
                <a:lnTo>
                  <a:pt x="2647521" y="1513591"/>
                </a:lnTo>
                <a:lnTo>
                  <a:pt x="2647521" y="1261155"/>
                </a:lnTo>
                <a:cubicBezTo>
                  <a:pt x="2647521" y="1261155"/>
                  <a:pt x="2663510" y="1181588"/>
                  <a:pt x="2663510" y="1181588"/>
                </a:cubicBezTo>
                <a:lnTo>
                  <a:pt x="2713218" y="1158117"/>
                </a:lnTo>
                <a:lnTo>
                  <a:pt x="2713150" y="1488208"/>
                </a:lnTo>
                <a:close/>
                <a:moveTo>
                  <a:pt x="2625656" y="1164848"/>
                </a:moveTo>
                <a:lnTo>
                  <a:pt x="2645130" y="1079575"/>
                </a:lnTo>
                <a:lnTo>
                  <a:pt x="2681822" y="1086066"/>
                </a:lnTo>
                <a:lnTo>
                  <a:pt x="2655789" y="1172432"/>
                </a:lnTo>
                <a:lnTo>
                  <a:pt x="2625656" y="1164882"/>
                </a:lnTo>
                <a:close/>
                <a:moveTo>
                  <a:pt x="2684111" y="1076500"/>
                </a:moveTo>
                <a:lnTo>
                  <a:pt x="2646701" y="1069907"/>
                </a:lnTo>
                <a:lnTo>
                  <a:pt x="2654217" y="991535"/>
                </a:lnTo>
                <a:lnTo>
                  <a:pt x="2697810" y="996352"/>
                </a:lnTo>
                <a:lnTo>
                  <a:pt x="2684111" y="1076500"/>
                </a:lnTo>
                <a:close/>
                <a:moveTo>
                  <a:pt x="2636589" y="915828"/>
                </a:moveTo>
                <a:lnTo>
                  <a:pt x="2540452" y="940665"/>
                </a:lnTo>
                <a:lnTo>
                  <a:pt x="2530647" y="921397"/>
                </a:lnTo>
                <a:lnTo>
                  <a:pt x="2622274" y="889009"/>
                </a:lnTo>
                <a:lnTo>
                  <a:pt x="2636589" y="915828"/>
                </a:lnTo>
                <a:close/>
                <a:moveTo>
                  <a:pt x="2536831" y="994439"/>
                </a:moveTo>
                <a:lnTo>
                  <a:pt x="2456990" y="1024195"/>
                </a:lnTo>
                <a:lnTo>
                  <a:pt x="2455623" y="1005815"/>
                </a:lnTo>
                <a:lnTo>
                  <a:pt x="2533619" y="954980"/>
                </a:lnTo>
                <a:lnTo>
                  <a:pt x="2536796" y="994439"/>
                </a:lnTo>
                <a:close/>
                <a:moveTo>
                  <a:pt x="2433964" y="995190"/>
                </a:moveTo>
                <a:lnTo>
                  <a:pt x="2434920" y="992765"/>
                </a:lnTo>
                <a:lnTo>
                  <a:pt x="2435228" y="992765"/>
                </a:lnTo>
                <a:cubicBezTo>
                  <a:pt x="2435228" y="992765"/>
                  <a:pt x="2433998" y="995190"/>
                  <a:pt x="2433998" y="995190"/>
                </a:cubicBezTo>
                <a:close/>
                <a:moveTo>
                  <a:pt x="2412509" y="1175985"/>
                </a:moveTo>
                <a:lnTo>
                  <a:pt x="2462285" y="1251214"/>
                </a:lnTo>
                <a:lnTo>
                  <a:pt x="2444213" y="1268569"/>
                </a:lnTo>
                <a:lnTo>
                  <a:pt x="2405266" y="1183194"/>
                </a:lnTo>
                <a:lnTo>
                  <a:pt x="2412509" y="1175985"/>
                </a:lnTo>
                <a:close/>
                <a:moveTo>
                  <a:pt x="2497440" y="1209534"/>
                </a:moveTo>
                <a:lnTo>
                  <a:pt x="2581927" y="1256270"/>
                </a:lnTo>
                <a:lnTo>
                  <a:pt x="2551419" y="1310693"/>
                </a:lnTo>
                <a:lnTo>
                  <a:pt x="2474926" y="1250633"/>
                </a:lnTo>
                <a:lnTo>
                  <a:pt x="2497440" y="1209534"/>
                </a:lnTo>
                <a:close/>
                <a:moveTo>
                  <a:pt x="2553981" y="1323743"/>
                </a:moveTo>
                <a:lnTo>
                  <a:pt x="2603313" y="1342670"/>
                </a:lnTo>
                <a:lnTo>
                  <a:pt x="2577212" y="1369557"/>
                </a:lnTo>
                <a:lnTo>
                  <a:pt x="2527231" y="1348546"/>
                </a:lnTo>
                <a:lnTo>
                  <a:pt x="2553981" y="1323778"/>
                </a:lnTo>
                <a:close/>
                <a:moveTo>
                  <a:pt x="2538368" y="1566374"/>
                </a:moveTo>
                <a:lnTo>
                  <a:pt x="2620156" y="1760527"/>
                </a:lnTo>
                <a:lnTo>
                  <a:pt x="2552443" y="1782631"/>
                </a:lnTo>
                <a:lnTo>
                  <a:pt x="2471954" y="1592066"/>
                </a:lnTo>
                <a:lnTo>
                  <a:pt x="2538402" y="1566340"/>
                </a:lnTo>
                <a:close/>
                <a:moveTo>
                  <a:pt x="2547524" y="1562821"/>
                </a:moveTo>
                <a:lnTo>
                  <a:pt x="2639937" y="1527018"/>
                </a:lnTo>
                <a:lnTo>
                  <a:pt x="2723706" y="1726705"/>
                </a:lnTo>
                <a:lnTo>
                  <a:pt x="2629517" y="1757452"/>
                </a:lnTo>
                <a:lnTo>
                  <a:pt x="2547524" y="1562787"/>
                </a:lnTo>
                <a:close/>
                <a:moveTo>
                  <a:pt x="2975732" y="1767326"/>
                </a:moveTo>
                <a:lnTo>
                  <a:pt x="3170261" y="1808390"/>
                </a:lnTo>
                <a:lnTo>
                  <a:pt x="3157996" y="1812900"/>
                </a:lnTo>
                <a:lnTo>
                  <a:pt x="2960769" y="1771391"/>
                </a:lnTo>
                <a:lnTo>
                  <a:pt x="2975732" y="1767326"/>
                </a:lnTo>
                <a:close/>
                <a:moveTo>
                  <a:pt x="3225675" y="1793700"/>
                </a:moveTo>
                <a:lnTo>
                  <a:pt x="3442649" y="1813242"/>
                </a:lnTo>
                <a:lnTo>
                  <a:pt x="3435987" y="1824311"/>
                </a:lnTo>
                <a:lnTo>
                  <a:pt x="3205586" y="1803744"/>
                </a:lnTo>
                <a:lnTo>
                  <a:pt x="3225675" y="1793700"/>
                </a:lnTo>
                <a:close/>
                <a:moveTo>
                  <a:pt x="3453684" y="1813959"/>
                </a:moveTo>
                <a:lnTo>
                  <a:pt x="3669838" y="1812832"/>
                </a:lnTo>
                <a:lnTo>
                  <a:pt x="3676124" y="1823252"/>
                </a:lnTo>
                <a:lnTo>
                  <a:pt x="3447329" y="1824516"/>
                </a:lnTo>
                <a:lnTo>
                  <a:pt x="3453684" y="1813959"/>
                </a:lnTo>
                <a:close/>
                <a:moveTo>
                  <a:pt x="3887085" y="1796433"/>
                </a:moveTo>
                <a:lnTo>
                  <a:pt x="3866143" y="1784818"/>
                </a:lnTo>
                <a:lnTo>
                  <a:pt x="3965491" y="1742010"/>
                </a:lnTo>
                <a:lnTo>
                  <a:pt x="3992959" y="1750312"/>
                </a:lnTo>
                <a:lnTo>
                  <a:pt x="3887085" y="1796433"/>
                </a:lnTo>
                <a:close/>
                <a:moveTo>
                  <a:pt x="3962006" y="1731522"/>
                </a:moveTo>
                <a:lnTo>
                  <a:pt x="3868192" y="1721341"/>
                </a:lnTo>
                <a:lnTo>
                  <a:pt x="3926237" y="1544339"/>
                </a:lnTo>
                <a:lnTo>
                  <a:pt x="4032794" y="1552128"/>
                </a:lnTo>
                <a:lnTo>
                  <a:pt x="3961972" y="1731522"/>
                </a:lnTo>
                <a:close/>
                <a:moveTo>
                  <a:pt x="3927262" y="1203897"/>
                </a:moveTo>
                <a:lnTo>
                  <a:pt x="3868227" y="867725"/>
                </a:lnTo>
                <a:lnTo>
                  <a:pt x="3962006" y="867315"/>
                </a:lnTo>
                <a:lnTo>
                  <a:pt x="4034023" y="1213429"/>
                </a:lnTo>
                <a:lnTo>
                  <a:pt x="3927296" y="1203897"/>
                </a:lnTo>
                <a:close/>
                <a:moveTo>
                  <a:pt x="3865118" y="857955"/>
                </a:moveTo>
                <a:lnTo>
                  <a:pt x="3807142" y="763048"/>
                </a:lnTo>
                <a:lnTo>
                  <a:pt x="3854835" y="732676"/>
                </a:lnTo>
                <a:lnTo>
                  <a:pt x="3955720" y="857545"/>
                </a:lnTo>
                <a:lnTo>
                  <a:pt x="3865084" y="857955"/>
                </a:lnTo>
                <a:close/>
                <a:moveTo>
                  <a:pt x="3799933" y="756010"/>
                </a:moveTo>
                <a:lnTo>
                  <a:pt x="3668232" y="703842"/>
                </a:lnTo>
                <a:lnTo>
                  <a:pt x="3677354" y="640536"/>
                </a:lnTo>
                <a:lnTo>
                  <a:pt x="3846089" y="726629"/>
                </a:lnTo>
                <a:lnTo>
                  <a:pt x="3799967" y="755976"/>
                </a:lnTo>
                <a:close/>
                <a:moveTo>
                  <a:pt x="3658666" y="701211"/>
                </a:moveTo>
                <a:lnTo>
                  <a:pt x="3462224" y="664519"/>
                </a:lnTo>
                <a:lnTo>
                  <a:pt x="3456963" y="593766"/>
                </a:lnTo>
                <a:lnTo>
                  <a:pt x="3667890" y="636915"/>
                </a:lnTo>
                <a:lnTo>
                  <a:pt x="3658632" y="701211"/>
                </a:lnTo>
                <a:close/>
                <a:moveTo>
                  <a:pt x="3227212" y="590486"/>
                </a:moveTo>
                <a:lnTo>
                  <a:pt x="3200188" y="564146"/>
                </a:lnTo>
                <a:lnTo>
                  <a:pt x="3435884" y="556972"/>
                </a:lnTo>
                <a:lnTo>
                  <a:pt x="3444835" y="583005"/>
                </a:lnTo>
                <a:lnTo>
                  <a:pt x="3227212" y="590486"/>
                </a:lnTo>
                <a:close/>
                <a:moveTo>
                  <a:pt x="3216109" y="593356"/>
                </a:moveTo>
                <a:lnTo>
                  <a:pt x="3033948" y="654134"/>
                </a:lnTo>
                <a:lnTo>
                  <a:pt x="2988578" y="630492"/>
                </a:lnTo>
                <a:lnTo>
                  <a:pt x="3187206" y="565171"/>
                </a:lnTo>
                <a:lnTo>
                  <a:pt x="3216109" y="593356"/>
                </a:lnTo>
                <a:close/>
                <a:moveTo>
                  <a:pt x="2844578" y="760827"/>
                </a:moveTo>
                <a:lnTo>
                  <a:pt x="2819843" y="763013"/>
                </a:lnTo>
                <a:lnTo>
                  <a:pt x="2942252" y="633874"/>
                </a:lnTo>
                <a:lnTo>
                  <a:pt x="2964663" y="634182"/>
                </a:lnTo>
                <a:lnTo>
                  <a:pt x="2844544" y="760827"/>
                </a:lnTo>
                <a:close/>
                <a:moveTo>
                  <a:pt x="2713901" y="1146912"/>
                </a:moveTo>
                <a:lnTo>
                  <a:pt x="2667063" y="1169050"/>
                </a:lnTo>
                <a:lnTo>
                  <a:pt x="2692822" y="1083606"/>
                </a:lnTo>
                <a:cubicBezTo>
                  <a:pt x="2692822" y="1083606"/>
                  <a:pt x="2692822" y="1083333"/>
                  <a:pt x="2692856" y="1083196"/>
                </a:cubicBezTo>
                <a:cubicBezTo>
                  <a:pt x="2692856" y="1083128"/>
                  <a:pt x="2692925" y="1083094"/>
                  <a:pt x="2692959" y="1083025"/>
                </a:cubicBezTo>
                <a:cubicBezTo>
                  <a:pt x="2692959" y="1083025"/>
                  <a:pt x="2692959" y="1083025"/>
                  <a:pt x="2692959" y="1083025"/>
                </a:cubicBezTo>
                <a:cubicBezTo>
                  <a:pt x="2692959" y="1083025"/>
                  <a:pt x="2692959" y="1083025"/>
                  <a:pt x="2692959" y="1083025"/>
                </a:cubicBezTo>
                <a:lnTo>
                  <a:pt x="2708367" y="992867"/>
                </a:lnTo>
                <a:cubicBezTo>
                  <a:pt x="2708367" y="992867"/>
                  <a:pt x="2708367" y="992731"/>
                  <a:pt x="2708367" y="992662"/>
                </a:cubicBezTo>
                <a:cubicBezTo>
                  <a:pt x="2708367" y="992628"/>
                  <a:pt x="2708401" y="992628"/>
                  <a:pt x="2708401" y="992594"/>
                </a:cubicBezTo>
                <a:cubicBezTo>
                  <a:pt x="2708401" y="992491"/>
                  <a:pt x="2708401" y="992389"/>
                  <a:pt x="2708401" y="992321"/>
                </a:cubicBezTo>
                <a:cubicBezTo>
                  <a:pt x="2708401" y="992218"/>
                  <a:pt x="2708469" y="992116"/>
                  <a:pt x="2708469" y="992013"/>
                </a:cubicBezTo>
                <a:lnTo>
                  <a:pt x="2707820" y="929938"/>
                </a:lnTo>
                <a:lnTo>
                  <a:pt x="2734775" y="815011"/>
                </a:lnTo>
                <a:lnTo>
                  <a:pt x="2800131" y="778729"/>
                </a:lnTo>
                <a:lnTo>
                  <a:pt x="2713935" y="1146912"/>
                </a:lnTo>
                <a:close/>
                <a:moveTo>
                  <a:pt x="2702422" y="909747"/>
                </a:moveTo>
                <a:lnTo>
                  <a:pt x="2690533" y="883133"/>
                </a:lnTo>
                <a:cubicBezTo>
                  <a:pt x="2690431" y="882928"/>
                  <a:pt x="2690260" y="882758"/>
                  <a:pt x="2690123" y="882587"/>
                </a:cubicBezTo>
                <a:cubicBezTo>
                  <a:pt x="2689918" y="882279"/>
                  <a:pt x="2689748" y="881972"/>
                  <a:pt x="2689508" y="881698"/>
                </a:cubicBezTo>
                <a:cubicBezTo>
                  <a:pt x="2689269" y="881459"/>
                  <a:pt x="2688996" y="881323"/>
                  <a:pt x="2688757" y="881152"/>
                </a:cubicBezTo>
                <a:cubicBezTo>
                  <a:pt x="2688484" y="880981"/>
                  <a:pt x="2688279" y="880776"/>
                  <a:pt x="2687971" y="880673"/>
                </a:cubicBezTo>
                <a:cubicBezTo>
                  <a:pt x="2687629" y="880537"/>
                  <a:pt x="2687288" y="880503"/>
                  <a:pt x="2686912" y="880434"/>
                </a:cubicBezTo>
                <a:cubicBezTo>
                  <a:pt x="2686673" y="880400"/>
                  <a:pt x="2686468" y="880264"/>
                  <a:pt x="2686229" y="880264"/>
                </a:cubicBezTo>
                <a:lnTo>
                  <a:pt x="2629790" y="878282"/>
                </a:lnTo>
                <a:lnTo>
                  <a:pt x="2631122" y="872577"/>
                </a:lnTo>
                <a:lnTo>
                  <a:pt x="2723125" y="821468"/>
                </a:lnTo>
                <a:lnTo>
                  <a:pt x="2702422" y="909781"/>
                </a:lnTo>
                <a:close/>
                <a:moveTo>
                  <a:pt x="2531501" y="944696"/>
                </a:moveTo>
                <a:lnTo>
                  <a:pt x="2452514" y="996181"/>
                </a:lnTo>
                <a:lnTo>
                  <a:pt x="2449200" y="989383"/>
                </a:lnTo>
                <a:lnTo>
                  <a:pt x="2522174" y="926453"/>
                </a:lnTo>
                <a:lnTo>
                  <a:pt x="2531467" y="944696"/>
                </a:lnTo>
                <a:close/>
                <a:moveTo>
                  <a:pt x="2395222" y="1186678"/>
                </a:moveTo>
                <a:lnTo>
                  <a:pt x="2396076" y="1186747"/>
                </a:lnTo>
                <a:lnTo>
                  <a:pt x="2434510" y="1270994"/>
                </a:lnTo>
                <a:lnTo>
                  <a:pt x="2425013" y="1269867"/>
                </a:lnTo>
                <a:lnTo>
                  <a:pt x="2395222" y="1186644"/>
                </a:lnTo>
                <a:close/>
                <a:moveTo>
                  <a:pt x="2468947" y="1258422"/>
                </a:moveTo>
                <a:lnTo>
                  <a:pt x="2545372" y="1318414"/>
                </a:lnTo>
                <a:lnTo>
                  <a:pt x="2518416" y="1343387"/>
                </a:lnTo>
                <a:lnTo>
                  <a:pt x="2449713" y="1276939"/>
                </a:lnTo>
                <a:lnTo>
                  <a:pt x="2468981" y="1258422"/>
                </a:lnTo>
                <a:close/>
                <a:moveTo>
                  <a:pt x="2695111" y="1850651"/>
                </a:moveTo>
                <a:lnTo>
                  <a:pt x="2754556" y="1832783"/>
                </a:lnTo>
                <a:lnTo>
                  <a:pt x="2943721" y="1871969"/>
                </a:lnTo>
                <a:lnTo>
                  <a:pt x="2881680" y="1889051"/>
                </a:lnTo>
                <a:lnTo>
                  <a:pt x="2695111" y="1850651"/>
                </a:lnTo>
                <a:close/>
                <a:moveTo>
                  <a:pt x="2639561" y="1764490"/>
                </a:moveTo>
                <a:lnTo>
                  <a:pt x="2729856" y="1735007"/>
                </a:lnTo>
                <a:lnTo>
                  <a:pt x="2847618" y="1794588"/>
                </a:lnTo>
                <a:lnTo>
                  <a:pt x="2754795" y="1822466"/>
                </a:lnTo>
                <a:lnTo>
                  <a:pt x="2639561" y="1764490"/>
                </a:lnTo>
                <a:close/>
                <a:moveTo>
                  <a:pt x="3188607" y="1812114"/>
                </a:moveTo>
                <a:lnTo>
                  <a:pt x="3421262" y="1832886"/>
                </a:lnTo>
                <a:lnTo>
                  <a:pt x="3415386" y="1835892"/>
                </a:lnTo>
                <a:lnTo>
                  <a:pt x="3180613" y="1815087"/>
                </a:lnTo>
                <a:lnTo>
                  <a:pt x="3188641" y="1812114"/>
                </a:lnTo>
                <a:close/>
                <a:moveTo>
                  <a:pt x="3439813" y="1834389"/>
                </a:moveTo>
                <a:lnTo>
                  <a:pt x="3670077" y="1833091"/>
                </a:lnTo>
                <a:lnTo>
                  <a:pt x="3668198" y="1834526"/>
                </a:lnTo>
                <a:lnTo>
                  <a:pt x="3436943" y="1835858"/>
                </a:lnTo>
                <a:lnTo>
                  <a:pt x="3439847" y="1834389"/>
                </a:lnTo>
                <a:close/>
                <a:moveTo>
                  <a:pt x="4004301" y="1743513"/>
                </a:moveTo>
                <a:lnTo>
                  <a:pt x="3971709" y="1733640"/>
                </a:lnTo>
                <a:lnTo>
                  <a:pt x="4042974" y="1553119"/>
                </a:lnTo>
                <a:lnTo>
                  <a:pt x="4080452" y="1558756"/>
                </a:lnTo>
                <a:lnTo>
                  <a:pt x="4004335" y="1743479"/>
                </a:lnTo>
                <a:close/>
                <a:moveTo>
                  <a:pt x="4044273" y="1214693"/>
                </a:moveTo>
                <a:lnTo>
                  <a:pt x="3971811" y="866359"/>
                </a:lnTo>
                <a:lnTo>
                  <a:pt x="4004164" y="860653"/>
                </a:lnTo>
                <a:lnTo>
                  <a:pt x="4081374" y="1221457"/>
                </a:lnTo>
                <a:lnTo>
                  <a:pt x="4044307" y="1214658"/>
                </a:lnTo>
                <a:close/>
                <a:moveTo>
                  <a:pt x="3878168" y="704867"/>
                </a:moveTo>
                <a:lnTo>
                  <a:pt x="3855552" y="720480"/>
                </a:lnTo>
                <a:lnTo>
                  <a:pt x="3679643" y="630697"/>
                </a:lnTo>
                <a:lnTo>
                  <a:pt x="3688286" y="608662"/>
                </a:lnTo>
                <a:lnTo>
                  <a:pt x="3878168" y="704867"/>
                </a:lnTo>
                <a:close/>
                <a:moveTo>
                  <a:pt x="3159499" y="562301"/>
                </a:moveTo>
                <a:lnTo>
                  <a:pt x="3163531" y="562609"/>
                </a:lnTo>
                <a:lnTo>
                  <a:pt x="2975186" y="624514"/>
                </a:lnTo>
                <a:lnTo>
                  <a:pt x="2969686" y="624445"/>
                </a:lnTo>
                <a:lnTo>
                  <a:pt x="3159499" y="562301"/>
                </a:lnTo>
                <a:close/>
                <a:moveTo>
                  <a:pt x="2804367" y="765132"/>
                </a:moveTo>
                <a:lnTo>
                  <a:pt x="2756025" y="791984"/>
                </a:lnTo>
                <a:lnTo>
                  <a:pt x="2864188" y="678048"/>
                </a:lnTo>
                <a:lnTo>
                  <a:pt x="2913793" y="649726"/>
                </a:lnTo>
                <a:lnTo>
                  <a:pt x="2804367" y="765166"/>
                </a:lnTo>
                <a:close/>
                <a:moveTo>
                  <a:pt x="2503897" y="923344"/>
                </a:moveTo>
                <a:lnTo>
                  <a:pt x="2510627" y="923412"/>
                </a:lnTo>
                <a:lnTo>
                  <a:pt x="2456375" y="970217"/>
                </a:lnTo>
                <a:lnTo>
                  <a:pt x="2503897" y="923344"/>
                </a:lnTo>
                <a:close/>
                <a:moveTo>
                  <a:pt x="2440386" y="1281585"/>
                </a:moveTo>
                <a:lnTo>
                  <a:pt x="2504136" y="1343217"/>
                </a:lnTo>
                <a:lnTo>
                  <a:pt x="2492486" y="1341611"/>
                </a:lnTo>
                <a:lnTo>
                  <a:pt x="2468947" y="1316979"/>
                </a:lnTo>
                <a:cubicBezTo>
                  <a:pt x="2468947" y="1316979"/>
                  <a:pt x="2468913" y="1316945"/>
                  <a:pt x="2468879" y="1316911"/>
                </a:cubicBezTo>
                <a:lnTo>
                  <a:pt x="2434373" y="1280834"/>
                </a:lnTo>
                <a:lnTo>
                  <a:pt x="2440386" y="1281551"/>
                </a:lnTo>
                <a:close/>
                <a:moveTo>
                  <a:pt x="3063328" y="1904664"/>
                </a:moveTo>
                <a:lnTo>
                  <a:pt x="2909626" y="1891545"/>
                </a:lnTo>
                <a:lnTo>
                  <a:pt x="2965108" y="1876274"/>
                </a:lnTo>
                <a:lnTo>
                  <a:pt x="3063294" y="1884747"/>
                </a:lnTo>
                <a:lnTo>
                  <a:pt x="3063294" y="1904664"/>
                </a:lnTo>
                <a:close/>
                <a:moveTo>
                  <a:pt x="2774337" y="1826873"/>
                </a:moveTo>
                <a:lnTo>
                  <a:pt x="2861045" y="1800840"/>
                </a:lnTo>
                <a:lnTo>
                  <a:pt x="3055027" y="1841393"/>
                </a:lnTo>
                <a:lnTo>
                  <a:pt x="2964527" y="1866298"/>
                </a:lnTo>
                <a:lnTo>
                  <a:pt x="2774337" y="1826873"/>
                </a:lnTo>
                <a:close/>
                <a:moveTo>
                  <a:pt x="3332607" y="1952117"/>
                </a:moveTo>
                <a:lnTo>
                  <a:pt x="3331958" y="1981806"/>
                </a:lnTo>
                <a:lnTo>
                  <a:pt x="3225948" y="1996291"/>
                </a:lnTo>
                <a:lnTo>
                  <a:pt x="3226699" y="1965817"/>
                </a:lnTo>
                <a:lnTo>
                  <a:pt x="3332641" y="1952117"/>
                </a:lnTo>
                <a:close/>
                <a:moveTo>
                  <a:pt x="2429625" y="2723740"/>
                </a:moveTo>
                <a:lnTo>
                  <a:pt x="2454735" y="2683564"/>
                </a:lnTo>
                <a:lnTo>
                  <a:pt x="2423954" y="3032546"/>
                </a:lnTo>
                <a:lnTo>
                  <a:pt x="2405505" y="3048603"/>
                </a:lnTo>
                <a:lnTo>
                  <a:pt x="2429625" y="2723740"/>
                </a:lnTo>
                <a:close/>
                <a:moveTo>
                  <a:pt x="2391430" y="3353686"/>
                </a:moveTo>
                <a:lnTo>
                  <a:pt x="2389516" y="3355052"/>
                </a:lnTo>
                <a:lnTo>
                  <a:pt x="2333249" y="3355667"/>
                </a:lnTo>
                <a:lnTo>
                  <a:pt x="2325528" y="3350030"/>
                </a:lnTo>
                <a:lnTo>
                  <a:pt x="2392010" y="3302372"/>
                </a:lnTo>
                <a:lnTo>
                  <a:pt x="2391430" y="3353686"/>
                </a:lnTo>
                <a:close/>
                <a:moveTo>
                  <a:pt x="2322282" y="3326867"/>
                </a:moveTo>
                <a:cubicBezTo>
                  <a:pt x="2322282" y="3326867"/>
                  <a:pt x="2322111" y="3327072"/>
                  <a:pt x="2322009" y="3327140"/>
                </a:cubicBezTo>
                <a:cubicBezTo>
                  <a:pt x="2321770" y="3327345"/>
                  <a:pt x="2321565" y="3327585"/>
                  <a:pt x="2321360" y="3327858"/>
                </a:cubicBezTo>
                <a:cubicBezTo>
                  <a:pt x="2321360" y="3327858"/>
                  <a:pt x="2321360" y="3327858"/>
                  <a:pt x="2321325" y="3327892"/>
                </a:cubicBezTo>
                <a:cubicBezTo>
                  <a:pt x="2321223" y="3328029"/>
                  <a:pt x="2321052" y="3328131"/>
                  <a:pt x="2320950" y="3328302"/>
                </a:cubicBezTo>
                <a:lnTo>
                  <a:pt x="2320950" y="3328302"/>
                </a:lnTo>
                <a:cubicBezTo>
                  <a:pt x="2320950" y="3328302"/>
                  <a:pt x="2307489" y="3350474"/>
                  <a:pt x="2307489" y="3350474"/>
                </a:cubicBezTo>
                <a:lnTo>
                  <a:pt x="2298982" y="3356009"/>
                </a:lnTo>
                <a:lnTo>
                  <a:pt x="2270422" y="3356316"/>
                </a:lnTo>
                <a:cubicBezTo>
                  <a:pt x="2270251" y="3356316"/>
                  <a:pt x="2270114" y="3356385"/>
                  <a:pt x="2269943" y="3356419"/>
                </a:cubicBezTo>
                <a:cubicBezTo>
                  <a:pt x="2269772" y="3356419"/>
                  <a:pt x="2269601" y="3356419"/>
                  <a:pt x="2269431" y="3356419"/>
                </a:cubicBezTo>
                <a:lnTo>
                  <a:pt x="2238923" y="3363183"/>
                </a:lnTo>
                <a:cubicBezTo>
                  <a:pt x="2238923" y="3363183"/>
                  <a:pt x="2238923" y="3363183"/>
                  <a:pt x="2238923" y="3363183"/>
                </a:cubicBezTo>
                <a:lnTo>
                  <a:pt x="2238854" y="3363183"/>
                </a:lnTo>
                <a:cubicBezTo>
                  <a:pt x="2238854" y="3363183"/>
                  <a:pt x="2238718" y="3363286"/>
                  <a:pt x="2238649" y="3363286"/>
                </a:cubicBezTo>
                <a:cubicBezTo>
                  <a:pt x="2238581" y="3363286"/>
                  <a:pt x="2238478" y="3363286"/>
                  <a:pt x="2238410" y="3363354"/>
                </a:cubicBezTo>
                <a:lnTo>
                  <a:pt x="2245926" y="3153759"/>
                </a:lnTo>
                <a:lnTo>
                  <a:pt x="2362356" y="3298170"/>
                </a:lnTo>
                <a:lnTo>
                  <a:pt x="2322316" y="3326833"/>
                </a:lnTo>
                <a:close/>
                <a:moveTo>
                  <a:pt x="2056146" y="3068862"/>
                </a:moveTo>
                <a:lnTo>
                  <a:pt x="2055976" y="3067154"/>
                </a:lnTo>
                <a:lnTo>
                  <a:pt x="2217878" y="3125472"/>
                </a:lnTo>
                <a:lnTo>
                  <a:pt x="2220269" y="3127693"/>
                </a:lnTo>
                <a:lnTo>
                  <a:pt x="2056146" y="3068862"/>
                </a:lnTo>
                <a:close/>
                <a:moveTo>
                  <a:pt x="2120169" y="3078394"/>
                </a:moveTo>
                <a:cubicBezTo>
                  <a:pt x="2120169" y="3078394"/>
                  <a:pt x="2120169" y="3078394"/>
                  <a:pt x="2120169" y="3078394"/>
                </a:cubicBezTo>
                <a:cubicBezTo>
                  <a:pt x="2120169" y="3078394"/>
                  <a:pt x="2120169" y="3078394"/>
                  <a:pt x="2120135" y="3078394"/>
                </a:cubicBezTo>
                <a:lnTo>
                  <a:pt x="2103292" y="3072313"/>
                </a:lnTo>
                <a:lnTo>
                  <a:pt x="2103292" y="3061791"/>
                </a:lnTo>
                <a:cubicBezTo>
                  <a:pt x="2103292" y="3061791"/>
                  <a:pt x="2138993" y="3065549"/>
                  <a:pt x="2138993" y="3065549"/>
                </a:cubicBezTo>
                <a:lnTo>
                  <a:pt x="2138857" y="3085398"/>
                </a:lnTo>
                <a:lnTo>
                  <a:pt x="2120203" y="3078428"/>
                </a:lnTo>
                <a:close/>
                <a:moveTo>
                  <a:pt x="2148764" y="3057759"/>
                </a:moveTo>
                <a:lnTo>
                  <a:pt x="2147979" y="2810994"/>
                </a:lnTo>
                <a:lnTo>
                  <a:pt x="2164138" y="2839555"/>
                </a:lnTo>
                <a:lnTo>
                  <a:pt x="2167179" y="3065036"/>
                </a:lnTo>
                <a:lnTo>
                  <a:pt x="2148764" y="3057793"/>
                </a:lnTo>
                <a:close/>
                <a:moveTo>
                  <a:pt x="2101721" y="2657702"/>
                </a:moveTo>
                <a:lnTo>
                  <a:pt x="2135680" y="2783868"/>
                </a:lnTo>
                <a:lnTo>
                  <a:pt x="2095264" y="2766992"/>
                </a:lnTo>
                <a:lnTo>
                  <a:pt x="2067045" y="2586607"/>
                </a:lnTo>
                <a:lnTo>
                  <a:pt x="2101721" y="2657702"/>
                </a:lnTo>
                <a:close/>
                <a:moveTo>
                  <a:pt x="2052491" y="2557089"/>
                </a:moveTo>
                <a:lnTo>
                  <a:pt x="2084434" y="2761149"/>
                </a:lnTo>
                <a:lnTo>
                  <a:pt x="2041592" y="2736893"/>
                </a:lnTo>
                <a:lnTo>
                  <a:pt x="1999400" y="2486405"/>
                </a:lnTo>
                <a:lnTo>
                  <a:pt x="2052491" y="2557089"/>
                </a:lnTo>
                <a:close/>
                <a:moveTo>
                  <a:pt x="1762782" y="2296796"/>
                </a:moveTo>
                <a:lnTo>
                  <a:pt x="1882287" y="2408989"/>
                </a:lnTo>
                <a:lnTo>
                  <a:pt x="1791855" y="2378652"/>
                </a:lnTo>
                <a:lnTo>
                  <a:pt x="1670779" y="2271685"/>
                </a:lnTo>
                <a:lnTo>
                  <a:pt x="1762782" y="2296796"/>
                </a:lnTo>
                <a:close/>
                <a:moveTo>
                  <a:pt x="1534807" y="2262837"/>
                </a:moveTo>
                <a:lnTo>
                  <a:pt x="1391251" y="2234891"/>
                </a:lnTo>
                <a:lnTo>
                  <a:pt x="1473210" y="2230928"/>
                </a:lnTo>
                <a:lnTo>
                  <a:pt x="1612530" y="2258601"/>
                </a:lnTo>
                <a:lnTo>
                  <a:pt x="1534807" y="2262837"/>
                </a:lnTo>
                <a:close/>
                <a:moveTo>
                  <a:pt x="1446528" y="2128266"/>
                </a:moveTo>
                <a:cubicBezTo>
                  <a:pt x="1446221" y="2128129"/>
                  <a:pt x="1445879" y="2128129"/>
                  <a:pt x="1445571" y="2128061"/>
                </a:cubicBezTo>
                <a:cubicBezTo>
                  <a:pt x="1445332" y="2126489"/>
                  <a:pt x="1444410" y="2125157"/>
                  <a:pt x="1443009" y="2124474"/>
                </a:cubicBezTo>
                <a:lnTo>
                  <a:pt x="1446186" y="2124303"/>
                </a:lnTo>
                <a:lnTo>
                  <a:pt x="1482776" y="2126250"/>
                </a:lnTo>
                <a:lnTo>
                  <a:pt x="1446494" y="2128266"/>
                </a:lnTo>
                <a:close/>
                <a:moveTo>
                  <a:pt x="1701526" y="2098919"/>
                </a:moveTo>
                <a:lnTo>
                  <a:pt x="1700057" y="2094956"/>
                </a:lnTo>
                <a:lnTo>
                  <a:pt x="1746828" y="2066908"/>
                </a:lnTo>
                <a:lnTo>
                  <a:pt x="1749390" y="2069572"/>
                </a:lnTo>
                <a:lnTo>
                  <a:pt x="1701492" y="2098885"/>
                </a:lnTo>
                <a:close/>
                <a:moveTo>
                  <a:pt x="1754685" y="2060929"/>
                </a:moveTo>
                <a:lnTo>
                  <a:pt x="1753114" y="2059289"/>
                </a:lnTo>
                <a:lnTo>
                  <a:pt x="1787448" y="1928681"/>
                </a:lnTo>
                <a:lnTo>
                  <a:pt x="1789976" y="1929979"/>
                </a:lnTo>
                <a:lnTo>
                  <a:pt x="1754719" y="2060929"/>
                </a:lnTo>
                <a:close/>
                <a:moveTo>
                  <a:pt x="1788712" y="1672248"/>
                </a:moveTo>
                <a:lnTo>
                  <a:pt x="1752738" y="1406693"/>
                </a:lnTo>
                <a:lnTo>
                  <a:pt x="1753011" y="1406556"/>
                </a:lnTo>
                <a:lnTo>
                  <a:pt x="1789362" y="1672658"/>
                </a:lnTo>
                <a:lnTo>
                  <a:pt x="1788712" y="1672248"/>
                </a:lnTo>
                <a:close/>
                <a:moveTo>
                  <a:pt x="1749629" y="1397230"/>
                </a:moveTo>
                <a:lnTo>
                  <a:pt x="1699032" y="1294636"/>
                </a:lnTo>
                <a:lnTo>
                  <a:pt x="1699784" y="1292142"/>
                </a:lnTo>
                <a:lnTo>
                  <a:pt x="1750483" y="1396785"/>
                </a:lnTo>
                <a:lnTo>
                  <a:pt x="1749663" y="1397230"/>
                </a:lnTo>
                <a:close/>
                <a:moveTo>
                  <a:pt x="1595824" y="1192486"/>
                </a:moveTo>
                <a:lnTo>
                  <a:pt x="1598489" y="1205503"/>
                </a:lnTo>
                <a:lnTo>
                  <a:pt x="1499482" y="1161670"/>
                </a:lnTo>
                <a:lnTo>
                  <a:pt x="1490189" y="1145989"/>
                </a:lnTo>
                <a:lnTo>
                  <a:pt x="1595824" y="1192486"/>
                </a:lnTo>
                <a:close/>
                <a:moveTo>
                  <a:pt x="1200856" y="1153813"/>
                </a:moveTo>
                <a:lnTo>
                  <a:pt x="1113431" y="1164130"/>
                </a:lnTo>
                <a:lnTo>
                  <a:pt x="1186644" y="1137619"/>
                </a:lnTo>
                <a:lnTo>
                  <a:pt x="1273454" y="1127233"/>
                </a:lnTo>
                <a:lnTo>
                  <a:pt x="1200856" y="1153813"/>
                </a:lnTo>
                <a:close/>
                <a:moveTo>
                  <a:pt x="1070693" y="1169152"/>
                </a:moveTo>
                <a:lnTo>
                  <a:pt x="934447" y="1185209"/>
                </a:lnTo>
                <a:lnTo>
                  <a:pt x="1008104" y="1158971"/>
                </a:lnTo>
                <a:lnTo>
                  <a:pt x="1143598" y="1142744"/>
                </a:lnTo>
                <a:lnTo>
                  <a:pt x="1070658" y="1169152"/>
                </a:lnTo>
                <a:close/>
                <a:moveTo>
                  <a:pt x="658438" y="1324837"/>
                </a:moveTo>
                <a:lnTo>
                  <a:pt x="677023" y="1317730"/>
                </a:lnTo>
                <a:lnTo>
                  <a:pt x="631005" y="1592066"/>
                </a:lnTo>
                <a:lnTo>
                  <a:pt x="612830" y="1595858"/>
                </a:lnTo>
                <a:lnTo>
                  <a:pt x="658438" y="1324837"/>
                </a:lnTo>
                <a:close/>
                <a:moveTo>
                  <a:pt x="632030" y="1862403"/>
                </a:moveTo>
                <a:lnTo>
                  <a:pt x="677502" y="2018156"/>
                </a:lnTo>
                <a:lnTo>
                  <a:pt x="658336" y="2019557"/>
                </a:lnTo>
                <a:lnTo>
                  <a:pt x="613308" y="1865615"/>
                </a:lnTo>
                <a:lnTo>
                  <a:pt x="632030" y="1862403"/>
                </a:lnTo>
                <a:close/>
                <a:moveTo>
                  <a:pt x="682387" y="2027619"/>
                </a:moveTo>
                <a:lnTo>
                  <a:pt x="741046" y="2073296"/>
                </a:lnTo>
                <a:lnTo>
                  <a:pt x="725878" y="2073365"/>
                </a:lnTo>
                <a:lnTo>
                  <a:pt x="667868" y="2028678"/>
                </a:lnTo>
                <a:lnTo>
                  <a:pt x="682353" y="2027619"/>
                </a:lnTo>
                <a:close/>
                <a:moveTo>
                  <a:pt x="754438" y="2083067"/>
                </a:moveTo>
                <a:lnTo>
                  <a:pt x="839950" y="2113610"/>
                </a:lnTo>
                <a:lnTo>
                  <a:pt x="837354" y="2113507"/>
                </a:lnTo>
                <a:lnTo>
                  <a:pt x="752218" y="2083067"/>
                </a:lnTo>
                <a:lnTo>
                  <a:pt x="754473" y="2083067"/>
                </a:lnTo>
                <a:close/>
                <a:moveTo>
                  <a:pt x="1024298" y="2251392"/>
                </a:moveTo>
                <a:lnTo>
                  <a:pt x="1041722" y="2253749"/>
                </a:lnTo>
                <a:lnTo>
                  <a:pt x="1065670" y="2257781"/>
                </a:lnTo>
                <a:lnTo>
                  <a:pt x="1065739" y="2257781"/>
                </a:lnTo>
                <a:cubicBezTo>
                  <a:pt x="1065739" y="2257781"/>
                  <a:pt x="1065739" y="2257781"/>
                  <a:pt x="1065739" y="2257781"/>
                </a:cubicBezTo>
                <a:lnTo>
                  <a:pt x="1065807" y="2257781"/>
                </a:lnTo>
                <a:cubicBezTo>
                  <a:pt x="1066080" y="2257849"/>
                  <a:pt x="1066354" y="2257849"/>
                  <a:pt x="1066593" y="2257849"/>
                </a:cubicBezTo>
                <a:lnTo>
                  <a:pt x="1066593" y="2257849"/>
                </a:lnTo>
                <a:cubicBezTo>
                  <a:pt x="1066593" y="2257849"/>
                  <a:pt x="1066593" y="2257849"/>
                  <a:pt x="1066593" y="2257849"/>
                </a:cubicBezTo>
                <a:lnTo>
                  <a:pt x="1066593" y="2257849"/>
                </a:lnTo>
                <a:cubicBezTo>
                  <a:pt x="1066593" y="2257849"/>
                  <a:pt x="1066866" y="2257849"/>
                  <a:pt x="1067003" y="2257849"/>
                </a:cubicBezTo>
                <a:lnTo>
                  <a:pt x="1086852" y="2256107"/>
                </a:lnTo>
                <a:lnTo>
                  <a:pt x="1055695" y="2268850"/>
                </a:lnTo>
                <a:lnTo>
                  <a:pt x="924232" y="2286239"/>
                </a:lnTo>
                <a:lnTo>
                  <a:pt x="1003800" y="2254193"/>
                </a:lnTo>
                <a:lnTo>
                  <a:pt x="1024298" y="2251392"/>
                </a:lnTo>
                <a:close/>
                <a:moveTo>
                  <a:pt x="884842" y="2291500"/>
                </a:moveTo>
                <a:lnTo>
                  <a:pt x="841864" y="2304824"/>
                </a:lnTo>
                <a:lnTo>
                  <a:pt x="886242" y="2290919"/>
                </a:lnTo>
                <a:lnTo>
                  <a:pt x="884842" y="2291466"/>
                </a:lnTo>
                <a:close/>
                <a:moveTo>
                  <a:pt x="527967" y="2537308"/>
                </a:moveTo>
                <a:lnTo>
                  <a:pt x="621917" y="2453163"/>
                </a:lnTo>
                <a:lnTo>
                  <a:pt x="570740" y="2557670"/>
                </a:lnTo>
                <a:lnTo>
                  <a:pt x="479454" y="2623025"/>
                </a:lnTo>
                <a:lnTo>
                  <a:pt x="527967" y="2537343"/>
                </a:lnTo>
                <a:close/>
                <a:moveTo>
                  <a:pt x="405216" y="2832552"/>
                </a:moveTo>
                <a:lnTo>
                  <a:pt x="422845" y="2798593"/>
                </a:lnTo>
                <a:lnTo>
                  <a:pt x="409384" y="3054445"/>
                </a:lnTo>
                <a:lnTo>
                  <a:pt x="401527" y="3061859"/>
                </a:lnTo>
                <a:lnTo>
                  <a:pt x="405182" y="2832518"/>
                </a:lnTo>
                <a:close/>
                <a:moveTo>
                  <a:pt x="392166" y="3191784"/>
                </a:moveTo>
                <a:lnTo>
                  <a:pt x="292681" y="3291098"/>
                </a:lnTo>
                <a:lnTo>
                  <a:pt x="290324" y="3285153"/>
                </a:lnTo>
                <a:lnTo>
                  <a:pt x="392098" y="3183789"/>
                </a:lnTo>
                <a:lnTo>
                  <a:pt x="392098" y="3191784"/>
                </a:lnTo>
                <a:close/>
                <a:moveTo>
                  <a:pt x="189985" y="3344701"/>
                </a:moveTo>
                <a:lnTo>
                  <a:pt x="254828" y="3322699"/>
                </a:lnTo>
                <a:lnTo>
                  <a:pt x="130745" y="3595224"/>
                </a:lnTo>
                <a:lnTo>
                  <a:pt x="71061" y="3603901"/>
                </a:lnTo>
                <a:lnTo>
                  <a:pt x="189985" y="3344701"/>
                </a:lnTo>
                <a:close/>
                <a:moveTo>
                  <a:pt x="66380" y="3614526"/>
                </a:moveTo>
                <a:lnTo>
                  <a:pt x="131360" y="3605097"/>
                </a:lnTo>
                <a:lnTo>
                  <a:pt x="137543" y="3616917"/>
                </a:lnTo>
                <a:lnTo>
                  <a:pt x="61256" y="3627782"/>
                </a:lnTo>
                <a:lnTo>
                  <a:pt x="66346" y="3614560"/>
                </a:lnTo>
                <a:close/>
                <a:moveTo>
                  <a:pt x="55653" y="3654463"/>
                </a:moveTo>
                <a:lnTo>
                  <a:pt x="116806" y="3645922"/>
                </a:lnTo>
                <a:lnTo>
                  <a:pt x="71983" y="3971572"/>
                </a:lnTo>
                <a:lnTo>
                  <a:pt x="12811" y="3963509"/>
                </a:lnTo>
                <a:lnTo>
                  <a:pt x="55687" y="3654463"/>
                </a:lnTo>
                <a:close/>
                <a:moveTo>
                  <a:pt x="71915" y="4024560"/>
                </a:moveTo>
                <a:lnTo>
                  <a:pt x="117387" y="4338969"/>
                </a:lnTo>
                <a:lnTo>
                  <a:pt x="56644" y="4314712"/>
                </a:lnTo>
                <a:lnTo>
                  <a:pt x="13119" y="4016189"/>
                </a:lnTo>
                <a:lnTo>
                  <a:pt x="71915" y="4024560"/>
                </a:lnTo>
                <a:close/>
                <a:moveTo>
                  <a:pt x="138773" y="4369204"/>
                </a:moveTo>
                <a:lnTo>
                  <a:pt x="133034" y="4378462"/>
                </a:lnTo>
                <a:lnTo>
                  <a:pt x="67644" y="4352019"/>
                </a:lnTo>
                <a:lnTo>
                  <a:pt x="62861" y="4338764"/>
                </a:lnTo>
                <a:lnTo>
                  <a:pt x="138773" y="4369204"/>
                </a:lnTo>
                <a:close/>
                <a:moveTo>
                  <a:pt x="269176" y="4637150"/>
                </a:moveTo>
                <a:lnTo>
                  <a:pt x="140652" y="4384782"/>
                </a:lnTo>
                <a:lnTo>
                  <a:pt x="145572" y="4376822"/>
                </a:lnTo>
                <a:lnTo>
                  <a:pt x="281031" y="4643470"/>
                </a:lnTo>
                <a:lnTo>
                  <a:pt x="269176" y="4637184"/>
                </a:lnTo>
                <a:close/>
                <a:moveTo>
                  <a:pt x="475252" y="4806500"/>
                </a:moveTo>
                <a:lnTo>
                  <a:pt x="292510" y="4665335"/>
                </a:lnTo>
                <a:lnTo>
                  <a:pt x="294048" y="4662465"/>
                </a:lnTo>
                <a:lnTo>
                  <a:pt x="481880" y="4807969"/>
                </a:lnTo>
                <a:lnTo>
                  <a:pt x="475218" y="4806500"/>
                </a:lnTo>
                <a:close/>
                <a:moveTo>
                  <a:pt x="766669" y="4808686"/>
                </a:moveTo>
                <a:lnTo>
                  <a:pt x="960617" y="4706810"/>
                </a:lnTo>
                <a:lnTo>
                  <a:pt x="954365" y="4715727"/>
                </a:lnTo>
                <a:lnTo>
                  <a:pt x="757137" y="4819721"/>
                </a:lnTo>
                <a:lnTo>
                  <a:pt x="766669" y="4808652"/>
                </a:lnTo>
                <a:close/>
                <a:moveTo>
                  <a:pt x="974658" y="4535957"/>
                </a:moveTo>
                <a:lnTo>
                  <a:pt x="960275" y="4531208"/>
                </a:lnTo>
                <a:lnTo>
                  <a:pt x="1109332" y="4535171"/>
                </a:lnTo>
                <a:lnTo>
                  <a:pt x="1123339" y="4539920"/>
                </a:lnTo>
                <a:lnTo>
                  <a:pt x="974658" y="4535957"/>
                </a:lnTo>
                <a:close/>
                <a:moveTo>
                  <a:pt x="1844024" y="4925287"/>
                </a:moveTo>
                <a:lnTo>
                  <a:pt x="1842452" y="4930924"/>
                </a:lnTo>
                <a:lnTo>
                  <a:pt x="1722947" y="4959246"/>
                </a:lnTo>
                <a:lnTo>
                  <a:pt x="1712595" y="4956513"/>
                </a:lnTo>
                <a:lnTo>
                  <a:pt x="1844058" y="4925287"/>
                </a:lnTo>
                <a:close/>
                <a:moveTo>
                  <a:pt x="3143067" y="5331768"/>
                </a:moveTo>
                <a:lnTo>
                  <a:pt x="3142725" y="5350660"/>
                </a:lnTo>
                <a:lnTo>
                  <a:pt x="3036578" y="5355477"/>
                </a:lnTo>
                <a:lnTo>
                  <a:pt x="3016285" y="5338054"/>
                </a:lnTo>
                <a:lnTo>
                  <a:pt x="3143032" y="5331768"/>
                </a:lnTo>
                <a:close/>
                <a:moveTo>
                  <a:pt x="3146210" y="5360294"/>
                </a:moveTo>
                <a:lnTo>
                  <a:pt x="3479477" y="5575765"/>
                </a:lnTo>
                <a:lnTo>
                  <a:pt x="3394956" y="5586458"/>
                </a:lnTo>
                <a:lnTo>
                  <a:pt x="3050449" y="5364668"/>
                </a:lnTo>
                <a:lnTo>
                  <a:pt x="3146175" y="5360329"/>
                </a:lnTo>
                <a:close/>
                <a:moveTo>
                  <a:pt x="3531406" y="5582051"/>
                </a:moveTo>
                <a:lnTo>
                  <a:pt x="3536702" y="5593462"/>
                </a:lnTo>
                <a:lnTo>
                  <a:pt x="3444493" y="5604770"/>
                </a:lnTo>
                <a:lnTo>
                  <a:pt x="3424064" y="5595580"/>
                </a:lnTo>
                <a:lnTo>
                  <a:pt x="3531372" y="5582051"/>
                </a:lnTo>
                <a:close/>
                <a:moveTo>
                  <a:pt x="3976697" y="5640130"/>
                </a:moveTo>
                <a:lnTo>
                  <a:pt x="3979122" y="5641565"/>
                </a:lnTo>
                <a:lnTo>
                  <a:pt x="3968771" y="5643239"/>
                </a:lnTo>
                <a:lnTo>
                  <a:pt x="3976697" y="5640130"/>
                </a:lnTo>
                <a:close/>
                <a:moveTo>
                  <a:pt x="3609641" y="1982045"/>
                </a:moveTo>
                <a:lnTo>
                  <a:pt x="3609641" y="1956900"/>
                </a:lnTo>
                <a:cubicBezTo>
                  <a:pt x="3609641" y="1956900"/>
                  <a:pt x="3615415" y="1961068"/>
                  <a:pt x="3615415" y="1961068"/>
                </a:cubicBezTo>
                <a:lnTo>
                  <a:pt x="3615415" y="1982865"/>
                </a:lnTo>
                <a:cubicBezTo>
                  <a:pt x="3615415" y="1982865"/>
                  <a:pt x="3609641" y="1982045"/>
                  <a:pt x="3609641" y="1982045"/>
                </a:cubicBezTo>
                <a:close/>
                <a:moveTo>
                  <a:pt x="3577254" y="1937290"/>
                </a:moveTo>
                <a:lnTo>
                  <a:pt x="3577254" y="1866879"/>
                </a:lnTo>
                <a:cubicBezTo>
                  <a:pt x="3577254" y="1866879"/>
                  <a:pt x="3580260" y="1866161"/>
                  <a:pt x="3580260" y="1866161"/>
                </a:cubicBezTo>
                <a:lnTo>
                  <a:pt x="3581592" y="1865990"/>
                </a:lnTo>
                <a:lnTo>
                  <a:pt x="3581592" y="1938076"/>
                </a:lnTo>
                <a:cubicBezTo>
                  <a:pt x="3581592" y="1938076"/>
                  <a:pt x="3577288" y="1937290"/>
                  <a:pt x="3577288" y="1937290"/>
                </a:cubicBezTo>
                <a:close/>
                <a:moveTo>
                  <a:pt x="3896139" y="12367"/>
                </a:moveTo>
                <a:lnTo>
                  <a:pt x="3903654" y="10796"/>
                </a:lnTo>
                <a:lnTo>
                  <a:pt x="3910590" y="725023"/>
                </a:lnTo>
                <a:lnTo>
                  <a:pt x="3891561" y="701143"/>
                </a:lnTo>
                <a:cubicBezTo>
                  <a:pt x="3891561" y="701143"/>
                  <a:pt x="3891526" y="701143"/>
                  <a:pt x="3891492" y="701109"/>
                </a:cubicBezTo>
                <a:cubicBezTo>
                  <a:pt x="3891321" y="700904"/>
                  <a:pt x="3891082" y="700767"/>
                  <a:pt x="3890877" y="700596"/>
                </a:cubicBezTo>
                <a:cubicBezTo>
                  <a:pt x="3890638" y="700391"/>
                  <a:pt x="3890433" y="700152"/>
                  <a:pt x="3890194" y="700015"/>
                </a:cubicBezTo>
                <a:cubicBezTo>
                  <a:pt x="3890126" y="699981"/>
                  <a:pt x="3890057" y="699913"/>
                  <a:pt x="3889989" y="699879"/>
                </a:cubicBezTo>
                <a:cubicBezTo>
                  <a:pt x="3889989" y="699879"/>
                  <a:pt x="3889989" y="699879"/>
                  <a:pt x="3889920" y="699845"/>
                </a:cubicBezTo>
                <a:lnTo>
                  <a:pt x="3879125" y="694378"/>
                </a:lnTo>
                <a:lnTo>
                  <a:pt x="3896139" y="12367"/>
                </a:lnTo>
                <a:close/>
                <a:moveTo>
                  <a:pt x="3673562" y="142873"/>
                </a:moveTo>
                <a:lnTo>
                  <a:pt x="3680087" y="141540"/>
                </a:lnTo>
                <a:lnTo>
                  <a:pt x="3684357" y="596568"/>
                </a:lnTo>
                <a:lnTo>
                  <a:pt x="3662458" y="592126"/>
                </a:lnTo>
                <a:lnTo>
                  <a:pt x="3673562" y="142873"/>
                </a:lnTo>
                <a:close/>
                <a:moveTo>
                  <a:pt x="2678337" y="784161"/>
                </a:moveTo>
                <a:lnTo>
                  <a:pt x="2728011" y="755771"/>
                </a:lnTo>
                <a:lnTo>
                  <a:pt x="2623777" y="865402"/>
                </a:lnTo>
                <a:lnTo>
                  <a:pt x="2600922" y="878077"/>
                </a:lnTo>
                <a:lnTo>
                  <a:pt x="2595319" y="878077"/>
                </a:lnTo>
                <a:cubicBezTo>
                  <a:pt x="2595011" y="878077"/>
                  <a:pt x="2594738" y="878214"/>
                  <a:pt x="2594431" y="878248"/>
                </a:cubicBezTo>
                <a:cubicBezTo>
                  <a:pt x="2594157" y="878316"/>
                  <a:pt x="2593850" y="878282"/>
                  <a:pt x="2593577" y="878385"/>
                </a:cubicBezTo>
                <a:lnTo>
                  <a:pt x="2593406" y="878453"/>
                </a:lnTo>
                <a:lnTo>
                  <a:pt x="2593406" y="878453"/>
                </a:lnTo>
                <a:lnTo>
                  <a:pt x="2585753" y="881357"/>
                </a:lnTo>
                <a:lnTo>
                  <a:pt x="2678303" y="784127"/>
                </a:lnTo>
                <a:close/>
                <a:moveTo>
                  <a:pt x="3073133" y="1879314"/>
                </a:moveTo>
                <a:cubicBezTo>
                  <a:pt x="3073133" y="1876616"/>
                  <a:pt x="3070947" y="1874395"/>
                  <a:pt x="3068214" y="1874395"/>
                </a:cubicBezTo>
                <a:cubicBezTo>
                  <a:pt x="3067325" y="1874395"/>
                  <a:pt x="3066540" y="1874702"/>
                  <a:pt x="3065822" y="1875112"/>
                </a:cubicBezTo>
                <a:lnTo>
                  <a:pt x="2992336" y="1868758"/>
                </a:lnTo>
                <a:lnTo>
                  <a:pt x="3076277" y="1845663"/>
                </a:lnTo>
                <a:lnTo>
                  <a:pt x="3227554" y="1858919"/>
                </a:lnTo>
                <a:cubicBezTo>
                  <a:pt x="3227554" y="1858919"/>
                  <a:pt x="3227827" y="1858919"/>
                  <a:pt x="3227998" y="1858919"/>
                </a:cubicBezTo>
                <a:cubicBezTo>
                  <a:pt x="3228373" y="1858919"/>
                  <a:pt x="3228647" y="1858611"/>
                  <a:pt x="3228988" y="1858543"/>
                </a:cubicBezTo>
                <a:lnTo>
                  <a:pt x="3228988" y="1955602"/>
                </a:lnTo>
                <a:cubicBezTo>
                  <a:pt x="3228988" y="1955602"/>
                  <a:pt x="3221199" y="1956593"/>
                  <a:pt x="3221199" y="1956593"/>
                </a:cubicBezTo>
                <a:cubicBezTo>
                  <a:pt x="3221165" y="1956593"/>
                  <a:pt x="3221097" y="1956627"/>
                  <a:pt x="3221062" y="1956627"/>
                </a:cubicBezTo>
                <a:cubicBezTo>
                  <a:pt x="3221028" y="1956627"/>
                  <a:pt x="3220960" y="1956627"/>
                  <a:pt x="3220926" y="1956627"/>
                </a:cubicBezTo>
                <a:lnTo>
                  <a:pt x="3151881" y="1969643"/>
                </a:lnTo>
                <a:lnTo>
                  <a:pt x="3151881" y="1858235"/>
                </a:lnTo>
                <a:cubicBezTo>
                  <a:pt x="3151915" y="1855536"/>
                  <a:pt x="3149729" y="1853316"/>
                  <a:pt x="3146995" y="1853316"/>
                </a:cubicBezTo>
                <a:cubicBezTo>
                  <a:pt x="3144262" y="1853316"/>
                  <a:pt x="3142076" y="1855502"/>
                  <a:pt x="3142076" y="1858235"/>
                </a:cubicBezTo>
                <a:lnTo>
                  <a:pt x="3142076" y="1971488"/>
                </a:lnTo>
                <a:cubicBezTo>
                  <a:pt x="3142076" y="1971488"/>
                  <a:pt x="3122295" y="1975212"/>
                  <a:pt x="3122295" y="1975212"/>
                </a:cubicBezTo>
                <a:lnTo>
                  <a:pt x="3093837" y="1979346"/>
                </a:lnTo>
                <a:lnTo>
                  <a:pt x="3093837" y="1867255"/>
                </a:lnTo>
                <a:cubicBezTo>
                  <a:pt x="3093871" y="1864556"/>
                  <a:pt x="3091684" y="1862335"/>
                  <a:pt x="3088985" y="1862335"/>
                </a:cubicBezTo>
                <a:cubicBezTo>
                  <a:pt x="3086286" y="1862335"/>
                  <a:pt x="3084066" y="1864521"/>
                  <a:pt x="3084066" y="1867255"/>
                </a:cubicBezTo>
                <a:lnTo>
                  <a:pt x="3084066" y="1980747"/>
                </a:lnTo>
                <a:cubicBezTo>
                  <a:pt x="3084066" y="1980747"/>
                  <a:pt x="3073031" y="1982352"/>
                  <a:pt x="3073031" y="1982352"/>
                </a:cubicBezTo>
                <a:lnTo>
                  <a:pt x="3073031" y="1879280"/>
                </a:lnTo>
                <a:close/>
                <a:moveTo>
                  <a:pt x="3051644" y="2038586"/>
                </a:moveTo>
                <a:lnTo>
                  <a:pt x="3058409" y="2035272"/>
                </a:lnTo>
                <a:lnTo>
                  <a:pt x="3067633" y="2036775"/>
                </a:lnTo>
                <a:lnTo>
                  <a:pt x="3059092" y="2039440"/>
                </a:lnTo>
                <a:lnTo>
                  <a:pt x="3051644" y="2038620"/>
                </a:lnTo>
                <a:close/>
                <a:moveTo>
                  <a:pt x="2392181" y="3290209"/>
                </a:moveTo>
                <a:lnTo>
                  <a:pt x="2328329" y="3335989"/>
                </a:lnTo>
                <a:lnTo>
                  <a:pt x="2329149" y="3334042"/>
                </a:lnTo>
                <a:lnTo>
                  <a:pt x="2392215" y="3288877"/>
                </a:lnTo>
                <a:lnTo>
                  <a:pt x="2392215" y="3290244"/>
                </a:lnTo>
                <a:close/>
                <a:moveTo>
                  <a:pt x="2148593" y="3089019"/>
                </a:moveTo>
                <a:lnTo>
                  <a:pt x="2148730" y="3068282"/>
                </a:lnTo>
                <a:lnTo>
                  <a:pt x="2167281" y="3075593"/>
                </a:lnTo>
                <a:lnTo>
                  <a:pt x="2167213" y="3095989"/>
                </a:lnTo>
                <a:lnTo>
                  <a:pt x="2148593" y="3089019"/>
                </a:lnTo>
                <a:close/>
                <a:moveTo>
                  <a:pt x="1631320" y="743506"/>
                </a:moveTo>
                <a:lnTo>
                  <a:pt x="1636649" y="743506"/>
                </a:lnTo>
                <a:cubicBezTo>
                  <a:pt x="1636649" y="743506"/>
                  <a:pt x="1645669" y="1223814"/>
                  <a:pt x="1645669" y="1223814"/>
                </a:cubicBezTo>
                <a:lnTo>
                  <a:pt x="1621652" y="1201984"/>
                </a:lnTo>
                <a:lnTo>
                  <a:pt x="1631320" y="743506"/>
                </a:lnTo>
                <a:close/>
                <a:moveTo>
                  <a:pt x="1321250" y="1112987"/>
                </a:moveTo>
                <a:lnTo>
                  <a:pt x="1328185" y="786108"/>
                </a:lnTo>
                <a:lnTo>
                  <a:pt x="1333241" y="786108"/>
                </a:lnTo>
                <a:cubicBezTo>
                  <a:pt x="1333241" y="786108"/>
                  <a:pt x="1339356" y="1114524"/>
                  <a:pt x="1339356" y="1114524"/>
                </a:cubicBezTo>
                <a:lnTo>
                  <a:pt x="1321250" y="1112987"/>
                </a:lnTo>
                <a:close/>
                <a:moveTo>
                  <a:pt x="392063" y="3170021"/>
                </a:moveTo>
                <a:lnTo>
                  <a:pt x="281954" y="3279687"/>
                </a:lnTo>
                <a:lnTo>
                  <a:pt x="225686" y="3298921"/>
                </a:lnTo>
                <a:lnTo>
                  <a:pt x="387759" y="3138454"/>
                </a:lnTo>
                <a:lnTo>
                  <a:pt x="391893" y="3136712"/>
                </a:lnTo>
                <a:lnTo>
                  <a:pt x="392063" y="3170021"/>
                </a:lnTo>
                <a:close/>
                <a:moveTo>
                  <a:pt x="263164" y="4645076"/>
                </a:moveTo>
                <a:cubicBezTo>
                  <a:pt x="263164" y="4645076"/>
                  <a:pt x="263164" y="4645076"/>
                  <a:pt x="263164" y="4645076"/>
                </a:cubicBezTo>
                <a:cubicBezTo>
                  <a:pt x="263164" y="4645076"/>
                  <a:pt x="263164" y="4645076"/>
                  <a:pt x="263198" y="4645110"/>
                </a:cubicBezTo>
                <a:lnTo>
                  <a:pt x="285746" y="4657067"/>
                </a:lnTo>
                <a:lnTo>
                  <a:pt x="284174" y="4659972"/>
                </a:lnTo>
                <a:lnTo>
                  <a:pt x="211952" y="4619966"/>
                </a:lnTo>
                <a:lnTo>
                  <a:pt x="208638" y="4615012"/>
                </a:lnTo>
                <a:lnTo>
                  <a:pt x="263061" y="4645042"/>
                </a:lnTo>
                <a:close/>
              </a:path>
            </a:pathLst>
          </a:custGeom>
          <a:gradFill>
            <a:gsLst>
              <a:gs pos="0">
                <a:srgbClr val="2C9FDF"/>
              </a:gs>
              <a:gs pos="61000">
                <a:schemeClr val="accent3"/>
              </a:gs>
              <a:gs pos="100000">
                <a:srgbClr val="2C9FDF"/>
              </a:gs>
            </a:gsLst>
            <a:lin ang="16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58" name="Google Shape;1658;p16"/>
          <p:cNvGrpSpPr/>
          <p:nvPr/>
        </p:nvGrpSpPr>
        <p:grpSpPr>
          <a:xfrm>
            <a:off x="305989" y="1168132"/>
            <a:ext cx="4149634" cy="1066269"/>
            <a:chOff x="2296574" y="1498733"/>
            <a:chExt cx="4572048" cy="1039387"/>
          </a:xfrm>
        </p:grpSpPr>
        <p:sp>
          <p:nvSpPr>
            <p:cNvPr id="1659" name="Google Shape;1659;p16"/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660" name="Google Shape;1660;p16"/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61" name="Google Shape;1661;p16"/>
          <p:cNvSpPr/>
          <p:nvPr/>
        </p:nvSpPr>
        <p:spPr>
          <a:xfrm rot="5400000">
            <a:off x="380295" y="1488761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62" name="Google Shape;1662;p16"/>
          <p:cNvGrpSpPr/>
          <p:nvPr/>
        </p:nvGrpSpPr>
        <p:grpSpPr>
          <a:xfrm rot="10800000" flipH="1">
            <a:off x="508363" y="1633760"/>
            <a:ext cx="180722" cy="180721"/>
            <a:chOff x="2679879" y="4440610"/>
            <a:chExt cx="283716" cy="283716"/>
          </a:xfrm>
        </p:grpSpPr>
        <p:sp>
          <p:nvSpPr>
            <p:cNvPr id="1663" name="Google Shape;1663;p16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664" name="Google Shape;1664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5" name="Google Shape;1665;p16"/>
          <p:cNvGrpSpPr/>
          <p:nvPr/>
        </p:nvGrpSpPr>
        <p:grpSpPr>
          <a:xfrm>
            <a:off x="4091443" y="1372640"/>
            <a:ext cx="667334" cy="667333"/>
            <a:chOff x="1691842" y="2809946"/>
            <a:chExt cx="607731" cy="607731"/>
          </a:xfrm>
        </p:grpSpPr>
        <p:sp>
          <p:nvSpPr>
            <p:cNvPr id="1666" name="Google Shape;1666;p16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67" name="Google Shape;1667;p16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668" name="Google Shape;1668;p16"/>
          <p:cNvSpPr txBox="1"/>
          <p:nvPr/>
        </p:nvSpPr>
        <p:spPr>
          <a:xfrm>
            <a:off x="942050" y="1562538"/>
            <a:ext cx="84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Шинэ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модуль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9" name="Google Shape;1669;p16"/>
          <p:cNvSpPr txBox="1"/>
          <p:nvPr/>
        </p:nvSpPr>
        <p:spPr>
          <a:xfrm>
            <a:off x="2187831" y="1516371"/>
            <a:ext cx="21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Робот 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гүйцэтгэл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70" name="Google Shape;1670;p16"/>
          <p:cNvGrpSpPr/>
          <p:nvPr/>
        </p:nvGrpSpPr>
        <p:grpSpPr>
          <a:xfrm>
            <a:off x="305989" y="2355982"/>
            <a:ext cx="4149634" cy="1066269"/>
            <a:chOff x="2296574" y="1498733"/>
            <a:chExt cx="4572048" cy="1039387"/>
          </a:xfrm>
        </p:grpSpPr>
        <p:sp>
          <p:nvSpPr>
            <p:cNvPr id="1671" name="Google Shape;1671;p16"/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672" name="Google Shape;1672;p16"/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73" name="Google Shape;1673;p16"/>
          <p:cNvSpPr/>
          <p:nvPr/>
        </p:nvSpPr>
        <p:spPr>
          <a:xfrm rot="5400000">
            <a:off x="380295" y="2673476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74" name="Google Shape;1674;p16"/>
          <p:cNvGrpSpPr/>
          <p:nvPr/>
        </p:nvGrpSpPr>
        <p:grpSpPr>
          <a:xfrm rot="10800000" flipH="1">
            <a:off x="508363" y="2818475"/>
            <a:ext cx="180722" cy="180721"/>
            <a:chOff x="2679879" y="4440610"/>
            <a:chExt cx="283716" cy="283716"/>
          </a:xfrm>
        </p:grpSpPr>
        <p:sp>
          <p:nvSpPr>
            <p:cNvPr id="1675" name="Google Shape;1675;p16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676" name="Google Shape;1676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7" name="Google Shape;1677;p16"/>
          <p:cNvGrpSpPr/>
          <p:nvPr/>
        </p:nvGrpSpPr>
        <p:grpSpPr>
          <a:xfrm>
            <a:off x="4091443" y="2560490"/>
            <a:ext cx="667334" cy="667333"/>
            <a:chOff x="1691842" y="2809946"/>
            <a:chExt cx="607731" cy="607731"/>
          </a:xfrm>
        </p:grpSpPr>
        <p:sp>
          <p:nvSpPr>
            <p:cNvPr id="1678" name="Google Shape;1678;p16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79" name="Google Shape;1679;p16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680" name="Google Shape;1680;p16"/>
          <p:cNvSpPr txBox="1"/>
          <p:nvPr/>
        </p:nvSpPr>
        <p:spPr>
          <a:xfrm>
            <a:off x="942050" y="2747253"/>
            <a:ext cx="95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Шинэчилсэн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хүртээмж</a:t>
            </a:r>
            <a:endParaRPr sz="11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81" name="Google Shape;1681;p16"/>
          <p:cNvSpPr txBox="1"/>
          <p:nvPr/>
        </p:nvSpPr>
        <p:spPr>
          <a:xfrm>
            <a:off x="2187831" y="2701086"/>
            <a:ext cx="21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Дэлхийн мэдрэгч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сүлжээ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82" name="Google Shape;1682;p16"/>
          <p:cNvGrpSpPr/>
          <p:nvPr/>
        </p:nvGrpSpPr>
        <p:grpSpPr>
          <a:xfrm>
            <a:off x="305989" y="3543831"/>
            <a:ext cx="4149634" cy="1066269"/>
            <a:chOff x="2296574" y="1498733"/>
            <a:chExt cx="4572048" cy="1039387"/>
          </a:xfrm>
        </p:grpSpPr>
        <p:sp>
          <p:nvSpPr>
            <p:cNvPr id="1683" name="Google Shape;1683;p16"/>
            <p:cNvSpPr/>
            <p:nvPr/>
          </p:nvSpPr>
          <p:spPr>
            <a:xfrm>
              <a:off x="2296574" y="1498733"/>
              <a:ext cx="4572046" cy="10393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dist="50800" dir="3060000" algn="t" rotWithShape="0">
                <a:srgbClr val="091450">
                  <a:alpha val="20000"/>
                </a:srgbClr>
              </a:outerShdw>
            </a:effectLst>
          </p:spPr>
          <p:txBody>
            <a:bodyPr spcFirstLastPara="1" wrap="square" lIns="72900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cxnSp>
          <p:nvCxnSpPr>
            <p:cNvPr id="1684" name="Google Shape;1684;p16"/>
            <p:cNvCxnSpPr/>
            <p:nvPr/>
          </p:nvCxnSpPr>
          <p:spPr>
            <a:xfrm>
              <a:off x="6868622" y="1498734"/>
              <a:ext cx="0" cy="1039386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685" name="Google Shape;1685;p16"/>
          <p:cNvSpPr/>
          <p:nvPr/>
        </p:nvSpPr>
        <p:spPr>
          <a:xfrm rot="5400000">
            <a:off x="380295" y="3835232"/>
            <a:ext cx="330712" cy="470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0D6E6">
              <a:alpha val="5137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86" name="Google Shape;1686;p16"/>
          <p:cNvGrpSpPr/>
          <p:nvPr/>
        </p:nvGrpSpPr>
        <p:grpSpPr>
          <a:xfrm rot="10800000" flipH="1">
            <a:off x="508363" y="3980230"/>
            <a:ext cx="180722" cy="180721"/>
            <a:chOff x="2679879" y="4440610"/>
            <a:chExt cx="283716" cy="283716"/>
          </a:xfrm>
        </p:grpSpPr>
        <p:sp>
          <p:nvSpPr>
            <p:cNvPr id="1687" name="Google Shape;1687;p16"/>
            <p:cNvSpPr/>
            <p:nvPr/>
          </p:nvSpPr>
          <p:spPr>
            <a:xfrm>
              <a:off x="2679879" y="4440610"/>
              <a:ext cx="283716" cy="2837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688" name="Google Shape;1688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17645" y="4481439"/>
              <a:ext cx="208183" cy="2081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9" name="Google Shape;1689;p16"/>
          <p:cNvGrpSpPr/>
          <p:nvPr/>
        </p:nvGrpSpPr>
        <p:grpSpPr>
          <a:xfrm>
            <a:off x="4091443" y="3748339"/>
            <a:ext cx="667334" cy="667333"/>
            <a:chOff x="1691842" y="2809946"/>
            <a:chExt cx="607731" cy="607731"/>
          </a:xfrm>
        </p:grpSpPr>
        <p:sp>
          <p:nvSpPr>
            <p:cNvPr id="1690" name="Google Shape;1690;p16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0D6E6">
                <a:alpha val="25490"/>
              </a:srgbClr>
            </a:solidFill>
            <a:ln w="12700" cap="flat" cmpd="sng">
              <a:solidFill>
                <a:srgbClr val="D0D6E6">
                  <a:alpha val="17254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91" name="Google Shape;1691;p16"/>
            <p:cNvSpPr/>
            <p:nvPr/>
          </p:nvSpPr>
          <p:spPr>
            <a:xfrm>
              <a:off x="1747844" y="2865948"/>
              <a:ext cx="495728" cy="495728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52400" dist="381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692" name="Google Shape;1692;p16"/>
          <p:cNvSpPr txBox="1"/>
          <p:nvPr/>
        </p:nvSpPr>
        <p:spPr>
          <a:xfrm>
            <a:off x="942050" y="3909008"/>
            <a:ext cx="89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mn-MN" sz="11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Онлайн ба холболт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16"/>
          <p:cNvSpPr txBox="1"/>
          <p:nvPr/>
        </p:nvSpPr>
        <p:spPr>
          <a:xfrm>
            <a:off x="2187831" y="3862841"/>
            <a:ext cx="151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Модем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холболт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94" name="Google Shape;169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5350" y="1569929"/>
            <a:ext cx="270578" cy="270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3616" y="2755834"/>
            <a:ext cx="262621" cy="26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6" name="Google Shape;169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64587" y="3915492"/>
            <a:ext cx="295196" cy="2951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7" name="Google Shape;1697;p16"/>
          <p:cNvCxnSpPr/>
          <p:nvPr/>
        </p:nvCxnSpPr>
        <p:spPr>
          <a:xfrm>
            <a:off x="8791577" y="0"/>
            <a:ext cx="0" cy="4632723"/>
          </a:xfrm>
          <a:prstGeom prst="straightConnector1">
            <a:avLst/>
          </a:prstGeom>
          <a:noFill/>
          <a:ln w="9525" cap="flat" cmpd="sng">
            <a:solidFill>
              <a:srgbClr val="DEEAF8">
                <a:alpha val="49411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8" name="Google Shape;1698;p16"/>
          <p:cNvCxnSpPr/>
          <p:nvPr/>
        </p:nvCxnSpPr>
        <p:spPr>
          <a:xfrm>
            <a:off x="1946172" y="1408268"/>
            <a:ext cx="0" cy="63170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9" name="Google Shape;1699;p16"/>
          <p:cNvCxnSpPr/>
          <p:nvPr/>
        </p:nvCxnSpPr>
        <p:spPr>
          <a:xfrm>
            <a:off x="1946172" y="2592982"/>
            <a:ext cx="0" cy="631706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00" name="Google Shape;1700;p16"/>
          <p:cNvCxnSpPr/>
          <p:nvPr/>
        </p:nvCxnSpPr>
        <p:spPr>
          <a:xfrm>
            <a:off x="1946172" y="3754738"/>
            <a:ext cx="0" cy="631706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7"/>
          <p:cNvSpPr txBox="1">
            <a:spLocks noGrp="1"/>
          </p:cNvSpPr>
          <p:nvPr>
            <p:ph type="title"/>
          </p:nvPr>
        </p:nvSpPr>
        <p:spPr>
          <a:xfrm>
            <a:off x="305990" y="386786"/>
            <a:ext cx="8109347" cy="29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anrope"/>
              <a:buNone/>
            </a:pPr>
            <a:r>
              <a:rPr lang="mn-MN"/>
              <a:t>Гол дүгнэлт</a:t>
            </a:r>
            <a:endParaRPr/>
          </a:p>
        </p:txBody>
      </p:sp>
      <p:pic>
        <p:nvPicPr>
          <p:cNvPr id="1706" name="Google Shape;1706;p17"/>
          <p:cNvPicPr preferRelativeResize="0"/>
          <p:nvPr/>
        </p:nvPicPr>
        <p:blipFill rotWithShape="1">
          <a:blip r:embed="rId3">
            <a:alphaModFix/>
          </a:blip>
          <a:srcRect l="12052" t="8488" r="1" b="-1044"/>
          <a:stretch/>
        </p:blipFill>
        <p:spPr>
          <a:xfrm rot="5400000">
            <a:off x="4207669" y="1050131"/>
            <a:ext cx="5143500" cy="3043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7" name="Google Shape;1707;p17"/>
          <p:cNvGrpSpPr/>
          <p:nvPr/>
        </p:nvGrpSpPr>
        <p:grpSpPr>
          <a:xfrm>
            <a:off x="306003" y="915098"/>
            <a:ext cx="6463781" cy="3586675"/>
            <a:chOff x="407987" y="1012827"/>
            <a:chExt cx="9255127" cy="5135560"/>
          </a:xfrm>
        </p:grpSpPr>
        <p:grpSp>
          <p:nvGrpSpPr>
            <p:cNvPr id="1708" name="Google Shape;1708;p17"/>
            <p:cNvGrpSpPr/>
            <p:nvPr/>
          </p:nvGrpSpPr>
          <p:grpSpPr>
            <a:xfrm>
              <a:off x="407987" y="1012827"/>
              <a:ext cx="4481513" cy="2416173"/>
              <a:chOff x="407987" y="1419226"/>
              <a:chExt cx="4481513" cy="2416173"/>
            </a:xfrm>
          </p:grpSpPr>
          <p:sp>
            <p:nvSpPr>
              <p:cNvPr id="1709" name="Google Shape;1709;p17"/>
              <p:cNvSpPr/>
              <p:nvPr/>
            </p:nvSpPr>
            <p:spPr>
              <a:xfrm>
                <a:off x="407987" y="1750142"/>
                <a:ext cx="4481513" cy="208525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710" name="Google Shape;1710;p17"/>
              <p:cNvSpPr txBox="1"/>
              <p:nvPr/>
            </p:nvSpPr>
            <p:spPr>
              <a:xfrm>
                <a:off x="777239" y="2661582"/>
                <a:ext cx="3543000" cy="79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Дараагийн алхмуудаа тодорхой төлөвлөнө.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711" name="Google Shape;1711;p17"/>
              <p:cNvCxnSpPr/>
              <p:nvPr/>
            </p:nvCxnSpPr>
            <p:spPr>
              <a:xfrm>
                <a:off x="407987" y="1740311"/>
                <a:ext cx="448151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1712" name="Google Shape;1712;p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20130" y="1927437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13" name="Google Shape;1713;p17"/>
              <p:cNvGrpSpPr/>
              <p:nvPr/>
            </p:nvGrpSpPr>
            <p:grpSpPr>
              <a:xfrm>
                <a:off x="777239" y="1419226"/>
                <a:ext cx="813010" cy="813010"/>
                <a:chOff x="4009626" y="1830186"/>
                <a:chExt cx="889778" cy="889778"/>
              </a:xfrm>
            </p:grpSpPr>
            <p:sp>
              <p:nvSpPr>
                <p:cNvPr id="1714" name="Google Shape;1714;p17"/>
                <p:cNvSpPr/>
                <p:nvPr/>
              </p:nvSpPr>
              <p:spPr>
                <a:xfrm>
                  <a:off x="4009626" y="1830186"/>
                  <a:ext cx="889778" cy="889778"/>
                </a:xfrm>
                <a:prstGeom prst="ellipse">
                  <a:avLst/>
                </a:prstGeom>
                <a:solidFill>
                  <a:srgbClr val="D0D6E6">
                    <a:alpha val="25490"/>
                  </a:srgbClr>
                </a:solidFill>
                <a:ln w="12700" cap="flat" cmpd="sng">
                  <a:solidFill>
                    <a:srgbClr val="D0D6E6">
                      <a:alpha val="17254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715" name="Google Shape;1715;p17"/>
                <p:cNvSpPr/>
                <p:nvPr/>
              </p:nvSpPr>
              <p:spPr>
                <a:xfrm>
                  <a:off x="4091618" y="1912178"/>
                  <a:ext cx="725795" cy="725795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52400" dist="38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716" name="Google Shape;1716;p17"/>
            <p:cNvGrpSpPr/>
            <p:nvPr/>
          </p:nvGrpSpPr>
          <p:grpSpPr>
            <a:xfrm>
              <a:off x="5181601" y="1012827"/>
              <a:ext cx="4481513" cy="2416173"/>
              <a:chOff x="407987" y="1419226"/>
              <a:chExt cx="4481513" cy="2416173"/>
            </a:xfrm>
          </p:grpSpPr>
          <p:sp>
            <p:nvSpPr>
              <p:cNvPr id="1717" name="Google Shape;1717;p17"/>
              <p:cNvSpPr/>
              <p:nvPr/>
            </p:nvSpPr>
            <p:spPr>
              <a:xfrm>
                <a:off x="407987" y="1750142"/>
                <a:ext cx="4481513" cy="208525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718" name="Google Shape;1718;p17"/>
              <p:cNvSpPr txBox="1"/>
              <p:nvPr/>
            </p:nvSpPr>
            <p:spPr>
              <a:xfrm>
                <a:off x="777241" y="2661582"/>
                <a:ext cx="2855700" cy="79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Өсөлтийг тогтмол хэмжиж, сайжруулна.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Товч тайлбар энд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719" name="Google Shape;1719;p17"/>
              <p:cNvCxnSpPr/>
              <p:nvPr/>
            </p:nvCxnSpPr>
            <p:spPr>
              <a:xfrm>
                <a:off x="407987" y="1740311"/>
                <a:ext cx="448151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1720" name="Google Shape;1720;p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20130" y="1927437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21" name="Google Shape;1721;p17"/>
              <p:cNvGrpSpPr/>
              <p:nvPr/>
            </p:nvGrpSpPr>
            <p:grpSpPr>
              <a:xfrm>
                <a:off x="777239" y="1419226"/>
                <a:ext cx="813010" cy="813010"/>
                <a:chOff x="4009626" y="1830186"/>
                <a:chExt cx="889778" cy="889778"/>
              </a:xfrm>
            </p:grpSpPr>
            <p:sp>
              <p:nvSpPr>
                <p:cNvPr id="1722" name="Google Shape;1722;p17"/>
                <p:cNvSpPr/>
                <p:nvPr/>
              </p:nvSpPr>
              <p:spPr>
                <a:xfrm>
                  <a:off x="4009626" y="1830186"/>
                  <a:ext cx="889778" cy="889778"/>
                </a:xfrm>
                <a:prstGeom prst="ellipse">
                  <a:avLst/>
                </a:prstGeom>
                <a:solidFill>
                  <a:srgbClr val="D0D6E6">
                    <a:alpha val="25490"/>
                  </a:srgbClr>
                </a:solidFill>
                <a:ln w="12700" cap="flat" cmpd="sng">
                  <a:solidFill>
                    <a:srgbClr val="D0D6E6">
                      <a:alpha val="17254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723" name="Google Shape;1723;p17"/>
                <p:cNvSpPr/>
                <p:nvPr/>
              </p:nvSpPr>
              <p:spPr>
                <a:xfrm>
                  <a:off x="4091618" y="1912178"/>
                  <a:ext cx="725795" cy="725795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52400" dist="38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724" name="Google Shape;1724;p17"/>
            <p:cNvGrpSpPr/>
            <p:nvPr/>
          </p:nvGrpSpPr>
          <p:grpSpPr>
            <a:xfrm>
              <a:off x="407987" y="3732214"/>
              <a:ext cx="4481513" cy="2416173"/>
              <a:chOff x="407987" y="1419226"/>
              <a:chExt cx="4481513" cy="2416173"/>
            </a:xfrm>
          </p:grpSpPr>
          <p:sp>
            <p:nvSpPr>
              <p:cNvPr id="1725" name="Google Shape;1725;p17"/>
              <p:cNvSpPr/>
              <p:nvPr/>
            </p:nvSpPr>
            <p:spPr>
              <a:xfrm>
                <a:off x="407987" y="1750142"/>
                <a:ext cx="4481513" cy="208525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726" name="Google Shape;1726;p17"/>
              <p:cNvSpPr txBox="1"/>
              <p:nvPr/>
            </p:nvSpPr>
            <p:spPr>
              <a:xfrm>
                <a:off x="777239" y="2661582"/>
                <a:ext cx="3543000" cy="79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Гол үзүүлэлтүүдээ товч дурдана.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Дэд гарчиг энд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727" name="Google Shape;1727;p17"/>
              <p:cNvCxnSpPr/>
              <p:nvPr/>
            </p:nvCxnSpPr>
            <p:spPr>
              <a:xfrm>
                <a:off x="407987" y="1740311"/>
                <a:ext cx="448151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1728" name="Google Shape;1728;p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20130" y="1927437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29" name="Google Shape;1729;p17"/>
              <p:cNvGrpSpPr/>
              <p:nvPr/>
            </p:nvGrpSpPr>
            <p:grpSpPr>
              <a:xfrm>
                <a:off x="777239" y="1419226"/>
                <a:ext cx="813010" cy="813010"/>
                <a:chOff x="4009626" y="1830186"/>
                <a:chExt cx="889778" cy="889778"/>
              </a:xfrm>
            </p:grpSpPr>
            <p:sp>
              <p:nvSpPr>
                <p:cNvPr id="1730" name="Google Shape;1730;p17"/>
                <p:cNvSpPr/>
                <p:nvPr/>
              </p:nvSpPr>
              <p:spPr>
                <a:xfrm>
                  <a:off x="4009626" y="1830186"/>
                  <a:ext cx="889778" cy="889778"/>
                </a:xfrm>
                <a:prstGeom prst="ellipse">
                  <a:avLst/>
                </a:prstGeom>
                <a:solidFill>
                  <a:srgbClr val="D0D6E6">
                    <a:alpha val="25490"/>
                  </a:srgbClr>
                </a:solidFill>
                <a:ln w="12700" cap="flat" cmpd="sng">
                  <a:solidFill>
                    <a:srgbClr val="D0D6E6">
                      <a:alpha val="17254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731" name="Google Shape;1731;p17"/>
                <p:cNvSpPr/>
                <p:nvPr/>
              </p:nvSpPr>
              <p:spPr>
                <a:xfrm>
                  <a:off x="4091618" y="1912178"/>
                  <a:ext cx="725795" cy="725795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52400" dist="38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732" name="Google Shape;1732;p17"/>
            <p:cNvGrpSpPr/>
            <p:nvPr/>
          </p:nvGrpSpPr>
          <p:grpSpPr>
            <a:xfrm>
              <a:off x="5181601" y="3732214"/>
              <a:ext cx="4481513" cy="2416173"/>
              <a:chOff x="407987" y="1419226"/>
              <a:chExt cx="4481513" cy="2416173"/>
            </a:xfrm>
          </p:grpSpPr>
          <p:sp>
            <p:nvSpPr>
              <p:cNvPr id="1733" name="Google Shape;1733;p17"/>
              <p:cNvSpPr/>
              <p:nvPr/>
            </p:nvSpPr>
            <p:spPr>
              <a:xfrm>
                <a:off x="407987" y="1750142"/>
                <a:ext cx="4481513" cy="208525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03200" dist="50800" dir="3060000" algn="t" rotWithShape="0">
                  <a:srgbClr val="091450">
                    <a:alpha val="2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734" name="Google Shape;1734;p17"/>
              <p:cNvSpPr txBox="1"/>
              <p:nvPr/>
            </p:nvSpPr>
            <p:spPr>
              <a:xfrm>
                <a:off x="777239" y="2661582"/>
                <a:ext cx="3543000" cy="79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mn-MN" sz="1200" b="0" i="0" u="none" strike="noStrike" cap="non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Чанар, хурд, найдвартай байдлыг эрхэмлэнэ.</a:t>
                </a:r>
                <a:endParaRPr sz="1200" b="0" i="0" u="none" strike="noStrike" cap="none">
                  <a:solidFill>
                    <a:schemeClr val="dk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1735" name="Google Shape;1735;p17"/>
              <p:cNvCxnSpPr/>
              <p:nvPr/>
            </p:nvCxnSpPr>
            <p:spPr>
              <a:xfrm>
                <a:off x="407987" y="1740311"/>
                <a:ext cx="4481513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>
                    <a:alpha val="91372"/>
                  </a:scheme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pic>
            <p:nvPicPr>
              <p:cNvPr id="1736" name="Google Shape;1736;p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320130" y="1927437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37" name="Google Shape;1737;p17"/>
              <p:cNvGrpSpPr/>
              <p:nvPr/>
            </p:nvGrpSpPr>
            <p:grpSpPr>
              <a:xfrm>
                <a:off x="777239" y="1419226"/>
                <a:ext cx="813010" cy="813010"/>
                <a:chOff x="4009626" y="1830186"/>
                <a:chExt cx="889778" cy="889778"/>
              </a:xfrm>
            </p:grpSpPr>
            <p:sp>
              <p:nvSpPr>
                <p:cNvPr id="1738" name="Google Shape;1738;p17"/>
                <p:cNvSpPr/>
                <p:nvPr/>
              </p:nvSpPr>
              <p:spPr>
                <a:xfrm>
                  <a:off x="4009626" y="1830186"/>
                  <a:ext cx="889778" cy="889778"/>
                </a:xfrm>
                <a:prstGeom prst="ellipse">
                  <a:avLst/>
                </a:prstGeom>
                <a:solidFill>
                  <a:srgbClr val="D0D6E6">
                    <a:alpha val="25490"/>
                  </a:srgbClr>
                </a:solidFill>
                <a:ln w="12700" cap="flat" cmpd="sng">
                  <a:solidFill>
                    <a:srgbClr val="D0D6E6">
                      <a:alpha val="17254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739" name="Google Shape;1739;p17"/>
                <p:cNvSpPr/>
                <p:nvPr/>
              </p:nvSpPr>
              <p:spPr>
                <a:xfrm>
                  <a:off x="4091618" y="1912178"/>
                  <a:ext cx="725795" cy="725795"/>
                </a:xfrm>
                <a:prstGeom prst="ellipse">
                  <a:avLst/>
                </a:prstGeom>
                <a:solidFill>
                  <a:schemeClr val="accent1"/>
                </a:solidFill>
                <a:ln w="1905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52400" dist="38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pic>
        <p:nvPicPr>
          <p:cNvPr id="1740" name="Google Shape;174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308" y="1085261"/>
            <a:ext cx="232646" cy="23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67216" y="108930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2947" y="2978089"/>
            <a:ext cx="251460" cy="2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3" name="Google Shape;1743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72931" y="3000949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9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428A0"/>
      </a:accent1>
      <a:accent2>
        <a:srgbClr val="75787B"/>
      </a:accent2>
      <a:accent3>
        <a:srgbClr val="0689D8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On-screen Show (16:9)</PresentationFormat>
  <Paragraphs>258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Inter</vt:lpstr>
      <vt:lpstr>Plus Jakarta Sans</vt:lpstr>
      <vt:lpstr>Poppins</vt:lpstr>
      <vt:lpstr>Office Theme</vt:lpstr>
      <vt:lpstr>Simple Light</vt:lpstr>
      <vt:lpstr>PowerPoint Presentation</vt:lpstr>
      <vt:lpstr>PowerPoint Presentation</vt:lpstr>
      <vt:lpstr>PowerPoint Presentation</vt:lpstr>
      <vt:lpstr>Growing Needs for Advanced AI Technology</vt:lpstr>
      <vt:lpstr>Strategy for Growth</vt:lpstr>
      <vt:lpstr>Financial Highlights</vt:lpstr>
      <vt:lpstr>AI Business Portfolio</vt:lpstr>
      <vt:lpstr>Global Presence</vt:lpstr>
      <vt:lpstr>Logic Market Forecast</vt:lpstr>
      <vt:lpstr>Explosive Expansion of AI and its Applications</vt:lpstr>
      <vt:lpstr>Processor  (System on Chip)</vt:lpstr>
      <vt:lpstr>Implementation and Performance</vt:lpstr>
      <vt:lpstr>Power Management AI</vt:lpstr>
      <vt:lpstr>Security Solution</vt:lpstr>
      <vt:lpstr>AI Industry Solutions for Auto Platform </vt:lpstr>
      <vt:lpstr>AI Industry Solutions  Robot Platform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Graphican</cp:lastModifiedBy>
  <cp:revision>1</cp:revision>
  <dcterms:modified xsi:type="dcterms:W3CDTF">2026-02-06T16:51:48Z</dcterms:modified>
</cp:coreProperties>
</file>