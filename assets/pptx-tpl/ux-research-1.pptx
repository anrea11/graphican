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5"/>
    <p:sldMasterId id="2147483663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</p:sldIdLst>
  <p:sldSz cy="5143500" cx="9144000"/>
  <p:notesSz cx="6858000" cy="9144000"/>
  <p:embeddedFontLst>
    <p:embeddedFont>
      <p:font typeface="Manrope"/>
      <p:regular r:id="rId20"/>
      <p:bold r:id="rId21"/>
      <p:italic r:id="rId22"/>
      <p:boldItalic r:id="rId23"/>
    </p:embeddedFont>
    <p:embeddedFont>
      <p:font typeface="Open Sans"/>
      <p:regular r:id="rId24"/>
      <p:bold r:id="rId25"/>
      <p:italic r:id="rId26"/>
      <p:boldItalic r:id="rId27"/>
    </p:embeddedFont>
    <p:embeddedFont>
      <p:font typeface="Montserrat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6DA74CA-25A8-415B-A61D-E1F50912612E}">
  <a:tblStyle styleId="{D6DA74CA-25A8-415B-A61D-E1F50912612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?><Relationships xmlns="http://schemas.openxmlformats.org/package/2006/relationships"><Relationship Id="rId20" Type="http://schemas.openxmlformats.org/officeDocument/2006/relationships/font" Target="fonts/PlusJakartaSans-regular.fntdata"/><Relationship Id="rId22" Type="http://schemas.openxmlformats.org/officeDocument/2006/relationships/font" Target="fonts/PlusJakartaSans-italic.fntdata"/><Relationship Id="rId21" Type="http://schemas.openxmlformats.org/officeDocument/2006/relationships/font" Target="fonts/PlusJakartaSans-bold.fntdata"/><Relationship Id="rId24" Type="http://schemas.openxmlformats.org/officeDocument/2006/relationships/font" Target="fonts/QuattrocentoSans-regular.fntdata"/><Relationship Id="rId23" Type="http://schemas.openxmlformats.org/officeDocument/2006/relationships/font" Target="fonts/PlusJakartaSans-bold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QuattrocentoSans-italic.fntdata"/><Relationship Id="rId25" Type="http://schemas.openxmlformats.org/officeDocument/2006/relationships/font" Target="fonts/QuattrocentoSans-bold.fntdata"/><Relationship Id="rId28" Type="http://schemas.openxmlformats.org/officeDocument/2006/relationships/font" Target="fonts/CenturyGothic-regular.fntdata"/><Relationship Id="rId27" Type="http://schemas.openxmlformats.org/officeDocument/2006/relationships/font" Target="fonts/QuattrocentoSans-bold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CenturyGothic-bold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CenturyGothic-boldItalic.fntdata"/><Relationship Id="rId30" Type="http://schemas.openxmlformats.org/officeDocument/2006/relationships/font" Target="fonts/CenturyGothic-italic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8" name="Google Shape;58;p1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Manrope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title"/>
          </p:nvPr>
        </p:nvSpPr>
        <p:spPr>
          <a:xfrm>
            <a:off x="250825" y="273844"/>
            <a:ext cx="8642350" cy="62405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Open Sans"/>
              <a:buNone/>
              <a:defRPr sz="27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body"/>
          </p:nvPr>
        </p:nvSpPr>
        <p:spPr>
          <a:xfrm>
            <a:off x="250825" y="1043940"/>
            <a:ext cx="8642351" cy="358878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2" type="sldNum"/>
          </p:nvPr>
        </p:nvSpPr>
        <p:spPr>
          <a:xfrm>
            <a:off x="8582089" y="4748642"/>
            <a:ext cx="31108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1" type="titleOnly">
  <p:cSld name="TITLE_ONL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 txBox="1"/>
          <p:nvPr>
            <p:ph type="title"/>
          </p:nvPr>
        </p:nvSpPr>
        <p:spPr>
          <a:xfrm>
            <a:off x="250825" y="273844"/>
            <a:ext cx="8642350" cy="62405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Open Sans"/>
              <a:buNone/>
              <a:defRPr sz="27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2" type="sldNum"/>
          </p:nvPr>
        </p:nvSpPr>
        <p:spPr>
          <a:xfrm>
            <a:off x="8582089" y="4748642"/>
            <a:ext cx="31108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158">
          <p15:clr>
            <a:srgbClr val="FBAE40"/>
          </p15:clr>
        </p15:guide>
        <p15:guide id="3" pos="5602">
          <p15:clr>
            <a:srgbClr val="FBAE40"/>
          </p15:clr>
        </p15:guide>
        <p15:guide id="4" orient="horz" pos="169">
          <p15:clr>
            <a:srgbClr val="FBAE40"/>
          </p15:clr>
        </p15:guide>
        <p15:guide id="5" orient="horz" pos="2981">
          <p15:clr>
            <a:srgbClr val="FBAE40"/>
          </p15:clr>
        </p15:guide>
        <p15:guide id="6" orient="horz" pos="577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250825" y="1043940"/>
            <a:ext cx="8642351" cy="358878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0" type="dt"/>
          </p:nvPr>
        </p:nvSpPr>
        <p:spPr>
          <a:xfrm>
            <a:off x="25082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2" type="sldNum"/>
          </p:nvPr>
        </p:nvSpPr>
        <p:spPr>
          <a:xfrm>
            <a:off x="68357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13"/>
          <p:cNvSpPr txBox="1"/>
          <p:nvPr>
            <p:ph type="title"/>
          </p:nvPr>
        </p:nvSpPr>
        <p:spPr>
          <a:xfrm>
            <a:off x="250825" y="274639"/>
            <a:ext cx="8642350" cy="6413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F26B43"/>
          </p15:clr>
        </p15:guide>
        <p15:guide id="2" pos="158">
          <p15:clr>
            <a:srgbClr val="F26B43"/>
          </p15:clr>
        </p15:guide>
        <p15:guide id="3" pos="5602">
          <p15:clr>
            <a:srgbClr val="F26B43"/>
          </p15:clr>
        </p15:guide>
        <p15:guide id="4" orient="horz" pos="169">
          <p15:clr>
            <a:srgbClr val="F26B43"/>
          </p15:clr>
        </p15:guide>
        <p15:guide id="5" orient="horz" pos="2981">
          <p15:clr>
            <a:srgbClr val="F26B43"/>
          </p15:clr>
        </p15:guide>
        <p15:guide id="6" orient="horz" pos="577">
          <p15:clr>
            <a:srgbClr val="F26B43"/>
          </p15:clr>
        </p15:guide>
      </p15:sldGuideLst>
    </p:ext>
  </p:ext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Relationship Id="rId3" Type="http://schemas.openxmlformats.org/officeDocument/2006/relationships/image" Target="../media/image15.png"/><Relationship Id="rId4" Type="http://schemas.openxmlformats.org/officeDocument/2006/relationships/image" Target="../media/image5.png"/><Relationship Id="rIdGc1" Type="http://schemas.openxmlformats.org/officeDocument/2006/relationships/image" Target="../media/gclogo_1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Relationship Id="rId5" Type="http://schemas.openxmlformats.org/officeDocument/2006/relationships/image" Target="../media/image16.png"/><Relationship Id="rId6" Type="http://schemas.openxmlformats.org/officeDocument/2006/relationships/image" Target="../media/image13.png"/><Relationship Id="rId7" Type="http://schemas.openxmlformats.org/officeDocument/2006/relationships/image" Target="../media/image17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Relationship Id="rId3" Type="http://schemas.openxmlformats.org/officeDocument/2006/relationships/image" Target="../media/image20.jp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image" Target="../media/image6.png"/><Relationship Id="rId8" Type="http://schemas.openxmlformats.org/officeDocument/2006/relationships/image" Target="../media/image17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3" Type="http://schemas.openxmlformats.org/officeDocument/2006/relationships/image" Target="../media/image23.jpg"/><Relationship Id="rId4" Type="http://schemas.openxmlformats.org/officeDocument/2006/relationships/image" Target="../media/image17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3" Type="http://schemas.openxmlformats.org/officeDocument/2006/relationships/image" Target="../media/image14.png"/><Relationship Id="rId4" Type="http://schemas.openxmlformats.org/officeDocument/2006/relationships/image" Target="../media/image9.png"/><Relationship Id="rId11" Type="http://schemas.openxmlformats.org/officeDocument/2006/relationships/image" Target="../media/image35.jpg"/><Relationship Id="rId10" Type="http://schemas.openxmlformats.org/officeDocument/2006/relationships/image" Target="../media/image17.png"/><Relationship Id="rId12" Type="http://schemas.openxmlformats.org/officeDocument/2006/relationships/image" Target="../media/image41.png"/><Relationship Id="rId9" Type="http://schemas.openxmlformats.org/officeDocument/2006/relationships/image" Target="../media/image18.png"/><Relationship Id="rId5" Type="http://schemas.openxmlformats.org/officeDocument/2006/relationships/image" Target="../media/image8.png"/><Relationship Id="rId6" Type="http://schemas.openxmlformats.org/officeDocument/2006/relationships/image" Target="../media/image4.png"/><Relationship Id="rId7" Type="http://schemas.openxmlformats.org/officeDocument/2006/relationships/image" Target="../media/image28.png"/><Relationship Id="rId8" Type="http://schemas.openxmlformats.org/officeDocument/2006/relationships/image" Target="../media/image27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3" Type="http://schemas.openxmlformats.org/officeDocument/2006/relationships/image" Target="../media/image34.jpg"/><Relationship Id="rId4" Type="http://schemas.openxmlformats.org/officeDocument/2006/relationships/image" Target="../media/image24.png"/><Relationship Id="rId10" Type="http://schemas.openxmlformats.org/officeDocument/2006/relationships/image" Target="../media/image17.png"/><Relationship Id="rId9" Type="http://schemas.openxmlformats.org/officeDocument/2006/relationships/image" Target="../media/image26.png"/><Relationship Id="rId5" Type="http://schemas.openxmlformats.org/officeDocument/2006/relationships/image" Target="../media/image22.png"/><Relationship Id="rId6" Type="http://schemas.openxmlformats.org/officeDocument/2006/relationships/image" Target="../media/image19.png"/><Relationship Id="rId7" Type="http://schemas.openxmlformats.org/officeDocument/2006/relationships/image" Target="../media/image21.png"/><Relationship Id="rId8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7"/>
          <p:cNvSpPr/>
          <p:nvPr/>
        </p:nvSpPr>
        <p:spPr>
          <a:xfrm>
            <a:off x="0" y="-3"/>
            <a:ext cx="9144000" cy="5143497"/>
          </a:xfrm>
          <a:prstGeom prst="rect">
            <a:avLst/>
          </a:prstGeom>
          <a:gradFill>
            <a:gsLst>
              <a:gs pos="0">
                <a:srgbClr val="5BB180"/>
              </a:gs>
              <a:gs pos="29000">
                <a:srgbClr val="05121A"/>
              </a:gs>
              <a:gs pos="100000">
                <a:srgbClr val="05121A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3" name="Google Shape;73;p17"/>
          <p:cNvSpPr/>
          <p:nvPr/>
        </p:nvSpPr>
        <p:spPr>
          <a:xfrm flipH="1">
            <a:off x="-6" y="3038478"/>
            <a:ext cx="3876676" cy="2105022"/>
          </a:xfrm>
          <a:prstGeom prst="rect">
            <a:avLst/>
          </a:prstGeom>
          <a:gradFill>
            <a:gsLst>
              <a:gs pos="0">
                <a:srgbClr val="5BB180"/>
              </a:gs>
              <a:gs pos="26000">
                <a:srgbClr val="05121A"/>
              </a:gs>
              <a:gs pos="100000">
                <a:srgbClr val="05121A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4" name="Google Shape;74;p17"/>
          <p:cNvSpPr/>
          <p:nvPr/>
        </p:nvSpPr>
        <p:spPr>
          <a:xfrm flipH="1" rot="-5400000">
            <a:off x="6883242" y="-392802"/>
            <a:ext cx="1881188" cy="2640332"/>
          </a:xfrm>
          <a:prstGeom prst="flowChartManualInput">
            <a:avLst/>
          </a:prstGeom>
          <a:gradFill>
            <a:gsLst>
              <a:gs pos="0">
                <a:schemeClr val="accent3"/>
              </a:gs>
              <a:gs pos="38000">
                <a:srgbClr val="5BB180"/>
              </a:gs>
              <a:gs pos="67000">
                <a:srgbClr val="31644F"/>
              </a:gs>
              <a:gs pos="100000">
                <a:srgbClr val="05121A"/>
              </a:gs>
            </a:gsLst>
            <a:path path="circle">
              <a:fillToRect b="100%" l="100%" r="0%" t="0%"/>
            </a:path>
            <a:tileRect b="0%" l="0%" r="-100%" t="-100%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5" name="Google Shape;75;p17"/>
          <p:cNvSpPr/>
          <p:nvPr/>
        </p:nvSpPr>
        <p:spPr>
          <a:xfrm>
            <a:off x="-3" y="0"/>
            <a:ext cx="7184574" cy="5143497"/>
          </a:xfrm>
          <a:custGeom>
            <a:rect b="b" l="l" r="r" t="t"/>
            <a:pathLst>
              <a:path extrusionOk="0" h="6857996" w="9579432">
                <a:moveTo>
                  <a:pt x="0" y="0"/>
                </a:moveTo>
                <a:lnTo>
                  <a:pt x="9579432" y="0"/>
                </a:lnTo>
                <a:lnTo>
                  <a:pt x="9579431" y="4"/>
                </a:lnTo>
                <a:lnTo>
                  <a:pt x="3913990" y="4"/>
                </a:lnTo>
                <a:lnTo>
                  <a:pt x="4570139" y="1768319"/>
                </a:lnTo>
                <a:cubicBezTo>
                  <a:pt x="4570139" y="1768319"/>
                  <a:pt x="4938048" y="2505077"/>
                  <a:pt x="5705107" y="2505077"/>
                </a:cubicBezTo>
                <a:lnTo>
                  <a:pt x="8676383" y="2505077"/>
                </a:lnTo>
                <a:lnTo>
                  <a:pt x="7107210" y="6857996"/>
                </a:lnTo>
                <a:lnTo>
                  <a:pt x="1136912" y="6857996"/>
                </a:lnTo>
                <a:lnTo>
                  <a:pt x="0" y="370417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44000">
                <a:srgbClr val="5BB180"/>
              </a:gs>
              <a:gs pos="67000">
                <a:srgbClr val="31644F"/>
              </a:gs>
              <a:gs pos="100000">
                <a:srgbClr val="05121A"/>
              </a:gs>
            </a:gsLst>
            <a:path path="circle">
              <a:fillToRect b="100%" l="100%" r="0%" t="0%"/>
            </a:path>
            <a:tileRect b="0%" l="0%" r="-100%" t="-100%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6" name="Google Shape;76;p17"/>
          <p:cNvSpPr/>
          <p:nvPr/>
        </p:nvSpPr>
        <p:spPr>
          <a:xfrm>
            <a:off x="21428" y="0"/>
            <a:ext cx="7184574" cy="5143497"/>
          </a:xfrm>
          <a:custGeom>
            <a:rect b="b" l="l" r="r" t="t"/>
            <a:pathLst>
              <a:path extrusionOk="0" h="6857996" w="9579432">
                <a:moveTo>
                  <a:pt x="0" y="0"/>
                </a:moveTo>
                <a:lnTo>
                  <a:pt x="9579432" y="0"/>
                </a:lnTo>
                <a:lnTo>
                  <a:pt x="9579431" y="4"/>
                </a:lnTo>
                <a:lnTo>
                  <a:pt x="3913990" y="4"/>
                </a:lnTo>
                <a:lnTo>
                  <a:pt x="4570139" y="1768319"/>
                </a:lnTo>
                <a:cubicBezTo>
                  <a:pt x="4570139" y="1768319"/>
                  <a:pt x="4938048" y="2505077"/>
                  <a:pt x="5705107" y="2505077"/>
                </a:cubicBezTo>
                <a:lnTo>
                  <a:pt x="8676383" y="2505077"/>
                </a:lnTo>
                <a:lnTo>
                  <a:pt x="7107210" y="6857996"/>
                </a:lnTo>
                <a:lnTo>
                  <a:pt x="1136912" y="6857996"/>
                </a:lnTo>
                <a:lnTo>
                  <a:pt x="0" y="370417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5121A"/>
              </a:gs>
              <a:gs pos="43000">
                <a:srgbClr val="31644F"/>
              </a:gs>
              <a:gs pos="67000">
                <a:srgbClr val="31644F"/>
              </a:gs>
              <a:gs pos="100000">
                <a:srgbClr val="05121A">
                  <a:alpha val="0"/>
                </a:srgbClr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77" name="Google Shape;77;p17"/>
          <p:cNvGrpSpPr/>
          <p:nvPr/>
        </p:nvGrpSpPr>
        <p:grpSpPr>
          <a:xfrm>
            <a:off x="4712199" y="-147"/>
            <a:ext cx="3944541" cy="3257841"/>
            <a:chOff x="4712199" y="-350860"/>
            <a:chExt cx="3944541" cy="3257841"/>
          </a:xfrm>
        </p:grpSpPr>
        <p:cxnSp>
          <p:nvCxnSpPr>
            <p:cNvPr id="78" name="Google Shape;78;p17"/>
            <p:cNvCxnSpPr>
              <a:endCxn id="79" idx="2"/>
            </p:cNvCxnSpPr>
            <p:nvPr/>
          </p:nvCxnSpPr>
          <p:spPr>
            <a:xfrm>
              <a:off x="4712199" y="2906980"/>
              <a:ext cx="3733800" cy="0"/>
            </a:xfrm>
            <a:prstGeom prst="straightConnector1">
              <a:avLst/>
            </a:prstGeom>
            <a:noFill/>
            <a:ln cap="flat" cmpd="sng" w="12700">
              <a:solidFill>
                <a:schemeClr val="lt1">
                  <a:alpha val="32941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0" name="Google Shape;80;p17"/>
            <p:cNvCxnSpPr>
              <a:endCxn id="79" idx="0"/>
            </p:cNvCxnSpPr>
            <p:nvPr/>
          </p:nvCxnSpPr>
          <p:spPr>
            <a:xfrm>
              <a:off x="8656739" y="-350860"/>
              <a:ext cx="0" cy="3047100"/>
            </a:xfrm>
            <a:prstGeom prst="straightConnector1">
              <a:avLst/>
            </a:prstGeom>
            <a:noFill/>
            <a:ln cap="flat" cmpd="sng" w="12700">
              <a:solidFill>
                <a:srgbClr val="EDF1FF">
                  <a:alpha val="3294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9" name="Google Shape;79;p17"/>
            <p:cNvSpPr/>
            <p:nvPr/>
          </p:nvSpPr>
          <p:spPr>
            <a:xfrm rot="5400000">
              <a:off x="8235258" y="2485499"/>
              <a:ext cx="421481" cy="421481"/>
            </a:xfrm>
            <a:prstGeom prst="arc">
              <a:avLst>
                <a:gd fmla="val 16200000" name="adj1"/>
                <a:gd fmla="val 0" name="adj2"/>
              </a:avLst>
            </a:prstGeom>
            <a:noFill/>
            <a:ln cap="flat" cmpd="sng" w="12700">
              <a:solidFill>
                <a:schemeClr val="lt1">
                  <a:alpha val="32941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pic>
        <p:nvPicPr>
          <p:cNvPr id="81" name="Google Shape;81;p17"/>
          <p:cNvPicPr preferRelativeResize="0"/>
          <p:nvPr/>
        </p:nvPicPr>
        <p:blipFill rotWithShape="1">
          <a:blip r:embed="rId3">
            <a:alphaModFix/>
          </a:blip>
          <a:srcRect b="11716" l="0" r="0" t="15703"/>
          <a:stretch/>
        </p:blipFill>
        <p:spPr>
          <a:xfrm rot="8036273">
            <a:off x="2110577" y="-1604313"/>
            <a:ext cx="4403381" cy="6394153"/>
          </a:xfrm>
          <a:custGeom>
            <a:rect b="b" l="l" r="r" t="t"/>
            <a:pathLst>
              <a:path extrusionOk="0" h="8525537" w="5871174">
                <a:moveTo>
                  <a:pt x="4093990" y="8525537"/>
                </a:moveTo>
                <a:lnTo>
                  <a:pt x="0" y="4276878"/>
                </a:lnTo>
                <a:lnTo>
                  <a:pt x="0" y="4276873"/>
                </a:lnTo>
                <a:lnTo>
                  <a:pt x="2679906" y="7058024"/>
                </a:lnTo>
                <a:lnTo>
                  <a:pt x="3497969" y="5358541"/>
                </a:lnTo>
                <a:cubicBezTo>
                  <a:pt x="3497969" y="5358541"/>
                  <a:pt x="3773219" y="4582393"/>
                  <a:pt x="3240973" y="4030039"/>
                </a:cubicBezTo>
                <a:lnTo>
                  <a:pt x="1179270" y="1890446"/>
                </a:lnTo>
                <a:lnTo>
                  <a:pt x="5402589" y="0"/>
                </a:lnTo>
                <a:lnTo>
                  <a:pt x="5871174" y="486288"/>
                </a:lnTo>
                <a:lnTo>
                  <a:pt x="5871174" y="8525537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82" name="Google Shape;82;p17"/>
          <p:cNvPicPr preferRelativeResize="0"/>
          <p:nvPr/>
        </p:nvPicPr>
        <p:blipFill rotWithShape="1">
          <a:blip r:embed="rId4">
            <a:alphaModFix/>
          </a:blip>
          <a:srcRect b="16617" l="4466" r="0" t="21653"/>
          <a:stretch/>
        </p:blipFill>
        <p:spPr>
          <a:xfrm rot="-2246355">
            <a:off x="6415122" y="10877"/>
            <a:ext cx="2148739" cy="2777749"/>
          </a:xfrm>
          <a:custGeom>
            <a:rect b="b" l="l" r="r" t="t"/>
            <a:pathLst>
              <a:path extrusionOk="0" h="3703665" w="2864985">
                <a:moveTo>
                  <a:pt x="2083861" y="0"/>
                </a:moveTo>
                <a:lnTo>
                  <a:pt x="2864985" y="598063"/>
                </a:lnTo>
                <a:lnTo>
                  <a:pt x="2864985" y="3612553"/>
                </a:lnTo>
                <a:lnTo>
                  <a:pt x="2795226" y="3703665"/>
                </a:lnTo>
                <a:lnTo>
                  <a:pt x="0" y="1563517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83" name="Google Shape;83;p17"/>
          <p:cNvSpPr txBox="1"/>
          <p:nvPr/>
        </p:nvSpPr>
        <p:spPr>
          <a:xfrm>
            <a:off x="796542" y="2260111"/>
            <a:ext cx="5231027" cy="130032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mn-MN" sz="4000" u="none" cap="none" strike="noStrike">
                <a:solidFill>
                  <a:srgbClr val="FADF4B"/>
                </a:solidFill>
                <a:latin typeface="Montserrat"/>
                <a:ea typeface="Montserrat"/>
                <a:cs typeface="Montserrat"/>
                <a:sym typeface="Montserrat"/>
              </a:rPr>
              <a:t>UX </a:t>
            </a:r>
            <a:r>
              <a:rPr b="1" i="0" lang="mn-MN" sz="4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судалгааны тайлан</a:t>
            </a:r>
            <a:endParaRPr/>
          </a:p>
        </p:txBody>
      </p:sp>
      <p:sp>
        <p:nvSpPr>
          <p:cNvPr id="84" name="Google Shape;84;p17"/>
          <p:cNvSpPr txBox="1"/>
          <p:nvPr/>
        </p:nvSpPr>
        <p:spPr>
          <a:xfrm>
            <a:off x="796542" y="3660518"/>
            <a:ext cx="3168331" cy="61552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mn-MN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Товч бөгөөд ойлгомжтой тайлбар. Үзэгчдэд хэрэгтэй мэдээллийг өгнө.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24slides Karir &amp; Profil 2022 | Glints" id="85" name="Google Shape;85;p17"/>
          <p:cNvPicPr preferRelativeResize="0"/>
          <p:nvPr/>
        </p:nvPicPr>
        <p:blipFill rotWithShape="1">
          <a:blip r:embed="rIdGc1">
            <a:alphaModFix/>
          </a:blip>
          <a:stretch/>
        </p:blipFill>
        <p:spPr>
          <a:xfrm>
            <a:off x="7860050" y="4454445"/>
            <a:ext cx="1033125" cy="3337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6" name="Google Shape;86;p17"/>
          <p:cNvGrpSpPr/>
          <p:nvPr/>
        </p:nvGrpSpPr>
        <p:grpSpPr>
          <a:xfrm rot="2700000">
            <a:off x="4223323" y="3104676"/>
            <a:ext cx="308529" cy="307776"/>
            <a:chOff x="10439928" y="2985331"/>
            <a:chExt cx="641137" cy="639573"/>
          </a:xfrm>
        </p:grpSpPr>
        <p:sp>
          <p:nvSpPr>
            <p:cNvPr id="87" name="Google Shape;87;p17"/>
            <p:cNvSpPr/>
            <p:nvPr/>
          </p:nvSpPr>
          <p:spPr>
            <a:xfrm>
              <a:off x="10439928" y="2985331"/>
              <a:ext cx="637800" cy="637800"/>
            </a:xfrm>
            <a:prstGeom prst="ellipse">
              <a:avLst/>
            </a:prstGeom>
            <a:noFill/>
            <a:ln cap="flat" cmpd="sng" w="9525">
              <a:solidFill>
                <a:schemeClr val="lt1">
                  <a:alpha val="58431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25700" lIns="51425" spcFirstLastPara="1" rIns="51425" wrap="square" tIns="2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Manrope"/>
                <a:buNone/>
              </a:pPr>
              <a:r>
                <a:t/>
              </a:r>
              <a:endPara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8" name="Google Shape;88;p17"/>
            <p:cNvGrpSpPr/>
            <p:nvPr/>
          </p:nvGrpSpPr>
          <p:grpSpPr>
            <a:xfrm rot="-2700000">
              <a:off x="10645147" y="3223767"/>
              <a:ext cx="227912" cy="160767"/>
              <a:chOff x="3179128" y="1641228"/>
              <a:chExt cx="1045800" cy="737700"/>
            </a:xfrm>
          </p:grpSpPr>
          <p:sp>
            <p:nvSpPr>
              <p:cNvPr id="89" name="Google Shape;89;p17"/>
              <p:cNvSpPr/>
              <p:nvPr/>
            </p:nvSpPr>
            <p:spPr>
              <a:xfrm>
                <a:off x="3829228" y="1641228"/>
                <a:ext cx="395700" cy="737700"/>
              </a:xfrm>
              <a:prstGeom prst="chevron">
                <a:avLst>
                  <a:gd fmla="val 100000" name="adj"/>
                </a:avLst>
              </a:prstGeom>
              <a:solidFill>
                <a:schemeClr val="accent1"/>
              </a:solidFill>
              <a:ln cap="flat" cmpd="sng" w="12700">
                <a:solidFill>
                  <a:srgbClr val="FADF4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25700" lIns="51425" spcFirstLastPara="1" rIns="51425" wrap="square" tIns="2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Manrope"/>
                  <a:buNone/>
                </a:pPr>
                <a:r>
                  <a:t/>
                </a:r>
                <a:endParaRPr b="0" i="0" sz="1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90" name="Google Shape;90;p17"/>
              <p:cNvCxnSpPr>
                <a:stCxn id="89" idx="1"/>
              </p:cNvCxnSpPr>
              <p:nvPr/>
            </p:nvCxnSpPr>
            <p:spPr>
              <a:xfrm flipH="1">
                <a:off x="3179128" y="2010078"/>
                <a:ext cx="1045800" cy="198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ADF4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91" name="Google Shape;91;p17"/>
            <p:cNvSpPr/>
            <p:nvPr/>
          </p:nvSpPr>
          <p:spPr>
            <a:xfrm>
              <a:off x="10443265" y="2987104"/>
              <a:ext cx="637800" cy="637800"/>
            </a:xfrm>
            <a:prstGeom prst="arc">
              <a:avLst>
                <a:gd fmla="val 16200000" name="adj1"/>
                <a:gd fmla="val 2547781" name="adj2"/>
              </a:avLst>
            </a:prstGeom>
            <a:noFill/>
            <a:ln cap="flat" cmpd="sng" w="19050">
              <a:solidFill>
                <a:srgbClr val="FADF4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25700" lIns="51425" spcFirstLastPara="1" rIns="51425" wrap="square" tIns="2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Manrope"/>
                <a:buNone/>
              </a:pPr>
              <a:r>
                <a:t/>
              </a:r>
              <a:endPara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/>
          <p:nvPr/>
        </p:nvSpPr>
        <p:spPr>
          <a:xfrm flipH="1" rot="5400000">
            <a:off x="151462" y="-151462"/>
            <a:ext cx="5143500" cy="5446423"/>
          </a:xfrm>
          <a:prstGeom prst="rect">
            <a:avLst/>
          </a:prstGeom>
          <a:gradFill>
            <a:gsLst>
              <a:gs pos="0">
                <a:srgbClr val="5BB180"/>
              </a:gs>
              <a:gs pos="29000">
                <a:srgbClr val="05121A"/>
              </a:gs>
              <a:gs pos="100000">
                <a:srgbClr val="05121A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7" name="Google Shape;97;p18"/>
          <p:cNvSpPr txBox="1"/>
          <p:nvPr>
            <p:ph type="title"/>
          </p:nvPr>
        </p:nvSpPr>
        <p:spPr>
          <a:xfrm>
            <a:off x="250825" y="739630"/>
            <a:ext cx="4321175" cy="443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72000" spcFirstLastPara="1" rIns="72000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Open Sans"/>
              <a:buNone/>
            </a:pPr>
            <a:r>
              <a:rPr lang="mn-MN" sz="4400">
                <a:solidFill>
                  <a:schemeClr val="lt1"/>
                </a:solidFill>
              </a:rPr>
              <a:t>Асуудал </a:t>
            </a:r>
            <a:endParaRPr/>
          </a:p>
        </p:txBody>
      </p:sp>
      <p:sp>
        <p:nvSpPr>
          <p:cNvPr id="98" name="Google Shape;98;p18"/>
          <p:cNvSpPr/>
          <p:nvPr/>
        </p:nvSpPr>
        <p:spPr>
          <a:xfrm>
            <a:off x="4675545" y="1017325"/>
            <a:ext cx="667334" cy="667333"/>
          </a:xfrm>
          <a:prstGeom prst="ellipse">
            <a:avLst/>
          </a:prstGeom>
          <a:solidFill>
            <a:srgbClr val="D8D8D8">
              <a:alpha val="25882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9" name="Google Shape;99;p18"/>
          <p:cNvSpPr/>
          <p:nvPr/>
        </p:nvSpPr>
        <p:spPr>
          <a:xfrm>
            <a:off x="4675545" y="1984900"/>
            <a:ext cx="667334" cy="667333"/>
          </a:xfrm>
          <a:prstGeom prst="ellipse">
            <a:avLst/>
          </a:prstGeom>
          <a:solidFill>
            <a:srgbClr val="D8D8D8">
              <a:alpha val="25882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0" name="Google Shape;100;p18"/>
          <p:cNvSpPr/>
          <p:nvPr/>
        </p:nvSpPr>
        <p:spPr>
          <a:xfrm>
            <a:off x="4675545" y="2994722"/>
            <a:ext cx="667334" cy="667333"/>
          </a:xfrm>
          <a:prstGeom prst="ellipse">
            <a:avLst/>
          </a:prstGeom>
          <a:solidFill>
            <a:srgbClr val="D8D8D8">
              <a:alpha val="25882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1" name="Google Shape;101;p18"/>
          <p:cNvSpPr/>
          <p:nvPr/>
        </p:nvSpPr>
        <p:spPr>
          <a:xfrm>
            <a:off x="4675545" y="3953354"/>
            <a:ext cx="667334" cy="667333"/>
          </a:xfrm>
          <a:prstGeom prst="ellipse">
            <a:avLst/>
          </a:prstGeom>
          <a:solidFill>
            <a:srgbClr val="D8D8D8">
              <a:alpha val="25882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102" name="Google Shape;102;p18"/>
          <p:cNvGrpSpPr/>
          <p:nvPr/>
        </p:nvGrpSpPr>
        <p:grpSpPr>
          <a:xfrm>
            <a:off x="5006339" y="922111"/>
            <a:ext cx="3886835" cy="3810227"/>
            <a:chOff x="5006339" y="922111"/>
            <a:chExt cx="3886835" cy="5069178"/>
          </a:xfrm>
        </p:grpSpPr>
        <p:sp>
          <p:nvSpPr>
            <p:cNvPr id="103" name="Google Shape;103;p18"/>
            <p:cNvSpPr/>
            <p:nvPr/>
          </p:nvSpPr>
          <p:spPr>
            <a:xfrm>
              <a:off x="5006339" y="922111"/>
              <a:ext cx="3886835" cy="1184909"/>
            </a:xfrm>
            <a:prstGeom prst="roundRect">
              <a:avLst>
                <a:gd fmla="val 6063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203200" rotWithShape="0" algn="t" dir="3060000" dist="50800">
                <a:srgbClr val="091450">
                  <a:alpha val="2000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04" name="Google Shape;104;p18"/>
            <p:cNvSpPr/>
            <p:nvPr/>
          </p:nvSpPr>
          <p:spPr>
            <a:xfrm>
              <a:off x="5006339" y="2216867"/>
              <a:ext cx="3886835" cy="1184909"/>
            </a:xfrm>
            <a:prstGeom prst="roundRect">
              <a:avLst>
                <a:gd fmla="val 6063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203200" rotWithShape="0" algn="t" dir="3060000" dist="50800">
                <a:srgbClr val="091450">
                  <a:alpha val="2000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05" name="Google Shape;105;p18"/>
            <p:cNvSpPr/>
            <p:nvPr/>
          </p:nvSpPr>
          <p:spPr>
            <a:xfrm>
              <a:off x="5006339" y="3511623"/>
              <a:ext cx="3886835" cy="1184909"/>
            </a:xfrm>
            <a:prstGeom prst="roundRect">
              <a:avLst>
                <a:gd fmla="val 6063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203200" rotWithShape="0" algn="t" dir="3060000" dist="50800">
                <a:srgbClr val="091450">
                  <a:alpha val="2000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06" name="Google Shape;106;p18"/>
            <p:cNvSpPr/>
            <p:nvPr/>
          </p:nvSpPr>
          <p:spPr>
            <a:xfrm>
              <a:off x="5006339" y="4806380"/>
              <a:ext cx="3886835" cy="1184909"/>
            </a:xfrm>
            <a:prstGeom prst="roundRect">
              <a:avLst>
                <a:gd fmla="val 6063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203200" rotWithShape="0" algn="t" dir="3060000" dist="50800">
                <a:srgbClr val="091450">
                  <a:alpha val="2000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107" name="Google Shape;107;p18"/>
          <p:cNvSpPr txBox="1"/>
          <p:nvPr/>
        </p:nvSpPr>
        <p:spPr>
          <a:xfrm flipH="1">
            <a:off x="5405120" y="1068022"/>
            <a:ext cx="3319780" cy="62321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mn-M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Тоо баримт, жишээ ашиглавал илүү үр дүнтэй. Бид хэрэглэгчдэдээ үнэ цэн бүтээхийг зорьдог.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8"/>
          <p:cNvSpPr txBox="1"/>
          <p:nvPr/>
        </p:nvSpPr>
        <p:spPr>
          <a:xfrm flipH="1">
            <a:off x="5405120" y="2029016"/>
            <a:ext cx="3319780" cy="62321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mn-M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Төслийн явц, үр дүнг энд харуулна. Багаараа хамтран шинэ шийдэл хэрэгжүүлнэ.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8"/>
          <p:cNvSpPr txBox="1"/>
          <p:nvPr/>
        </p:nvSpPr>
        <p:spPr>
          <a:xfrm flipH="1">
            <a:off x="5405120" y="3002214"/>
            <a:ext cx="3319780" cy="62321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mn-M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Зах зээлийн судалгаанд үндэслэн шийдвэр гаргана. Дараагийн алхмуудаа тодорхой төлөвлөнө.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8"/>
          <p:cNvSpPr txBox="1"/>
          <p:nvPr/>
        </p:nvSpPr>
        <p:spPr>
          <a:xfrm flipH="1">
            <a:off x="5405120" y="3975413"/>
            <a:ext cx="3319780" cy="62321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mn-M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Өсөлтийг тогтмол хэмжиж, сайжруулна. Энэ хэсэгт өөрийн текстээ оруулна уу.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8"/>
          <p:cNvSpPr/>
          <p:nvPr/>
        </p:nvSpPr>
        <p:spPr>
          <a:xfrm>
            <a:off x="4737862" y="1079643"/>
            <a:ext cx="542700" cy="542700"/>
          </a:xfrm>
          <a:prstGeom prst="ellipse">
            <a:avLst/>
          </a:prstGeom>
          <a:solidFill>
            <a:srgbClr val="5BB180"/>
          </a:solidFill>
          <a:ln>
            <a:noFill/>
          </a:ln>
          <a:effectLst>
            <a:outerShdw blurRad="152400" rotWithShape="0" algn="t" dir="5400000" dist="38100">
              <a:srgbClr val="5BB18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12" name="Google Shape;112;p18"/>
          <p:cNvSpPr/>
          <p:nvPr/>
        </p:nvSpPr>
        <p:spPr>
          <a:xfrm>
            <a:off x="4737862" y="2047218"/>
            <a:ext cx="542700" cy="542700"/>
          </a:xfrm>
          <a:prstGeom prst="ellipse">
            <a:avLst/>
          </a:prstGeom>
          <a:solidFill>
            <a:srgbClr val="5BB180"/>
          </a:solidFill>
          <a:ln>
            <a:noFill/>
          </a:ln>
          <a:effectLst>
            <a:outerShdw blurRad="152400" rotWithShape="0" algn="t" dir="5400000" dist="38100">
              <a:srgbClr val="5BB18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13" name="Google Shape;113;p18"/>
          <p:cNvSpPr/>
          <p:nvPr/>
        </p:nvSpPr>
        <p:spPr>
          <a:xfrm>
            <a:off x="4737862" y="3057040"/>
            <a:ext cx="542700" cy="542700"/>
          </a:xfrm>
          <a:prstGeom prst="ellipse">
            <a:avLst/>
          </a:prstGeom>
          <a:solidFill>
            <a:srgbClr val="5BB180"/>
          </a:solidFill>
          <a:ln>
            <a:noFill/>
          </a:ln>
          <a:effectLst>
            <a:outerShdw blurRad="152400" rotWithShape="0" algn="t" dir="5400000" dist="38100">
              <a:srgbClr val="5BB18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14" name="Google Shape;114;p18"/>
          <p:cNvSpPr/>
          <p:nvPr/>
        </p:nvSpPr>
        <p:spPr>
          <a:xfrm>
            <a:off x="4737862" y="4015672"/>
            <a:ext cx="542700" cy="542700"/>
          </a:xfrm>
          <a:prstGeom prst="ellipse">
            <a:avLst/>
          </a:prstGeom>
          <a:solidFill>
            <a:srgbClr val="5BB180"/>
          </a:solidFill>
          <a:ln>
            <a:noFill/>
          </a:ln>
          <a:effectLst>
            <a:outerShdw blurRad="152400" rotWithShape="0" algn="t" dir="5400000" dist="38100">
              <a:srgbClr val="5BB18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descr="Daily calendar outline" id="115" name="Google Shape;11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55596" y="1190873"/>
            <a:ext cx="320236" cy="3202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inoculars outline" id="116" name="Google Shape;11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46221" y="2155487"/>
            <a:ext cx="320236" cy="3202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ightbulb and gear outline" id="117" name="Google Shape;11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2573" y="3179241"/>
            <a:ext cx="320236" cy="3202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n outline" id="118" name="Google Shape;118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29294" y="4106359"/>
            <a:ext cx="320236" cy="320236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8"/>
          <p:cNvSpPr/>
          <p:nvPr/>
        </p:nvSpPr>
        <p:spPr>
          <a:xfrm rot="-5400000">
            <a:off x="8500875" y="1344566"/>
            <a:ext cx="738881" cy="45719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8"/>
          <p:cNvSpPr/>
          <p:nvPr/>
        </p:nvSpPr>
        <p:spPr>
          <a:xfrm rot="-5400000">
            <a:off x="8500875" y="2317764"/>
            <a:ext cx="738881" cy="45719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8"/>
          <p:cNvSpPr/>
          <p:nvPr/>
        </p:nvSpPr>
        <p:spPr>
          <a:xfrm rot="-5400000">
            <a:off x="8500875" y="3297995"/>
            <a:ext cx="738881" cy="45719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8"/>
          <p:cNvSpPr/>
          <p:nvPr/>
        </p:nvSpPr>
        <p:spPr>
          <a:xfrm rot="-5400000">
            <a:off x="8500875" y="4264160"/>
            <a:ext cx="738881" cy="45719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8"/>
          <p:cNvSpPr/>
          <p:nvPr/>
        </p:nvSpPr>
        <p:spPr>
          <a:xfrm>
            <a:off x="0" y="5097781"/>
            <a:ext cx="9144000" cy="45719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Google Shape;124;p18"/>
          <p:cNvPicPr preferRelativeResize="0"/>
          <p:nvPr/>
        </p:nvPicPr>
        <p:blipFill rotWithShape="1">
          <a:blip r:embed="rId7">
            <a:alphaModFix/>
          </a:blip>
          <a:srcRect b="24469" l="23486" r="56222" t="52445"/>
          <a:stretch/>
        </p:blipFill>
        <p:spPr>
          <a:xfrm rot="10800000">
            <a:off x="-1" y="2555827"/>
            <a:ext cx="2260522" cy="2571758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8"/>
          <p:cNvSpPr txBox="1"/>
          <p:nvPr/>
        </p:nvSpPr>
        <p:spPr>
          <a:xfrm>
            <a:off x="320040" y="1601032"/>
            <a:ext cx="3947160" cy="118490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mn-M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Гол үзүүлэлтүүдээ товч дурдана. Хэрэглэгчийн хэрэгцээг нарийн судална. Чанар, хурд, найдвартай байдлыг эрхэмлэнэ. Шинэ боломжийг цаг алдалгүй ашиглана.</a:t>
            </a:r>
            <a:endParaRPr/>
          </a:p>
        </p:txBody>
      </p:sp>
      <p:sp>
        <p:nvSpPr>
          <p:cNvPr id="126" name="Google Shape;126;p18"/>
          <p:cNvSpPr txBox="1"/>
          <p:nvPr/>
        </p:nvSpPr>
        <p:spPr>
          <a:xfrm>
            <a:off x="320040" y="3149489"/>
            <a:ext cx="3947160" cy="118490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mn-M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Үр дүнд суурилсан шийдлийг санал болгоно. Харилцагчидтайгаа урт хугацааны түншлэл тогтооно. Технологийн шинэчлэлийг тасралтгүй нэвтрүүлнэ.</a:t>
            </a:r>
            <a:endParaRPr/>
          </a:p>
        </p:txBody>
      </p:sp>
      <p:cxnSp>
        <p:nvCxnSpPr>
          <p:cNvPr id="127" name="Google Shape;127;p18"/>
          <p:cNvCxnSpPr/>
          <p:nvPr/>
        </p:nvCxnSpPr>
        <p:spPr>
          <a:xfrm>
            <a:off x="335280" y="2951414"/>
            <a:ext cx="38862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Google Shape;132;p19"/>
          <p:cNvCxnSpPr/>
          <p:nvPr/>
        </p:nvCxnSpPr>
        <p:spPr>
          <a:xfrm rot="5400000">
            <a:off x="7241615" y="1795194"/>
            <a:ext cx="87058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3" name="Google Shape;133;p19"/>
          <p:cNvCxnSpPr/>
          <p:nvPr/>
        </p:nvCxnSpPr>
        <p:spPr>
          <a:xfrm>
            <a:off x="4572000" y="915988"/>
            <a:ext cx="271272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4" name="Google Shape;134;p19"/>
          <p:cNvSpPr/>
          <p:nvPr/>
        </p:nvSpPr>
        <p:spPr>
          <a:xfrm>
            <a:off x="1" y="1"/>
            <a:ext cx="1325879" cy="5143497"/>
          </a:xfrm>
          <a:prstGeom prst="rect">
            <a:avLst/>
          </a:prstGeom>
          <a:gradFill>
            <a:gsLst>
              <a:gs pos="0">
                <a:srgbClr val="5BB180"/>
              </a:gs>
              <a:gs pos="29000">
                <a:srgbClr val="05121A"/>
              </a:gs>
              <a:gs pos="100000">
                <a:srgbClr val="05121A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135" name="Google Shape;135;p19"/>
          <p:cNvGrpSpPr/>
          <p:nvPr/>
        </p:nvGrpSpPr>
        <p:grpSpPr>
          <a:xfrm>
            <a:off x="1661160" y="268288"/>
            <a:ext cx="3922446" cy="4464050"/>
            <a:chOff x="1654565" y="618808"/>
            <a:chExt cx="7238609" cy="4288472"/>
          </a:xfrm>
        </p:grpSpPr>
        <p:sp>
          <p:nvSpPr>
            <p:cNvPr id="136" name="Google Shape;136;p19"/>
            <p:cNvSpPr/>
            <p:nvPr/>
          </p:nvSpPr>
          <p:spPr>
            <a:xfrm>
              <a:off x="1654565" y="618808"/>
              <a:ext cx="7238609" cy="1354772"/>
            </a:xfrm>
            <a:prstGeom prst="roundRect">
              <a:avLst>
                <a:gd fmla="val 563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203200" rotWithShape="0" algn="t" dir="3060000" dist="50800">
                <a:srgbClr val="091450">
                  <a:alpha val="2000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37" name="Google Shape;137;p19"/>
            <p:cNvSpPr/>
            <p:nvPr/>
          </p:nvSpPr>
          <p:spPr>
            <a:xfrm>
              <a:off x="1654565" y="2085658"/>
              <a:ext cx="7238609" cy="1354772"/>
            </a:xfrm>
            <a:prstGeom prst="roundRect">
              <a:avLst>
                <a:gd fmla="val 563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203200" rotWithShape="0" algn="t" dir="3060000" dist="50800">
                <a:srgbClr val="091450">
                  <a:alpha val="2000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38" name="Google Shape;138;p19"/>
            <p:cNvSpPr/>
            <p:nvPr/>
          </p:nvSpPr>
          <p:spPr>
            <a:xfrm>
              <a:off x="1654565" y="3552508"/>
              <a:ext cx="7238609" cy="1354772"/>
            </a:xfrm>
            <a:prstGeom prst="roundRect">
              <a:avLst>
                <a:gd fmla="val 563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203200" rotWithShape="0" algn="t" dir="3060000" dist="50800">
                <a:srgbClr val="091450">
                  <a:alpha val="2000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139" name="Google Shape;139;p19"/>
          <p:cNvSpPr txBox="1"/>
          <p:nvPr/>
        </p:nvSpPr>
        <p:spPr>
          <a:xfrm flipH="1">
            <a:off x="2645276" y="569465"/>
            <a:ext cx="2500799" cy="80788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mn-M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Чанар, хурд, найдвартай байдлыг эрхэмлэнэ. Шинэ боломжийг цаг алдалгүй ашиглана.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9"/>
          <p:cNvSpPr txBox="1"/>
          <p:nvPr/>
        </p:nvSpPr>
        <p:spPr>
          <a:xfrm flipH="1">
            <a:off x="2645276" y="2096371"/>
            <a:ext cx="2500799" cy="80788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mn-M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Үр дүнд суурилсан шийдлийг санал болгоно. Харилцагчидтайгаа урт хугацааны түншлэл тогтооно.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9"/>
          <p:cNvSpPr txBox="1"/>
          <p:nvPr/>
        </p:nvSpPr>
        <p:spPr>
          <a:xfrm flipH="1">
            <a:off x="2645276" y="3570047"/>
            <a:ext cx="2500799" cy="80788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mn-M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Технологийн шинэчлэлийг тасралтгүй нэвтрүүлнэ. Энд гол санаагаа бичнэ үү.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2" name="Google Shape;142;p19"/>
          <p:cNvGrpSpPr/>
          <p:nvPr/>
        </p:nvGrpSpPr>
        <p:grpSpPr>
          <a:xfrm>
            <a:off x="4979650" y="1681959"/>
            <a:ext cx="4164349" cy="3280280"/>
            <a:chOff x="4988850" y="1657639"/>
            <a:chExt cx="4164349" cy="3280280"/>
          </a:xfrm>
        </p:grpSpPr>
        <p:pic>
          <p:nvPicPr>
            <p:cNvPr descr="Group working on graphs" id="143" name="Google Shape;143;p19"/>
            <p:cNvPicPr preferRelativeResize="0"/>
            <p:nvPr/>
          </p:nvPicPr>
          <p:blipFill rotWithShape="1">
            <a:blip r:embed="rId3">
              <a:alphaModFix/>
            </a:blip>
            <a:srcRect b="0" l="5855" r="5855" t="0"/>
            <a:stretch/>
          </p:blipFill>
          <p:spPr>
            <a:xfrm>
              <a:off x="5636020" y="1803489"/>
              <a:ext cx="3517179" cy="265597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144" name="Google Shape;144;p19"/>
            <p:cNvPicPr preferRelativeResize="0"/>
            <p:nvPr/>
          </p:nvPicPr>
          <p:blipFill rotWithShape="1">
            <a:blip r:embed="rId4">
              <a:alphaModFix/>
            </a:blip>
            <a:srcRect b="0" l="0" r="23322" t="0"/>
            <a:stretch/>
          </p:blipFill>
          <p:spPr>
            <a:xfrm>
              <a:off x="4988850" y="1657639"/>
              <a:ext cx="4164349" cy="328028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5" name="Google Shape;145;p19"/>
          <p:cNvSpPr/>
          <p:nvPr/>
        </p:nvSpPr>
        <p:spPr>
          <a:xfrm>
            <a:off x="6765086" y="915988"/>
            <a:ext cx="911821" cy="911821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6" name="Google Shape;146;p19"/>
          <p:cNvGrpSpPr/>
          <p:nvPr/>
        </p:nvGrpSpPr>
        <p:grpSpPr>
          <a:xfrm>
            <a:off x="1819551" y="586659"/>
            <a:ext cx="667334" cy="667333"/>
            <a:chOff x="1819551" y="586659"/>
            <a:chExt cx="667334" cy="667333"/>
          </a:xfrm>
        </p:grpSpPr>
        <p:grpSp>
          <p:nvGrpSpPr>
            <p:cNvPr id="147" name="Google Shape;147;p19"/>
            <p:cNvGrpSpPr/>
            <p:nvPr/>
          </p:nvGrpSpPr>
          <p:grpSpPr>
            <a:xfrm>
              <a:off x="1819551" y="586659"/>
              <a:ext cx="667334" cy="667333"/>
              <a:chOff x="1691842" y="2809946"/>
              <a:chExt cx="607731" cy="607731"/>
            </a:xfrm>
          </p:grpSpPr>
          <p:sp>
            <p:nvSpPr>
              <p:cNvPr id="148" name="Google Shape;148;p19"/>
              <p:cNvSpPr/>
              <p:nvPr/>
            </p:nvSpPr>
            <p:spPr>
              <a:xfrm>
                <a:off x="1691842" y="2809946"/>
                <a:ext cx="607731" cy="607731"/>
              </a:xfrm>
              <a:prstGeom prst="ellipse">
                <a:avLst/>
              </a:prstGeom>
              <a:solidFill>
                <a:srgbClr val="D8D8D8">
                  <a:alpha val="25882"/>
                </a:srgbClr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149" name="Google Shape;149;p19"/>
              <p:cNvSpPr/>
              <p:nvPr/>
            </p:nvSpPr>
            <p:spPr>
              <a:xfrm>
                <a:off x="1748593" y="2866698"/>
                <a:ext cx="494229" cy="494229"/>
              </a:xfrm>
              <a:prstGeom prst="ellipse">
                <a:avLst/>
              </a:prstGeom>
              <a:gradFill>
                <a:gsLst>
                  <a:gs pos="0">
                    <a:srgbClr val="5BB180"/>
                  </a:gs>
                  <a:gs pos="85000">
                    <a:srgbClr val="05121A"/>
                  </a:gs>
                  <a:gs pos="100000">
                    <a:srgbClr val="05121A"/>
                  </a:gs>
                </a:gsLst>
                <a:path path="circle">
                  <a:fillToRect b="0%" l="100%" r="0%" t="100%"/>
                </a:path>
                <a:tileRect b="-100%" l="0%" r="-100%" t="0%"/>
              </a:gradFill>
              <a:ln>
                <a:noFill/>
              </a:ln>
              <a:effectLst>
                <a:outerShdw blurRad="152400" rotWithShape="0" algn="t" dir="5400000" dist="38100">
                  <a:srgbClr val="5BB180">
                    <a:alpha val="40000"/>
                  </a:srgbClr>
                </a:outerShdw>
              </a:effectLst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chemeClr val="lt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</p:grpSp>
        <p:pic>
          <p:nvPicPr>
            <p:cNvPr descr="Postit Notes outline" id="150" name="Google Shape;150;p1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967353" y="749036"/>
              <a:ext cx="371730" cy="37172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1" name="Google Shape;151;p19"/>
          <p:cNvGrpSpPr/>
          <p:nvPr/>
        </p:nvGrpSpPr>
        <p:grpSpPr>
          <a:xfrm>
            <a:off x="1819551" y="2166645"/>
            <a:ext cx="667334" cy="667333"/>
            <a:chOff x="1819551" y="2166645"/>
            <a:chExt cx="667334" cy="667333"/>
          </a:xfrm>
        </p:grpSpPr>
        <p:grpSp>
          <p:nvGrpSpPr>
            <p:cNvPr id="152" name="Google Shape;152;p19"/>
            <p:cNvGrpSpPr/>
            <p:nvPr/>
          </p:nvGrpSpPr>
          <p:grpSpPr>
            <a:xfrm>
              <a:off x="1819551" y="2166645"/>
              <a:ext cx="667334" cy="667333"/>
              <a:chOff x="1691842" y="2809946"/>
              <a:chExt cx="607731" cy="607731"/>
            </a:xfrm>
          </p:grpSpPr>
          <p:sp>
            <p:nvSpPr>
              <p:cNvPr id="153" name="Google Shape;153;p19"/>
              <p:cNvSpPr/>
              <p:nvPr/>
            </p:nvSpPr>
            <p:spPr>
              <a:xfrm>
                <a:off x="1691842" y="2809946"/>
                <a:ext cx="607731" cy="607731"/>
              </a:xfrm>
              <a:prstGeom prst="ellipse">
                <a:avLst/>
              </a:prstGeom>
              <a:solidFill>
                <a:srgbClr val="D8D8D8">
                  <a:alpha val="25882"/>
                </a:srgbClr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154" name="Google Shape;154;p19"/>
              <p:cNvSpPr/>
              <p:nvPr/>
            </p:nvSpPr>
            <p:spPr>
              <a:xfrm>
                <a:off x="1748593" y="2866698"/>
                <a:ext cx="494229" cy="494229"/>
              </a:xfrm>
              <a:prstGeom prst="ellipse">
                <a:avLst/>
              </a:prstGeom>
              <a:gradFill>
                <a:gsLst>
                  <a:gs pos="0">
                    <a:srgbClr val="5BB180"/>
                  </a:gs>
                  <a:gs pos="85000">
                    <a:srgbClr val="05121A"/>
                  </a:gs>
                  <a:gs pos="100000">
                    <a:srgbClr val="05121A"/>
                  </a:gs>
                </a:gsLst>
                <a:path path="circle">
                  <a:fillToRect b="0%" l="100%" r="0%" t="100%"/>
                </a:path>
                <a:tileRect b="-100%" l="0%" r="-100%" t="0%"/>
              </a:gradFill>
              <a:ln>
                <a:noFill/>
              </a:ln>
              <a:effectLst>
                <a:outerShdw blurRad="152400" rotWithShape="0" algn="t" dir="5400000" dist="38100">
                  <a:srgbClr val="5BB180">
                    <a:alpha val="40000"/>
                  </a:srgbClr>
                </a:outerShdw>
              </a:effectLst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chemeClr val="lt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</p:grpSp>
        <p:pic>
          <p:nvPicPr>
            <p:cNvPr descr="Clipboard Checked outline" id="155" name="Google Shape;155;p1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964125" y="2307544"/>
              <a:ext cx="371730" cy="37172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6" name="Google Shape;156;p19"/>
          <p:cNvGrpSpPr/>
          <p:nvPr/>
        </p:nvGrpSpPr>
        <p:grpSpPr>
          <a:xfrm>
            <a:off x="1819551" y="3640321"/>
            <a:ext cx="667334" cy="667333"/>
            <a:chOff x="1819551" y="3640321"/>
            <a:chExt cx="667334" cy="667333"/>
          </a:xfrm>
        </p:grpSpPr>
        <p:grpSp>
          <p:nvGrpSpPr>
            <p:cNvPr id="157" name="Google Shape;157;p19"/>
            <p:cNvGrpSpPr/>
            <p:nvPr/>
          </p:nvGrpSpPr>
          <p:grpSpPr>
            <a:xfrm>
              <a:off x="1819551" y="3640321"/>
              <a:ext cx="667334" cy="667333"/>
              <a:chOff x="1691842" y="2809946"/>
              <a:chExt cx="607731" cy="607731"/>
            </a:xfrm>
          </p:grpSpPr>
          <p:sp>
            <p:nvSpPr>
              <p:cNvPr id="158" name="Google Shape;158;p19"/>
              <p:cNvSpPr/>
              <p:nvPr/>
            </p:nvSpPr>
            <p:spPr>
              <a:xfrm>
                <a:off x="1691842" y="2809946"/>
                <a:ext cx="607731" cy="607731"/>
              </a:xfrm>
              <a:prstGeom prst="ellipse">
                <a:avLst/>
              </a:prstGeom>
              <a:solidFill>
                <a:srgbClr val="D8D8D8">
                  <a:alpha val="25882"/>
                </a:srgbClr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159" name="Google Shape;159;p19"/>
              <p:cNvSpPr/>
              <p:nvPr/>
            </p:nvSpPr>
            <p:spPr>
              <a:xfrm>
                <a:off x="1748593" y="2866698"/>
                <a:ext cx="494229" cy="494229"/>
              </a:xfrm>
              <a:prstGeom prst="ellipse">
                <a:avLst/>
              </a:prstGeom>
              <a:gradFill>
                <a:gsLst>
                  <a:gs pos="0">
                    <a:srgbClr val="5BB180"/>
                  </a:gs>
                  <a:gs pos="85000">
                    <a:srgbClr val="05121A"/>
                  </a:gs>
                  <a:gs pos="100000">
                    <a:srgbClr val="05121A"/>
                  </a:gs>
                </a:gsLst>
                <a:path path="circle">
                  <a:fillToRect b="0%" l="100%" r="0%" t="100%"/>
                </a:path>
                <a:tileRect b="-100%" l="0%" r="-100%" t="0%"/>
              </a:gradFill>
              <a:ln>
                <a:noFill/>
              </a:ln>
              <a:effectLst>
                <a:outerShdw blurRad="152400" rotWithShape="0" algn="t" dir="5400000" dist="38100">
                  <a:srgbClr val="5BB180">
                    <a:alpha val="40000"/>
                  </a:srgbClr>
                </a:outerShdw>
              </a:effectLst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chemeClr val="lt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</p:grpSp>
        <p:pic>
          <p:nvPicPr>
            <p:cNvPr descr="Folder Search outline" id="160" name="Google Shape;160;p1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973050" y="3788123"/>
              <a:ext cx="371730" cy="37172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1" name="Google Shape;161;p19"/>
          <p:cNvSpPr/>
          <p:nvPr/>
        </p:nvSpPr>
        <p:spPr>
          <a:xfrm flipH="1" rot="10800000">
            <a:off x="0" y="5143500"/>
            <a:ext cx="9144000" cy="5798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9"/>
          <p:cNvSpPr txBox="1"/>
          <p:nvPr>
            <p:ph idx="12" type="sldNum"/>
          </p:nvPr>
        </p:nvSpPr>
        <p:spPr>
          <a:xfrm>
            <a:off x="8582089" y="4748642"/>
            <a:ext cx="31108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b="0" i="0" lang="en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3" name="Google Shape;163;p19"/>
          <p:cNvPicPr preferRelativeResize="0"/>
          <p:nvPr/>
        </p:nvPicPr>
        <p:blipFill rotWithShape="1">
          <a:blip r:embed="rId8">
            <a:alphaModFix/>
          </a:blip>
          <a:srcRect b="24469" l="32392" r="56222" t="52445"/>
          <a:stretch/>
        </p:blipFill>
        <p:spPr>
          <a:xfrm flipH="1" rot="10800000">
            <a:off x="-1" y="2484120"/>
            <a:ext cx="1325879" cy="2688372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9"/>
          <p:cNvSpPr txBox="1"/>
          <p:nvPr/>
        </p:nvSpPr>
        <p:spPr>
          <a:xfrm rot="-5400000">
            <a:off x="-542998" y="1287363"/>
            <a:ext cx="3192937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6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Зорилт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0"/>
          <p:cNvSpPr/>
          <p:nvPr/>
        </p:nvSpPr>
        <p:spPr>
          <a:xfrm flipH="1" rot="5400000">
            <a:off x="1073383" y="-1073383"/>
            <a:ext cx="4732338" cy="6879104"/>
          </a:xfrm>
          <a:prstGeom prst="rect">
            <a:avLst/>
          </a:prstGeom>
          <a:gradFill>
            <a:gsLst>
              <a:gs pos="0">
                <a:srgbClr val="5BB180"/>
              </a:gs>
              <a:gs pos="38000">
                <a:srgbClr val="05121A"/>
              </a:gs>
              <a:gs pos="100000">
                <a:srgbClr val="05121A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70" name="Google Shape;170;p20"/>
          <p:cNvSpPr/>
          <p:nvPr/>
        </p:nvSpPr>
        <p:spPr>
          <a:xfrm>
            <a:off x="3042661" y="2512063"/>
            <a:ext cx="667334" cy="667333"/>
          </a:xfrm>
          <a:prstGeom prst="ellipse">
            <a:avLst/>
          </a:prstGeom>
          <a:solidFill>
            <a:srgbClr val="D8D8D8">
              <a:alpha val="25882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71" name="Google Shape;171;p20"/>
          <p:cNvSpPr/>
          <p:nvPr/>
        </p:nvSpPr>
        <p:spPr>
          <a:xfrm>
            <a:off x="6934484" y="2512063"/>
            <a:ext cx="667334" cy="667333"/>
          </a:xfrm>
          <a:prstGeom prst="ellipse">
            <a:avLst/>
          </a:prstGeom>
          <a:solidFill>
            <a:srgbClr val="D8D8D8">
              <a:alpha val="25882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72" name="Google Shape;172;p20"/>
          <p:cNvSpPr/>
          <p:nvPr/>
        </p:nvSpPr>
        <p:spPr>
          <a:xfrm>
            <a:off x="6879104" y="0"/>
            <a:ext cx="2264896" cy="47323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74648" r="-138763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0"/>
          <p:cNvSpPr/>
          <p:nvPr/>
        </p:nvSpPr>
        <p:spPr>
          <a:xfrm>
            <a:off x="0" y="5097781"/>
            <a:ext cx="9144000" cy="45719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0"/>
          <p:cNvSpPr txBox="1"/>
          <p:nvPr>
            <p:ph idx="12" type="sldNum"/>
          </p:nvPr>
        </p:nvSpPr>
        <p:spPr>
          <a:xfrm>
            <a:off x="8582089" y="4748642"/>
            <a:ext cx="31108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b="0" i="0" lang="en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5" name="Google Shape;175;p20"/>
          <p:cNvPicPr preferRelativeResize="0"/>
          <p:nvPr/>
        </p:nvPicPr>
        <p:blipFill rotWithShape="1">
          <a:blip r:embed="rId4">
            <a:alphaModFix/>
          </a:blip>
          <a:srcRect b="23724" l="22831" r="56222" t="52445"/>
          <a:stretch/>
        </p:blipFill>
        <p:spPr>
          <a:xfrm flipH="1">
            <a:off x="-13475" y="0"/>
            <a:ext cx="2333422" cy="26546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6" name="Google Shape;176;p20"/>
          <p:cNvGrpSpPr/>
          <p:nvPr/>
        </p:nvGrpSpPr>
        <p:grpSpPr>
          <a:xfrm>
            <a:off x="250826" y="2827783"/>
            <a:ext cx="7493439" cy="1713278"/>
            <a:chOff x="250824" y="2571750"/>
            <a:chExt cx="6363335" cy="1969311"/>
          </a:xfrm>
        </p:grpSpPr>
        <p:grpSp>
          <p:nvGrpSpPr>
            <p:cNvPr id="177" name="Google Shape;177;p20"/>
            <p:cNvGrpSpPr/>
            <p:nvPr/>
          </p:nvGrpSpPr>
          <p:grpSpPr>
            <a:xfrm>
              <a:off x="250824" y="2571750"/>
              <a:ext cx="6363335" cy="1969311"/>
              <a:chOff x="2267118" y="1227003"/>
              <a:chExt cx="3262672" cy="3299277"/>
            </a:xfrm>
          </p:grpSpPr>
          <p:sp>
            <p:nvSpPr>
              <p:cNvPr id="178" name="Google Shape;178;p20"/>
              <p:cNvSpPr/>
              <p:nvPr/>
            </p:nvSpPr>
            <p:spPr>
              <a:xfrm>
                <a:off x="2267118" y="1227003"/>
                <a:ext cx="1580981" cy="3299277"/>
              </a:xfrm>
              <a:prstGeom prst="roundRect">
                <a:avLst>
                  <a:gd fmla="val 6063" name="adj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203200" rotWithShape="0" algn="t" dir="3060000" dist="50800">
                  <a:srgbClr val="091450">
                    <a:alpha val="20000"/>
                  </a:srgbClr>
                </a:outerShdw>
              </a:effectLst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179" name="Google Shape;179;p20"/>
              <p:cNvSpPr/>
              <p:nvPr/>
            </p:nvSpPr>
            <p:spPr>
              <a:xfrm>
                <a:off x="3948809" y="1227003"/>
                <a:ext cx="1580981" cy="3299277"/>
              </a:xfrm>
              <a:prstGeom prst="roundRect">
                <a:avLst>
                  <a:gd fmla="val 6063" name="adj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203200" rotWithShape="0" algn="t" dir="3060000" dist="50800">
                  <a:srgbClr val="091450">
                    <a:alpha val="20000"/>
                  </a:srgbClr>
                </a:outerShdw>
              </a:effectLst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</p:grpSp>
        <p:sp>
          <p:nvSpPr>
            <p:cNvPr id="180" name="Google Shape;180;p20"/>
            <p:cNvSpPr txBox="1"/>
            <p:nvPr/>
          </p:nvSpPr>
          <p:spPr>
            <a:xfrm flipH="1">
              <a:off x="483386" y="3326933"/>
              <a:ext cx="2567627" cy="7386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mn-MN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Энд гол санаагаа бичнэ үү. Товч бөгөөд ойлгомжтой тайлбар.</a:t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20"/>
            <p:cNvSpPr txBox="1"/>
            <p:nvPr/>
          </p:nvSpPr>
          <p:spPr>
            <a:xfrm flipH="1">
              <a:off x="483386" y="2935628"/>
              <a:ext cx="2567627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mn-MN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Тайлбар</a:t>
              </a:r>
              <a:endParaRPr/>
            </a:p>
          </p:txBody>
        </p:sp>
        <p:sp>
          <p:nvSpPr>
            <p:cNvPr id="182" name="Google Shape;182;p20"/>
            <p:cNvSpPr txBox="1"/>
            <p:nvPr/>
          </p:nvSpPr>
          <p:spPr>
            <a:xfrm flipH="1">
              <a:off x="3810253" y="3326933"/>
              <a:ext cx="2567627" cy="7386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mn-MN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Тоо баримт, жишээ ашиглавал илүү үр дүнтэй.</a:t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20"/>
            <p:cNvSpPr txBox="1"/>
            <p:nvPr/>
          </p:nvSpPr>
          <p:spPr>
            <a:xfrm flipH="1">
              <a:off x="3810253" y="2935628"/>
              <a:ext cx="2567627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mn-MN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Санаа</a:t>
              </a:r>
              <a:endParaRPr/>
            </a:p>
          </p:txBody>
        </p:sp>
      </p:grpSp>
      <p:sp>
        <p:nvSpPr>
          <p:cNvPr id="184" name="Google Shape;184;p20"/>
          <p:cNvSpPr txBox="1"/>
          <p:nvPr>
            <p:ph type="title"/>
          </p:nvPr>
        </p:nvSpPr>
        <p:spPr>
          <a:xfrm>
            <a:off x="250825" y="813039"/>
            <a:ext cx="5061294" cy="6240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Open Sans"/>
              <a:buNone/>
            </a:pPr>
            <a:r>
              <a:rPr lang="mn-MN" sz="5400">
                <a:solidFill>
                  <a:schemeClr val="lt1"/>
                </a:solidFill>
              </a:rPr>
              <a:t>Арга зүй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 flipH="1">
            <a:off x="250825" y="1654265"/>
            <a:ext cx="4692881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mn-MN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Төслийн явц, үр дүнг энд харуулна. Багаараа хамтран шинэ шийдэл хэрэгжүүлнэ. Зах зээлийн судалгаанд үндэслэн шийдвэр гаргана.</a:t>
            </a:r>
            <a:endParaRPr/>
          </a:p>
        </p:txBody>
      </p:sp>
      <p:sp>
        <p:nvSpPr>
          <p:cNvPr id="186" name="Google Shape;186;p20"/>
          <p:cNvSpPr/>
          <p:nvPr/>
        </p:nvSpPr>
        <p:spPr>
          <a:xfrm>
            <a:off x="3104978" y="2574381"/>
            <a:ext cx="542700" cy="542700"/>
          </a:xfrm>
          <a:prstGeom prst="ellipse">
            <a:avLst/>
          </a:prstGeom>
          <a:gradFill>
            <a:gsLst>
              <a:gs pos="0">
                <a:srgbClr val="5BB180"/>
              </a:gs>
              <a:gs pos="85000">
                <a:srgbClr val="05121A"/>
              </a:gs>
              <a:gs pos="100000">
                <a:srgbClr val="05121A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  <a:effectLst>
            <a:outerShdw blurRad="152400" rotWithShape="0" algn="t" dir="5400000" dist="38100">
              <a:srgbClr val="5BB18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6996801" y="2574381"/>
            <a:ext cx="542700" cy="542700"/>
          </a:xfrm>
          <a:prstGeom prst="ellipse">
            <a:avLst/>
          </a:prstGeom>
          <a:gradFill>
            <a:gsLst>
              <a:gs pos="0">
                <a:srgbClr val="5BB180"/>
              </a:gs>
              <a:gs pos="85000">
                <a:srgbClr val="05121A"/>
              </a:gs>
              <a:gs pos="100000">
                <a:srgbClr val="05121A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  <a:effectLst>
            <a:outerShdw blurRad="152400" rotWithShape="0" algn="t" dir="5400000" dist="38100">
              <a:srgbClr val="5BB18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188" name="Google Shape;188;p20"/>
          <p:cNvGrpSpPr/>
          <p:nvPr/>
        </p:nvGrpSpPr>
        <p:grpSpPr>
          <a:xfrm>
            <a:off x="3247555" y="2716956"/>
            <a:ext cx="257546" cy="257546"/>
            <a:chOff x="7005638" y="746126"/>
            <a:chExt cx="330200" cy="330200"/>
          </a:xfrm>
        </p:grpSpPr>
        <p:sp>
          <p:nvSpPr>
            <p:cNvPr id="189" name="Google Shape;189;p20"/>
            <p:cNvSpPr/>
            <p:nvPr/>
          </p:nvSpPr>
          <p:spPr>
            <a:xfrm>
              <a:off x="7050088" y="776288"/>
              <a:ext cx="239713" cy="165100"/>
            </a:xfrm>
            <a:custGeom>
              <a:rect b="b" l="l" r="r" t="t"/>
              <a:pathLst>
                <a:path extrusionOk="0" h="104" w="151">
                  <a:moveTo>
                    <a:pt x="151" y="0"/>
                  </a:moveTo>
                  <a:lnTo>
                    <a:pt x="151" y="104"/>
                  </a:lnTo>
                  <a:lnTo>
                    <a:pt x="80" y="104"/>
                  </a:lnTo>
                  <a:lnTo>
                    <a:pt x="0" y="104"/>
                  </a:lnTo>
                  <a:lnTo>
                    <a:pt x="0" y="0"/>
                  </a:lnTo>
                  <a:lnTo>
                    <a:pt x="151" y="0"/>
                  </a:lnTo>
                  <a:close/>
                </a:path>
              </a:pathLst>
            </a:custGeom>
            <a:noFill/>
            <a:ln cap="rnd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20"/>
            <p:cNvSpPr/>
            <p:nvPr/>
          </p:nvSpPr>
          <p:spPr>
            <a:xfrm>
              <a:off x="7019926" y="746126"/>
              <a:ext cx="300038" cy="225425"/>
            </a:xfrm>
            <a:custGeom>
              <a:rect b="b" l="l" r="r" t="t"/>
              <a:pathLst>
                <a:path extrusionOk="0" h="60" w="80">
                  <a:moveTo>
                    <a:pt x="0" y="60"/>
                  </a:move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74" y="0"/>
                    <a:pt x="74" y="0"/>
                    <a:pt x="74" y="0"/>
                  </a:cubicBezTo>
                  <a:cubicBezTo>
                    <a:pt x="77" y="0"/>
                    <a:pt x="80" y="3"/>
                    <a:pt x="80" y="6"/>
                  </a:cubicBezTo>
                  <a:cubicBezTo>
                    <a:pt x="80" y="60"/>
                    <a:pt x="80" y="60"/>
                    <a:pt x="80" y="60"/>
                  </a:cubicBezTo>
                </a:path>
              </a:pathLst>
            </a:custGeom>
            <a:noFill/>
            <a:ln cap="rnd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20"/>
            <p:cNvSpPr/>
            <p:nvPr/>
          </p:nvSpPr>
          <p:spPr>
            <a:xfrm>
              <a:off x="7005638" y="971551"/>
              <a:ext cx="330200" cy="46038"/>
            </a:xfrm>
            <a:custGeom>
              <a:rect b="b" l="l" r="r" t="t"/>
              <a:pathLst>
                <a:path extrusionOk="0" h="12" w="88">
                  <a:moveTo>
                    <a:pt x="52" y="0"/>
                  </a:moveTo>
                  <a:cubicBezTo>
                    <a:pt x="52" y="4"/>
                    <a:pt x="52" y="4"/>
                    <a:pt x="52" y="4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6" y="0"/>
                    <a:pt x="36" y="0"/>
                    <a:pt x="3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10"/>
                    <a:pt x="2" y="12"/>
                    <a:pt x="4" y="12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6" y="12"/>
                    <a:pt x="88" y="10"/>
                    <a:pt x="88" y="8"/>
                  </a:cubicBezTo>
                  <a:cubicBezTo>
                    <a:pt x="88" y="0"/>
                    <a:pt x="88" y="0"/>
                    <a:pt x="88" y="0"/>
                  </a:cubicBezTo>
                  <a:lnTo>
                    <a:pt x="52" y="0"/>
                  </a:lnTo>
                  <a:close/>
                </a:path>
              </a:pathLst>
            </a:custGeom>
            <a:noFill/>
            <a:ln cap="rnd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2" name="Google Shape;192;p20"/>
            <p:cNvCxnSpPr/>
            <p:nvPr/>
          </p:nvCxnSpPr>
          <p:spPr>
            <a:xfrm>
              <a:off x="7005638" y="1076326"/>
              <a:ext cx="330200" cy="0"/>
            </a:xfrm>
            <a:prstGeom prst="straightConnector1">
              <a:avLst/>
            </a:prstGeom>
            <a:noFill/>
            <a:ln cap="rnd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3" name="Google Shape;193;p20"/>
            <p:cNvCxnSpPr/>
            <p:nvPr/>
          </p:nvCxnSpPr>
          <p:spPr>
            <a:xfrm rot="10800000">
              <a:off x="7170738" y="1017588"/>
              <a:ext cx="0" cy="58738"/>
            </a:xfrm>
            <a:prstGeom prst="straightConnector1">
              <a:avLst/>
            </a:prstGeom>
            <a:noFill/>
            <a:ln cap="rnd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94" name="Google Shape;194;p20"/>
            <p:cNvSpPr/>
            <p:nvPr/>
          </p:nvSpPr>
          <p:spPr>
            <a:xfrm>
              <a:off x="7124701" y="850901"/>
              <a:ext cx="90488" cy="60325"/>
            </a:xfrm>
            <a:prstGeom prst="rect">
              <a:avLst/>
            </a:prstGeom>
            <a:noFill/>
            <a:ln cap="rnd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20"/>
            <p:cNvSpPr/>
            <p:nvPr/>
          </p:nvSpPr>
          <p:spPr>
            <a:xfrm>
              <a:off x="7140576" y="806451"/>
              <a:ext cx="60325" cy="44450"/>
            </a:xfrm>
            <a:custGeom>
              <a:rect b="b" l="l" r="r" t="t"/>
              <a:pathLst>
                <a:path extrusionOk="0" h="12" w="16">
                  <a:moveTo>
                    <a:pt x="0" y="8"/>
                  </a:moveTo>
                  <a:cubicBezTo>
                    <a:pt x="0" y="4"/>
                    <a:pt x="4" y="0"/>
                    <a:pt x="8" y="0"/>
                  </a:cubicBezTo>
                  <a:cubicBezTo>
                    <a:pt x="12" y="0"/>
                    <a:pt x="16" y="4"/>
                    <a:pt x="16" y="8"/>
                  </a:cubicBezTo>
                  <a:cubicBezTo>
                    <a:pt x="16" y="12"/>
                    <a:pt x="16" y="12"/>
                    <a:pt x="16" y="12"/>
                  </a:cubicBezTo>
                  <a:cubicBezTo>
                    <a:pt x="0" y="12"/>
                    <a:pt x="0" y="12"/>
                    <a:pt x="0" y="12"/>
                  </a:cubicBezTo>
                  <a:lnTo>
                    <a:pt x="0" y="8"/>
                  </a:lnTo>
                  <a:close/>
                </a:path>
              </a:pathLst>
            </a:custGeom>
            <a:noFill/>
            <a:ln cap="rnd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6" name="Google Shape;196;p20"/>
          <p:cNvGrpSpPr/>
          <p:nvPr/>
        </p:nvGrpSpPr>
        <p:grpSpPr>
          <a:xfrm>
            <a:off x="7135115" y="2696919"/>
            <a:ext cx="266071" cy="277583"/>
            <a:chOff x="257175" y="587376"/>
            <a:chExt cx="330200" cy="344488"/>
          </a:xfrm>
        </p:grpSpPr>
        <p:cxnSp>
          <p:nvCxnSpPr>
            <p:cNvPr id="197" name="Google Shape;197;p20"/>
            <p:cNvCxnSpPr/>
            <p:nvPr/>
          </p:nvCxnSpPr>
          <p:spPr>
            <a:xfrm flipH="1" rot="10800000">
              <a:off x="257175" y="661988"/>
              <a:ext cx="161925" cy="176213"/>
            </a:xfrm>
            <a:prstGeom prst="straightConnector1">
              <a:avLst/>
            </a:prstGeom>
            <a:noFill/>
            <a:ln cap="rnd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8" name="Google Shape;198;p20"/>
            <p:cNvCxnSpPr/>
            <p:nvPr/>
          </p:nvCxnSpPr>
          <p:spPr>
            <a:xfrm>
              <a:off x="369888" y="719138"/>
              <a:ext cx="134937" cy="123825"/>
            </a:xfrm>
            <a:prstGeom prst="straightConnector1">
              <a:avLst/>
            </a:prstGeom>
            <a:noFill/>
            <a:ln cap="rnd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99" name="Google Shape;199;p20"/>
            <p:cNvSpPr/>
            <p:nvPr/>
          </p:nvSpPr>
          <p:spPr>
            <a:xfrm>
              <a:off x="257175" y="661988"/>
              <a:ext cx="315912" cy="239713"/>
            </a:xfrm>
            <a:custGeom>
              <a:rect b="b" l="l" r="r" t="t"/>
              <a:pathLst>
                <a:path extrusionOk="0" h="64" w="84">
                  <a:moveTo>
                    <a:pt x="84" y="22"/>
                  </a:moveTo>
                  <a:cubicBezTo>
                    <a:pt x="84" y="58"/>
                    <a:pt x="84" y="58"/>
                    <a:pt x="84" y="58"/>
                  </a:cubicBezTo>
                  <a:cubicBezTo>
                    <a:pt x="84" y="61"/>
                    <a:pt x="81" y="64"/>
                    <a:pt x="78" y="64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3" y="64"/>
                    <a:pt x="0" y="61"/>
                    <a:pt x="0" y="5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48" y="0"/>
                    <a:pt x="48" y="0"/>
                    <a:pt x="48" y="0"/>
                  </a:cubicBezTo>
                </a:path>
              </a:pathLst>
            </a:custGeom>
            <a:noFill/>
            <a:ln cap="rnd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0" name="Google Shape;200;p20"/>
            <p:cNvCxnSpPr/>
            <p:nvPr/>
          </p:nvCxnSpPr>
          <p:spPr>
            <a:xfrm>
              <a:off x="309563" y="931863"/>
              <a:ext cx="209550" cy="0"/>
            </a:xfrm>
            <a:prstGeom prst="straightConnector1">
              <a:avLst/>
            </a:prstGeom>
            <a:noFill/>
            <a:ln cap="rnd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1" name="Google Shape;201;p20"/>
            <p:cNvCxnSpPr/>
            <p:nvPr/>
          </p:nvCxnSpPr>
          <p:spPr>
            <a:xfrm>
              <a:off x="414338" y="901701"/>
              <a:ext cx="0" cy="30163"/>
            </a:xfrm>
            <a:prstGeom prst="straightConnector1">
              <a:avLst/>
            </a:prstGeom>
            <a:noFill/>
            <a:ln cap="rnd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2" name="Google Shape;202;p20"/>
            <p:cNvSpPr/>
            <p:nvPr/>
          </p:nvSpPr>
          <p:spPr>
            <a:xfrm>
              <a:off x="406400" y="865188"/>
              <a:ext cx="15875" cy="14288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3" name="Google Shape;203;p20"/>
            <p:cNvCxnSpPr/>
            <p:nvPr/>
          </p:nvCxnSpPr>
          <p:spPr>
            <a:xfrm>
              <a:off x="257175" y="842963"/>
              <a:ext cx="315912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4" name="Google Shape;204;p20"/>
            <p:cNvSpPr/>
            <p:nvPr/>
          </p:nvSpPr>
          <p:spPr>
            <a:xfrm>
              <a:off x="466725" y="587376"/>
              <a:ext cx="120650" cy="165100"/>
            </a:xfrm>
            <a:custGeom>
              <a:rect b="b" l="l" r="r" t="t"/>
              <a:pathLst>
                <a:path extrusionOk="0" h="44" w="32">
                  <a:moveTo>
                    <a:pt x="32" y="16"/>
                  </a:moveTo>
                  <a:cubicBezTo>
                    <a:pt x="32" y="25"/>
                    <a:pt x="16" y="44"/>
                    <a:pt x="16" y="44"/>
                  </a:cubicBezTo>
                  <a:cubicBezTo>
                    <a:pt x="16" y="44"/>
                    <a:pt x="0" y="25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25" y="0"/>
                    <a:pt x="32" y="7"/>
                    <a:pt x="32" y="16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20"/>
            <p:cNvSpPr/>
            <p:nvPr/>
          </p:nvSpPr>
          <p:spPr>
            <a:xfrm>
              <a:off x="504825" y="623888"/>
              <a:ext cx="44450" cy="46038"/>
            </a:xfrm>
            <a:prstGeom prst="ellipse">
              <a:avLst/>
            </a:prstGeom>
            <a:noFill/>
            <a:ln cap="rnd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1"/>
          <p:cNvSpPr/>
          <p:nvPr/>
        </p:nvSpPr>
        <p:spPr>
          <a:xfrm flipH="1">
            <a:off x="0" y="2498404"/>
            <a:ext cx="9144000" cy="2233933"/>
          </a:xfrm>
          <a:prstGeom prst="rect">
            <a:avLst/>
          </a:prstGeom>
          <a:solidFill>
            <a:srgbClr val="D0D6E6">
              <a:alpha val="24705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1944601" y="268290"/>
            <a:ext cx="6948573" cy="3960808"/>
          </a:xfrm>
          <a:prstGeom prst="roundRect">
            <a:avLst>
              <a:gd fmla="val 2721" name="adj"/>
            </a:avLst>
          </a:prstGeom>
          <a:solidFill>
            <a:schemeClr val="lt1"/>
          </a:solidFill>
          <a:ln>
            <a:noFill/>
          </a:ln>
          <a:effectLst>
            <a:outerShdw blurRad="203200" rotWithShape="0" algn="t" dir="3060000" dist="50800">
              <a:srgbClr val="091450">
                <a:alpha val="2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12" name="Google Shape;212;p21"/>
          <p:cNvSpPr/>
          <p:nvPr/>
        </p:nvSpPr>
        <p:spPr>
          <a:xfrm rot="10800000">
            <a:off x="1" y="1"/>
            <a:ext cx="2174239" cy="5143497"/>
          </a:xfrm>
          <a:prstGeom prst="rect">
            <a:avLst/>
          </a:prstGeom>
          <a:gradFill>
            <a:gsLst>
              <a:gs pos="0">
                <a:srgbClr val="5BB180"/>
              </a:gs>
              <a:gs pos="29000">
                <a:srgbClr val="05121A"/>
              </a:gs>
              <a:gs pos="100000">
                <a:srgbClr val="05121A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213" name="Google Shape;213;p21"/>
          <p:cNvGrpSpPr/>
          <p:nvPr/>
        </p:nvGrpSpPr>
        <p:grpSpPr>
          <a:xfrm>
            <a:off x="3800395" y="602439"/>
            <a:ext cx="4760405" cy="2988967"/>
            <a:chOff x="3800395" y="820711"/>
            <a:chExt cx="4760405" cy="2793701"/>
          </a:xfrm>
        </p:grpSpPr>
        <p:sp>
          <p:nvSpPr>
            <p:cNvPr id="214" name="Google Shape;214;p21"/>
            <p:cNvSpPr txBox="1"/>
            <p:nvPr/>
          </p:nvSpPr>
          <p:spPr>
            <a:xfrm flipH="1">
              <a:off x="3800395" y="820711"/>
              <a:ext cx="4066171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mn-MN" sz="1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Тоо баримт, жишээ ашиглавал илүү үр дүнтэй. Бид хэрэглэгчдэдээ үнэ цэн бүтээхийг зорьдог.</a:t>
              </a:r>
              <a:endPara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21"/>
            <p:cNvSpPr txBox="1"/>
            <p:nvPr/>
          </p:nvSpPr>
          <p:spPr>
            <a:xfrm flipH="1">
              <a:off x="3800395" y="1481017"/>
              <a:ext cx="4066171" cy="1692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mn-MN" sz="1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Төслийн явц, үр дүнг энд харуулна. </a:t>
              </a:r>
              <a:endParaRPr/>
            </a:p>
          </p:txBody>
        </p:sp>
        <p:sp>
          <p:nvSpPr>
            <p:cNvPr id="216" name="Google Shape;216;p21"/>
            <p:cNvSpPr txBox="1"/>
            <p:nvPr/>
          </p:nvSpPr>
          <p:spPr>
            <a:xfrm flipH="1">
              <a:off x="3800395" y="1972046"/>
              <a:ext cx="4066171" cy="1692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mn-MN" sz="1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Багаараа хамтран шинэ шийдэл хэрэгжүүлнэ. </a:t>
              </a:r>
              <a:endParaRPr/>
            </a:p>
          </p:txBody>
        </p:sp>
        <p:sp>
          <p:nvSpPr>
            <p:cNvPr id="217" name="Google Shape;217;p21"/>
            <p:cNvSpPr txBox="1"/>
            <p:nvPr/>
          </p:nvSpPr>
          <p:spPr>
            <a:xfrm flipH="1">
              <a:off x="3800395" y="2463075"/>
              <a:ext cx="4066171" cy="1692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mn-MN" sz="1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Зах зээлийн судалгаанд үндэслэн шийдвэр гаргана. </a:t>
              </a:r>
              <a:endParaRPr/>
            </a:p>
          </p:txBody>
        </p:sp>
        <p:sp>
          <p:nvSpPr>
            <p:cNvPr id="218" name="Google Shape;218;p21"/>
            <p:cNvSpPr txBox="1"/>
            <p:nvPr/>
          </p:nvSpPr>
          <p:spPr>
            <a:xfrm flipH="1">
              <a:off x="3800395" y="2954104"/>
              <a:ext cx="4066171" cy="1692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mn-MN" sz="1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Дараагийн алхмуудаа тодорхой төлөвлөнө. </a:t>
              </a:r>
              <a:endParaRPr/>
            </a:p>
          </p:txBody>
        </p:sp>
        <p:sp>
          <p:nvSpPr>
            <p:cNvPr id="219" name="Google Shape;219;p21"/>
            <p:cNvSpPr txBox="1"/>
            <p:nvPr/>
          </p:nvSpPr>
          <p:spPr>
            <a:xfrm flipH="1">
              <a:off x="3800395" y="3445135"/>
              <a:ext cx="4066171" cy="1692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mn-MN" sz="1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Өсөлтийг тогтмол хэмжиж, сайжруулна. </a:t>
              </a:r>
              <a:endParaRPr/>
            </a:p>
          </p:txBody>
        </p:sp>
        <p:cxnSp>
          <p:nvCxnSpPr>
            <p:cNvPr id="220" name="Google Shape;220;p21"/>
            <p:cNvCxnSpPr/>
            <p:nvPr/>
          </p:nvCxnSpPr>
          <p:spPr>
            <a:xfrm>
              <a:off x="3800395" y="1320141"/>
              <a:ext cx="4760405" cy="0"/>
            </a:xfrm>
            <a:prstGeom prst="straightConnector1">
              <a:avLst/>
            </a:prstGeom>
            <a:noFill/>
            <a:ln cap="flat" cmpd="sng" w="9525">
              <a:solidFill>
                <a:srgbClr val="F2F2F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1" name="Google Shape;221;p21"/>
            <p:cNvCxnSpPr/>
            <p:nvPr/>
          </p:nvCxnSpPr>
          <p:spPr>
            <a:xfrm>
              <a:off x="3800395" y="1811170"/>
              <a:ext cx="4760405" cy="0"/>
            </a:xfrm>
            <a:prstGeom prst="straightConnector1">
              <a:avLst/>
            </a:prstGeom>
            <a:noFill/>
            <a:ln cap="flat" cmpd="sng" w="9525">
              <a:solidFill>
                <a:srgbClr val="F2F2F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2" name="Google Shape;222;p21"/>
            <p:cNvCxnSpPr/>
            <p:nvPr/>
          </p:nvCxnSpPr>
          <p:spPr>
            <a:xfrm>
              <a:off x="3800395" y="2302199"/>
              <a:ext cx="4760405" cy="0"/>
            </a:xfrm>
            <a:prstGeom prst="straightConnector1">
              <a:avLst/>
            </a:prstGeom>
            <a:noFill/>
            <a:ln cap="flat" cmpd="sng" w="9525">
              <a:solidFill>
                <a:srgbClr val="F2F2F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3" name="Google Shape;223;p21"/>
            <p:cNvCxnSpPr/>
            <p:nvPr/>
          </p:nvCxnSpPr>
          <p:spPr>
            <a:xfrm>
              <a:off x="3800395" y="2793228"/>
              <a:ext cx="4760405" cy="0"/>
            </a:xfrm>
            <a:prstGeom prst="straightConnector1">
              <a:avLst/>
            </a:prstGeom>
            <a:noFill/>
            <a:ln cap="flat" cmpd="sng" w="9525">
              <a:solidFill>
                <a:srgbClr val="F2F2F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4" name="Google Shape;224;p21"/>
            <p:cNvCxnSpPr/>
            <p:nvPr/>
          </p:nvCxnSpPr>
          <p:spPr>
            <a:xfrm>
              <a:off x="3800395" y="3284257"/>
              <a:ext cx="4760405" cy="0"/>
            </a:xfrm>
            <a:prstGeom prst="straightConnector1">
              <a:avLst/>
            </a:prstGeom>
            <a:noFill/>
            <a:ln cap="flat" cmpd="sng" w="9525">
              <a:solidFill>
                <a:srgbClr val="F2F2F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25" name="Google Shape;225;p21"/>
          <p:cNvSpPr/>
          <p:nvPr/>
        </p:nvSpPr>
        <p:spPr>
          <a:xfrm>
            <a:off x="3800395" y="4035551"/>
            <a:ext cx="1903175" cy="351996"/>
          </a:xfrm>
          <a:prstGeom prst="roundRect">
            <a:avLst>
              <a:gd fmla="val 50000" name="adj"/>
            </a:avLst>
          </a:prstGeom>
          <a:solidFill>
            <a:srgbClr val="FADF4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mn-M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Эхлэх</a:t>
            </a:r>
            <a:endParaRPr/>
          </a:p>
        </p:txBody>
      </p:sp>
      <p:grpSp>
        <p:nvGrpSpPr>
          <p:cNvPr id="226" name="Google Shape;226;p21"/>
          <p:cNvGrpSpPr/>
          <p:nvPr/>
        </p:nvGrpSpPr>
        <p:grpSpPr>
          <a:xfrm>
            <a:off x="8101878" y="580059"/>
            <a:ext cx="431856" cy="431854"/>
            <a:chOff x="1691842" y="2809946"/>
            <a:chExt cx="607731" cy="607731"/>
          </a:xfrm>
        </p:grpSpPr>
        <p:sp>
          <p:nvSpPr>
            <p:cNvPr id="227" name="Google Shape;227;p21"/>
            <p:cNvSpPr/>
            <p:nvPr/>
          </p:nvSpPr>
          <p:spPr>
            <a:xfrm>
              <a:off x="1691842" y="2809946"/>
              <a:ext cx="607731" cy="607731"/>
            </a:xfrm>
            <a:prstGeom prst="ellipse">
              <a:avLst/>
            </a:prstGeom>
            <a:solidFill>
              <a:srgbClr val="D8D8D8">
                <a:alpha val="25882"/>
              </a:srgbClr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228" name="Google Shape;228;p21"/>
            <p:cNvSpPr/>
            <p:nvPr/>
          </p:nvSpPr>
          <p:spPr>
            <a:xfrm>
              <a:off x="1748593" y="2866698"/>
              <a:ext cx="494229" cy="494229"/>
            </a:xfrm>
            <a:prstGeom prst="ellipse">
              <a:avLst/>
            </a:prstGeom>
            <a:gradFill>
              <a:gsLst>
                <a:gs pos="0">
                  <a:srgbClr val="5BB180"/>
                </a:gs>
                <a:gs pos="85000">
                  <a:srgbClr val="05121A"/>
                </a:gs>
                <a:gs pos="100000">
                  <a:srgbClr val="05121A"/>
                </a:gs>
              </a:gsLst>
              <a:path path="circle">
                <a:fillToRect b="0%" l="100%" r="0%" t="100%"/>
              </a:path>
              <a:tileRect b="-100%" l="0%" r="-100%" t="0%"/>
            </a:gradFill>
            <a:ln>
              <a:noFill/>
            </a:ln>
            <a:effectLst>
              <a:outerShdw blurRad="152400" rotWithShape="0" algn="t" dir="5400000" dist="38100">
                <a:srgbClr val="5BB180">
                  <a:alpha val="4000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grpSp>
        <p:nvGrpSpPr>
          <p:cNvPr id="229" name="Google Shape;229;p21"/>
          <p:cNvGrpSpPr/>
          <p:nvPr/>
        </p:nvGrpSpPr>
        <p:grpSpPr>
          <a:xfrm>
            <a:off x="8101878" y="1169810"/>
            <a:ext cx="431856" cy="431854"/>
            <a:chOff x="1691842" y="2809946"/>
            <a:chExt cx="607731" cy="607731"/>
          </a:xfrm>
        </p:grpSpPr>
        <p:sp>
          <p:nvSpPr>
            <p:cNvPr id="230" name="Google Shape;230;p21"/>
            <p:cNvSpPr/>
            <p:nvPr/>
          </p:nvSpPr>
          <p:spPr>
            <a:xfrm>
              <a:off x="1691842" y="2809946"/>
              <a:ext cx="607731" cy="607731"/>
            </a:xfrm>
            <a:prstGeom prst="ellipse">
              <a:avLst/>
            </a:prstGeom>
            <a:solidFill>
              <a:srgbClr val="D8D8D8">
                <a:alpha val="25882"/>
              </a:srgbClr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231" name="Google Shape;231;p21"/>
            <p:cNvSpPr/>
            <p:nvPr/>
          </p:nvSpPr>
          <p:spPr>
            <a:xfrm>
              <a:off x="1748593" y="2866698"/>
              <a:ext cx="494229" cy="49422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152400" rotWithShape="0" algn="t" dir="5400000" dist="38100">
                <a:srgbClr val="5BB180">
                  <a:alpha val="4000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grpSp>
        <p:nvGrpSpPr>
          <p:cNvPr id="232" name="Google Shape;232;p21"/>
          <p:cNvGrpSpPr/>
          <p:nvPr/>
        </p:nvGrpSpPr>
        <p:grpSpPr>
          <a:xfrm>
            <a:off x="8101877" y="1697819"/>
            <a:ext cx="431856" cy="431854"/>
            <a:chOff x="1691842" y="2809946"/>
            <a:chExt cx="607731" cy="607731"/>
          </a:xfrm>
        </p:grpSpPr>
        <p:sp>
          <p:nvSpPr>
            <p:cNvPr id="233" name="Google Shape;233;p21"/>
            <p:cNvSpPr/>
            <p:nvPr/>
          </p:nvSpPr>
          <p:spPr>
            <a:xfrm>
              <a:off x="1691842" y="2809946"/>
              <a:ext cx="607731" cy="607731"/>
            </a:xfrm>
            <a:prstGeom prst="ellipse">
              <a:avLst/>
            </a:prstGeom>
            <a:solidFill>
              <a:srgbClr val="D8D8D8">
                <a:alpha val="25882"/>
              </a:srgbClr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234" name="Google Shape;234;p21"/>
            <p:cNvSpPr/>
            <p:nvPr/>
          </p:nvSpPr>
          <p:spPr>
            <a:xfrm>
              <a:off x="1748593" y="2866698"/>
              <a:ext cx="494229" cy="49422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152400" rotWithShape="0" algn="t" dir="5400000" dist="38100">
                <a:srgbClr val="5BB180">
                  <a:alpha val="4000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grpSp>
        <p:nvGrpSpPr>
          <p:cNvPr id="235" name="Google Shape;235;p21"/>
          <p:cNvGrpSpPr/>
          <p:nvPr/>
        </p:nvGrpSpPr>
        <p:grpSpPr>
          <a:xfrm>
            <a:off x="8101877" y="2235555"/>
            <a:ext cx="431856" cy="431854"/>
            <a:chOff x="1691842" y="2809946"/>
            <a:chExt cx="607731" cy="607731"/>
          </a:xfrm>
        </p:grpSpPr>
        <p:sp>
          <p:nvSpPr>
            <p:cNvPr id="236" name="Google Shape;236;p21"/>
            <p:cNvSpPr/>
            <p:nvPr/>
          </p:nvSpPr>
          <p:spPr>
            <a:xfrm>
              <a:off x="1691842" y="2809946"/>
              <a:ext cx="607731" cy="607731"/>
            </a:xfrm>
            <a:prstGeom prst="ellipse">
              <a:avLst/>
            </a:prstGeom>
            <a:solidFill>
              <a:srgbClr val="D8D8D8">
                <a:alpha val="25882"/>
              </a:srgbClr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237" name="Google Shape;237;p21"/>
            <p:cNvSpPr/>
            <p:nvPr/>
          </p:nvSpPr>
          <p:spPr>
            <a:xfrm>
              <a:off x="1748593" y="2866698"/>
              <a:ext cx="494229" cy="49422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152400" rotWithShape="0" algn="t" dir="5400000" dist="38100">
                <a:srgbClr val="5BB180">
                  <a:alpha val="4000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grpSp>
        <p:nvGrpSpPr>
          <p:cNvPr id="238" name="Google Shape;238;p21"/>
          <p:cNvGrpSpPr/>
          <p:nvPr/>
        </p:nvGrpSpPr>
        <p:grpSpPr>
          <a:xfrm>
            <a:off x="8101877" y="2763420"/>
            <a:ext cx="431856" cy="431854"/>
            <a:chOff x="1691842" y="2809946"/>
            <a:chExt cx="607731" cy="607731"/>
          </a:xfrm>
        </p:grpSpPr>
        <p:sp>
          <p:nvSpPr>
            <p:cNvPr id="239" name="Google Shape;239;p21"/>
            <p:cNvSpPr/>
            <p:nvPr/>
          </p:nvSpPr>
          <p:spPr>
            <a:xfrm>
              <a:off x="1691842" y="2809946"/>
              <a:ext cx="607731" cy="607731"/>
            </a:xfrm>
            <a:prstGeom prst="ellipse">
              <a:avLst/>
            </a:prstGeom>
            <a:solidFill>
              <a:srgbClr val="D8D8D8">
                <a:alpha val="25882"/>
              </a:srgbClr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240" name="Google Shape;240;p21"/>
            <p:cNvSpPr/>
            <p:nvPr/>
          </p:nvSpPr>
          <p:spPr>
            <a:xfrm>
              <a:off x="1748593" y="2866698"/>
              <a:ext cx="494229" cy="49422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152400" rotWithShape="0" algn="t" dir="5400000" dist="38100">
                <a:srgbClr val="5BB180">
                  <a:alpha val="4000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grpSp>
        <p:nvGrpSpPr>
          <p:cNvPr id="241" name="Google Shape;241;p21"/>
          <p:cNvGrpSpPr/>
          <p:nvPr/>
        </p:nvGrpSpPr>
        <p:grpSpPr>
          <a:xfrm>
            <a:off x="8101877" y="3294389"/>
            <a:ext cx="431856" cy="431854"/>
            <a:chOff x="1691842" y="2809946"/>
            <a:chExt cx="607731" cy="607731"/>
          </a:xfrm>
        </p:grpSpPr>
        <p:sp>
          <p:nvSpPr>
            <p:cNvPr id="242" name="Google Shape;242;p21"/>
            <p:cNvSpPr/>
            <p:nvPr/>
          </p:nvSpPr>
          <p:spPr>
            <a:xfrm>
              <a:off x="1691842" y="2809946"/>
              <a:ext cx="607731" cy="607731"/>
            </a:xfrm>
            <a:prstGeom prst="ellipse">
              <a:avLst/>
            </a:prstGeom>
            <a:solidFill>
              <a:srgbClr val="D8D8D8">
                <a:alpha val="25882"/>
              </a:srgbClr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243" name="Google Shape;243;p21"/>
            <p:cNvSpPr/>
            <p:nvPr/>
          </p:nvSpPr>
          <p:spPr>
            <a:xfrm>
              <a:off x="1748593" y="2866698"/>
              <a:ext cx="494229" cy="494229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152400" rotWithShape="0" algn="t" dir="5400000" dist="38100">
                <a:srgbClr val="5BB180">
                  <a:alpha val="4000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grpSp>
        <p:nvGrpSpPr>
          <p:cNvPr id="244" name="Google Shape;244;p21"/>
          <p:cNvGrpSpPr/>
          <p:nvPr/>
        </p:nvGrpSpPr>
        <p:grpSpPr>
          <a:xfrm>
            <a:off x="5400139" y="4086155"/>
            <a:ext cx="250786" cy="250786"/>
            <a:chOff x="4122892" y="4276641"/>
            <a:chExt cx="303451" cy="303451"/>
          </a:xfrm>
        </p:grpSpPr>
        <p:sp>
          <p:nvSpPr>
            <p:cNvPr id="245" name="Google Shape;245;p21"/>
            <p:cNvSpPr/>
            <p:nvPr/>
          </p:nvSpPr>
          <p:spPr>
            <a:xfrm>
              <a:off x="4122892" y="4276641"/>
              <a:ext cx="303451" cy="303451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Play outline" id="246" name="Google Shape;246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207575" y="4328052"/>
              <a:ext cx="200629" cy="20062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Chat outline" id="247" name="Google Shape;24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94675" y="681547"/>
            <a:ext cx="254000" cy="254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ke outline" id="248" name="Google Shape;248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6251" y="1254799"/>
            <a:ext cx="251291" cy="2512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ap with pin outline" id="249" name="Google Shape;249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19153" y="1799580"/>
            <a:ext cx="211915" cy="2119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Open envelope outline" id="250" name="Google Shape;250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24604" y="2340454"/>
            <a:ext cx="202543" cy="2025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ale profile outline" id="251" name="Google Shape;251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211235" y="2862278"/>
            <a:ext cx="225530" cy="2255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ceiver outline" id="252" name="Google Shape;252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220266" y="3405315"/>
            <a:ext cx="210001" cy="210001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1"/>
          <p:cNvSpPr txBox="1"/>
          <p:nvPr>
            <p:ph idx="12" type="sldNum"/>
          </p:nvPr>
        </p:nvSpPr>
        <p:spPr>
          <a:xfrm>
            <a:off x="8582089" y="4748642"/>
            <a:ext cx="31108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b="0" i="0" lang="en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4" name="Google Shape;254;p21"/>
          <p:cNvPicPr preferRelativeResize="0"/>
          <p:nvPr/>
        </p:nvPicPr>
        <p:blipFill rotWithShape="1">
          <a:blip r:embed="rId10">
            <a:alphaModFix/>
          </a:blip>
          <a:srcRect b="15978" l="14648" r="56222" t="52446"/>
          <a:stretch/>
        </p:blipFill>
        <p:spPr>
          <a:xfrm>
            <a:off x="209520" y="-7"/>
            <a:ext cx="1964720" cy="2129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5" name="Google Shape;255;p21"/>
          <p:cNvGrpSpPr/>
          <p:nvPr/>
        </p:nvGrpSpPr>
        <p:grpSpPr>
          <a:xfrm>
            <a:off x="444832" y="-214583"/>
            <a:ext cx="3224343" cy="5335223"/>
            <a:chOff x="5248325" y="-143083"/>
            <a:chExt cx="3224343" cy="5335223"/>
          </a:xfrm>
        </p:grpSpPr>
        <p:grpSp>
          <p:nvGrpSpPr>
            <p:cNvPr id="256" name="Google Shape;256;p21"/>
            <p:cNvGrpSpPr/>
            <p:nvPr/>
          </p:nvGrpSpPr>
          <p:grpSpPr>
            <a:xfrm>
              <a:off x="6080927" y="885377"/>
              <a:ext cx="1805552" cy="3221674"/>
              <a:chOff x="999641" y="885377"/>
              <a:chExt cx="1805552" cy="3221674"/>
            </a:xfrm>
          </p:grpSpPr>
          <p:sp>
            <p:nvSpPr>
              <p:cNvPr id="257" name="Google Shape;257;p21"/>
              <p:cNvSpPr/>
              <p:nvPr/>
            </p:nvSpPr>
            <p:spPr>
              <a:xfrm>
                <a:off x="999641" y="897903"/>
                <a:ext cx="1805552" cy="320914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" name="Google Shape;258;p21"/>
              <p:cNvSpPr txBox="1"/>
              <p:nvPr/>
            </p:nvSpPr>
            <p:spPr>
              <a:xfrm>
                <a:off x="1180986" y="3010378"/>
                <a:ext cx="1442862" cy="5078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0" i="0" lang="mn-MN" sz="1100" u="none" cap="none" strike="noStrike">
                    <a:solidFill>
                      <a:schemeClr val="dk1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Дэд гарчиг энд </a:t>
                </a:r>
                <a:br>
                  <a:rPr b="0" i="0" lang="mn-MN" sz="1100" u="none" cap="none" strike="noStrike">
                    <a:solidFill>
                      <a:schemeClr val="dk1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</a:br>
                <a:r>
                  <a:rPr b="0" i="0" lang="mn-MN" sz="1100" u="none" cap="none" strike="noStrike">
                    <a:solidFill>
                      <a:schemeClr val="dk1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Гол үзүүлэлтүүдээ товч дурдана. </a:t>
                </a:r>
                <a:endParaRPr b="0" i="0" sz="1100" u="none" cap="none" strike="noStrike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grpSp>
            <p:nvGrpSpPr>
              <p:cNvPr id="259" name="Google Shape;259;p21"/>
              <p:cNvGrpSpPr/>
              <p:nvPr/>
            </p:nvGrpSpPr>
            <p:grpSpPr>
              <a:xfrm>
                <a:off x="1714017" y="3813228"/>
                <a:ext cx="376800" cy="72000"/>
                <a:chOff x="1678530" y="3813228"/>
                <a:chExt cx="376800" cy="72000"/>
              </a:xfrm>
            </p:grpSpPr>
            <p:sp>
              <p:nvSpPr>
                <p:cNvPr id="260" name="Google Shape;260;p21"/>
                <p:cNvSpPr/>
                <p:nvPr/>
              </p:nvSpPr>
              <p:spPr>
                <a:xfrm>
                  <a:off x="1678530" y="3813228"/>
                  <a:ext cx="72000" cy="72000"/>
                </a:xfrm>
                <a:prstGeom prst="ellipse">
                  <a:avLst/>
                </a:prstGeom>
                <a:solidFill>
                  <a:srgbClr val="F2F2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1" name="Google Shape;261;p21"/>
                <p:cNvSpPr/>
                <p:nvPr/>
              </p:nvSpPr>
              <p:spPr>
                <a:xfrm>
                  <a:off x="1830930" y="3813228"/>
                  <a:ext cx="72000" cy="72000"/>
                </a:xfrm>
                <a:prstGeom prst="ellipse">
                  <a:avLst/>
                </a:prstGeom>
                <a:solidFill>
                  <a:srgbClr val="F2F2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2" name="Google Shape;262;p21"/>
                <p:cNvSpPr/>
                <p:nvPr/>
              </p:nvSpPr>
              <p:spPr>
                <a:xfrm>
                  <a:off x="1983330" y="3813228"/>
                  <a:ext cx="72000" cy="72000"/>
                </a:xfrm>
                <a:prstGeom prst="ellipse">
                  <a:avLst/>
                </a:prstGeom>
                <a:solidFill>
                  <a:srgbClr val="5BB18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63" name="Google Shape;263;p21"/>
              <p:cNvSpPr/>
              <p:nvPr/>
            </p:nvSpPr>
            <p:spPr>
              <a:xfrm>
                <a:off x="999641" y="885377"/>
                <a:ext cx="1805552" cy="1088552"/>
              </a:xfrm>
              <a:prstGeom prst="rect">
                <a:avLst/>
              </a:prstGeom>
              <a:solidFill>
                <a:srgbClr val="F2F2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" name="Google Shape;264;p21"/>
              <p:cNvSpPr txBox="1"/>
              <p:nvPr/>
            </p:nvSpPr>
            <p:spPr>
              <a:xfrm>
                <a:off x="1128464" y="2566956"/>
                <a:ext cx="1547907" cy="2215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300"/>
                  <a:buFont typeface="Open Sans"/>
                  <a:buNone/>
                </a:pPr>
                <a:r>
                  <a:rPr b="1" i="0" lang="mn-MN" sz="1600" u="none" cap="none" strike="noStrike">
                    <a:solidFill>
                      <a:srgbClr val="000000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Хэрэглэгчийн профайл</a:t>
                </a:r>
                <a:endParaRPr b="1" i="0" sz="1200" u="none" cap="none" strike="noStrik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pic>
            <p:nvPicPr>
              <p:cNvPr descr="A person smiling for the camera&#10;&#10;Description automatically generated with medium confidence" id="265" name="Google Shape;265;p21"/>
              <p:cNvPicPr preferRelativeResize="0"/>
              <p:nvPr/>
            </p:nvPicPr>
            <p:blipFill rotWithShape="1">
              <a:blip r:embed="rId11">
                <a:alphaModFix/>
              </a:blip>
              <a:srcRect b="32946" l="0" r="0" t="388"/>
              <a:stretch/>
            </p:blipFill>
            <p:spPr>
              <a:xfrm>
                <a:off x="1434417" y="1471932"/>
                <a:ext cx="936000" cy="936000"/>
              </a:xfrm>
              <a:custGeom>
                <a:rect b="b" l="l" r="r" t="t"/>
                <a:pathLst>
                  <a:path extrusionOk="0" h="989046" w="989046">
                    <a:moveTo>
                      <a:pt x="494523" y="0"/>
                    </a:moveTo>
                    <a:cubicBezTo>
                      <a:pt x="767641" y="0"/>
                      <a:pt x="989046" y="221405"/>
                      <a:pt x="989046" y="494523"/>
                    </a:cubicBezTo>
                    <a:cubicBezTo>
                      <a:pt x="989046" y="767641"/>
                      <a:pt x="767641" y="989046"/>
                      <a:pt x="494523" y="989046"/>
                    </a:cubicBezTo>
                    <a:cubicBezTo>
                      <a:pt x="221405" y="989046"/>
                      <a:pt x="0" y="767641"/>
                      <a:pt x="0" y="494523"/>
                    </a:cubicBezTo>
                    <a:cubicBezTo>
                      <a:pt x="0" y="221405"/>
                      <a:pt x="221405" y="0"/>
                      <a:pt x="494523" y="0"/>
                    </a:cubicBezTo>
                    <a:close/>
                  </a:path>
                </a:pathLst>
              </a:custGeom>
              <a:noFill/>
              <a:ln cap="flat" cmpd="sng" w="222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pic>
          <p:sp>
            <p:nvSpPr>
              <p:cNvPr id="266" name="Google Shape;266;p21"/>
              <p:cNvSpPr/>
              <p:nvPr/>
            </p:nvSpPr>
            <p:spPr>
              <a:xfrm>
                <a:off x="999641" y="895261"/>
                <a:ext cx="1805552" cy="210683"/>
              </a:xfrm>
              <a:prstGeom prst="rect">
                <a:avLst/>
              </a:prstGeom>
              <a:solidFill>
                <a:schemeClr val="dk1">
                  <a:alpha val="7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67" name="Google Shape;267;p21"/>
              <p:cNvCxnSpPr/>
              <p:nvPr/>
            </p:nvCxnSpPr>
            <p:spPr>
              <a:xfrm>
                <a:off x="1090816" y="967151"/>
                <a:ext cx="141216" cy="0"/>
              </a:xfrm>
              <a:prstGeom prst="straightConnector1">
                <a:avLst/>
              </a:pr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68" name="Google Shape;268;p21"/>
              <p:cNvCxnSpPr/>
              <p:nvPr/>
            </p:nvCxnSpPr>
            <p:spPr>
              <a:xfrm>
                <a:off x="1090816" y="1037770"/>
                <a:ext cx="141216" cy="0"/>
              </a:xfrm>
              <a:prstGeom prst="straightConnector1">
                <a:avLst/>
              </a:pr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69" name="Google Shape;269;p21"/>
              <p:cNvCxnSpPr/>
              <p:nvPr/>
            </p:nvCxnSpPr>
            <p:spPr>
              <a:xfrm>
                <a:off x="1090816" y="1002461"/>
                <a:ext cx="141216" cy="0"/>
              </a:xfrm>
              <a:prstGeom prst="straightConnector1">
                <a:avLst/>
              </a:pr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pic>
          <p:nvPicPr>
            <p:cNvPr descr="A hand holding a cellphone&#10;&#10;Description automatically generated" id="270" name="Google Shape;270;p21"/>
            <p:cNvPicPr preferRelativeResize="0"/>
            <p:nvPr/>
          </p:nvPicPr>
          <p:blipFill rotWithShape="1">
            <a:blip r:embed="rId12">
              <a:alphaModFix/>
            </a:blip>
            <a:srcRect b="34473" l="33822" r="10155" t="0"/>
            <a:stretch/>
          </p:blipFill>
          <p:spPr>
            <a:xfrm>
              <a:off x="5248325" y="-143083"/>
              <a:ext cx="3224343" cy="53352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1" name="Google Shape;271;p21"/>
          <p:cNvSpPr/>
          <p:nvPr/>
        </p:nvSpPr>
        <p:spPr>
          <a:xfrm>
            <a:off x="0" y="5097781"/>
            <a:ext cx="9144000" cy="45719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2"/>
          <p:cNvSpPr/>
          <p:nvPr/>
        </p:nvSpPr>
        <p:spPr>
          <a:xfrm>
            <a:off x="250823" y="2438400"/>
            <a:ext cx="8642351" cy="2293938"/>
          </a:xfrm>
          <a:prstGeom prst="roundRect">
            <a:avLst>
              <a:gd fmla="val 6063" name="adj"/>
            </a:avLst>
          </a:prstGeom>
          <a:solidFill>
            <a:schemeClr val="lt1"/>
          </a:solidFill>
          <a:ln>
            <a:noFill/>
          </a:ln>
          <a:effectLst>
            <a:outerShdw blurRad="203200" rotWithShape="0" algn="t" dir="3060000" dist="50800">
              <a:srgbClr val="091450">
                <a:alpha val="2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77" name="Google Shape;277;p22"/>
          <p:cNvSpPr/>
          <p:nvPr/>
        </p:nvSpPr>
        <p:spPr>
          <a:xfrm flipH="1" rot="5400000">
            <a:off x="3286125" y="-3286125"/>
            <a:ext cx="2571750" cy="9144000"/>
          </a:xfrm>
          <a:prstGeom prst="rect">
            <a:avLst/>
          </a:prstGeom>
          <a:gradFill>
            <a:gsLst>
              <a:gs pos="0">
                <a:srgbClr val="5BB180"/>
              </a:gs>
              <a:gs pos="29000">
                <a:srgbClr val="05121A"/>
              </a:gs>
              <a:gs pos="100000">
                <a:srgbClr val="05121A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descr="A computer and a cup of coffee on a table&#10;&#10;AI-generated content may be incorrect." id="278" name="Google Shape;278;p22"/>
          <p:cNvPicPr preferRelativeResize="0"/>
          <p:nvPr/>
        </p:nvPicPr>
        <p:blipFill rotWithShape="1">
          <a:blip r:embed="rId3">
            <a:alphaModFix/>
          </a:blip>
          <a:srcRect b="0" l="12879" r="12247" t="0"/>
          <a:stretch/>
        </p:blipFill>
        <p:spPr>
          <a:xfrm>
            <a:off x="6576646" y="2"/>
            <a:ext cx="2567355" cy="2571748"/>
          </a:xfrm>
          <a:custGeom>
            <a:rect b="b" l="l" r="r" t="t"/>
            <a:pathLst>
              <a:path extrusionOk="0" h="2105257" w="1348299">
                <a:moveTo>
                  <a:pt x="0" y="0"/>
                </a:moveTo>
                <a:lnTo>
                  <a:pt x="1348299" y="0"/>
                </a:lnTo>
                <a:lnTo>
                  <a:pt x="1348299" y="2105257"/>
                </a:lnTo>
                <a:lnTo>
                  <a:pt x="0" y="2105257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279" name="Google Shape;279;p22"/>
          <p:cNvSpPr/>
          <p:nvPr/>
        </p:nvSpPr>
        <p:spPr>
          <a:xfrm>
            <a:off x="0" y="5097781"/>
            <a:ext cx="9144000" cy="45719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0" name="Google Shape;280;p22"/>
          <p:cNvGrpSpPr/>
          <p:nvPr/>
        </p:nvGrpSpPr>
        <p:grpSpPr>
          <a:xfrm>
            <a:off x="494663" y="2937193"/>
            <a:ext cx="864000" cy="1225257"/>
            <a:chOff x="494663" y="2937193"/>
            <a:chExt cx="864000" cy="1225257"/>
          </a:xfrm>
        </p:grpSpPr>
        <p:sp>
          <p:nvSpPr>
            <p:cNvPr id="281" name="Google Shape;281;p22"/>
            <p:cNvSpPr txBox="1"/>
            <p:nvPr/>
          </p:nvSpPr>
          <p:spPr>
            <a:xfrm flipH="1">
              <a:off x="494663" y="3585369"/>
              <a:ext cx="864000" cy="5770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mn-MN" sz="1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Гарчиг </a:t>
              </a:r>
              <a:br>
                <a:rPr b="1" i="0" lang="mn-MN" sz="1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1" i="0" lang="mn-MN" sz="1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Агуулга</a:t>
              </a:r>
              <a:endPara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mn-MN" sz="105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Дэд гарчиг энд </a:t>
              </a:r>
              <a:endParaRPr b="0" i="0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2" name="Google Shape;282;p22"/>
            <p:cNvGrpSpPr/>
            <p:nvPr/>
          </p:nvGrpSpPr>
          <p:grpSpPr>
            <a:xfrm>
              <a:off x="689173" y="2937193"/>
              <a:ext cx="474981" cy="474979"/>
              <a:chOff x="1691842" y="2809946"/>
              <a:chExt cx="607731" cy="607731"/>
            </a:xfrm>
          </p:grpSpPr>
          <p:sp>
            <p:nvSpPr>
              <p:cNvPr id="283" name="Google Shape;283;p22"/>
              <p:cNvSpPr/>
              <p:nvPr/>
            </p:nvSpPr>
            <p:spPr>
              <a:xfrm>
                <a:off x="1691842" y="2809946"/>
                <a:ext cx="607731" cy="607731"/>
              </a:xfrm>
              <a:prstGeom prst="ellipse">
                <a:avLst/>
              </a:prstGeom>
              <a:solidFill>
                <a:srgbClr val="D8D8D8">
                  <a:alpha val="25882"/>
                </a:srgbClr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284" name="Google Shape;284;p22"/>
              <p:cNvSpPr/>
              <p:nvPr/>
            </p:nvSpPr>
            <p:spPr>
              <a:xfrm>
                <a:off x="1748593" y="2866698"/>
                <a:ext cx="494229" cy="494229"/>
              </a:xfrm>
              <a:prstGeom prst="ellipse">
                <a:avLst/>
              </a:prstGeom>
              <a:gradFill>
                <a:gsLst>
                  <a:gs pos="0">
                    <a:srgbClr val="5BB180"/>
                  </a:gs>
                  <a:gs pos="85000">
                    <a:srgbClr val="05121A"/>
                  </a:gs>
                  <a:gs pos="100000">
                    <a:srgbClr val="05121A"/>
                  </a:gs>
                </a:gsLst>
                <a:path path="circle">
                  <a:fillToRect b="0%" l="100%" r="0%" t="100%"/>
                </a:path>
                <a:tileRect b="-100%" l="0%" r="-100%" t="0%"/>
              </a:gradFill>
              <a:ln>
                <a:noFill/>
              </a:ln>
              <a:effectLst>
                <a:outerShdw blurRad="152400" rotWithShape="0" algn="t" dir="5400000" dist="38100">
                  <a:srgbClr val="5BB180">
                    <a:alpha val="40000"/>
                  </a:srgbClr>
                </a:outerShdw>
              </a:effectLst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chemeClr val="lt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</p:grpSp>
      </p:grpSp>
      <p:cxnSp>
        <p:nvCxnSpPr>
          <p:cNvPr id="285" name="Google Shape;285;p22"/>
          <p:cNvCxnSpPr/>
          <p:nvPr/>
        </p:nvCxnSpPr>
        <p:spPr>
          <a:xfrm>
            <a:off x="6576646" y="2571750"/>
            <a:ext cx="0" cy="2160588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86" name="Google Shape;286;p22"/>
          <p:cNvGrpSpPr/>
          <p:nvPr/>
        </p:nvGrpSpPr>
        <p:grpSpPr>
          <a:xfrm>
            <a:off x="1736453" y="2937193"/>
            <a:ext cx="864000" cy="1225257"/>
            <a:chOff x="494663" y="2937193"/>
            <a:chExt cx="864000" cy="1225257"/>
          </a:xfrm>
        </p:grpSpPr>
        <p:sp>
          <p:nvSpPr>
            <p:cNvPr id="287" name="Google Shape;287;p22"/>
            <p:cNvSpPr txBox="1"/>
            <p:nvPr/>
          </p:nvSpPr>
          <p:spPr>
            <a:xfrm flipH="1">
              <a:off x="494663" y="3585369"/>
              <a:ext cx="864000" cy="5770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mn-MN" sz="1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Зорилт </a:t>
              </a:r>
              <a:br>
                <a:rPr b="1" i="0" lang="mn-MN" sz="1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1" i="0" lang="mn-MN" sz="1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Санаа</a:t>
              </a:r>
              <a:endPara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mn-MN" sz="105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Зорилтын нэр энд </a:t>
              </a:r>
              <a:endParaRPr b="0" i="0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8" name="Google Shape;288;p22"/>
            <p:cNvGrpSpPr/>
            <p:nvPr/>
          </p:nvGrpSpPr>
          <p:grpSpPr>
            <a:xfrm>
              <a:off x="689173" y="2937193"/>
              <a:ext cx="474981" cy="474979"/>
              <a:chOff x="1691842" y="2809946"/>
              <a:chExt cx="607731" cy="607731"/>
            </a:xfrm>
          </p:grpSpPr>
          <p:sp>
            <p:nvSpPr>
              <p:cNvPr id="289" name="Google Shape;289;p22"/>
              <p:cNvSpPr/>
              <p:nvPr/>
            </p:nvSpPr>
            <p:spPr>
              <a:xfrm>
                <a:off x="1691842" y="2809946"/>
                <a:ext cx="607731" cy="607731"/>
              </a:xfrm>
              <a:prstGeom prst="ellipse">
                <a:avLst/>
              </a:prstGeom>
              <a:solidFill>
                <a:srgbClr val="D8D8D8">
                  <a:alpha val="25882"/>
                </a:srgbClr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290" name="Google Shape;290;p22"/>
              <p:cNvSpPr/>
              <p:nvPr/>
            </p:nvSpPr>
            <p:spPr>
              <a:xfrm>
                <a:off x="1748593" y="2866698"/>
                <a:ext cx="494229" cy="494229"/>
              </a:xfrm>
              <a:prstGeom prst="ellipse">
                <a:avLst/>
              </a:prstGeom>
              <a:gradFill>
                <a:gsLst>
                  <a:gs pos="0">
                    <a:srgbClr val="5BB180"/>
                  </a:gs>
                  <a:gs pos="85000">
                    <a:srgbClr val="05121A"/>
                  </a:gs>
                  <a:gs pos="100000">
                    <a:srgbClr val="05121A"/>
                  </a:gs>
                </a:gsLst>
                <a:path path="circle">
                  <a:fillToRect b="0%" l="100%" r="0%" t="100%"/>
                </a:path>
                <a:tileRect b="-100%" l="0%" r="-100%" t="0%"/>
              </a:gradFill>
              <a:ln>
                <a:noFill/>
              </a:ln>
              <a:effectLst>
                <a:outerShdw blurRad="152400" rotWithShape="0" algn="t" dir="5400000" dist="38100">
                  <a:srgbClr val="5BB180">
                    <a:alpha val="40000"/>
                  </a:srgbClr>
                </a:outerShdw>
              </a:effectLst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chemeClr val="lt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</p:grpSp>
      </p:grpSp>
      <p:grpSp>
        <p:nvGrpSpPr>
          <p:cNvPr id="291" name="Google Shape;291;p22"/>
          <p:cNvGrpSpPr/>
          <p:nvPr/>
        </p:nvGrpSpPr>
        <p:grpSpPr>
          <a:xfrm>
            <a:off x="2978243" y="2937193"/>
            <a:ext cx="864000" cy="1225257"/>
            <a:chOff x="494663" y="2937193"/>
            <a:chExt cx="864000" cy="1225257"/>
          </a:xfrm>
        </p:grpSpPr>
        <p:sp>
          <p:nvSpPr>
            <p:cNvPr id="292" name="Google Shape;292;p22"/>
            <p:cNvSpPr txBox="1"/>
            <p:nvPr/>
          </p:nvSpPr>
          <p:spPr>
            <a:xfrm flipH="1">
              <a:off x="494663" y="3585369"/>
              <a:ext cx="864000" cy="5770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mn-MN" sz="1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Гарчиг </a:t>
              </a:r>
              <a:br>
                <a:rPr b="1" i="0" lang="mn-MN" sz="1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1" i="0" lang="mn-MN" sz="1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Агуулга</a:t>
              </a:r>
              <a:endPara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mn-MN" sz="105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Товч тайлбар энд </a:t>
              </a:r>
              <a:endParaRPr b="0" i="0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93" name="Google Shape;293;p22"/>
            <p:cNvGrpSpPr/>
            <p:nvPr/>
          </p:nvGrpSpPr>
          <p:grpSpPr>
            <a:xfrm>
              <a:off x="689173" y="2937193"/>
              <a:ext cx="474981" cy="474979"/>
              <a:chOff x="1691842" y="2809946"/>
              <a:chExt cx="607731" cy="607731"/>
            </a:xfrm>
          </p:grpSpPr>
          <p:sp>
            <p:nvSpPr>
              <p:cNvPr id="294" name="Google Shape;294;p22"/>
              <p:cNvSpPr/>
              <p:nvPr/>
            </p:nvSpPr>
            <p:spPr>
              <a:xfrm>
                <a:off x="1691842" y="2809946"/>
                <a:ext cx="607731" cy="607731"/>
              </a:xfrm>
              <a:prstGeom prst="ellipse">
                <a:avLst/>
              </a:prstGeom>
              <a:solidFill>
                <a:srgbClr val="D8D8D8">
                  <a:alpha val="25882"/>
                </a:srgbClr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295" name="Google Shape;295;p22"/>
              <p:cNvSpPr/>
              <p:nvPr/>
            </p:nvSpPr>
            <p:spPr>
              <a:xfrm>
                <a:off x="1748593" y="2866698"/>
                <a:ext cx="494229" cy="494229"/>
              </a:xfrm>
              <a:prstGeom prst="ellipse">
                <a:avLst/>
              </a:prstGeom>
              <a:gradFill>
                <a:gsLst>
                  <a:gs pos="0">
                    <a:srgbClr val="5BB180"/>
                  </a:gs>
                  <a:gs pos="85000">
                    <a:srgbClr val="05121A"/>
                  </a:gs>
                  <a:gs pos="100000">
                    <a:srgbClr val="05121A"/>
                  </a:gs>
                </a:gsLst>
                <a:path path="circle">
                  <a:fillToRect b="0%" l="100%" r="0%" t="100%"/>
                </a:path>
                <a:tileRect b="-100%" l="0%" r="-100%" t="0%"/>
              </a:gradFill>
              <a:ln>
                <a:noFill/>
              </a:ln>
              <a:effectLst>
                <a:outerShdw blurRad="152400" rotWithShape="0" algn="t" dir="5400000" dist="38100">
                  <a:srgbClr val="5BB180">
                    <a:alpha val="40000"/>
                  </a:srgbClr>
                </a:outerShdw>
              </a:effectLst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chemeClr val="lt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</p:grpSp>
      </p:grpSp>
      <p:grpSp>
        <p:nvGrpSpPr>
          <p:cNvPr id="296" name="Google Shape;296;p22"/>
          <p:cNvGrpSpPr/>
          <p:nvPr/>
        </p:nvGrpSpPr>
        <p:grpSpPr>
          <a:xfrm>
            <a:off x="4220032" y="2937193"/>
            <a:ext cx="864000" cy="1225257"/>
            <a:chOff x="494663" y="2937193"/>
            <a:chExt cx="864000" cy="1225257"/>
          </a:xfrm>
        </p:grpSpPr>
        <p:sp>
          <p:nvSpPr>
            <p:cNvPr id="297" name="Google Shape;297;p22"/>
            <p:cNvSpPr txBox="1"/>
            <p:nvPr/>
          </p:nvSpPr>
          <p:spPr>
            <a:xfrm flipH="1">
              <a:off x="494663" y="3585369"/>
              <a:ext cx="864000" cy="5770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mn-MN" sz="1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Зорилт </a:t>
              </a:r>
              <a:br>
                <a:rPr b="1" i="0" lang="mn-MN" sz="1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1" i="0" lang="mn-MN" sz="1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Санаа</a:t>
              </a:r>
              <a:endPara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mn-MN" sz="105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Гол санаа энд </a:t>
              </a:r>
              <a:endParaRPr b="0" i="0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98" name="Google Shape;298;p22"/>
            <p:cNvGrpSpPr/>
            <p:nvPr/>
          </p:nvGrpSpPr>
          <p:grpSpPr>
            <a:xfrm>
              <a:off x="689173" y="2937193"/>
              <a:ext cx="474981" cy="474979"/>
              <a:chOff x="1691842" y="2809946"/>
              <a:chExt cx="607731" cy="607731"/>
            </a:xfrm>
          </p:grpSpPr>
          <p:sp>
            <p:nvSpPr>
              <p:cNvPr id="299" name="Google Shape;299;p22"/>
              <p:cNvSpPr/>
              <p:nvPr/>
            </p:nvSpPr>
            <p:spPr>
              <a:xfrm>
                <a:off x="1691842" y="2809946"/>
                <a:ext cx="607731" cy="607731"/>
              </a:xfrm>
              <a:prstGeom prst="ellipse">
                <a:avLst/>
              </a:prstGeom>
              <a:solidFill>
                <a:srgbClr val="D8D8D8">
                  <a:alpha val="25882"/>
                </a:srgbClr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300" name="Google Shape;300;p22"/>
              <p:cNvSpPr/>
              <p:nvPr/>
            </p:nvSpPr>
            <p:spPr>
              <a:xfrm>
                <a:off x="1748593" y="2866698"/>
                <a:ext cx="494229" cy="494229"/>
              </a:xfrm>
              <a:prstGeom prst="ellipse">
                <a:avLst/>
              </a:prstGeom>
              <a:gradFill>
                <a:gsLst>
                  <a:gs pos="0">
                    <a:srgbClr val="5BB180"/>
                  </a:gs>
                  <a:gs pos="85000">
                    <a:srgbClr val="05121A"/>
                  </a:gs>
                  <a:gs pos="100000">
                    <a:srgbClr val="05121A"/>
                  </a:gs>
                </a:gsLst>
                <a:path path="circle">
                  <a:fillToRect b="0%" l="100%" r="0%" t="100%"/>
                </a:path>
                <a:tileRect b="-100%" l="0%" r="-100%" t="0%"/>
              </a:gradFill>
              <a:ln>
                <a:noFill/>
              </a:ln>
              <a:effectLst>
                <a:outerShdw blurRad="152400" rotWithShape="0" algn="t" dir="5400000" dist="38100">
                  <a:srgbClr val="5BB180">
                    <a:alpha val="40000"/>
                  </a:srgbClr>
                </a:outerShdw>
              </a:effectLst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chemeClr val="lt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</p:grpSp>
      </p:grpSp>
      <p:grpSp>
        <p:nvGrpSpPr>
          <p:cNvPr id="301" name="Google Shape;301;p22"/>
          <p:cNvGrpSpPr/>
          <p:nvPr/>
        </p:nvGrpSpPr>
        <p:grpSpPr>
          <a:xfrm>
            <a:off x="5461819" y="2937193"/>
            <a:ext cx="864000" cy="1225257"/>
            <a:chOff x="494663" y="2937193"/>
            <a:chExt cx="864000" cy="1225257"/>
          </a:xfrm>
        </p:grpSpPr>
        <p:sp>
          <p:nvSpPr>
            <p:cNvPr id="302" name="Google Shape;302;p22"/>
            <p:cNvSpPr txBox="1"/>
            <p:nvPr/>
          </p:nvSpPr>
          <p:spPr>
            <a:xfrm flipH="1">
              <a:off x="494663" y="3585369"/>
              <a:ext cx="864000" cy="5770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mn-MN" sz="1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Гарчиг </a:t>
              </a:r>
              <a:br>
                <a:rPr b="1" i="0" lang="mn-MN" sz="1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1" i="0" lang="mn-MN" sz="1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Агуулга</a:t>
              </a:r>
              <a:endPara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mn-MN" sz="105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Дэд гарчиг энд </a:t>
              </a:r>
              <a:endParaRPr b="0" i="0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03" name="Google Shape;303;p22"/>
            <p:cNvGrpSpPr/>
            <p:nvPr/>
          </p:nvGrpSpPr>
          <p:grpSpPr>
            <a:xfrm>
              <a:off x="689173" y="2937193"/>
              <a:ext cx="474981" cy="474979"/>
              <a:chOff x="1691842" y="2809946"/>
              <a:chExt cx="607731" cy="607731"/>
            </a:xfrm>
          </p:grpSpPr>
          <p:sp>
            <p:nvSpPr>
              <p:cNvPr id="304" name="Google Shape;304;p22"/>
              <p:cNvSpPr/>
              <p:nvPr/>
            </p:nvSpPr>
            <p:spPr>
              <a:xfrm>
                <a:off x="1691842" y="2809946"/>
                <a:ext cx="607731" cy="607731"/>
              </a:xfrm>
              <a:prstGeom prst="ellipse">
                <a:avLst/>
              </a:prstGeom>
              <a:solidFill>
                <a:srgbClr val="D8D8D8">
                  <a:alpha val="25882"/>
                </a:srgbClr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305" name="Google Shape;305;p22"/>
              <p:cNvSpPr/>
              <p:nvPr/>
            </p:nvSpPr>
            <p:spPr>
              <a:xfrm>
                <a:off x="1748593" y="2866698"/>
                <a:ext cx="494229" cy="494229"/>
              </a:xfrm>
              <a:prstGeom prst="ellipse">
                <a:avLst/>
              </a:prstGeom>
              <a:gradFill>
                <a:gsLst>
                  <a:gs pos="0">
                    <a:srgbClr val="5BB180"/>
                  </a:gs>
                  <a:gs pos="85000">
                    <a:srgbClr val="05121A"/>
                  </a:gs>
                  <a:gs pos="100000">
                    <a:srgbClr val="05121A"/>
                  </a:gs>
                </a:gsLst>
                <a:path path="circle">
                  <a:fillToRect b="0%" l="100%" r="0%" t="100%"/>
                </a:path>
                <a:tileRect b="-100%" l="0%" r="-100%" t="0%"/>
              </a:gradFill>
              <a:ln>
                <a:noFill/>
              </a:ln>
              <a:effectLst>
                <a:outerShdw blurRad="152400" rotWithShape="0" algn="t" dir="5400000" dist="38100">
                  <a:srgbClr val="5BB180">
                    <a:alpha val="40000"/>
                  </a:srgbClr>
                </a:outerShdw>
              </a:effectLst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chemeClr val="lt1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</p:grpSp>
      </p:grpSp>
      <p:cxnSp>
        <p:nvCxnSpPr>
          <p:cNvPr id="306" name="Google Shape;306;p22"/>
          <p:cNvCxnSpPr/>
          <p:nvPr/>
        </p:nvCxnSpPr>
        <p:spPr>
          <a:xfrm>
            <a:off x="1547558" y="3585369"/>
            <a:ext cx="0" cy="864231"/>
          </a:xfrm>
          <a:prstGeom prst="straightConnector1">
            <a:avLst/>
          </a:prstGeom>
          <a:noFill/>
          <a:ln cap="flat" cmpd="sng" w="9525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7" name="Google Shape;307;p22"/>
          <p:cNvCxnSpPr/>
          <p:nvPr/>
        </p:nvCxnSpPr>
        <p:spPr>
          <a:xfrm>
            <a:off x="2789348" y="3585369"/>
            <a:ext cx="0" cy="864231"/>
          </a:xfrm>
          <a:prstGeom prst="straightConnector1">
            <a:avLst/>
          </a:prstGeom>
          <a:noFill/>
          <a:ln cap="flat" cmpd="sng" w="9525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8" name="Google Shape;308;p22"/>
          <p:cNvCxnSpPr/>
          <p:nvPr/>
        </p:nvCxnSpPr>
        <p:spPr>
          <a:xfrm>
            <a:off x="4031137" y="3585369"/>
            <a:ext cx="0" cy="864231"/>
          </a:xfrm>
          <a:prstGeom prst="straightConnector1">
            <a:avLst/>
          </a:prstGeom>
          <a:noFill/>
          <a:ln cap="flat" cmpd="sng" w="9525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9" name="Google Shape;309;p22"/>
          <p:cNvCxnSpPr/>
          <p:nvPr/>
        </p:nvCxnSpPr>
        <p:spPr>
          <a:xfrm>
            <a:off x="5272926" y="3585369"/>
            <a:ext cx="0" cy="864231"/>
          </a:xfrm>
          <a:prstGeom prst="straightConnector1">
            <a:avLst/>
          </a:prstGeom>
          <a:noFill/>
          <a:ln cap="flat" cmpd="sng" w="9525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0" name="Google Shape;310;p22"/>
          <p:cNvSpPr/>
          <p:nvPr/>
        </p:nvSpPr>
        <p:spPr>
          <a:xfrm flipH="1" rot="10800000">
            <a:off x="6576642" y="2571750"/>
            <a:ext cx="2316533" cy="2160588"/>
          </a:xfrm>
          <a:prstGeom prst="round1Rect">
            <a:avLst>
              <a:gd fmla="val 5381" name="adj"/>
            </a:avLst>
          </a:prstGeom>
          <a:solidFill>
            <a:srgbClr val="D0D6E6">
              <a:alpha val="24705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11" name="Google Shape;311;p22"/>
          <p:cNvSpPr txBox="1"/>
          <p:nvPr/>
        </p:nvSpPr>
        <p:spPr>
          <a:xfrm flipH="1">
            <a:off x="7302910" y="3561366"/>
            <a:ext cx="864000" cy="577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mn-M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Төгсгөл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2" name="Google Shape;312;p22"/>
          <p:cNvGrpSpPr/>
          <p:nvPr/>
        </p:nvGrpSpPr>
        <p:grpSpPr>
          <a:xfrm>
            <a:off x="7147559" y="2155332"/>
            <a:ext cx="1174704" cy="1174702"/>
            <a:chOff x="7979619" y="2516383"/>
            <a:chExt cx="513007" cy="513007"/>
          </a:xfrm>
        </p:grpSpPr>
        <p:sp>
          <p:nvSpPr>
            <p:cNvPr id="313" name="Google Shape;313;p22"/>
            <p:cNvSpPr/>
            <p:nvPr/>
          </p:nvSpPr>
          <p:spPr>
            <a:xfrm>
              <a:off x="7979619" y="2516383"/>
              <a:ext cx="513007" cy="513007"/>
            </a:xfrm>
            <a:prstGeom prst="ellipse">
              <a:avLst/>
            </a:prstGeom>
            <a:solidFill>
              <a:srgbClr val="FADF4B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Trophy outline" id="314" name="Google Shape;314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078027" y="2614791"/>
              <a:ext cx="316190" cy="31619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Compass outline" id="315" name="Google Shape;315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5646" y="3043538"/>
            <a:ext cx="262287" cy="2622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ights On outline" id="316" name="Google Shape;316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50199" y="3047447"/>
            <a:ext cx="254467" cy="2544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lipboard outline" id="317" name="Google Shape;317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42971" y="3059333"/>
            <a:ext cx="218122" cy="2181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rchitecture outline" id="318" name="Google Shape;318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311060" y="3059790"/>
            <a:ext cx="229780" cy="2297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ox outline" id="319" name="Google Shape;319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66330" y="3048513"/>
            <a:ext cx="258105" cy="258105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2"/>
          <p:cNvSpPr txBox="1"/>
          <p:nvPr>
            <p:ph idx="12" type="sldNum"/>
          </p:nvPr>
        </p:nvSpPr>
        <p:spPr>
          <a:xfrm>
            <a:off x="8582089" y="4748642"/>
            <a:ext cx="31108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b="0" i="0" lang="en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1" name="Google Shape;321;p22"/>
          <p:cNvPicPr preferRelativeResize="0"/>
          <p:nvPr/>
        </p:nvPicPr>
        <p:blipFill rotWithShape="1">
          <a:blip r:embed="rId10">
            <a:alphaModFix/>
          </a:blip>
          <a:srcRect b="24469" l="23486" r="56222" t="52445"/>
          <a:stretch/>
        </p:blipFill>
        <p:spPr>
          <a:xfrm flipH="1">
            <a:off x="-1" y="-7"/>
            <a:ext cx="2260522" cy="2571758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22"/>
          <p:cNvSpPr txBox="1"/>
          <p:nvPr>
            <p:ph type="title"/>
          </p:nvPr>
        </p:nvSpPr>
        <p:spPr>
          <a:xfrm>
            <a:off x="250825" y="605816"/>
            <a:ext cx="6099575" cy="443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72000" spcFirstLastPara="1" rIns="72000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Open Sans"/>
              <a:buNone/>
            </a:pPr>
            <a:r>
              <a:rPr b="1" lang="mn-MN" sz="4400">
                <a:solidFill>
                  <a:schemeClr val="lt1"/>
                </a:solidFill>
              </a:rPr>
              <a:t>Үйл явц</a:t>
            </a:r>
            <a:endParaRPr b="1" sz="4400">
              <a:solidFill>
                <a:schemeClr val="lt1"/>
              </a:solidFill>
            </a:endParaRPr>
          </a:p>
        </p:txBody>
      </p:sp>
      <p:sp>
        <p:nvSpPr>
          <p:cNvPr id="323" name="Google Shape;323;p22"/>
          <p:cNvSpPr txBox="1"/>
          <p:nvPr/>
        </p:nvSpPr>
        <p:spPr>
          <a:xfrm>
            <a:off x="250824" y="1222181"/>
            <a:ext cx="5192376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2000" spcFirstLastPara="1" rIns="720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mn-M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Өсөлтийг тогтмол хэмжиж, сайжруулна. Энэ хэсэгт өөрийн текстээ оруулна уу. Гол үзүүлэлтүүдээ товч дурдана. Хэрэглэгчийн хэрэгцээг нарийн судална.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