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embeddedFontLst>
    <p:embeddedFont>
      <p:font typeface="Play"/>
      <p:regular r:id="rId26"/>
      <p:bold r:id="rId27"/>
    </p:embeddedFont>
    <p:embeddedFont>
      <p:font typeface="Roboto Black"/>
      <p:bold r:id="rId28"/>
      <p:boldItalic r:id="rId29"/>
    </p:embeddedFont>
    <p:embeddedFont>
      <p:font typeface="Roboto"/>
      <p:regular r:id="rId30"/>
      <p:bold r:id="rId31"/>
      <p:italic r:id="rId32"/>
      <p:boldItalic r:id="rId33"/>
    </p:embeddedFont>
    <p:embeddedFont>
      <p:font typeface="Playfair Display"/>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8" roundtripDataSignature="AMtx7mg74Lw4udI7Nk6P848LMFuK5UxT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regular.fntdata"/><Relationship Id="rId28" Type="http://schemas.openxmlformats.org/officeDocument/2006/relationships/font" Target="fonts/RobotoBlack-bold.fntdata"/><Relationship Id="rId27" Type="http://schemas.openxmlformats.org/officeDocument/2006/relationships/font" Target="fonts/Play-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lack-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6.xml"/><Relationship Id="rId33" Type="http://schemas.openxmlformats.org/officeDocument/2006/relationships/font" Target="fonts/Roboto-boldItalic.fntdata"/><Relationship Id="rId10" Type="http://schemas.openxmlformats.org/officeDocument/2006/relationships/slide" Target="slides/slide5.xml"/><Relationship Id="rId32" Type="http://schemas.openxmlformats.org/officeDocument/2006/relationships/font" Target="fonts/Roboto-italic.fntdata"/><Relationship Id="rId13" Type="http://schemas.openxmlformats.org/officeDocument/2006/relationships/slide" Target="slides/slide8.xml"/><Relationship Id="rId35" Type="http://schemas.openxmlformats.org/officeDocument/2006/relationships/font" Target="fonts/PlayfairDisplay-bold.fntdata"/><Relationship Id="rId12" Type="http://schemas.openxmlformats.org/officeDocument/2006/relationships/slide" Target="slides/slide7.xml"/><Relationship Id="rId34" Type="http://schemas.openxmlformats.org/officeDocument/2006/relationships/font" Target="fonts/PlayfairDisplay-regular.fntdata"/><Relationship Id="rId37" Type="http://schemas.openxmlformats.org/officeDocument/2006/relationships/font" Target="fonts/PlayfairDisplay-boldItalic.fntdata"/><Relationship Id="rId14" Type="http://schemas.openxmlformats.org/officeDocument/2006/relationships/slide" Target="slides/slide9.xml"/><Relationship Id="rId36" Type="http://schemas.openxmlformats.org/officeDocument/2006/relationships/font" Target="fonts/PlayfairDisplay-italic.fntdata"/><Relationship Id="rId3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D"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0"/>
          <p:cNvSpPr/>
          <p:nvPr>
            <p:ph idx="2" type="pic"/>
          </p:nvPr>
        </p:nvSpPr>
        <p:spPr>
          <a:xfrm>
            <a:off x="5183188" y="987425"/>
            <a:ext cx="6172200" cy="4873625"/>
          </a:xfrm>
          <a:prstGeom prst="rect">
            <a:avLst/>
          </a:prstGeom>
          <a:noFill/>
          <a:ln>
            <a:noFill/>
          </a:ln>
        </p:spPr>
      </p:sp>
      <p:sp>
        <p:nvSpPr>
          <p:cNvPr id="68" name="Google Shape;6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jpg"/><Relationship Id="rIdGc1" Type="http://schemas.openxmlformats.org/officeDocument/2006/relationships/image" Target="../media/gclogo_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2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3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2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2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jpg"/><Relationship Id="rId4" Type="http://schemas.openxmlformats.org/officeDocument/2006/relationships/image" Target="../media/image10.png"/><Relationship Id="rId9"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21.png"/><Relationship Id="rId8"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
          <p:cNvSpPr/>
          <p:nvPr/>
        </p:nvSpPr>
        <p:spPr>
          <a:xfrm>
            <a:off x="0" y="-2"/>
            <a:ext cx="8768851" cy="5715002"/>
          </a:xfrm>
          <a:prstGeom prst="rect">
            <a:avLst/>
          </a:prstGeom>
          <a:solidFill>
            <a:srgbClr val="2856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0" name="Google Shape;90;p1"/>
          <p:cNvSpPr txBox="1"/>
          <p:nvPr/>
        </p:nvSpPr>
        <p:spPr>
          <a:xfrm>
            <a:off x="1300484" y="2309564"/>
            <a:ext cx="6944356" cy="2954655"/>
          </a:xfrm>
          <a:prstGeom prst="rect">
            <a:avLst/>
          </a:prstGeom>
          <a:noFill/>
          <a:ln>
            <a:noFill/>
          </a:ln>
        </p:spPr>
        <p:txBody>
          <a:bodyPr anchorCtr="0" anchor="b" bIns="0" lIns="0" spcFirstLastPara="1" rIns="0" wrap="square" tIns="0">
            <a:spAutoFit/>
          </a:bodyPr>
          <a:lstStyle/>
          <a:p>
            <a:pPr indent="0" lvl="0" marL="0" marR="0" rtl="0" algn="l">
              <a:lnSpc>
                <a:spcPct val="80000"/>
              </a:lnSpc>
              <a:spcBef>
                <a:spcPts val="0"/>
              </a:spcBef>
              <a:spcAft>
                <a:spcPts val="0"/>
              </a:spcAft>
              <a:buNone/>
            </a:pPr>
            <a:r>
              <a:rPr b="1" i="0" lang="mn-MN" sz="8000" u="none" cap="none" strike="noStrike">
                <a:solidFill>
                  <a:schemeClr val="lt1"/>
                </a:solidFill>
                <a:latin typeface="Playfair Display"/>
                <a:ea typeface="Playfair Display"/>
                <a:cs typeface="Playfair Display"/>
                <a:sym typeface="Playfair Display"/>
              </a:rPr>
              <a:t>Брэнд </a:t>
            </a:r>
            <a:endParaRPr/>
          </a:p>
          <a:p>
            <a:pPr indent="0" lvl="0" marL="0" marR="0" rtl="0" algn="l">
              <a:lnSpc>
                <a:spcPct val="80000"/>
              </a:lnSpc>
              <a:spcBef>
                <a:spcPts val="0"/>
              </a:spcBef>
              <a:spcAft>
                <a:spcPts val="0"/>
              </a:spcAft>
              <a:buNone/>
            </a:pPr>
            <a:r>
              <a:rPr b="1" i="0" lang="mn-MN" sz="8000" u="none" cap="none" strike="noStrike">
                <a:solidFill>
                  <a:schemeClr val="lt1"/>
                </a:solidFill>
                <a:latin typeface="Playfair Display"/>
                <a:ea typeface="Playfair Display"/>
                <a:cs typeface="Playfair Display"/>
                <a:sym typeface="Playfair Display"/>
              </a:rPr>
              <a:t>айдентитийн илтгэл</a:t>
            </a:r>
            <a:endParaRPr b="0" i="0" sz="8000" u="none" cap="none" strike="noStrike">
              <a:solidFill>
                <a:schemeClr val="lt1"/>
              </a:solidFill>
              <a:latin typeface="Playfair Display"/>
              <a:ea typeface="Playfair Display"/>
              <a:cs typeface="Playfair Display"/>
              <a:sym typeface="Playfair Display"/>
            </a:endParaRPr>
          </a:p>
        </p:txBody>
      </p:sp>
      <p:grpSp>
        <p:nvGrpSpPr>
          <p:cNvPr id="91" name="Google Shape;91;p1"/>
          <p:cNvGrpSpPr/>
          <p:nvPr/>
        </p:nvGrpSpPr>
        <p:grpSpPr>
          <a:xfrm rot="10800000">
            <a:off x="226350" y="272425"/>
            <a:ext cx="153900" cy="4904824"/>
            <a:chOff x="226311" y="1566109"/>
            <a:chExt cx="153900" cy="4904824"/>
          </a:xfrm>
        </p:grpSpPr>
        <p:sp>
          <p:nvSpPr>
            <p:cNvPr id="92" name="Google Shape;92;p1"/>
            <p:cNvSpPr txBox="1"/>
            <p:nvPr/>
          </p:nvSpPr>
          <p:spPr>
            <a:xfrm rot="5400000">
              <a:off x="-423339" y="2215759"/>
              <a:ext cx="1453200" cy="153900"/>
            </a:xfrm>
            <a:prstGeom prst="rect">
              <a:avLst/>
            </a:prstGeom>
            <a:noFill/>
            <a:ln>
              <a:noFill/>
            </a:ln>
          </p:spPr>
          <p:txBody>
            <a:bodyPr anchorCtr="0" anchor="ctr" bIns="0" lIns="0" spcFirstLastPara="1" rIns="108000" wrap="square" tIns="0">
              <a:spAutoFit/>
            </a:bodyPr>
            <a:lstStyle/>
            <a:p>
              <a:pPr indent="0" lvl="0" marL="0" marR="0" rtl="0" algn="ctr">
                <a:spcBef>
                  <a:spcPts val="0"/>
                </a:spcBef>
                <a:spcAft>
                  <a:spcPts val="0"/>
                </a:spcAft>
                <a:buNone/>
              </a:pPr>
              <a:r>
                <a:rPr b="0" i="0" lang="mn-MN" sz="1000" u="none" cap="none" strike="noStrike">
                  <a:solidFill>
                    <a:schemeClr val="lt1"/>
                  </a:solidFill>
                  <a:latin typeface="Roboto"/>
                  <a:ea typeface="Roboto"/>
                  <a:cs typeface="Roboto"/>
                  <a:sym typeface="Roboto"/>
                </a:rPr>
                <a:t>graphican.online</a:t>
              </a:r>
              <a:endParaRPr/>
            </a:p>
          </p:txBody>
        </p:sp>
        <p:sp>
          <p:nvSpPr>
            <p:cNvPr id="93" name="Google Shape;93;p1"/>
            <p:cNvSpPr txBox="1"/>
            <p:nvPr/>
          </p:nvSpPr>
          <p:spPr>
            <a:xfrm rot="5400000">
              <a:off x="-345214" y="5753183"/>
              <a:ext cx="1296900" cy="138600"/>
            </a:xfrm>
            <a:prstGeom prst="rect">
              <a:avLst/>
            </a:prstGeom>
            <a:noFill/>
            <a:ln>
              <a:noFill/>
            </a:ln>
          </p:spPr>
          <p:txBody>
            <a:bodyPr anchorCtr="0" anchor="ctr" bIns="0" lIns="0" spcFirstLastPara="1" rIns="108000" wrap="square" tIns="0">
              <a:spAutoFit/>
            </a:bodyPr>
            <a:lstStyle/>
            <a:p>
              <a:pPr indent="0" lvl="0" marL="0" marR="0" rtl="0" algn="r">
                <a:spcBef>
                  <a:spcPts val="0"/>
                </a:spcBef>
                <a:spcAft>
                  <a:spcPts val="0"/>
                </a:spcAft>
                <a:buNone/>
              </a:pPr>
              <a:r>
                <a:rPr b="1" i="0" lang="mn-MN" sz="900" u="none" cap="none" strike="noStrike">
                  <a:solidFill>
                    <a:schemeClr val="lt1"/>
                  </a:solidFill>
                  <a:latin typeface="Roboto"/>
                  <a:ea typeface="Roboto"/>
                  <a:cs typeface="Roboto"/>
                  <a:sym typeface="Roboto"/>
                </a:rPr>
                <a:t>Брэнд</a:t>
              </a:r>
              <a:r>
                <a:rPr b="0" i="0" lang="mn-MN" sz="900" u="none" cap="none" strike="noStrike">
                  <a:solidFill>
                    <a:schemeClr val="lt1"/>
                  </a:solidFill>
                  <a:latin typeface="Roboto"/>
                  <a:ea typeface="Roboto"/>
                  <a:cs typeface="Roboto"/>
                  <a:sym typeface="Roboto"/>
                </a:rPr>
                <a:t> · Огноо, он</a:t>
              </a:r>
              <a:endParaRPr/>
            </a:p>
          </p:txBody>
        </p:sp>
      </p:grpSp>
      <p:cxnSp>
        <p:nvCxnSpPr>
          <p:cNvPr id="94" name="Google Shape;94;p1"/>
          <p:cNvCxnSpPr/>
          <p:nvPr/>
        </p:nvCxnSpPr>
        <p:spPr>
          <a:xfrm>
            <a:off x="650241" y="0"/>
            <a:ext cx="0" cy="5693068"/>
          </a:xfrm>
          <a:prstGeom prst="straightConnector1">
            <a:avLst/>
          </a:prstGeom>
          <a:noFill/>
          <a:ln cap="flat" cmpd="sng" w="9525">
            <a:solidFill>
              <a:schemeClr val="lt1"/>
            </a:solidFill>
            <a:prstDash val="solid"/>
            <a:miter lim="800000"/>
            <a:headEnd len="sm" w="sm" type="none"/>
            <a:tailEnd len="sm" w="sm" type="none"/>
          </a:ln>
        </p:spPr>
      </p:cxnSp>
      <p:pic>
        <p:nvPicPr>
          <p:cNvPr descr="A person using a tablet and a stylus&#10;&#10;Description automatically generated" id="95" name="Google Shape;95;p1"/>
          <p:cNvPicPr preferRelativeResize="0"/>
          <p:nvPr/>
        </p:nvPicPr>
        <p:blipFill rotWithShape="1">
          <a:blip r:embed="rId3">
            <a:alphaModFix/>
          </a:blip>
          <a:srcRect b="0" l="39512" r="27166" t="0"/>
          <a:stretch/>
        </p:blipFill>
        <p:spPr>
          <a:xfrm>
            <a:off x="8768851" y="0"/>
            <a:ext cx="3423149" cy="6858000"/>
          </a:xfrm>
          <a:prstGeom prst="rect">
            <a:avLst/>
          </a:prstGeom>
          <a:noFill/>
          <a:ln>
            <a:noFill/>
          </a:ln>
        </p:spPr>
      </p:pic>
      <p:cxnSp>
        <p:nvCxnSpPr>
          <p:cNvPr id="96" name="Google Shape;96;p1"/>
          <p:cNvCxnSpPr/>
          <p:nvPr/>
        </p:nvCxnSpPr>
        <p:spPr>
          <a:xfrm rot="10800000">
            <a:off x="650241" y="675080"/>
            <a:ext cx="8118610" cy="0"/>
          </a:xfrm>
          <a:prstGeom prst="straightConnector1">
            <a:avLst/>
          </a:prstGeom>
          <a:noFill/>
          <a:ln cap="flat" cmpd="sng" w="9525">
            <a:solidFill>
              <a:schemeClr val="lt1"/>
            </a:solidFill>
            <a:prstDash val="solid"/>
            <a:miter lim="800000"/>
            <a:headEnd len="sm" w="sm" type="none"/>
            <a:tailEnd len="sm" w="sm" type="none"/>
          </a:ln>
        </p:spPr>
      </p:cxnSp>
      <p:grpSp>
        <p:nvGrpSpPr>
          <p:cNvPr id="97" name="Google Shape;97;p1"/>
          <p:cNvGrpSpPr/>
          <p:nvPr/>
        </p:nvGrpSpPr>
        <p:grpSpPr>
          <a:xfrm>
            <a:off x="443107" y="5993879"/>
            <a:ext cx="2001644" cy="592067"/>
            <a:chOff x="443107" y="5993879"/>
            <a:chExt cx="2001644" cy="592067"/>
          </a:xfrm>
        </p:grpSpPr>
        <p:grpSp>
          <p:nvGrpSpPr>
            <p:cNvPr id="98" name="Google Shape;98;p1"/>
            <p:cNvGrpSpPr/>
            <p:nvPr/>
          </p:nvGrpSpPr>
          <p:grpSpPr>
            <a:xfrm>
              <a:off x="1217935" y="5993879"/>
              <a:ext cx="1226816" cy="566561"/>
              <a:chOff x="-1293772" y="3311898"/>
              <a:chExt cx="1809003" cy="667349"/>
            </a:xfrm>
          </p:grpSpPr>
          <p:sp>
            <p:nvSpPr>
              <p:cNvPr id="99" name="Google Shape;99;p1"/>
              <p:cNvSpPr txBox="1"/>
              <p:nvPr/>
            </p:nvSpPr>
            <p:spPr>
              <a:xfrm>
                <a:off x="-1293772" y="3311898"/>
                <a:ext cx="1809003" cy="50753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mn-MN" sz="2800" u="none" cap="none" strike="noStrike">
                    <a:solidFill>
                      <a:srgbClr val="1E2860"/>
                    </a:solidFill>
                    <a:latin typeface="Roboto"/>
                    <a:ea typeface="Roboto"/>
                    <a:cs typeface="Roboto"/>
                    <a:sym typeface="Roboto"/>
                  </a:rPr>
                  <a:t>БРЭНД</a:t>
                </a:r>
                <a:endParaRPr/>
              </a:p>
            </p:txBody>
          </p:sp>
          <p:sp>
            <p:nvSpPr>
              <p:cNvPr id="100" name="Google Shape;100;p1"/>
              <p:cNvSpPr txBox="1"/>
              <p:nvPr/>
            </p:nvSpPr>
            <p:spPr>
              <a:xfrm>
                <a:off x="-1293772" y="3779857"/>
                <a:ext cx="1809003" cy="1993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mn-MN" sz="1100">
                    <a:solidFill>
                      <a:srgbClr val="1E2860"/>
                    </a:solidFill>
                    <a:latin typeface="Roboto"/>
                    <a:ea typeface="Roboto"/>
                    <a:cs typeface="Roboto"/>
                    <a:sym typeface="Roboto"/>
                  </a:rPr>
                  <a:t>КОМПАНИ</a:t>
                </a:r>
                <a:endParaRPr/>
              </a:p>
            </p:txBody>
          </p:sp>
        </p:grpSp>
        <p:grpSp>
          <p:nvGrpSpPr>
            <p:cNvPr id="101" name="Google Shape;101;p1"/>
            <p:cNvGrpSpPr/>
            <p:nvPr/>
          </p:nvGrpSpPr>
          <p:grpSpPr>
            <a:xfrm>
              <a:off x="443107" y="5993879"/>
              <a:ext cx="592067" cy="592067"/>
              <a:chOff x="8187153" y="1492771"/>
              <a:chExt cx="1358189" cy="1358189"/>
            </a:xfrm>
          </p:grpSpPr>
          <p:sp>
            <p:nvSpPr>
              <p:cNvPr id="102" name="Google Shape;102;p1"/>
              <p:cNvSpPr/>
              <p:nvPr/>
            </p:nvSpPr>
            <p:spPr>
              <a:xfrm>
                <a:off x="8187153" y="1492771"/>
                <a:ext cx="1358189" cy="1358189"/>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3" name="Google Shape;103;p1"/>
              <p:cNvPicPr preferRelativeResize="0"/>
              <p:nvPr/>
            </p:nvPicPr>
            <p:blipFill rotWithShape="1">
              <a:blip r:embed="rIdGc1">
                <a:alphaModFix/>
              </a:blip>
              <a:stretch/>
            </p:blipFill>
            <p:spPr>
              <a:xfrm>
                <a:off x="8374326" y="1679944"/>
                <a:ext cx="983842" cy="983842"/>
              </a:xfrm>
              <a:prstGeom prst="rect">
                <a:avLst/>
              </a:prstGeom>
              <a:noFill/>
              <a:ln>
                <a:noFill/>
              </a:ln>
            </p:spPr>
          </p:pic>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860"/>
        </a:solidFill>
      </p:bgPr>
    </p:bg>
    <p:spTree>
      <p:nvGrpSpPr>
        <p:cNvPr id="107" name="Shape 107"/>
        <p:cNvGrpSpPr/>
        <p:nvPr/>
      </p:nvGrpSpPr>
      <p:grpSpPr>
        <a:xfrm>
          <a:off x="0" y="0"/>
          <a:ext cx="0" cy="0"/>
          <a:chOff x="0" y="0"/>
          <a:chExt cx="0" cy="0"/>
        </a:xfrm>
      </p:grpSpPr>
      <p:sp>
        <p:nvSpPr>
          <p:cNvPr id="108" name="Google Shape;108;p2"/>
          <p:cNvSpPr/>
          <p:nvPr/>
        </p:nvSpPr>
        <p:spPr>
          <a:xfrm>
            <a:off x="971665" y="-10575"/>
            <a:ext cx="3962402" cy="1215340"/>
          </a:xfrm>
          <a:prstGeom prst="rect">
            <a:avLst/>
          </a:prstGeom>
          <a:solidFill>
            <a:srgbClr val="24B37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9" name="Google Shape;109;p2"/>
          <p:cNvSpPr/>
          <p:nvPr/>
        </p:nvSpPr>
        <p:spPr>
          <a:xfrm>
            <a:off x="1" y="-10575"/>
            <a:ext cx="3962402" cy="1215340"/>
          </a:xfrm>
          <a:prstGeom prst="rect">
            <a:avLst/>
          </a:prstGeom>
          <a:solidFill>
            <a:srgbClr val="2856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0" name="Google Shape;110;p2"/>
          <p:cNvSpPr txBox="1"/>
          <p:nvPr/>
        </p:nvSpPr>
        <p:spPr>
          <a:xfrm>
            <a:off x="1164707" y="2996340"/>
            <a:ext cx="6093228" cy="1969770"/>
          </a:xfrm>
          <a:prstGeom prst="rect">
            <a:avLst/>
          </a:prstGeom>
          <a:noFill/>
          <a:ln>
            <a:noFill/>
          </a:ln>
        </p:spPr>
        <p:txBody>
          <a:bodyPr anchorCtr="0" anchor="b" bIns="0" lIns="0" spcFirstLastPara="1" rIns="0" wrap="square" tIns="0">
            <a:spAutoFit/>
          </a:bodyPr>
          <a:lstStyle/>
          <a:p>
            <a:pPr indent="0" lvl="0" marL="0" marR="0" rtl="0" algn="l">
              <a:lnSpc>
                <a:spcPct val="80000"/>
              </a:lnSpc>
              <a:spcBef>
                <a:spcPts val="0"/>
              </a:spcBef>
              <a:spcAft>
                <a:spcPts val="0"/>
              </a:spcAft>
              <a:buNone/>
            </a:pPr>
            <a:r>
              <a:rPr b="1" i="0" lang="mn-MN" sz="8000" u="none" strike="noStrike">
                <a:solidFill>
                  <a:schemeClr val="lt1"/>
                </a:solidFill>
                <a:latin typeface="Playfair Display"/>
                <a:ea typeface="Playfair Display"/>
                <a:cs typeface="Playfair Display"/>
                <a:sym typeface="Playfair Display"/>
              </a:rPr>
              <a:t>Үндсэн </a:t>
            </a:r>
            <a:endParaRPr/>
          </a:p>
          <a:p>
            <a:pPr indent="0" lvl="0" marL="0" marR="0" rtl="0" algn="l">
              <a:lnSpc>
                <a:spcPct val="80000"/>
              </a:lnSpc>
              <a:spcBef>
                <a:spcPts val="0"/>
              </a:spcBef>
              <a:spcAft>
                <a:spcPts val="0"/>
              </a:spcAft>
              <a:buNone/>
            </a:pPr>
            <a:r>
              <a:rPr b="1" i="0" lang="mn-MN" sz="8000" u="none" strike="noStrike">
                <a:solidFill>
                  <a:schemeClr val="lt1"/>
                </a:solidFill>
                <a:latin typeface="Playfair Display"/>
                <a:ea typeface="Playfair Display"/>
                <a:cs typeface="Playfair Display"/>
                <a:sym typeface="Playfair Display"/>
              </a:rPr>
              <a:t>элементүүд</a:t>
            </a:r>
            <a:endParaRPr/>
          </a:p>
        </p:txBody>
      </p:sp>
      <p:sp>
        <p:nvSpPr>
          <p:cNvPr id="111" name="Google Shape;111;p2"/>
          <p:cNvSpPr txBox="1"/>
          <p:nvPr/>
        </p:nvSpPr>
        <p:spPr>
          <a:xfrm>
            <a:off x="1164707" y="6270189"/>
            <a:ext cx="2593050" cy="169277"/>
          </a:xfrm>
          <a:prstGeom prst="rect">
            <a:avLst/>
          </a:prstGeom>
          <a:noFill/>
          <a:ln>
            <a:noFill/>
          </a:ln>
        </p:spPr>
        <p:txBody>
          <a:bodyPr anchorCtr="0" anchor="t" bIns="0" lIns="0" spcFirstLastPara="1" rIns="108000" wrap="square" tIns="0">
            <a:spAutoFit/>
          </a:bodyPr>
          <a:lstStyle/>
          <a:p>
            <a:pPr indent="0" lvl="0" marL="0" marR="0" rtl="0" algn="l">
              <a:spcBef>
                <a:spcPts val="0"/>
              </a:spcBef>
              <a:spcAft>
                <a:spcPts val="0"/>
              </a:spcAft>
              <a:buNone/>
            </a:pPr>
            <a:r>
              <a:rPr lang="mn-MN" sz="1100" u="none" strike="noStrike">
                <a:solidFill>
                  <a:schemeClr val="lt1"/>
                </a:solidFill>
                <a:latin typeface="Roboto"/>
                <a:ea typeface="Roboto"/>
                <a:cs typeface="Roboto"/>
                <a:sym typeface="Roboto"/>
              </a:rPr>
              <a:t>Брэнд айдентитийн илтгэл</a:t>
            </a:r>
            <a:endParaRPr/>
          </a:p>
        </p:txBody>
      </p:sp>
      <p:cxnSp>
        <p:nvCxnSpPr>
          <p:cNvPr id="112" name="Google Shape;112;p2"/>
          <p:cNvCxnSpPr/>
          <p:nvPr/>
        </p:nvCxnSpPr>
        <p:spPr>
          <a:xfrm>
            <a:off x="650241" y="0"/>
            <a:ext cx="0" cy="6858000"/>
          </a:xfrm>
          <a:prstGeom prst="straightConnector1">
            <a:avLst/>
          </a:prstGeom>
          <a:noFill/>
          <a:ln cap="flat" cmpd="sng" w="9525">
            <a:solidFill>
              <a:schemeClr val="lt1"/>
            </a:solidFill>
            <a:prstDash val="solid"/>
            <a:miter lim="800000"/>
            <a:headEnd len="sm" w="sm" type="none"/>
            <a:tailEnd len="sm" w="sm" type="none"/>
          </a:ln>
        </p:spPr>
      </p:cxnSp>
      <p:cxnSp>
        <p:nvCxnSpPr>
          <p:cNvPr id="113" name="Google Shape;113;p2"/>
          <p:cNvCxnSpPr/>
          <p:nvPr/>
        </p:nvCxnSpPr>
        <p:spPr>
          <a:xfrm>
            <a:off x="650240" y="5271127"/>
            <a:ext cx="7579359" cy="0"/>
          </a:xfrm>
          <a:prstGeom prst="straightConnector1">
            <a:avLst/>
          </a:prstGeom>
          <a:noFill/>
          <a:ln cap="flat" cmpd="sng" w="9525">
            <a:solidFill>
              <a:schemeClr val="lt1"/>
            </a:solidFill>
            <a:prstDash val="solid"/>
            <a:miter lim="800000"/>
            <a:headEnd len="sm" w="sm" type="none"/>
            <a:tailEnd len="sm" w="sm" type="none"/>
          </a:ln>
        </p:spPr>
      </p:cxnSp>
      <p:pic>
        <p:nvPicPr>
          <p:cNvPr descr="A person sitting at a desk looking at a computer&#10;&#10;Description automatically generated" id="114" name="Google Shape;114;p2"/>
          <p:cNvPicPr preferRelativeResize="0"/>
          <p:nvPr/>
        </p:nvPicPr>
        <p:blipFill rotWithShape="1">
          <a:blip r:embed="rId3">
            <a:alphaModFix/>
          </a:blip>
          <a:srcRect b="0" l="36698" r="44461" t="51087"/>
          <a:stretch/>
        </p:blipFill>
        <p:spPr>
          <a:xfrm>
            <a:off x="8229599" y="0"/>
            <a:ext cx="3962402" cy="6858000"/>
          </a:xfrm>
          <a:prstGeom prst="rect">
            <a:avLst/>
          </a:prstGeom>
          <a:noFill/>
          <a:ln>
            <a:noFill/>
          </a:ln>
        </p:spPr>
      </p:pic>
      <p:grpSp>
        <p:nvGrpSpPr>
          <p:cNvPr id="115" name="Google Shape;115;p2"/>
          <p:cNvGrpSpPr/>
          <p:nvPr/>
        </p:nvGrpSpPr>
        <p:grpSpPr>
          <a:xfrm rot="5400000">
            <a:off x="7098104" y="1926728"/>
            <a:ext cx="522878" cy="768448"/>
            <a:chOff x="7209011" y="885041"/>
            <a:chExt cx="1918825" cy="2820004"/>
          </a:xfrm>
        </p:grpSpPr>
        <p:sp>
          <p:nvSpPr>
            <p:cNvPr id="116" name="Google Shape;116;p2"/>
            <p:cNvSpPr/>
            <p:nvPr/>
          </p:nvSpPr>
          <p:spPr>
            <a:xfrm>
              <a:off x="7209011" y="885041"/>
              <a:ext cx="143064" cy="143064"/>
            </a:xfrm>
            <a:prstGeom prst="ellipse">
              <a:avLst/>
            </a:prstGeom>
            <a:solidFill>
              <a:srgbClr val="F3E2C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7" name="Google Shape;117;p2"/>
            <p:cNvSpPr/>
            <p:nvPr/>
          </p:nvSpPr>
          <p:spPr>
            <a:xfrm>
              <a:off x="7800931" y="885041"/>
              <a:ext cx="143064" cy="143064"/>
            </a:xfrm>
            <a:prstGeom prst="ellipse">
              <a:avLst/>
            </a:prstGeom>
            <a:solidFill>
              <a:srgbClr val="F3E2C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8" name="Google Shape;118;p2"/>
            <p:cNvSpPr/>
            <p:nvPr/>
          </p:nvSpPr>
          <p:spPr>
            <a:xfrm>
              <a:off x="8392852" y="885041"/>
              <a:ext cx="143064" cy="143064"/>
            </a:xfrm>
            <a:prstGeom prst="ellipse">
              <a:avLst/>
            </a:prstGeom>
            <a:solidFill>
              <a:srgbClr val="F3E2C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9" name="Google Shape;119;p2"/>
            <p:cNvSpPr/>
            <p:nvPr/>
          </p:nvSpPr>
          <p:spPr>
            <a:xfrm>
              <a:off x="8984772" y="885041"/>
              <a:ext cx="143064" cy="143064"/>
            </a:xfrm>
            <a:prstGeom prst="ellipse">
              <a:avLst/>
            </a:prstGeom>
            <a:solidFill>
              <a:srgbClr val="F3E2C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0" name="Google Shape;120;p2"/>
            <p:cNvSpPr/>
            <p:nvPr/>
          </p:nvSpPr>
          <p:spPr>
            <a:xfrm>
              <a:off x="7209011" y="1777353"/>
              <a:ext cx="143064" cy="143064"/>
            </a:xfrm>
            <a:prstGeom prst="ellipse">
              <a:avLst/>
            </a:prstGeom>
            <a:solidFill>
              <a:srgbClr val="F3E2C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1" name="Google Shape;121;p2"/>
            <p:cNvSpPr/>
            <p:nvPr/>
          </p:nvSpPr>
          <p:spPr>
            <a:xfrm>
              <a:off x="7800931" y="1777353"/>
              <a:ext cx="143064" cy="143064"/>
            </a:xfrm>
            <a:prstGeom prst="ellipse">
              <a:avLst/>
            </a:prstGeom>
            <a:solidFill>
              <a:srgbClr val="F3E2C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2" name="Google Shape;122;p2"/>
            <p:cNvSpPr/>
            <p:nvPr/>
          </p:nvSpPr>
          <p:spPr>
            <a:xfrm>
              <a:off x="8392852" y="1777353"/>
              <a:ext cx="143064" cy="143064"/>
            </a:xfrm>
            <a:prstGeom prst="ellipse">
              <a:avLst/>
            </a:prstGeom>
            <a:solidFill>
              <a:srgbClr val="F3E2C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3" name="Google Shape;123;p2"/>
            <p:cNvSpPr/>
            <p:nvPr/>
          </p:nvSpPr>
          <p:spPr>
            <a:xfrm>
              <a:off x="8984772" y="1777353"/>
              <a:ext cx="143064" cy="143064"/>
            </a:xfrm>
            <a:prstGeom prst="ellipse">
              <a:avLst/>
            </a:prstGeom>
            <a:solidFill>
              <a:srgbClr val="F3E2C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4" name="Google Shape;124;p2"/>
            <p:cNvSpPr/>
            <p:nvPr/>
          </p:nvSpPr>
          <p:spPr>
            <a:xfrm>
              <a:off x="7209011" y="2669665"/>
              <a:ext cx="143064" cy="143064"/>
            </a:xfrm>
            <a:prstGeom prst="ellipse">
              <a:avLst/>
            </a:prstGeom>
            <a:solidFill>
              <a:srgbClr val="F3E2C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5" name="Google Shape;125;p2"/>
            <p:cNvSpPr/>
            <p:nvPr/>
          </p:nvSpPr>
          <p:spPr>
            <a:xfrm>
              <a:off x="7800931" y="2669665"/>
              <a:ext cx="143064" cy="143064"/>
            </a:xfrm>
            <a:prstGeom prst="ellipse">
              <a:avLst/>
            </a:prstGeom>
            <a:solidFill>
              <a:srgbClr val="F3E2C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6" name="Google Shape;126;p2"/>
            <p:cNvSpPr/>
            <p:nvPr/>
          </p:nvSpPr>
          <p:spPr>
            <a:xfrm>
              <a:off x="8392852" y="2669665"/>
              <a:ext cx="143064" cy="143064"/>
            </a:xfrm>
            <a:prstGeom prst="ellipse">
              <a:avLst/>
            </a:prstGeom>
            <a:solidFill>
              <a:srgbClr val="F3E2C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7" name="Google Shape;127;p2"/>
            <p:cNvSpPr/>
            <p:nvPr/>
          </p:nvSpPr>
          <p:spPr>
            <a:xfrm>
              <a:off x="8984772" y="2669665"/>
              <a:ext cx="143064" cy="143064"/>
            </a:xfrm>
            <a:prstGeom prst="ellipse">
              <a:avLst/>
            </a:prstGeom>
            <a:solidFill>
              <a:srgbClr val="F3E2C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8" name="Google Shape;128;p2"/>
            <p:cNvSpPr/>
            <p:nvPr/>
          </p:nvSpPr>
          <p:spPr>
            <a:xfrm>
              <a:off x="7209011" y="3561981"/>
              <a:ext cx="143064" cy="143064"/>
            </a:xfrm>
            <a:prstGeom prst="ellipse">
              <a:avLst/>
            </a:prstGeom>
            <a:solidFill>
              <a:srgbClr val="F3E2C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9" name="Google Shape;129;p2"/>
            <p:cNvSpPr/>
            <p:nvPr/>
          </p:nvSpPr>
          <p:spPr>
            <a:xfrm>
              <a:off x="7800931" y="3561981"/>
              <a:ext cx="143064" cy="143064"/>
            </a:xfrm>
            <a:prstGeom prst="ellipse">
              <a:avLst/>
            </a:prstGeom>
            <a:solidFill>
              <a:srgbClr val="F3E2C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0" name="Google Shape;130;p2"/>
            <p:cNvSpPr/>
            <p:nvPr/>
          </p:nvSpPr>
          <p:spPr>
            <a:xfrm>
              <a:off x="8392852" y="3561981"/>
              <a:ext cx="143064" cy="143064"/>
            </a:xfrm>
            <a:prstGeom prst="ellipse">
              <a:avLst/>
            </a:prstGeom>
            <a:solidFill>
              <a:srgbClr val="F3E2C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1" name="Google Shape;131;p2"/>
            <p:cNvSpPr/>
            <p:nvPr/>
          </p:nvSpPr>
          <p:spPr>
            <a:xfrm>
              <a:off x="8984772" y="3561981"/>
              <a:ext cx="143064" cy="143064"/>
            </a:xfrm>
            <a:prstGeom prst="ellipse">
              <a:avLst/>
            </a:prstGeom>
            <a:solidFill>
              <a:srgbClr val="F3E2C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C3EE"/>
        </a:solidFill>
      </p:bgPr>
    </p:bg>
    <p:spTree>
      <p:nvGrpSpPr>
        <p:cNvPr id="135" name="Shape 135"/>
        <p:cNvGrpSpPr/>
        <p:nvPr/>
      </p:nvGrpSpPr>
      <p:grpSpPr>
        <a:xfrm>
          <a:off x="0" y="0"/>
          <a:ext cx="0" cy="0"/>
          <a:chOff x="0" y="0"/>
          <a:chExt cx="0" cy="0"/>
        </a:xfrm>
      </p:grpSpPr>
      <p:sp>
        <p:nvSpPr>
          <p:cNvPr id="136" name="Google Shape;136;p3"/>
          <p:cNvSpPr/>
          <p:nvPr/>
        </p:nvSpPr>
        <p:spPr>
          <a:xfrm>
            <a:off x="8686800" y="675073"/>
            <a:ext cx="866860" cy="3478447"/>
          </a:xfrm>
          <a:prstGeom prst="rect">
            <a:avLst/>
          </a:prstGeom>
          <a:solidFill>
            <a:srgbClr val="24B37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7" name="Google Shape;137;p3"/>
          <p:cNvSpPr/>
          <p:nvPr/>
        </p:nvSpPr>
        <p:spPr>
          <a:xfrm>
            <a:off x="9553660" y="0"/>
            <a:ext cx="2638340" cy="4153521"/>
          </a:xfrm>
          <a:prstGeom prst="rect">
            <a:avLst/>
          </a:prstGeom>
          <a:solidFill>
            <a:srgbClr val="2856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person writing on a paper&#10;&#10;Description automatically generated" id="138" name="Google Shape;138;p3"/>
          <p:cNvPicPr preferRelativeResize="0"/>
          <p:nvPr/>
        </p:nvPicPr>
        <p:blipFill rotWithShape="1">
          <a:blip r:embed="rId3">
            <a:alphaModFix/>
          </a:blip>
          <a:srcRect b="13664" l="1611" r="6187" t="4854"/>
          <a:stretch/>
        </p:blipFill>
        <p:spPr>
          <a:xfrm>
            <a:off x="7592992" y="4153531"/>
            <a:ext cx="4599006" cy="2704461"/>
          </a:xfrm>
          <a:custGeom>
            <a:rect b="b" l="l" r="r" t="t"/>
            <a:pathLst>
              <a:path extrusionOk="0" h="2704461" w="4599006">
                <a:moveTo>
                  <a:pt x="0" y="0"/>
                </a:moveTo>
                <a:lnTo>
                  <a:pt x="4599006" y="0"/>
                </a:lnTo>
                <a:lnTo>
                  <a:pt x="4599006" y="2704461"/>
                </a:lnTo>
                <a:lnTo>
                  <a:pt x="0" y="2704461"/>
                </a:lnTo>
                <a:close/>
              </a:path>
            </a:pathLst>
          </a:custGeom>
          <a:noFill/>
          <a:ln>
            <a:noFill/>
          </a:ln>
        </p:spPr>
      </p:pic>
      <p:sp>
        <p:nvSpPr>
          <p:cNvPr id="139" name="Google Shape;139;p3"/>
          <p:cNvSpPr txBox="1"/>
          <p:nvPr/>
        </p:nvSpPr>
        <p:spPr>
          <a:xfrm>
            <a:off x="1286034" y="4153531"/>
            <a:ext cx="5307600" cy="775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i="0" lang="mn-MN" sz="2800" u="none" strike="noStrike">
                <a:solidFill>
                  <a:srgbClr val="1E2860"/>
                </a:solidFill>
                <a:latin typeface="Roboto"/>
                <a:ea typeface="Roboto"/>
                <a:cs typeface="Roboto"/>
                <a:sym typeface="Roboto"/>
              </a:rPr>
              <a:t>Бид юу хийдэг, </a:t>
            </a:r>
            <a:br>
              <a:rPr i="0" lang="mn-MN" sz="2800" u="none" strike="noStrike">
                <a:solidFill>
                  <a:srgbClr val="1E2860"/>
                </a:solidFill>
                <a:latin typeface="Roboto"/>
                <a:ea typeface="Roboto"/>
                <a:cs typeface="Roboto"/>
                <a:sym typeface="Roboto"/>
              </a:rPr>
            </a:br>
            <a:r>
              <a:rPr i="0" lang="mn-MN" sz="2800" u="none" strike="noStrike">
                <a:solidFill>
                  <a:srgbClr val="1E2860"/>
                </a:solidFill>
                <a:latin typeface="Roboto"/>
                <a:ea typeface="Roboto"/>
                <a:cs typeface="Roboto"/>
                <a:sym typeface="Roboto"/>
              </a:rPr>
              <a:t>өнөөдөр хэрхэн үнэ цэн бүтээдэг вэ?</a:t>
            </a:r>
            <a:endParaRPr i="0" sz="1800" u="none" strike="noStrike">
              <a:solidFill>
                <a:srgbClr val="1E2860"/>
              </a:solidFill>
              <a:latin typeface="Roboto"/>
              <a:ea typeface="Roboto"/>
              <a:cs typeface="Roboto"/>
              <a:sym typeface="Roboto"/>
            </a:endParaRPr>
          </a:p>
        </p:txBody>
      </p:sp>
      <p:sp>
        <p:nvSpPr>
          <p:cNvPr id="140" name="Google Shape;140;p3"/>
          <p:cNvSpPr txBox="1"/>
          <p:nvPr/>
        </p:nvSpPr>
        <p:spPr>
          <a:xfrm>
            <a:off x="1286034" y="5497686"/>
            <a:ext cx="5307677"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mn-MN" sz="1200" u="none" strike="noStrike">
                <a:solidFill>
                  <a:srgbClr val="1E2860"/>
                </a:solidFill>
                <a:latin typeface="Roboto"/>
                <a:ea typeface="Roboto"/>
                <a:cs typeface="Roboto"/>
                <a:sym typeface="Roboto"/>
              </a:rPr>
              <a:t>Үр дүнд суурилсан шийдлийг санал болгоно. Харилцагчидтайгаа урт хугацааны түншлэл тогтооно.</a:t>
            </a:r>
            <a:endParaRPr sz="1200">
              <a:solidFill>
                <a:srgbClr val="1E2860"/>
              </a:solidFill>
              <a:latin typeface="Roboto"/>
              <a:ea typeface="Roboto"/>
              <a:cs typeface="Roboto"/>
              <a:sym typeface="Roboto"/>
            </a:endParaRPr>
          </a:p>
        </p:txBody>
      </p:sp>
      <p:sp>
        <p:nvSpPr>
          <p:cNvPr id="141" name="Google Shape;141;p3"/>
          <p:cNvSpPr txBox="1"/>
          <p:nvPr/>
        </p:nvSpPr>
        <p:spPr>
          <a:xfrm>
            <a:off x="1286034" y="1645519"/>
            <a:ext cx="5601590" cy="1828193"/>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mn-MN" sz="6600" u="none" strike="noStrike">
                <a:solidFill>
                  <a:srgbClr val="1E2860"/>
                </a:solidFill>
                <a:latin typeface="Playfair Display"/>
                <a:ea typeface="Playfair Display"/>
                <a:cs typeface="Playfair Display"/>
                <a:sym typeface="Playfair Display"/>
              </a:rPr>
              <a:t>Эрхэм зорилго: </a:t>
            </a:r>
            <a:endParaRPr b="1" i="0" sz="4800" u="none" strike="noStrike">
              <a:solidFill>
                <a:srgbClr val="1E2860"/>
              </a:solidFill>
              <a:latin typeface="Playfair Display"/>
              <a:ea typeface="Playfair Display"/>
              <a:cs typeface="Playfair Display"/>
              <a:sym typeface="Playfair Display"/>
            </a:endParaRPr>
          </a:p>
        </p:txBody>
      </p:sp>
      <p:cxnSp>
        <p:nvCxnSpPr>
          <p:cNvPr id="142" name="Google Shape;142;p3"/>
          <p:cNvCxnSpPr/>
          <p:nvPr/>
        </p:nvCxnSpPr>
        <p:spPr>
          <a:xfrm>
            <a:off x="650241" y="0"/>
            <a:ext cx="0" cy="6858000"/>
          </a:xfrm>
          <a:prstGeom prst="straightConnector1">
            <a:avLst/>
          </a:prstGeom>
          <a:noFill/>
          <a:ln cap="flat" cmpd="sng" w="9525">
            <a:solidFill>
              <a:schemeClr val="lt1"/>
            </a:solidFill>
            <a:prstDash val="solid"/>
            <a:miter lim="800000"/>
            <a:headEnd len="sm" w="sm" type="none"/>
            <a:tailEnd len="sm" w="sm" type="none"/>
          </a:ln>
        </p:spPr>
      </p:cxnSp>
      <p:cxnSp>
        <p:nvCxnSpPr>
          <p:cNvPr id="143" name="Google Shape;143;p3"/>
          <p:cNvCxnSpPr/>
          <p:nvPr/>
        </p:nvCxnSpPr>
        <p:spPr>
          <a:xfrm rot="10800000">
            <a:off x="650241" y="675080"/>
            <a:ext cx="11541759" cy="0"/>
          </a:xfrm>
          <a:prstGeom prst="straightConnector1">
            <a:avLst/>
          </a:prstGeom>
          <a:noFill/>
          <a:ln cap="flat" cmpd="sng" w="9525">
            <a:solidFill>
              <a:schemeClr val="lt1"/>
            </a:solidFill>
            <a:prstDash val="solid"/>
            <a:miter lim="800000"/>
            <a:headEnd len="sm" w="sm" type="none"/>
            <a:tailEnd len="sm" w="sm" type="none"/>
          </a:ln>
        </p:spPr>
      </p:cxnSp>
      <p:sp>
        <p:nvSpPr>
          <p:cNvPr id="144" name="Google Shape;144;p3"/>
          <p:cNvSpPr txBox="1"/>
          <p:nvPr/>
        </p:nvSpPr>
        <p:spPr>
          <a:xfrm>
            <a:off x="1286034" y="313393"/>
            <a:ext cx="3355414" cy="169277"/>
          </a:xfrm>
          <a:prstGeom prst="rect">
            <a:avLst/>
          </a:prstGeom>
          <a:noFill/>
          <a:ln>
            <a:noFill/>
          </a:ln>
        </p:spPr>
        <p:txBody>
          <a:bodyPr anchorCtr="0" anchor="t" bIns="0" lIns="0" spcFirstLastPara="1" rIns="108000" wrap="square" tIns="0">
            <a:spAutoFit/>
          </a:bodyPr>
          <a:lstStyle/>
          <a:p>
            <a:pPr indent="0" lvl="0" marL="0" marR="0" rtl="0" algn="l">
              <a:spcBef>
                <a:spcPts val="0"/>
              </a:spcBef>
              <a:spcAft>
                <a:spcPts val="0"/>
              </a:spcAft>
              <a:buNone/>
            </a:pPr>
            <a:r>
              <a:rPr lang="mn-MN" sz="1100" u="none" strike="noStrike">
                <a:solidFill>
                  <a:srgbClr val="1E2860"/>
                </a:solidFill>
                <a:latin typeface="Roboto"/>
                <a:ea typeface="Roboto"/>
                <a:cs typeface="Roboto"/>
                <a:sym typeface="Roboto"/>
              </a:rPr>
              <a:t>Үндсэн элементүүд</a:t>
            </a:r>
            <a:endParaRPr/>
          </a:p>
        </p:txBody>
      </p:sp>
      <p:cxnSp>
        <p:nvCxnSpPr>
          <p:cNvPr id="145" name="Google Shape;145;p3"/>
          <p:cNvCxnSpPr/>
          <p:nvPr/>
        </p:nvCxnSpPr>
        <p:spPr>
          <a:xfrm>
            <a:off x="1286034" y="3738623"/>
            <a:ext cx="484893" cy="0"/>
          </a:xfrm>
          <a:prstGeom prst="straightConnector1">
            <a:avLst/>
          </a:prstGeom>
          <a:noFill/>
          <a:ln cap="flat" cmpd="sng" w="44450">
            <a:solidFill>
              <a:srgbClr val="2856AE"/>
            </a:solidFill>
            <a:prstDash val="solid"/>
            <a:miter lim="800000"/>
            <a:headEnd len="sm" w="sm" type="none"/>
            <a:tailEnd len="sm" w="sm" type="none"/>
          </a:ln>
        </p:spPr>
      </p:cxnSp>
      <p:grpSp>
        <p:nvGrpSpPr>
          <p:cNvPr id="146" name="Google Shape;146;p3"/>
          <p:cNvGrpSpPr/>
          <p:nvPr/>
        </p:nvGrpSpPr>
        <p:grpSpPr>
          <a:xfrm rot="5400000">
            <a:off x="7646201" y="1212120"/>
            <a:ext cx="522878" cy="768448"/>
            <a:chOff x="7209011" y="885041"/>
            <a:chExt cx="1918825" cy="2820004"/>
          </a:xfrm>
        </p:grpSpPr>
        <p:sp>
          <p:nvSpPr>
            <p:cNvPr id="147" name="Google Shape;147;p3"/>
            <p:cNvSpPr/>
            <p:nvPr/>
          </p:nvSpPr>
          <p:spPr>
            <a:xfrm>
              <a:off x="7209011"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8" name="Google Shape;148;p3"/>
            <p:cNvSpPr/>
            <p:nvPr/>
          </p:nvSpPr>
          <p:spPr>
            <a:xfrm>
              <a:off x="7800931"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9" name="Google Shape;149;p3"/>
            <p:cNvSpPr/>
            <p:nvPr/>
          </p:nvSpPr>
          <p:spPr>
            <a:xfrm>
              <a:off x="8392852"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0" name="Google Shape;150;p3"/>
            <p:cNvSpPr/>
            <p:nvPr/>
          </p:nvSpPr>
          <p:spPr>
            <a:xfrm>
              <a:off x="8984772"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1" name="Google Shape;151;p3"/>
            <p:cNvSpPr/>
            <p:nvPr/>
          </p:nvSpPr>
          <p:spPr>
            <a:xfrm>
              <a:off x="7209011"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2" name="Google Shape;152;p3"/>
            <p:cNvSpPr/>
            <p:nvPr/>
          </p:nvSpPr>
          <p:spPr>
            <a:xfrm>
              <a:off x="7800931"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3" name="Google Shape;153;p3"/>
            <p:cNvSpPr/>
            <p:nvPr/>
          </p:nvSpPr>
          <p:spPr>
            <a:xfrm>
              <a:off x="8392852"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4" name="Google Shape;154;p3"/>
            <p:cNvSpPr/>
            <p:nvPr/>
          </p:nvSpPr>
          <p:spPr>
            <a:xfrm>
              <a:off x="8984772"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5" name="Google Shape;155;p3"/>
            <p:cNvSpPr/>
            <p:nvPr/>
          </p:nvSpPr>
          <p:spPr>
            <a:xfrm>
              <a:off x="7209011"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6" name="Google Shape;156;p3"/>
            <p:cNvSpPr/>
            <p:nvPr/>
          </p:nvSpPr>
          <p:spPr>
            <a:xfrm>
              <a:off x="7800931"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7" name="Google Shape;157;p3"/>
            <p:cNvSpPr/>
            <p:nvPr/>
          </p:nvSpPr>
          <p:spPr>
            <a:xfrm>
              <a:off x="8392852"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8" name="Google Shape;158;p3"/>
            <p:cNvSpPr/>
            <p:nvPr/>
          </p:nvSpPr>
          <p:spPr>
            <a:xfrm>
              <a:off x="8984772"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9" name="Google Shape;159;p3"/>
            <p:cNvSpPr/>
            <p:nvPr/>
          </p:nvSpPr>
          <p:spPr>
            <a:xfrm>
              <a:off x="7209011"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0" name="Google Shape;160;p3"/>
            <p:cNvSpPr/>
            <p:nvPr/>
          </p:nvSpPr>
          <p:spPr>
            <a:xfrm>
              <a:off x="7800931"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1" name="Google Shape;161;p3"/>
            <p:cNvSpPr/>
            <p:nvPr/>
          </p:nvSpPr>
          <p:spPr>
            <a:xfrm>
              <a:off x="8392852"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2" name="Google Shape;162;p3"/>
            <p:cNvSpPr/>
            <p:nvPr/>
          </p:nvSpPr>
          <p:spPr>
            <a:xfrm>
              <a:off x="8984772"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C3EE"/>
        </a:solidFill>
      </p:bgPr>
    </p:bg>
    <p:spTree>
      <p:nvGrpSpPr>
        <p:cNvPr id="166" name="Shape 166"/>
        <p:cNvGrpSpPr/>
        <p:nvPr/>
      </p:nvGrpSpPr>
      <p:grpSpPr>
        <a:xfrm>
          <a:off x="0" y="0"/>
          <a:ext cx="0" cy="0"/>
          <a:chOff x="0" y="0"/>
          <a:chExt cx="0" cy="0"/>
        </a:xfrm>
      </p:grpSpPr>
      <p:sp>
        <p:nvSpPr>
          <p:cNvPr id="167" name="Google Shape;167;p4"/>
          <p:cNvSpPr/>
          <p:nvPr/>
        </p:nvSpPr>
        <p:spPr>
          <a:xfrm>
            <a:off x="8686800" y="675073"/>
            <a:ext cx="866860" cy="3478447"/>
          </a:xfrm>
          <a:prstGeom prst="rect">
            <a:avLst/>
          </a:prstGeom>
          <a:solidFill>
            <a:srgbClr val="24B37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pair of hands holding binoculars&#10;&#10;Description automatically generated" id="168" name="Google Shape;168;p4"/>
          <p:cNvPicPr preferRelativeResize="0"/>
          <p:nvPr/>
        </p:nvPicPr>
        <p:blipFill rotWithShape="1">
          <a:blip r:embed="rId3">
            <a:alphaModFix/>
          </a:blip>
          <a:srcRect b="27443" l="15568" r="12786" t="9359"/>
          <a:stretch/>
        </p:blipFill>
        <p:spPr>
          <a:xfrm>
            <a:off x="7592992" y="4153532"/>
            <a:ext cx="4599006" cy="2704461"/>
          </a:xfrm>
          <a:custGeom>
            <a:rect b="b" l="l" r="r" t="t"/>
            <a:pathLst>
              <a:path extrusionOk="0" h="2704461" w="4599006">
                <a:moveTo>
                  <a:pt x="0" y="0"/>
                </a:moveTo>
                <a:lnTo>
                  <a:pt x="4599006" y="0"/>
                </a:lnTo>
                <a:lnTo>
                  <a:pt x="4599006" y="2704461"/>
                </a:lnTo>
                <a:lnTo>
                  <a:pt x="0" y="2704461"/>
                </a:lnTo>
                <a:close/>
              </a:path>
            </a:pathLst>
          </a:custGeom>
          <a:noFill/>
          <a:ln>
            <a:noFill/>
          </a:ln>
        </p:spPr>
      </p:pic>
      <p:sp>
        <p:nvSpPr>
          <p:cNvPr id="169" name="Google Shape;169;p4"/>
          <p:cNvSpPr/>
          <p:nvPr/>
        </p:nvSpPr>
        <p:spPr>
          <a:xfrm>
            <a:off x="9553660" y="0"/>
            <a:ext cx="2638340" cy="4153521"/>
          </a:xfrm>
          <a:prstGeom prst="rect">
            <a:avLst/>
          </a:prstGeom>
          <a:solidFill>
            <a:srgbClr val="2856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0" name="Google Shape;170;p4"/>
          <p:cNvSpPr txBox="1"/>
          <p:nvPr/>
        </p:nvSpPr>
        <p:spPr>
          <a:xfrm>
            <a:off x="1286034" y="4153531"/>
            <a:ext cx="5307600" cy="775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i="0" lang="mn-MN" sz="2800" u="none" strike="noStrike">
                <a:solidFill>
                  <a:srgbClr val="1E2860"/>
                </a:solidFill>
                <a:latin typeface="Roboto"/>
                <a:ea typeface="Roboto"/>
                <a:cs typeface="Roboto"/>
                <a:sym typeface="Roboto"/>
              </a:rPr>
              <a:t>Хэрэглэгчиддээ болон дэлхийд ямар ирээдүйг бүтээхийг хүсдэг вэ?</a:t>
            </a:r>
            <a:endParaRPr/>
          </a:p>
        </p:txBody>
      </p:sp>
      <p:sp>
        <p:nvSpPr>
          <p:cNvPr id="171" name="Google Shape;171;p4"/>
          <p:cNvSpPr txBox="1"/>
          <p:nvPr/>
        </p:nvSpPr>
        <p:spPr>
          <a:xfrm>
            <a:off x="1286034" y="5497686"/>
            <a:ext cx="5307677"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mn-MN" sz="1200" u="none" strike="noStrike">
                <a:solidFill>
                  <a:srgbClr val="1E2860"/>
                </a:solidFill>
                <a:latin typeface="Roboto"/>
                <a:ea typeface="Roboto"/>
                <a:cs typeface="Roboto"/>
                <a:sym typeface="Roboto"/>
              </a:rPr>
              <a:t>Технологийн шинэчлэлийг тасралтгүй нэвтрүүлнэ. Энд гол санаагаа бичнэ үү. Товч бөгөөд ойлгомжтой тайлбар.</a:t>
            </a:r>
            <a:endParaRPr sz="1200">
              <a:solidFill>
                <a:srgbClr val="1E2860"/>
              </a:solidFill>
              <a:latin typeface="Roboto"/>
              <a:ea typeface="Roboto"/>
              <a:cs typeface="Roboto"/>
              <a:sym typeface="Roboto"/>
            </a:endParaRPr>
          </a:p>
        </p:txBody>
      </p:sp>
      <p:sp>
        <p:nvSpPr>
          <p:cNvPr id="172" name="Google Shape;172;p4"/>
          <p:cNvSpPr txBox="1"/>
          <p:nvPr/>
        </p:nvSpPr>
        <p:spPr>
          <a:xfrm>
            <a:off x="1286034" y="1645519"/>
            <a:ext cx="5601590" cy="1828193"/>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mn-MN" sz="6600" u="none" strike="noStrike">
                <a:solidFill>
                  <a:srgbClr val="1E2860"/>
                </a:solidFill>
                <a:latin typeface="Playfair Display"/>
                <a:ea typeface="Playfair Display"/>
                <a:cs typeface="Playfair Display"/>
                <a:sym typeface="Playfair Display"/>
              </a:rPr>
              <a:t>Алсын хараа: </a:t>
            </a:r>
            <a:endParaRPr b="1" i="0" sz="4800" u="none" strike="noStrike">
              <a:solidFill>
                <a:srgbClr val="1E2860"/>
              </a:solidFill>
              <a:latin typeface="Playfair Display"/>
              <a:ea typeface="Playfair Display"/>
              <a:cs typeface="Playfair Display"/>
              <a:sym typeface="Playfair Display"/>
            </a:endParaRPr>
          </a:p>
        </p:txBody>
      </p:sp>
      <p:cxnSp>
        <p:nvCxnSpPr>
          <p:cNvPr id="173" name="Google Shape;173;p4"/>
          <p:cNvCxnSpPr/>
          <p:nvPr/>
        </p:nvCxnSpPr>
        <p:spPr>
          <a:xfrm>
            <a:off x="650241" y="0"/>
            <a:ext cx="0" cy="6858000"/>
          </a:xfrm>
          <a:prstGeom prst="straightConnector1">
            <a:avLst/>
          </a:prstGeom>
          <a:noFill/>
          <a:ln cap="flat" cmpd="sng" w="9525">
            <a:solidFill>
              <a:schemeClr val="lt1"/>
            </a:solidFill>
            <a:prstDash val="solid"/>
            <a:miter lim="800000"/>
            <a:headEnd len="sm" w="sm" type="none"/>
            <a:tailEnd len="sm" w="sm" type="none"/>
          </a:ln>
        </p:spPr>
      </p:cxnSp>
      <p:cxnSp>
        <p:nvCxnSpPr>
          <p:cNvPr id="174" name="Google Shape;174;p4"/>
          <p:cNvCxnSpPr/>
          <p:nvPr/>
        </p:nvCxnSpPr>
        <p:spPr>
          <a:xfrm rot="10800000">
            <a:off x="650241" y="675080"/>
            <a:ext cx="11541759" cy="0"/>
          </a:xfrm>
          <a:prstGeom prst="straightConnector1">
            <a:avLst/>
          </a:prstGeom>
          <a:noFill/>
          <a:ln cap="flat" cmpd="sng" w="9525">
            <a:solidFill>
              <a:schemeClr val="lt1"/>
            </a:solidFill>
            <a:prstDash val="solid"/>
            <a:miter lim="800000"/>
            <a:headEnd len="sm" w="sm" type="none"/>
            <a:tailEnd len="sm" w="sm" type="none"/>
          </a:ln>
        </p:spPr>
      </p:cxnSp>
      <p:sp>
        <p:nvSpPr>
          <p:cNvPr id="175" name="Google Shape;175;p4"/>
          <p:cNvSpPr txBox="1"/>
          <p:nvPr/>
        </p:nvSpPr>
        <p:spPr>
          <a:xfrm>
            <a:off x="1286034" y="313393"/>
            <a:ext cx="3355414" cy="169277"/>
          </a:xfrm>
          <a:prstGeom prst="rect">
            <a:avLst/>
          </a:prstGeom>
          <a:noFill/>
          <a:ln>
            <a:noFill/>
          </a:ln>
        </p:spPr>
        <p:txBody>
          <a:bodyPr anchorCtr="0" anchor="t" bIns="0" lIns="0" spcFirstLastPara="1" rIns="108000" wrap="square" tIns="0">
            <a:spAutoFit/>
          </a:bodyPr>
          <a:lstStyle/>
          <a:p>
            <a:pPr indent="0" lvl="0" marL="0" marR="0" rtl="0" algn="l">
              <a:spcBef>
                <a:spcPts val="0"/>
              </a:spcBef>
              <a:spcAft>
                <a:spcPts val="0"/>
              </a:spcAft>
              <a:buNone/>
            </a:pPr>
            <a:r>
              <a:rPr lang="mn-MN" sz="1100" u="none" strike="noStrike">
                <a:solidFill>
                  <a:srgbClr val="1E2860"/>
                </a:solidFill>
                <a:latin typeface="Roboto"/>
                <a:ea typeface="Roboto"/>
                <a:cs typeface="Roboto"/>
                <a:sym typeface="Roboto"/>
              </a:rPr>
              <a:t>Үндсэн элементүүд</a:t>
            </a:r>
            <a:endParaRPr/>
          </a:p>
        </p:txBody>
      </p:sp>
      <p:cxnSp>
        <p:nvCxnSpPr>
          <p:cNvPr id="176" name="Google Shape;176;p4"/>
          <p:cNvCxnSpPr/>
          <p:nvPr/>
        </p:nvCxnSpPr>
        <p:spPr>
          <a:xfrm>
            <a:off x="1286034" y="3738623"/>
            <a:ext cx="484893" cy="0"/>
          </a:xfrm>
          <a:prstGeom prst="straightConnector1">
            <a:avLst/>
          </a:prstGeom>
          <a:noFill/>
          <a:ln cap="flat" cmpd="sng" w="44450">
            <a:solidFill>
              <a:srgbClr val="2856AE"/>
            </a:solidFill>
            <a:prstDash val="solid"/>
            <a:miter lim="800000"/>
            <a:headEnd len="sm" w="sm" type="none"/>
            <a:tailEnd len="sm" w="sm" type="none"/>
          </a:ln>
        </p:spPr>
      </p:cxnSp>
      <p:grpSp>
        <p:nvGrpSpPr>
          <p:cNvPr id="177" name="Google Shape;177;p4"/>
          <p:cNvGrpSpPr/>
          <p:nvPr/>
        </p:nvGrpSpPr>
        <p:grpSpPr>
          <a:xfrm rot="5400000">
            <a:off x="7646201" y="1212120"/>
            <a:ext cx="522878" cy="768448"/>
            <a:chOff x="7209011" y="885041"/>
            <a:chExt cx="1918825" cy="2820004"/>
          </a:xfrm>
        </p:grpSpPr>
        <p:sp>
          <p:nvSpPr>
            <p:cNvPr id="178" name="Google Shape;178;p4"/>
            <p:cNvSpPr/>
            <p:nvPr/>
          </p:nvSpPr>
          <p:spPr>
            <a:xfrm>
              <a:off x="7209011"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9" name="Google Shape;179;p4"/>
            <p:cNvSpPr/>
            <p:nvPr/>
          </p:nvSpPr>
          <p:spPr>
            <a:xfrm>
              <a:off x="7800931"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0" name="Google Shape;180;p4"/>
            <p:cNvSpPr/>
            <p:nvPr/>
          </p:nvSpPr>
          <p:spPr>
            <a:xfrm>
              <a:off x="8392852"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1" name="Google Shape;181;p4"/>
            <p:cNvSpPr/>
            <p:nvPr/>
          </p:nvSpPr>
          <p:spPr>
            <a:xfrm>
              <a:off x="8984772"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2" name="Google Shape;182;p4"/>
            <p:cNvSpPr/>
            <p:nvPr/>
          </p:nvSpPr>
          <p:spPr>
            <a:xfrm>
              <a:off x="7209011"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3" name="Google Shape;183;p4"/>
            <p:cNvSpPr/>
            <p:nvPr/>
          </p:nvSpPr>
          <p:spPr>
            <a:xfrm>
              <a:off x="7800931"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4" name="Google Shape;184;p4"/>
            <p:cNvSpPr/>
            <p:nvPr/>
          </p:nvSpPr>
          <p:spPr>
            <a:xfrm>
              <a:off x="8392852"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5" name="Google Shape;185;p4"/>
            <p:cNvSpPr/>
            <p:nvPr/>
          </p:nvSpPr>
          <p:spPr>
            <a:xfrm>
              <a:off x="8984772"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6" name="Google Shape;186;p4"/>
            <p:cNvSpPr/>
            <p:nvPr/>
          </p:nvSpPr>
          <p:spPr>
            <a:xfrm>
              <a:off x="7209011"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7" name="Google Shape;187;p4"/>
            <p:cNvSpPr/>
            <p:nvPr/>
          </p:nvSpPr>
          <p:spPr>
            <a:xfrm>
              <a:off x="7800931"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8" name="Google Shape;188;p4"/>
            <p:cNvSpPr/>
            <p:nvPr/>
          </p:nvSpPr>
          <p:spPr>
            <a:xfrm>
              <a:off x="8392852"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9" name="Google Shape;189;p4"/>
            <p:cNvSpPr/>
            <p:nvPr/>
          </p:nvSpPr>
          <p:spPr>
            <a:xfrm>
              <a:off x="8984772"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0" name="Google Shape;190;p4"/>
            <p:cNvSpPr/>
            <p:nvPr/>
          </p:nvSpPr>
          <p:spPr>
            <a:xfrm>
              <a:off x="7209011"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1" name="Google Shape;191;p4"/>
            <p:cNvSpPr/>
            <p:nvPr/>
          </p:nvSpPr>
          <p:spPr>
            <a:xfrm>
              <a:off x="7800931"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2" name="Google Shape;192;p4"/>
            <p:cNvSpPr/>
            <p:nvPr/>
          </p:nvSpPr>
          <p:spPr>
            <a:xfrm>
              <a:off x="8392852"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3" name="Google Shape;193;p4"/>
            <p:cNvSpPr/>
            <p:nvPr/>
          </p:nvSpPr>
          <p:spPr>
            <a:xfrm>
              <a:off x="8984772"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C3EE"/>
        </a:solidFill>
      </p:bgPr>
    </p:bg>
    <p:spTree>
      <p:nvGrpSpPr>
        <p:cNvPr id="197" name="Shape 197"/>
        <p:cNvGrpSpPr/>
        <p:nvPr/>
      </p:nvGrpSpPr>
      <p:grpSpPr>
        <a:xfrm>
          <a:off x="0" y="0"/>
          <a:ext cx="0" cy="0"/>
          <a:chOff x="0" y="0"/>
          <a:chExt cx="0" cy="0"/>
        </a:xfrm>
      </p:grpSpPr>
      <p:sp>
        <p:nvSpPr>
          <p:cNvPr id="198" name="Google Shape;198;p5"/>
          <p:cNvSpPr/>
          <p:nvPr/>
        </p:nvSpPr>
        <p:spPr>
          <a:xfrm>
            <a:off x="10896600" y="4153521"/>
            <a:ext cx="1295400" cy="2704479"/>
          </a:xfrm>
          <a:prstGeom prst="rect">
            <a:avLst/>
          </a:prstGeom>
          <a:solidFill>
            <a:srgbClr val="24B37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9" name="Google Shape;199;p5"/>
          <p:cNvSpPr/>
          <p:nvPr/>
        </p:nvSpPr>
        <p:spPr>
          <a:xfrm>
            <a:off x="9259747" y="0"/>
            <a:ext cx="2932253" cy="4153521"/>
          </a:xfrm>
          <a:prstGeom prst="rect">
            <a:avLst/>
          </a:prstGeom>
          <a:solidFill>
            <a:srgbClr val="2856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0" name="Google Shape;200;p5"/>
          <p:cNvSpPr txBox="1"/>
          <p:nvPr/>
        </p:nvSpPr>
        <p:spPr>
          <a:xfrm>
            <a:off x="1286034" y="4153531"/>
            <a:ext cx="5307600" cy="1163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i="0" lang="mn-MN" sz="2800" u="none" strike="noStrike">
                <a:solidFill>
                  <a:srgbClr val="1E2860"/>
                </a:solidFill>
                <a:latin typeface="Roboto"/>
                <a:ea typeface="Roboto"/>
                <a:cs typeface="Roboto"/>
                <a:sym typeface="Roboto"/>
              </a:rPr>
              <a:t>Бид яагаад оршдог, </a:t>
            </a:r>
            <a:br>
              <a:rPr i="0" lang="mn-MN" sz="2800" u="none" strike="noStrike">
                <a:solidFill>
                  <a:srgbClr val="1E2860"/>
                </a:solidFill>
                <a:latin typeface="Roboto"/>
                <a:ea typeface="Roboto"/>
                <a:cs typeface="Roboto"/>
                <a:sym typeface="Roboto"/>
              </a:rPr>
            </a:br>
            <a:r>
              <a:rPr i="0" lang="mn-MN" sz="2800" u="none" strike="noStrike">
                <a:solidFill>
                  <a:srgbClr val="1E2860"/>
                </a:solidFill>
                <a:latin typeface="Roboto"/>
                <a:ea typeface="Roboto"/>
                <a:cs typeface="Roboto"/>
                <a:sym typeface="Roboto"/>
              </a:rPr>
              <a:t>юу биднийг </a:t>
            </a:r>
            <a:endParaRPr sz="2800">
              <a:solidFill>
                <a:srgbClr val="1E2860"/>
              </a:solidFill>
              <a:latin typeface="Roboto"/>
              <a:ea typeface="Roboto"/>
              <a:cs typeface="Roboto"/>
              <a:sym typeface="Roboto"/>
            </a:endParaRPr>
          </a:p>
          <a:p>
            <a:pPr indent="0" lvl="0" marL="0" marR="0" rtl="0" algn="l">
              <a:lnSpc>
                <a:spcPct val="90000"/>
              </a:lnSpc>
              <a:spcBef>
                <a:spcPts val="0"/>
              </a:spcBef>
              <a:spcAft>
                <a:spcPts val="0"/>
              </a:spcAft>
              <a:buNone/>
            </a:pPr>
            <a:r>
              <a:rPr i="0" lang="mn-MN" sz="2800" u="none" strike="noStrike">
                <a:solidFill>
                  <a:srgbClr val="1E2860"/>
                </a:solidFill>
                <a:latin typeface="Roboto"/>
                <a:ea typeface="Roboto"/>
                <a:cs typeface="Roboto"/>
                <a:sym typeface="Roboto"/>
              </a:rPr>
              <a:t>урагшлуулдаг вэ?</a:t>
            </a:r>
            <a:endParaRPr/>
          </a:p>
        </p:txBody>
      </p:sp>
      <p:sp>
        <p:nvSpPr>
          <p:cNvPr id="201" name="Google Shape;201;p5"/>
          <p:cNvSpPr txBox="1"/>
          <p:nvPr/>
        </p:nvSpPr>
        <p:spPr>
          <a:xfrm>
            <a:off x="1286034" y="5497686"/>
            <a:ext cx="5307677"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mn-MN" sz="1200" u="none" strike="noStrike">
                <a:solidFill>
                  <a:srgbClr val="1E2860"/>
                </a:solidFill>
                <a:latin typeface="Roboto"/>
                <a:ea typeface="Roboto"/>
                <a:cs typeface="Roboto"/>
                <a:sym typeface="Roboto"/>
              </a:rPr>
              <a:t>Шинэ боломжийг цаг алдалгүй ашиглана. Үр дүнд суурилсан шийдлийг санал болгоно.</a:t>
            </a:r>
            <a:endParaRPr sz="1200">
              <a:solidFill>
                <a:srgbClr val="1E2860"/>
              </a:solidFill>
              <a:latin typeface="Roboto"/>
              <a:ea typeface="Roboto"/>
              <a:cs typeface="Roboto"/>
              <a:sym typeface="Roboto"/>
            </a:endParaRPr>
          </a:p>
        </p:txBody>
      </p:sp>
      <p:sp>
        <p:nvSpPr>
          <p:cNvPr id="202" name="Google Shape;202;p5"/>
          <p:cNvSpPr txBox="1"/>
          <p:nvPr/>
        </p:nvSpPr>
        <p:spPr>
          <a:xfrm>
            <a:off x="1286034" y="1645519"/>
            <a:ext cx="5601590" cy="1828193"/>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mn-MN" sz="6600" u="none" strike="noStrike">
                <a:solidFill>
                  <a:srgbClr val="1E2860"/>
                </a:solidFill>
                <a:latin typeface="Playfair Display"/>
                <a:ea typeface="Playfair Display"/>
                <a:cs typeface="Playfair Display"/>
                <a:sym typeface="Playfair Display"/>
              </a:rPr>
              <a:t>Брэндийн зорилго: </a:t>
            </a:r>
            <a:endParaRPr b="1" i="0" sz="4800" u="none" strike="noStrike">
              <a:solidFill>
                <a:srgbClr val="1E2860"/>
              </a:solidFill>
              <a:latin typeface="Playfair Display"/>
              <a:ea typeface="Playfair Display"/>
              <a:cs typeface="Playfair Display"/>
              <a:sym typeface="Playfair Display"/>
            </a:endParaRPr>
          </a:p>
        </p:txBody>
      </p:sp>
      <p:cxnSp>
        <p:nvCxnSpPr>
          <p:cNvPr id="203" name="Google Shape;203;p5"/>
          <p:cNvCxnSpPr/>
          <p:nvPr/>
        </p:nvCxnSpPr>
        <p:spPr>
          <a:xfrm>
            <a:off x="650241" y="0"/>
            <a:ext cx="0" cy="6858000"/>
          </a:xfrm>
          <a:prstGeom prst="straightConnector1">
            <a:avLst/>
          </a:prstGeom>
          <a:noFill/>
          <a:ln cap="flat" cmpd="sng" w="9525">
            <a:solidFill>
              <a:schemeClr val="lt1"/>
            </a:solidFill>
            <a:prstDash val="solid"/>
            <a:miter lim="800000"/>
            <a:headEnd len="sm" w="sm" type="none"/>
            <a:tailEnd len="sm" w="sm" type="none"/>
          </a:ln>
        </p:spPr>
      </p:cxnSp>
      <p:sp>
        <p:nvSpPr>
          <p:cNvPr id="204" name="Google Shape;204;p5"/>
          <p:cNvSpPr txBox="1"/>
          <p:nvPr/>
        </p:nvSpPr>
        <p:spPr>
          <a:xfrm>
            <a:off x="1286034" y="313393"/>
            <a:ext cx="3355414" cy="169277"/>
          </a:xfrm>
          <a:prstGeom prst="rect">
            <a:avLst/>
          </a:prstGeom>
          <a:noFill/>
          <a:ln>
            <a:noFill/>
          </a:ln>
        </p:spPr>
        <p:txBody>
          <a:bodyPr anchorCtr="0" anchor="t" bIns="0" lIns="0" spcFirstLastPara="1" rIns="108000" wrap="square" tIns="0">
            <a:spAutoFit/>
          </a:bodyPr>
          <a:lstStyle/>
          <a:p>
            <a:pPr indent="0" lvl="0" marL="0" marR="0" rtl="0" algn="l">
              <a:spcBef>
                <a:spcPts val="0"/>
              </a:spcBef>
              <a:spcAft>
                <a:spcPts val="0"/>
              </a:spcAft>
              <a:buNone/>
            </a:pPr>
            <a:r>
              <a:rPr lang="mn-MN" sz="1100" u="none" strike="noStrike">
                <a:solidFill>
                  <a:srgbClr val="1E2860"/>
                </a:solidFill>
                <a:latin typeface="Roboto"/>
                <a:ea typeface="Roboto"/>
                <a:cs typeface="Roboto"/>
                <a:sym typeface="Roboto"/>
              </a:rPr>
              <a:t>Үндсэн элементүүд</a:t>
            </a:r>
            <a:endParaRPr/>
          </a:p>
        </p:txBody>
      </p:sp>
      <p:cxnSp>
        <p:nvCxnSpPr>
          <p:cNvPr id="205" name="Google Shape;205;p5"/>
          <p:cNvCxnSpPr/>
          <p:nvPr/>
        </p:nvCxnSpPr>
        <p:spPr>
          <a:xfrm>
            <a:off x="1286034" y="3738623"/>
            <a:ext cx="484893" cy="0"/>
          </a:xfrm>
          <a:prstGeom prst="straightConnector1">
            <a:avLst/>
          </a:prstGeom>
          <a:noFill/>
          <a:ln cap="flat" cmpd="sng" w="44450">
            <a:solidFill>
              <a:srgbClr val="2856AE"/>
            </a:solidFill>
            <a:prstDash val="solid"/>
            <a:miter lim="800000"/>
            <a:headEnd len="sm" w="sm" type="none"/>
            <a:tailEnd len="sm" w="sm" type="none"/>
          </a:ln>
        </p:spPr>
      </p:cxnSp>
      <p:pic>
        <p:nvPicPr>
          <p:cNvPr id="206" name="Google Shape;206;p5"/>
          <p:cNvPicPr preferRelativeResize="0"/>
          <p:nvPr/>
        </p:nvPicPr>
        <p:blipFill rotWithShape="1">
          <a:blip r:embed="rId3">
            <a:alphaModFix/>
          </a:blip>
          <a:srcRect b="0" l="52110" r="13211" t="0"/>
          <a:stretch/>
        </p:blipFill>
        <p:spPr>
          <a:xfrm>
            <a:off x="7937061" y="675080"/>
            <a:ext cx="3465122" cy="6182920"/>
          </a:xfrm>
          <a:prstGeom prst="rect">
            <a:avLst/>
          </a:prstGeom>
          <a:noFill/>
          <a:ln>
            <a:noFill/>
          </a:ln>
        </p:spPr>
      </p:pic>
      <p:cxnSp>
        <p:nvCxnSpPr>
          <p:cNvPr id="207" name="Google Shape;207;p5"/>
          <p:cNvCxnSpPr/>
          <p:nvPr/>
        </p:nvCxnSpPr>
        <p:spPr>
          <a:xfrm rot="10800000">
            <a:off x="650241" y="675080"/>
            <a:ext cx="11541759" cy="0"/>
          </a:xfrm>
          <a:prstGeom prst="straightConnector1">
            <a:avLst/>
          </a:prstGeom>
          <a:noFill/>
          <a:ln cap="flat" cmpd="sng" w="9525">
            <a:solidFill>
              <a:schemeClr val="lt1"/>
            </a:solidFill>
            <a:prstDash val="solid"/>
            <a:miter lim="800000"/>
            <a:headEnd len="sm" w="sm" type="none"/>
            <a:tailEnd len="sm" w="sm" type="none"/>
          </a:ln>
        </p:spPr>
      </p:cxnSp>
      <p:grpSp>
        <p:nvGrpSpPr>
          <p:cNvPr id="208" name="Google Shape;208;p5"/>
          <p:cNvGrpSpPr/>
          <p:nvPr/>
        </p:nvGrpSpPr>
        <p:grpSpPr>
          <a:xfrm>
            <a:off x="6689159" y="1261295"/>
            <a:ext cx="522878" cy="768448"/>
            <a:chOff x="7209011" y="885041"/>
            <a:chExt cx="1918825" cy="2820004"/>
          </a:xfrm>
        </p:grpSpPr>
        <p:sp>
          <p:nvSpPr>
            <p:cNvPr id="209" name="Google Shape;209;p5"/>
            <p:cNvSpPr/>
            <p:nvPr/>
          </p:nvSpPr>
          <p:spPr>
            <a:xfrm>
              <a:off x="7209011"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0" name="Google Shape;210;p5"/>
            <p:cNvSpPr/>
            <p:nvPr/>
          </p:nvSpPr>
          <p:spPr>
            <a:xfrm>
              <a:off x="7800931"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1" name="Google Shape;211;p5"/>
            <p:cNvSpPr/>
            <p:nvPr/>
          </p:nvSpPr>
          <p:spPr>
            <a:xfrm>
              <a:off x="8392852"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2" name="Google Shape;212;p5"/>
            <p:cNvSpPr/>
            <p:nvPr/>
          </p:nvSpPr>
          <p:spPr>
            <a:xfrm>
              <a:off x="8984772"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3" name="Google Shape;213;p5"/>
            <p:cNvSpPr/>
            <p:nvPr/>
          </p:nvSpPr>
          <p:spPr>
            <a:xfrm>
              <a:off x="7209011"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4" name="Google Shape;214;p5"/>
            <p:cNvSpPr/>
            <p:nvPr/>
          </p:nvSpPr>
          <p:spPr>
            <a:xfrm>
              <a:off x="7800931"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5" name="Google Shape;215;p5"/>
            <p:cNvSpPr/>
            <p:nvPr/>
          </p:nvSpPr>
          <p:spPr>
            <a:xfrm>
              <a:off x="8392852"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6" name="Google Shape;216;p5"/>
            <p:cNvSpPr/>
            <p:nvPr/>
          </p:nvSpPr>
          <p:spPr>
            <a:xfrm>
              <a:off x="8984772"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7" name="Google Shape;217;p5"/>
            <p:cNvSpPr/>
            <p:nvPr/>
          </p:nvSpPr>
          <p:spPr>
            <a:xfrm>
              <a:off x="7209011"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8" name="Google Shape;218;p5"/>
            <p:cNvSpPr/>
            <p:nvPr/>
          </p:nvSpPr>
          <p:spPr>
            <a:xfrm>
              <a:off x="7800931"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9" name="Google Shape;219;p5"/>
            <p:cNvSpPr/>
            <p:nvPr/>
          </p:nvSpPr>
          <p:spPr>
            <a:xfrm>
              <a:off x="8392852"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0" name="Google Shape;220;p5"/>
            <p:cNvSpPr/>
            <p:nvPr/>
          </p:nvSpPr>
          <p:spPr>
            <a:xfrm>
              <a:off x="8984772"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1" name="Google Shape;221;p5"/>
            <p:cNvSpPr/>
            <p:nvPr/>
          </p:nvSpPr>
          <p:spPr>
            <a:xfrm>
              <a:off x="7209011"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2" name="Google Shape;222;p5"/>
            <p:cNvSpPr/>
            <p:nvPr/>
          </p:nvSpPr>
          <p:spPr>
            <a:xfrm>
              <a:off x="7800931"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3" name="Google Shape;223;p5"/>
            <p:cNvSpPr/>
            <p:nvPr/>
          </p:nvSpPr>
          <p:spPr>
            <a:xfrm>
              <a:off x="8392852"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4" name="Google Shape;224;p5"/>
            <p:cNvSpPr/>
            <p:nvPr/>
          </p:nvSpPr>
          <p:spPr>
            <a:xfrm>
              <a:off x="8984772"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B37E"/>
        </a:solidFill>
      </p:bgPr>
    </p:bg>
    <p:spTree>
      <p:nvGrpSpPr>
        <p:cNvPr id="228" name="Shape 228"/>
        <p:cNvGrpSpPr/>
        <p:nvPr/>
      </p:nvGrpSpPr>
      <p:grpSpPr>
        <a:xfrm>
          <a:off x="0" y="0"/>
          <a:ext cx="0" cy="0"/>
          <a:chOff x="0" y="0"/>
          <a:chExt cx="0" cy="0"/>
        </a:xfrm>
      </p:grpSpPr>
      <p:sp>
        <p:nvSpPr>
          <p:cNvPr id="229" name="Google Shape;229;p6"/>
          <p:cNvSpPr txBox="1"/>
          <p:nvPr/>
        </p:nvSpPr>
        <p:spPr>
          <a:xfrm>
            <a:off x="5279299" y="2025565"/>
            <a:ext cx="5207400" cy="775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i="0" lang="mn-MN" sz="2800" u="none" strike="noStrike">
                <a:solidFill>
                  <a:schemeClr val="lt1"/>
                </a:solidFill>
                <a:latin typeface="Roboto"/>
                <a:ea typeface="Roboto"/>
                <a:cs typeface="Roboto"/>
                <a:sym typeface="Roboto"/>
              </a:rPr>
              <a:t>Ямар үнэт зүйлс бидний </a:t>
            </a:r>
            <a:endParaRPr i="0" sz="2800" u="none" strike="noStrike">
              <a:solidFill>
                <a:schemeClr val="lt1"/>
              </a:solidFill>
              <a:latin typeface="Roboto"/>
              <a:ea typeface="Roboto"/>
              <a:cs typeface="Roboto"/>
              <a:sym typeface="Roboto"/>
            </a:endParaRPr>
          </a:p>
          <a:p>
            <a:pPr indent="0" lvl="0" marL="0" marR="0" rtl="0" algn="l">
              <a:lnSpc>
                <a:spcPct val="90000"/>
              </a:lnSpc>
              <a:spcBef>
                <a:spcPts val="0"/>
              </a:spcBef>
              <a:spcAft>
                <a:spcPts val="0"/>
              </a:spcAft>
              <a:buNone/>
            </a:pPr>
            <a:r>
              <a:rPr i="0" lang="mn-MN" sz="2800" u="none" strike="noStrike">
                <a:solidFill>
                  <a:schemeClr val="lt1"/>
                </a:solidFill>
                <a:latin typeface="Roboto"/>
                <a:ea typeface="Roboto"/>
                <a:cs typeface="Roboto"/>
                <a:sym typeface="Roboto"/>
              </a:rPr>
              <a:t>үйлдэл, шийдвэрийг тодорхойлдог вэ?</a:t>
            </a:r>
            <a:endParaRPr/>
          </a:p>
        </p:txBody>
      </p:sp>
      <p:sp>
        <p:nvSpPr>
          <p:cNvPr id="230" name="Google Shape;230;p6"/>
          <p:cNvSpPr txBox="1"/>
          <p:nvPr/>
        </p:nvSpPr>
        <p:spPr>
          <a:xfrm>
            <a:off x="1286034" y="1077786"/>
            <a:ext cx="5601590" cy="1828193"/>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mn-MN" sz="6600" u="none" strike="noStrike">
                <a:solidFill>
                  <a:schemeClr val="lt1"/>
                </a:solidFill>
                <a:latin typeface="Playfair Display"/>
                <a:ea typeface="Playfair Display"/>
                <a:cs typeface="Playfair Display"/>
                <a:sym typeface="Playfair Display"/>
              </a:rPr>
              <a:t>Үнэт</a:t>
            </a:r>
            <a:endParaRPr/>
          </a:p>
          <a:p>
            <a:pPr indent="0" lvl="0" marL="0" marR="0" rtl="0" algn="l">
              <a:lnSpc>
                <a:spcPct val="90000"/>
              </a:lnSpc>
              <a:spcBef>
                <a:spcPts val="0"/>
              </a:spcBef>
              <a:spcAft>
                <a:spcPts val="0"/>
              </a:spcAft>
              <a:buNone/>
            </a:pPr>
            <a:r>
              <a:rPr b="1" i="0" lang="mn-MN" sz="6600" u="none" strike="noStrike">
                <a:solidFill>
                  <a:schemeClr val="lt1"/>
                </a:solidFill>
                <a:latin typeface="Playfair Display"/>
                <a:ea typeface="Playfair Display"/>
                <a:cs typeface="Playfair Display"/>
                <a:sym typeface="Playfair Display"/>
              </a:rPr>
              <a:t>зүйлс: </a:t>
            </a:r>
            <a:endParaRPr/>
          </a:p>
        </p:txBody>
      </p:sp>
      <p:cxnSp>
        <p:nvCxnSpPr>
          <p:cNvPr id="231" name="Google Shape;231;p6"/>
          <p:cNvCxnSpPr/>
          <p:nvPr/>
        </p:nvCxnSpPr>
        <p:spPr>
          <a:xfrm>
            <a:off x="650241" y="0"/>
            <a:ext cx="0" cy="6858000"/>
          </a:xfrm>
          <a:prstGeom prst="straightConnector1">
            <a:avLst/>
          </a:prstGeom>
          <a:noFill/>
          <a:ln cap="flat" cmpd="sng" w="9525">
            <a:solidFill>
              <a:schemeClr val="lt1"/>
            </a:solidFill>
            <a:prstDash val="solid"/>
            <a:miter lim="800000"/>
            <a:headEnd len="sm" w="sm" type="none"/>
            <a:tailEnd len="sm" w="sm" type="none"/>
          </a:ln>
        </p:spPr>
      </p:cxnSp>
      <p:cxnSp>
        <p:nvCxnSpPr>
          <p:cNvPr id="232" name="Google Shape;232;p6"/>
          <p:cNvCxnSpPr/>
          <p:nvPr/>
        </p:nvCxnSpPr>
        <p:spPr>
          <a:xfrm rot="10800000">
            <a:off x="650241" y="675080"/>
            <a:ext cx="11541759" cy="0"/>
          </a:xfrm>
          <a:prstGeom prst="straightConnector1">
            <a:avLst/>
          </a:prstGeom>
          <a:noFill/>
          <a:ln cap="flat" cmpd="sng" w="9525">
            <a:solidFill>
              <a:schemeClr val="lt1"/>
            </a:solidFill>
            <a:prstDash val="solid"/>
            <a:miter lim="800000"/>
            <a:headEnd len="sm" w="sm" type="none"/>
            <a:tailEnd len="sm" w="sm" type="none"/>
          </a:ln>
        </p:spPr>
      </p:cxnSp>
      <p:sp>
        <p:nvSpPr>
          <p:cNvPr id="233" name="Google Shape;233;p6"/>
          <p:cNvSpPr txBox="1"/>
          <p:nvPr/>
        </p:nvSpPr>
        <p:spPr>
          <a:xfrm>
            <a:off x="1286034" y="313393"/>
            <a:ext cx="3355414" cy="169277"/>
          </a:xfrm>
          <a:prstGeom prst="rect">
            <a:avLst/>
          </a:prstGeom>
          <a:noFill/>
          <a:ln>
            <a:noFill/>
          </a:ln>
        </p:spPr>
        <p:txBody>
          <a:bodyPr anchorCtr="0" anchor="t" bIns="0" lIns="0" spcFirstLastPara="1" rIns="108000" wrap="square" tIns="0">
            <a:spAutoFit/>
          </a:bodyPr>
          <a:lstStyle/>
          <a:p>
            <a:pPr indent="0" lvl="0" marL="0" marR="0" rtl="0" algn="l">
              <a:spcBef>
                <a:spcPts val="0"/>
              </a:spcBef>
              <a:spcAft>
                <a:spcPts val="0"/>
              </a:spcAft>
              <a:buNone/>
            </a:pPr>
            <a:r>
              <a:rPr lang="mn-MN" sz="1100" u="none" strike="noStrike">
                <a:solidFill>
                  <a:schemeClr val="lt1"/>
                </a:solidFill>
                <a:latin typeface="Roboto"/>
                <a:ea typeface="Roboto"/>
                <a:cs typeface="Roboto"/>
                <a:sym typeface="Roboto"/>
              </a:rPr>
              <a:t>Үндсэн элементүүд</a:t>
            </a:r>
            <a:endParaRPr/>
          </a:p>
        </p:txBody>
      </p:sp>
      <p:cxnSp>
        <p:nvCxnSpPr>
          <p:cNvPr id="234" name="Google Shape;234;p6"/>
          <p:cNvCxnSpPr/>
          <p:nvPr/>
        </p:nvCxnSpPr>
        <p:spPr>
          <a:xfrm>
            <a:off x="5279299" y="1677756"/>
            <a:ext cx="484893" cy="0"/>
          </a:xfrm>
          <a:prstGeom prst="straightConnector1">
            <a:avLst/>
          </a:prstGeom>
          <a:noFill/>
          <a:ln cap="flat" cmpd="sng" w="44450">
            <a:solidFill>
              <a:schemeClr val="lt1"/>
            </a:solidFill>
            <a:prstDash val="solid"/>
            <a:miter lim="800000"/>
            <a:headEnd len="sm" w="sm" type="none"/>
            <a:tailEnd len="sm" w="sm" type="none"/>
          </a:ln>
        </p:spPr>
      </p:cxnSp>
      <p:grpSp>
        <p:nvGrpSpPr>
          <p:cNvPr id="235" name="Google Shape;235;p6"/>
          <p:cNvGrpSpPr/>
          <p:nvPr/>
        </p:nvGrpSpPr>
        <p:grpSpPr>
          <a:xfrm>
            <a:off x="1286033" y="3542823"/>
            <a:ext cx="3042897" cy="1028031"/>
            <a:chOff x="1286033" y="3477989"/>
            <a:chExt cx="3042897" cy="1028031"/>
          </a:xfrm>
        </p:grpSpPr>
        <p:sp>
          <p:nvSpPr>
            <p:cNvPr id="236" name="Google Shape;236;p6"/>
            <p:cNvSpPr txBox="1"/>
            <p:nvPr/>
          </p:nvSpPr>
          <p:spPr>
            <a:xfrm>
              <a:off x="1286033" y="3952022"/>
              <a:ext cx="3042897"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mn-MN" sz="1200" u="none" strike="noStrike">
                  <a:solidFill>
                    <a:schemeClr val="lt1"/>
                  </a:solidFill>
                  <a:latin typeface="Roboto"/>
                  <a:ea typeface="Roboto"/>
                  <a:cs typeface="Roboto"/>
                  <a:sym typeface="Roboto"/>
                </a:rPr>
                <a:t>Тоо баримт, жишээ ашиглавал илүү үр дүнтэй. Бид хэрэглэгчдэдээ үнэ цэн бүтээхийг зорьдог. </a:t>
              </a:r>
              <a:endParaRPr/>
            </a:p>
          </p:txBody>
        </p:sp>
        <p:sp>
          <p:nvSpPr>
            <p:cNvPr id="237" name="Google Shape;237;p6"/>
            <p:cNvSpPr txBox="1"/>
            <p:nvPr/>
          </p:nvSpPr>
          <p:spPr>
            <a:xfrm>
              <a:off x="1286034" y="3477989"/>
              <a:ext cx="2336842"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mn-MN" sz="2400" u="none" strike="noStrike">
                  <a:solidFill>
                    <a:schemeClr val="lt1"/>
                  </a:solidFill>
                  <a:latin typeface="Roboto"/>
                  <a:ea typeface="Roboto"/>
                  <a:cs typeface="Roboto"/>
                  <a:sym typeface="Roboto"/>
                </a:rPr>
                <a:t>Үнэт зүйл</a:t>
              </a:r>
              <a:endParaRPr/>
            </a:p>
          </p:txBody>
        </p:sp>
      </p:grpSp>
      <p:grpSp>
        <p:nvGrpSpPr>
          <p:cNvPr id="238" name="Google Shape;238;p6"/>
          <p:cNvGrpSpPr/>
          <p:nvPr/>
        </p:nvGrpSpPr>
        <p:grpSpPr>
          <a:xfrm>
            <a:off x="4892448" y="3542823"/>
            <a:ext cx="3042897" cy="1028031"/>
            <a:chOff x="1286033" y="3477989"/>
            <a:chExt cx="3042897" cy="1028031"/>
          </a:xfrm>
        </p:grpSpPr>
        <p:sp>
          <p:nvSpPr>
            <p:cNvPr id="239" name="Google Shape;239;p6"/>
            <p:cNvSpPr txBox="1"/>
            <p:nvPr/>
          </p:nvSpPr>
          <p:spPr>
            <a:xfrm>
              <a:off x="1286033" y="3952022"/>
              <a:ext cx="3042897"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mn-MN" sz="1200" u="none" strike="noStrike">
                  <a:solidFill>
                    <a:schemeClr val="lt1"/>
                  </a:solidFill>
                  <a:latin typeface="Roboto"/>
                  <a:ea typeface="Roboto"/>
                  <a:cs typeface="Roboto"/>
                  <a:sym typeface="Roboto"/>
                </a:rPr>
                <a:t>Төслийн явц, үр дүнг энд харуулна. Багаараа хамтран шинэ шийдэл хэрэгжүүлнэ. </a:t>
              </a:r>
              <a:endParaRPr/>
            </a:p>
          </p:txBody>
        </p:sp>
        <p:sp>
          <p:nvSpPr>
            <p:cNvPr id="240" name="Google Shape;240;p6"/>
            <p:cNvSpPr txBox="1"/>
            <p:nvPr/>
          </p:nvSpPr>
          <p:spPr>
            <a:xfrm>
              <a:off x="1286034" y="3477989"/>
              <a:ext cx="2336842"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mn-MN" sz="2400" u="none" strike="noStrike">
                  <a:solidFill>
                    <a:schemeClr val="lt1"/>
                  </a:solidFill>
                  <a:latin typeface="Roboto"/>
                  <a:ea typeface="Roboto"/>
                  <a:cs typeface="Roboto"/>
                  <a:sym typeface="Roboto"/>
                </a:rPr>
                <a:t>Үнэт зүйл</a:t>
              </a:r>
              <a:endParaRPr/>
            </a:p>
          </p:txBody>
        </p:sp>
      </p:grpSp>
      <p:grpSp>
        <p:nvGrpSpPr>
          <p:cNvPr id="241" name="Google Shape;241;p6"/>
          <p:cNvGrpSpPr/>
          <p:nvPr/>
        </p:nvGrpSpPr>
        <p:grpSpPr>
          <a:xfrm>
            <a:off x="8498862" y="3542823"/>
            <a:ext cx="3042897" cy="1028031"/>
            <a:chOff x="1286033" y="3477989"/>
            <a:chExt cx="3042897" cy="1028031"/>
          </a:xfrm>
        </p:grpSpPr>
        <p:sp>
          <p:nvSpPr>
            <p:cNvPr id="242" name="Google Shape;242;p6"/>
            <p:cNvSpPr txBox="1"/>
            <p:nvPr/>
          </p:nvSpPr>
          <p:spPr>
            <a:xfrm>
              <a:off x="1286033" y="3952022"/>
              <a:ext cx="3042897"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mn-MN" sz="1200" u="none" strike="noStrike">
                  <a:solidFill>
                    <a:schemeClr val="lt1"/>
                  </a:solidFill>
                  <a:latin typeface="Roboto"/>
                  <a:ea typeface="Roboto"/>
                  <a:cs typeface="Roboto"/>
                  <a:sym typeface="Roboto"/>
                </a:rPr>
                <a:t>Зах зээлийн судалгаанд үндэслэн шийдвэр гаргана. Дараагийн алхмуудаа тодорхой төлөвлөнө. </a:t>
              </a:r>
              <a:endParaRPr/>
            </a:p>
          </p:txBody>
        </p:sp>
        <p:sp>
          <p:nvSpPr>
            <p:cNvPr id="243" name="Google Shape;243;p6"/>
            <p:cNvSpPr txBox="1"/>
            <p:nvPr/>
          </p:nvSpPr>
          <p:spPr>
            <a:xfrm>
              <a:off x="1286034" y="3477989"/>
              <a:ext cx="2336842"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mn-MN" sz="2400" u="none" strike="noStrike">
                  <a:solidFill>
                    <a:schemeClr val="lt1"/>
                  </a:solidFill>
                  <a:latin typeface="Roboto"/>
                  <a:ea typeface="Roboto"/>
                  <a:cs typeface="Roboto"/>
                  <a:sym typeface="Roboto"/>
                </a:rPr>
                <a:t>Үнэт зүйл</a:t>
              </a:r>
              <a:endParaRPr/>
            </a:p>
          </p:txBody>
        </p:sp>
      </p:grpSp>
      <p:grpSp>
        <p:nvGrpSpPr>
          <p:cNvPr id="244" name="Google Shape;244;p6"/>
          <p:cNvGrpSpPr/>
          <p:nvPr/>
        </p:nvGrpSpPr>
        <p:grpSpPr>
          <a:xfrm>
            <a:off x="1286033" y="5154889"/>
            <a:ext cx="3042897" cy="1028031"/>
            <a:chOff x="1286033" y="3477989"/>
            <a:chExt cx="3042897" cy="1028031"/>
          </a:xfrm>
        </p:grpSpPr>
        <p:sp>
          <p:nvSpPr>
            <p:cNvPr id="245" name="Google Shape;245;p6"/>
            <p:cNvSpPr txBox="1"/>
            <p:nvPr/>
          </p:nvSpPr>
          <p:spPr>
            <a:xfrm>
              <a:off x="1286033" y="3952022"/>
              <a:ext cx="3042897"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mn-MN" sz="1200" u="none" strike="noStrike">
                  <a:solidFill>
                    <a:schemeClr val="lt1"/>
                  </a:solidFill>
                  <a:latin typeface="Roboto"/>
                  <a:ea typeface="Roboto"/>
                  <a:cs typeface="Roboto"/>
                  <a:sym typeface="Roboto"/>
                </a:rPr>
                <a:t>Өсөлтийг тогтмол хэмжиж, сайжруулна. Энэ хэсэгт өөрийн текстээ оруулна уу. </a:t>
              </a:r>
              <a:endParaRPr/>
            </a:p>
          </p:txBody>
        </p:sp>
        <p:sp>
          <p:nvSpPr>
            <p:cNvPr id="246" name="Google Shape;246;p6"/>
            <p:cNvSpPr txBox="1"/>
            <p:nvPr/>
          </p:nvSpPr>
          <p:spPr>
            <a:xfrm>
              <a:off x="1286034" y="3477989"/>
              <a:ext cx="2336842"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mn-MN" sz="2400" u="none" strike="noStrike">
                  <a:solidFill>
                    <a:schemeClr val="lt1"/>
                  </a:solidFill>
                  <a:latin typeface="Roboto"/>
                  <a:ea typeface="Roboto"/>
                  <a:cs typeface="Roboto"/>
                  <a:sym typeface="Roboto"/>
                </a:rPr>
                <a:t>Үнэт зүйл</a:t>
              </a:r>
              <a:endParaRPr/>
            </a:p>
          </p:txBody>
        </p:sp>
      </p:grpSp>
      <p:grpSp>
        <p:nvGrpSpPr>
          <p:cNvPr id="247" name="Google Shape;247;p6"/>
          <p:cNvGrpSpPr/>
          <p:nvPr/>
        </p:nvGrpSpPr>
        <p:grpSpPr>
          <a:xfrm>
            <a:off x="4892448" y="5154889"/>
            <a:ext cx="3042897" cy="1028031"/>
            <a:chOff x="1286033" y="3477989"/>
            <a:chExt cx="3042897" cy="1028031"/>
          </a:xfrm>
        </p:grpSpPr>
        <p:sp>
          <p:nvSpPr>
            <p:cNvPr id="248" name="Google Shape;248;p6"/>
            <p:cNvSpPr txBox="1"/>
            <p:nvPr/>
          </p:nvSpPr>
          <p:spPr>
            <a:xfrm>
              <a:off x="1286033" y="3952022"/>
              <a:ext cx="3042897"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mn-MN" sz="1200" u="none" strike="noStrike">
                  <a:solidFill>
                    <a:schemeClr val="lt1"/>
                  </a:solidFill>
                  <a:latin typeface="Roboto"/>
                  <a:ea typeface="Roboto"/>
                  <a:cs typeface="Roboto"/>
                  <a:sym typeface="Roboto"/>
                </a:rPr>
                <a:t>Гол үзүүлэлтүүдээ товч дурдана. Хэрэглэгчийн хэрэгцээг нарийн судална. </a:t>
              </a:r>
              <a:endParaRPr/>
            </a:p>
          </p:txBody>
        </p:sp>
        <p:sp>
          <p:nvSpPr>
            <p:cNvPr id="249" name="Google Shape;249;p6"/>
            <p:cNvSpPr txBox="1"/>
            <p:nvPr/>
          </p:nvSpPr>
          <p:spPr>
            <a:xfrm>
              <a:off x="1286034" y="3477989"/>
              <a:ext cx="2336842"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mn-MN" sz="2400" u="none" strike="noStrike">
                  <a:solidFill>
                    <a:schemeClr val="lt1"/>
                  </a:solidFill>
                  <a:latin typeface="Roboto"/>
                  <a:ea typeface="Roboto"/>
                  <a:cs typeface="Roboto"/>
                  <a:sym typeface="Roboto"/>
                </a:rPr>
                <a:t>Үнэт зүйл</a:t>
              </a:r>
              <a:endParaRPr/>
            </a:p>
          </p:txBody>
        </p:sp>
      </p:grpSp>
      <p:grpSp>
        <p:nvGrpSpPr>
          <p:cNvPr id="250" name="Google Shape;250;p6"/>
          <p:cNvGrpSpPr/>
          <p:nvPr/>
        </p:nvGrpSpPr>
        <p:grpSpPr>
          <a:xfrm>
            <a:off x="8498862" y="5154889"/>
            <a:ext cx="3042897" cy="1028031"/>
            <a:chOff x="1286033" y="3477989"/>
            <a:chExt cx="3042897" cy="1028031"/>
          </a:xfrm>
        </p:grpSpPr>
        <p:sp>
          <p:nvSpPr>
            <p:cNvPr id="251" name="Google Shape;251;p6"/>
            <p:cNvSpPr txBox="1"/>
            <p:nvPr/>
          </p:nvSpPr>
          <p:spPr>
            <a:xfrm>
              <a:off x="1286033" y="3952022"/>
              <a:ext cx="3042897"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mn-MN" sz="1200" u="none" strike="noStrike">
                  <a:solidFill>
                    <a:schemeClr val="lt1"/>
                  </a:solidFill>
                  <a:latin typeface="Roboto"/>
                  <a:ea typeface="Roboto"/>
                  <a:cs typeface="Roboto"/>
                  <a:sym typeface="Roboto"/>
                </a:rPr>
                <a:t>Чанар, хурд, найдвартай байдлыг эрхэмлэнэ. Шинэ боломжийг цаг алдалгүй ашиглана. </a:t>
              </a:r>
              <a:endParaRPr/>
            </a:p>
          </p:txBody>
        </p:sp>
        <p:sp>
          <p:nvSpPr>
            <p:cNvPr id="252" name="Google Shape;252;p6"/>
            <p:cNvSpPr txBox="1"/>
            <p:nvPr/>
          </p:nvSpPr>
          <p:spPr>
            <a:xfrm>
              <a:off x="1286034" y="3477989"/>
              <a:ext cx="2336842"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mn-MN" sz="2400" u="none" strike="noStrike">
                  <a:solidFill>
                    <a:schemeClr val="lt1"/>
                  </a:solidFill>
                  <a:latin typeface="Roboto"/>
                  <a:ea typeface="Roboto"/>
                  <a:cs typeface="Roboto"/>
                  <a:sym typeface="Roboto"/>
                </a:rPr>
                <a:t>Үнэт зүйл</a:t>
              </a:r>
              <a:endParaRPr/>
            </a:p>
          </p:txBody>
        </p:sp>
      </p:grpSp>
      <p:grpSp>
        <p:nvGrpSpPr>
          <p:cNvPr id="253" name="Google Shape;253;p6"/>
          <p:cNvGrpSpPr/>
          <p:nvPr/>
        </p:nvGrpSpPr>
        <p:grpSpPr>
          <a:xfrm>
            <a:off x="10905966" y="312628"/>
            <a:ext cx="522878" cy="768448"/>
            <a:chOff x="7209011" y="885041"/>
            <a:chExt cx="1918825" cy="2820004"/>
          </a:xfrm>
        </p:grpSpPr>
        <p:sp>
          <p:nvSpPr>
            <p:cNvPr id="254" name="Google Shape;254;p6"/>
            <p:cNvSpPr/>
            <p:nvPr/>
          </p:nvSpPr>
          <p:spPr>
            <a:xfrm>
              <a:off x="7209011"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5" name="Google Shape;255;p6"/>
            <p:cNvSpPr/>
            <p:nvPr/>
          </p:nvSpPr>
          <p:spPr>
            <a:xfrm>
              <a:off x="7800931"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6" name="Google Shape;256;p6"/>
            <p:cNvSpPr/>
            <p:nvPr/>
          </p:nvSpPr>
          <p:spPr>
            <a:xfrm>
              <a:off x="8392852"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7" name="Google Shape;257;p6"/>
            <p:cNvSpPr/>
            <p:nvPr/>
          </p:nvSpPr>
          <p:spPr>
            <a:xfrm>
              <a:off x="8984772"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8" name="Google Shape;258;p6"/>
            <p:cNvSpPr/>
            <p:nvPr/>
          </p:nvSpPr>
          <p:spPr>
            <a:xfrm>
              <a:off x="7209011"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9" name="Google Shape;259;p6"/>
            <p:cNvSpPr/>
            <p:nvPr/>
          </p:nvSpPr>
          <p:spPr>
            <a:xfrm>
              <a:off x="7800931"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0" name="Google Shape;260;p6"/>
            <p:cNvSpPr/>
            <p:nvPr/>
          </p:nvSpPr>
          <p:spPr>
            <a:xfrm>
              <a:off x="8392852"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1" name="Google Shape;261;p6"/>
            <p:cNvSpPr/>
            <p:nvPr/>
          </p:nvSpPr>
          <p:spPr>
            <a:xfrm>
              <a:off x="8984772"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2" name="Google Shape;262;p6"/>
            <p:cNvSpPr/>
            <p:nvPr/>
          </p:nvSpPr>
          <p:spPr>
            <a:xfrm>
              <a:off x="7209011"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3" name="Google Shape;263;p6"/>
            <p:cNvSpPr/>
            <p:nvPr/>
          </p:nvSpPr>
          <p:spPr>
            <a:xfrm>
              <a:off x="7800931"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4" name="Google Shape;264;p6"/>
            <p:cNvSpPr/>
            <p:nvPr/>
          </p:nvSpPr>
          <p:spPr>
            <a:xfrm>
              <a:off x="8392852"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5" name="Google Shape;265;p6"/>
            <p:cNvSpPr/>
            <p:nvPr/>
          </p:nvSpPr>
          <p:spPr>
            <a:xfrm>
              <a:off x="8984772"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6" name="Google Shape;266;p6"/>
            <p:cNvSpPr/>
            <p:nvPr/>
          </p:nvSpPr>
          <p:spPr>
            <a:xfrm>
              <a:off x="7209011"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7" name="Google Shape;267;p6"/>
            <p:cNvSpPr/>
            <p:nvPr/>
          </p:nvSpPr>
          <p:spPr>
            <a:xfrm>
              <a:off x="7800931"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8" name="Google Shape;268;p6"/>
            <p:cNvSpPr/>
            <p:nvPr/>
          </p:nvSpPr>
          <p:spPr>
            <a:xfrm>
              <a:off x="8392852"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9" name="Google Shape;269;p6"/>
            <p:cNvSpPr/>
            <p:nvPr/>
          </p:nvSpPr>
          <p:spPr>
            <a:xfrm>
              <a:off x="8984772"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B37E"/>
        </a:solidFill>
      </p:bgPr>
    </p:bg>
    <p:spTree>
      <p:nvGrpSpPr>
        <p:cNvPr id="273" name="Shape 273"/>
        <p:cNvGrpSpPr/>
        <p:nvPr/>
      </p:nvGrpSpPr>
      <p:grpSpPr>
        <a:xfrm>
          <a:off x="0" y="0"/>
          <a:ext cx="0" cy="0"/>
          <a:chOff x="0" y="0"/>
          <a:chExt cx="0" cy="0"/>
        </a:xfrm>
      </p:grpSpPr>
      <p:sp>
        <p:nvSpPr>
          <p:cNvPr id="274" name="Google Shape;274;p7"/>
          <p:cNvSpPr/>
          <p:nvPr/>
        </p:nvSpPr>
        <p:spPr>
          <a:xfrm flipH="1">
            <a:off x="0" y="5810487"/>
            <a:ext cx="650239" cy="1047514"/>
          </a:xfrm>
          <a:prstGeom prst="rect">
            <a:avLst/>
          </a:prstGeom>
          <a:solidFill>
            <a:srgbClr val="C0E8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group of people sitting at a table with laptops and a cup of coffee&#10;&#10;Description automatically generated" id="275" name="Google Shape;275;p7"/>
          <p:cNvPicPr preferRelativeResize="0"/>
          <p:nvPr/>
        </p:nvPicPr>
        <p:blipFill rotWithShape="1">
          <a:blip r:embed="rId3">
            <a:alphaModFix/>
          </a:blip>
          <a:srcRect b="4749" l="19542" r="14491" t="4156"/>
          <a:stretch/>
        </p:blipFill>
        <p:spPr>
          <a:xfrm>
            <a:off x="650241" y="1593231"/>
            <a:ext cx="4593090" cy="4217255"/>
          </a:xfrm>
          <a:custGeom>
            <a:rect b="b" l="l" r="r" t="t"/>
            <a:pathLst>
              <a:path extrusionOk="0" h="4217255" w="4593090">
                <a:moveTo>
                  <a:pt x="0" y="0"/>
                </a:moveTo>
                <a:lnTo>
                  <a:pt x="4593090" y="0"/>
                </a:lnTo>
                <a:lnTo>
                  <a:pt x="4593090" y="4217255"/>
                </a:lnTo>
                <a:lnTo>
                  <a:pt x="0" y="4217255"/>
                </a:lnTo>
                <a:close/>
              </a:path>
            </a:pathLst>
          </a:custGeom>
          <a:noFill/>
          <a:ln>
            <a:noFill/>
          </a:ln>
        </p:spPr>
      </p:pic>
      <p:sp>
        <p:nvSpPr>
          <p:cNvPr id="276" name="Google Shape;276;p7"/>
          <p:cNvSpPr txBox="1"/>
          <p:nvPr/>
        </p:nvSpPr>
        <p:spPr>
          <a:xfrm>
            <a:off x="5823050" y="3634935"/>
            <a:ext cx="5498093" cy="77559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i="0" lang="mn-MN" sz="2800" u="none" strike="noStrike">
                <a:solidFill>
                  <a:schemeClr val="lt1"/>
                </a:solidFill>
                <a:latin typeface="Roboto"/>
                <a:ea typeface="Roboto"/>
                <a:cs typeface="Roboto"/>
                <a:sym typeface="Roboto"/>
              </a:rPr>
              <a:t>Бид хэрхэн харилцаж, </a:t>
            </a:r>
            <a:br>
              <a:rPr i="0" lang="mn-MN" sz="2800" u="none" strike="noStrike">
                <a:solidFill>
                  <a:schemeClr val="lt1"/>
                </a:solidFill>
                <a:latin typeface="Roboto"/>
                <a:ea typeface="Roboto"/>
                <a:cs typeface="Roboto"/>
                <a:sym typeface="Roboto"/>
              </a:rPr>
            </a:br>
            <a:r>
              <a:rPr i="0" lang="mn-MN" sz="2800" u="none" strike="noStrike">
                <a:solidFill>
                  <a:schemeClr val="lt1"/>
                </a:solidFill>
                <a:latin typeface="Roboto"/>
                <a:ea typeface="Roboto"/>
                <a:cs typeface="Roboto"/>
                <a:sym typeface="Roboto"/>
              </a:rPr>
              <a:t>ямар зан төрхтэй вэ?</a:t>
            </a:r>
            <a:endParaRPr/>
          </a:p>
        </p:txBody>
      </p:sp>
      <p:sp>
        <p:nvSpPr>
          <p:cNvPr id="277" name="Google Shape;277;p7"/>
          <p:cNvSpPr txBox="1"/>
          <p:nvPr/>
        </p:nvSpPr>
        <p:spPr>
          <a:xfrm>
            <a:off x="5823050" y="4556328"/>
            <a:ext cx="5498093" cy="11079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mn-MN" sz="1200" u="none" strike="noStrike">
                <a:solidFill>
                  <a:schemeClr val="lt1"/>
                </a:solidFill>
                <a:latin typeface="Roboto"/>
                <a:ea typeface="Roboto"/>
                <a:cs typeface="Roboto"/>
                <a:sym typeface="Roboto"/>
              </a:rPr>
              <a:t>Харилцагчидтайгаа урт хугацааны түншлэл тогтооно. Технологийн шинэчлэлийг тасралтгүй нэвтрүүлнэ. Энд гол санаагаа бичнэ үү. Товч бөгөөд ойлгомжтой тайлбар. Үзэгчдэд хэрэгтэй мэдээллийг өгнө. Тоо баримт, жишээ ашиглавал илүү үр дүнтэй. Бид хэрэглэгчдэдээ үнэ цэн бүтээхийг зорьдог.</a:t>
            </a:r>
            <a:endParaRPr/>
          </a:p>
        </p:txBody>
      </p:sp>
      <p:sp>
        <p:nvSpPr>
          <p:cNvPr id="278" name="Google Shape;278;p7"/>
          <p:cNvSpPr txBox="1"/>
          <p:nvPr/>
        </p:nvSpPr>
        <p:spPr>
          <a:xfrm>
            <a:off x="5823050" y="1600807"/>
            <a:ext cx="5498093" cy="1828193"/>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mn-MN" sz="6600" u="none" strike="noStrike">
                <a:solidFill>
                  <a:schemeClr val="lt1"/>
                </a:solidFill>
                <a:latin typeface="Playfair Display"/>
                <a:ea typeface="Playfair Display"/>
                <a:cs typeface="Playfair Display"/>
                <a:sym typeface="Playfair Display"/>
              </a:rPr>
              <a:t>Дуу хоолой</a:t>
            </a:r>
            <a:endParaRPr/>
          </a:p>
          <a:p>
            <a:pPr indent="0" lvl="0" marL="0" marR="0" rtl="0" algn="l">
              <a:lnSpc>
                <a:spcPct val="90000"/>
              </a:lnSpc>
              <a:spcBef>
                <a:spcPts val="0"/>
              </a:spcBef>
              <a:spcAft>
                <a:spcPts val="0"/>
              </a:spcAft>
              <a:buNone/>
            </a:pPr>
            <a:r>
              <a:rPr b="1" i="0" lang="mn-MN" sz="6600" u="none" strike="noStrike">
                <a:solidFill>
                  <a:schemeClr val="lt1"/>
                </a:solidFill>
                <a:latin typeface="Playfair Display"/>
                <a:ea typeface="Playfair Display"/>
                <a:cs typeface="Playfair Display"/>
                <a:sym typeface="Playfair Display"/>
              </a:rPr>
              <a:t>ба өнгө аяс: </a:t>
            </a:r>
            <a:endParaRPr/>
          </a:p>
        </p:txBody>
      </p:sp>
      <p:cxnSp>
        <p:nvCxnSpPr>
          <p:cNvPr id="279" name="Google Shape;279;p7"/>
          <p:cNvCxnSpPr/>
          <p:nvPr/>
        </p:nvCxnSpPr>
        <p:spPr>
          <a:xfrm>
            <a:off x="650241" y="0"/>
            <a:ext cx="0" cy="6858000"/>
          </a:xfrm>
          <a:prstGeom prst="straightConnector1">
            <a:avLst/>
          </a:prstGeom>
          <a:noFill/>
          <a:ln cap="flat" cmpd="sng" w="9525">
            <a:solidFill>
              <a:schemeClr val="lt1"/>
            </a:solidFill>
            <a:prstDash val="solid"/>
            <a:miter lim="800000"/>
            <a:headEnd len="sm" w="sm" type="none"/>
            <a:tailEnd len="sm" w="sm" type="none"/>
          </a:ln>
        </p:spPr>
      </p:cxnSp>
      <p:cxnSp>
        <p:nvCxnSpPr>
          <p:cNvPr id="280" name="Google Shape;280;p7"/>
          <p:cNvCxnSpPr/>
          <p:nvPr/>
        </p:nvCxnSpPr>
        <p:spPr>
          <a:xfrm rot="10800000">
            <a:off x="650241" y="675080"/>
            <a:ext cx="11541759" cy="0"/>
          </a:xfrm>
          <a:prstGeom prst="straightConnector1">
            <a:avLst/>
          </a:prstGeom>
          <a:noFill/>
          <a:ln cap="flat" cmpd="sng" w="9525">
            <a:solidFill>
              <a:schemeClr val="lt1"/>
            </a:solidFill>
            <a:prstDash val="solid"/>
            <a:miter lim="800000"/>
            <a:headEnd len="sm" w="sm" type="none"/>
            <a:tailEnd len="sm" w="sm" type="none"/>
          </a:ln>
        </p:spPr>
      </p:cxnSp>
      <p:sp>
        <p:nvSpPr>
          <p:cNvPr id="281" name="Google Shape;281;p7"/>
          <p:cNvSpPr txBox="1"/>
          <p:nvPr/>
        </p:nvSpPr>
        <p:spPr>
          <a:xfrm>
            <a:off x="1286034" y="313393"/>
            <a:ext cx="3355414" cy="169277"/>
          </a:xfrm>
          <a:prstGeom prst="rect">
            <a:avLst/>
          </a:prstGeom>
          <a:noFill/>
          <a:ln>
            <a:noFill/>
          </a:ln>
        </p:spPr>
        <p:txBody>
          <a:bodyPr anchorCtr="0" anchor="t" bIns="0" lIns="0" spcFirstLastPara="1" rIns="108000" wrap="square" tIns="0">
            <a:spAutoFit/>
          </a:bodyPr>
          <a:lstStyle/>
          <a:p>
            <a:pPr indent="0" lvl="0" marL="0" marR="0" rtl="0" algn="l">
              <a:spcBef>
                <a:spcPts val="0"/>
              </a:spcBef>
              <a:spcAft>
                <a:spcPts val="0"/>
              </a:spcAft>
              <a:buNone/>
            </a:pPr>
            <a:r>
              <a:rPr lang="mn-MN" sz="1100" u="none" strike="noStrike">
                <a:solidFill>
                  <a:schemeClr val="lt1"/>
                </a:solidFill>
                <a:latin typeface="Roboto"/>
                <a:ea typeface="Roboto"/>
                <a:cs typeface="Roboto"/>
                <a:sym typeface="Roboto"/>
              </a:rPr>
              <a:t>Үндсэн элементүүд</a:t>
            </a:r>
            <a:endParaRPr/>
          </a:p>
        </p:txBody>
      </p:sp>
      <p:grpSp>
        <p:nvGrpSpPr>
          <p:cNvPr id="282" name="Google Shape;282;p7"/>
          <p:cNvGrpSpPr/>
          <p:nvPr/>
        </p:nvGrpSpPr>
        <p:grpSpPr>
          <a:xfrm>
            <a:off x="10905966" y="312628"/>
            <a:ext cx="522878" cy="768448"/>
            <a:chOff x="7209011" y="885041"/>
            <a:chExt cx="1918825" cy="2820004"/>
          </a:xfrm>
        </p:grpSpPr>
        <p:sp>
          <p:nvSpPr>
            <p:cNvPr id="283" name="Google Shape;283;p7"/>
            <p:cNvSpPr/>
            <p:nvPr/>
          </p:nvSpPr>
          <p:spPr>
            <a:xfrm>
              <a:off x="7209011"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4" name="Google Shape;284;p7"/>
            <p:cNvSpPr/>
            <p:nvPr/>
          </p:nvSpPr>
          <p:spPr>
            <a:xfrm>
              <a:off x="7800931"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5" name="Google Shape;285;p7"/>
            <p:cNvSpPr/>
            <p:nvPr/>
          </p:nvSpPr>
          <p:spPr>
            <a:xfrm>
              <a:off x="8392852"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6" name="Google Shape;286;p7"/>
            <p:cNvSpPr/>
            <p:nvPr/>
          </p:nvSpPr>
          <p:spPr>
            <a:xfrm>
              <a:off x="8984772"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7" name="Google Shape;287;p7"/>
            <p:cNvSpPr/>
            <p:nvPr/>
          </p:nvSpPr>
          <p:spPr>
            <a:xfrm>
              <a:off x="7209011"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8" name="Google Shape;288;p7"/>
            <p:cNvSpPr/>
            <p:nvPr/>
          </p:nvSpPr>
          <p:spPr>
            <a:xfrm>
              <a:off x="7800931"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9" name="Google Shape;289;p7"/>
            <p:cNvSpPr/>
            <p:nvPr/>
          </p:nvSpPr>
          <p:spPr>
            <a:xfrm>
              <a:off x="8392852"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0" name="Google Shape;290;p7"/>
            <p:cNvSpPr/>
            <p:nvPr/>
          </p:nvSpPr>
          <p:spPr>
            <a:xfrm>
              <a:off x="8984772"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1" name="Google Shape;291;p7"/>
            <p:cNvSpPr/>
            <p:nvPr/>
          </p:nvSpPr>
          <p:spPr>
            <a:xfrm>
              <a:off x="7209011"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2" name="Google Shape;292;p7"/>
            <p:cNvSpPr/>
            <p:nvPr/>
          </p:nvSpPr>
          <p:spPr>
            <a:xfrm>
              <a:off x="7800931"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3" name="Google Shape;293;p7"/>
            <p:cNvSpPr/>
            <p:nvPr/>
          </p:nvSpPr>
          <p:spPr>
            <a:xfrm>
              <a:off x="8392852"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4" name="Google Shape;294;p7"/>
            <p:cNvSpPr/>
            <p:nvPr/>
          </p:nvSpPr>
          <p:spPr>
            <a:xfrm>
              <a:off x="8984772"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5" name="Google Shape;295;p7"/>
            <p:cNvSpPr/>
            <p:nvPr/>
          </p:nvSpPr>
          <p:spPr>
            <a:xfrm>
              <a:off x="7209011"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6" name="Google Shape;296;p7"/>
            <p:cNvSpPr/>
            <p:nvPr/>
          </p:nvSpPr>
          <p:spPr>
            <a:xfrm>
              <a:off x="7800931"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7" name="Google Shape;297;p7"/>
            <p:cNvSpPr/>
            <p:nvPr/>
          </p:nvSpPr>
          <p:spPr>
            <a:xfrm>
              <a:off x="8392852"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8" name="Google Shape;298;p7"/>
            <p:cNvSpPr/>
            <p:nvPr/>
          </p:nvSpPr>
          <p:spPr>
            <a:xfrm>
              <a:off x="8984772"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0E8D4"/>
        </a:solidFill>
      </p:bgPr>
    </p:bg>
    <p:spTree>
      <p:nvGrpSpPr>
        <p:cNvPr id="302" name="Shape 302"/>
        <p:cNvGrpSpPr/>
        <p:nvPr/>
      </p:nvGrpSpPr>
      <p:grpSpPr>
        <a:xfrm>
          <a:off x="0" y="0"/>
          <a:ext cx="0" cy="0"/>
          <a:chOff x="0" y="0"/>
          <a:chExt cx="0" cy="0"/>
        </a:xfrm>
      </p:grpSpPr>
      <p:sp>
        <p:nvSpPr>
          <p:cNvPr id="303" name="Google Shape;303;p9"/>
          <p:cNvSpPr/>
          <p:nvPr/>
        </p:nvSpPr>
        <p:spPr>
          <a:xfrm>
            <a:off x="650240" y="1705643"/>
            <a:ext cx="6762084" cy="2089690"/>
          </a:xfrm>
          <a:prstGeom prst="rect">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4" name="Google Shape;304;p9"/>
          <p:cNvSpPr txBox="1"/>
          <p:nvPr/>
        </p:nvSpPr>
        <p:spPr>
          <a:xfrm>
            <a:off x="997474" y="2360619"/>
            <a:ext cx="2399114"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1600"/>
              <a:buFont typeface="Roboto"/>
              <a:buNone/>
            </a:pPr>
            <a:r>
              <a:rPr b="1" i="0" lang="mn-MN" sz="1600" u="none" cap="none" strike="noStrike">
                <a:solidFill>
                  <a:schemeClr val="lt1"/>
                </a:solidFill>
                <a:latin typeface="Roboto"/>
                <a:ea typeface="Roboto"/>
                <a:cs typeface="Roboto"/>
                <a:sym typeface="Roboto"/>
              </a:rPr>
              <a:t>Бид:</a:t>
            </a:r>
            <a:endParaRPr sz="1800">
              <a:solidFill>
                <a:schemeClr val="lt1"/>
              </a:solidFill>
              <a:latin typeface="Roboto"/>
              <a:ea typeface="Roboto"/>
              <a:cs typeface="Roboto"/>
              <a:sym typeface="Roboto"/>
            </a:endParaRPr>
          </a:p>
        </p:txBody>
      </p:sp>
      <p:sp>
        <p:nvSpPr>
          <p:cNvPr id="305" name="Google Shape;305;p9"/>
          <p:cNvSpPr txBox="1"/>
          <p:nvPr/>
        </p:nvSpPr>
        <p:spPr>
          <a:xfrm>
            <a:off x="997474" y="2695878"/>
            <a:ext cx="2485312" cy="730969"/>
          </a:xfrm>
          <a:prstGeom prst="rect">
            <a:avLst/>
          </a:prstGeom>
          <a:noFill/>
          <a:ln>
            <a:noFill/>
          </a:ln>
        </p:spPr>
        <p:txBody>
          <a:bodyPr anchorCtr="0" anchor="t" bIns="0" lIns="0" spcFirstLastPara="1" rIns="0" wrap="square" tIns="0">
            <a:spAutoFit/>
          </a:bodyPr>
          <a:lstStyle/>
          <a:p>
            <a:pPr indent="-171450" lvl="0" marL="171450" marR="0" rtl="0" algn="l">
              <a:lnSpc>
                <a:spcPct val="100000"/>
              </a:lnSpc>
              <a:spcBef>
                <a:spcPts val="0"/>
              </a:spcBef>
              <a:spcAft>
                <a:spcPts val="0"/>
              </a:spcAft>
              <a:buClr>
                <a:schemeClr val="lt1"/>
              </a:buClr>
              <a:buSzPts val="1000"/>
              <a:buFont typeface="Arial"/>
              <a:buChar char="•"/>
            </a:pPr>
            <a:r>
              <a:rPr b="0" i="0" lang="mn-MN" sz="1000" u="none" cap="none" strike="noStrike">
                <a:solidFill>
                  <a:schemeClr val="lt1"/>
                </a:solidFill>
                <a:latin typeface="Roboto"/>
                <a:ea typeface="Roboto"/>
                <a:cs typeface="Roboto"/>
                <a:sym typeface="Roboto"/>
              </a:rPr>
              <a:t>Зорилтын нэр энд</a:t>
            </a:r>
            <a:endParaRPr b="0" i="0" sz="1000" u="none" cap="none" strike="noStrike">
              <a:solidFill>
                <a:schemeClr val="lt1"/>
              </a:solidFill>
              <a:latin typeface="Roboto"/>
              <a:ea typeface="Roboto"/>
              <a:cs typeface="Roboto"/>
              <a:sym typeface="Roboto"/>
            </a:endParaRPr>
          </a:p>
          <a:p>
            <a:pPr indent="-171450" lvl="0" marL="171450" marR="0" rtl="0" algn="l">
              <a:lnSpc>
                <a:spcPct val="100000"/>
              </a:lnSpc>
              <a:spcBef>
                <a:spcPts val="300"/>
              </a:spcBef>
              <a:spcAft>
                <a:spcPts val="0"/>
              </a:spcAft>
              <a:buClr>
                <a:schemeClr val="lt1"/>
              </a:buClr>
              <a:buSzPts val="1000"/>
              <a:buFont typeface="Arial"/>
              <a:buChar char="•"/>
            </a:pPr>
            <a:r>
              <a:rPr b="0" i="0" lang="mn-MN" sz="1000" u="none" cap="none" strike="noStrike">
                <a:solidFill>
                  <a:schemeClr val="lt1"/>
                </a:solidFill>
                <a:latin typeface="Roboto"/>
                <a:ea typeface="Roboto"/>
                <a:cs typeface="Roboto"/>
                <a:sym typeface="Roboto"/>
              </a:rPr>
              <a:t>Дэд гарчиг энд</a:t>
            </a:r>
            <a:endParaRPr b="0" i="0" sz="1000" u="none" cap="none" strike="noStrike">
              <a:solidFill>
                <a:schemeClr val="lt1"/>
              </a:solidFill>
              <a:latin typeface="Roboto"/>
              <a:ea typeface="Roboto"/>
              <a:cs typeface="Roboto"/>
              <a:sym typeface="Roboto"/>
            </a:endParaRPr>
          </a:p>
          <a:p>
            <a:pPr indent="-171450" lvl="0" marL="171450" marR="0" rtl="0" algn="l">
              <a:lnSpc>
                <a:spcPct val="100000"/>
              </a:lnSpc>
              <a:spcBef>
                <a:spcPts val="300"/>
              </a:spcBef>
              <a:spcAft>
                <a:spcPts val="0"/>
              </a:spcAft>
              <a:buClr>
                <a:schemeClr val="lt1"/>
              </a:buClr>
              <a:buSzPts val="1000"/>
              <a:buFont typeface="Arial"/>
              <a:buChar char="•"/>
            </a:pPr>
            <a:r>
              <a:rPr b="0" i="0" lang="mn-MN" sz="1000" u="none" cap="none" strike="noStrike">
                <a:solidFill>
                  <a:schemeClr val="lt1"/>
                </a:solidFill>
                <a:latin typeface="Roboto"/>
                <a:ea typeface="Roboto"/>
                <a:cs typeface="Roboto"/>
                <a:sym typeface="Roboto"/>
              </a:rPr>
              <a:t>Гол санаа энд</a:t>
            </a:r>
            <a:endParaRPr b="0" i="0" sz="1000" u="none" cap="none" strike="noStrike">
              <a:solidFill>
                <a:schemeClr val="lt1"/>
              </a:solidFill>
              <a:latin typeface="Roboto"/>
              <a:ea typeface="Roboto"/>
              <a:cs typeface="Roboto"/>
              <a:sym typeface="Roboto"/>
            </a:endParaRPr>
          </a:p>
          <a:p>
            <a:pPr indent="-171450" lvl="0" marL="171450" marR="0" rtl="0" algn="l">
              <a:lnSpc>
                <a:spcPct val="100000"/>
              </a:lnSpc>
              <a:spcBef>
                <a:spcPts val="300"/>
              </a:spcBef>
              <a:spcAft>
                <a:spcPts val="0"/>
              </a:spcAft>
              <a:buClr>
                <a:schemeClr val="lt1"/>
              </a:buClr>
              <a:buSzPts val="1000"/>
              <a:buFont typeface="Arial"/>
              <a:buChar char="•"/>
            </a:pPr>
            <a:r>
              <a:rPr b="0" i="0" lang="mn-MN" sz="1000" u="none" cap="none" strike="noStrike">
                <a:solidFill>
                  <a:schemeClr val="lt1"/>
                </a:solidFill>
                <a:latin typeface="Roboto"/>
                <a:ea typeface="Roboto"/>
                <a:cs typeface="Roboto"/>
                <a:sym typeface="Roboto"/>
              </a:rPr>
              <a:t>Товч тайлбар энд</a:t>
            </a:r>
            <a:endParaRPr b="0" i="0" sz="1000" u="none" cap="none" strike="noStrike">
              <a:solidFill>
                <a:schemeClr val="lt1"/>
              </a:solidFill>
              <a:latin typeface="Roboto"/>
              <a:ea typeface="Roboto"/>
              <a:cs typeface="Roboto"/>
              <a:sym typeface="Roboto"/>
            </a:endParaRPr>
          </a:p>
        </p:txBody>
      </p:sp>
      <p:pic>
        <p:nvPicPr>
          <p:cNvPr id="306" name="Google Shape;306;p9"/>
          <p:cNvPicPr preferRelativeResize="0"/>
          <p:nvPr/>
        </p:nvPicPr>
        <p:blipFill rotWithShape="1">
          <a:blip r:embed="rId3">
            <a:alphaModFix/>
          </a:blip>
          <a:srcRect b="0" l="0" r="0" t="0"/>
          <a:stretch/>
        </p:blipFill>
        <p:spPr>
          <a:xfrm>
            <a:off x="997474" y="1972362"/>
            <a:ext cx="260426" cy="260426"/>
          </a:xfrm>
          <a:prstGeom prst="rect">
            <a:avLst/>
          </a:prstGeom>
          <a:noFill/>
          <a:ln>
            <a:noFill/>
          </a:ln>
        </p:spPr>
      </p:pic>
      <p:grpSp>
        <p:nvGrpSpPr>
          <p:cNvPr id="307" name="Google Shape;307;p9"/>
          <p:cNvGrpSpPr/>
          <p:nvPr/>
        </p:nvGrpSpPr>
        <p:grpSpPr>
          <a:xfrm>
            <a:off x="3721702" y="1991760"/>
            <a:ext cx="237952" cy="237952"/>
            <a:chOff x="2838737" y="585051"/>
            <a:chExt cx="286250" cy="286250"/>
          </a:xfrm>
        </p:grpSpPr>
        <p:sp>
          <p:nvSpPr>
            <p:cNvPr id="308" name="Google Shape;308;p9"/>
            <p:cNvSpPr/>
            <p:nvPr/>
          </p:nvSpPr>
          <p:spPr>
            <a:xfrm>
              <a:off x="2838737" y="585051"/>
              <a:ext cx="286250" cy="286250"/>
            </a:xfrm>
            <a:custGeom>
              <a:rect b="b" l="l" r="r" t="t"/>
              <a:pathLst>
                <a:path extrusionOk="0" h="286250" w="286250">
                  <a:moveTo>
                    <a:pt x="286251" y="143125"/>
                  </a:moveTo>
                  <a:cubicBezTo>
                    <a:pt x="286251" y="222171"/>
                    <a:pt x="222171" y="286251"/>
                    <a:pt x="143125" y="286251"/>
                  </a:cubicBezTo>
                  <a:cubicBezTo>
                    <a:pt x="64079" y="286251"/>
                    <a:pt x="0" y="222171"/>
                    <a:pt x="0" y="143125"/>
                  </a:cubicBezTo>
                  <a:cubicBezTo>
                    <a:pt x="0" y="64079"/>
                    <a:pt x="64079" y="0"/>
                    <a:pt x="143125" y="0"/>
                  </a:cubicBezTo>
                  <a:cubicBezTo>
                    <a:pt x="222171" y="0"/>
                    <a:pt x="286251" y="64079"/>
                    <a:pt x="286251" y="143125"/>
                  </a:cubicBezTo>
                  <a:close/>
                </a:path>
              </a:pathLst>
            </a:custGeom>
            <a:noFill/>
            <a:ln cap="rnd" cmpd="sng" w="158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309" name="Google Shape;309;p9"/>
            <p:cNvSpPr/>
            <p:nvPr/>
          </p:nvSpPr>
          <p:spPr>
            <a:xfrm>
              <a:off x="2916398" y="662712"/>
              <a:ext cx="130927" cy="130927"/>
            </a:xfrm>
            <a:custGeom>
              <a:rect b="b" l="l" r="r" t="t"/>
              <a:pathLst>
                <a:path extrusionOk="0" h="130927" w="130927">
                  <a:moveTo>
                    <a:pt x="130927" y="0"/>
                  </a:moveTo>
                  <a:lnTo>
                    <a:pt x="0" y="130927"/>
                  </a:lnTo>
                </a:path>
              </a:pathLst>
            </a:custGeom>
            <a:noFill/>
            <a:ln cap="rnd" cmpd="sng" w="158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310" name="Google Shape;310;p9"/>
            <p:cNvSpPr/>
            <p:nvPr/>
          </p:nvSpPr>
          <p:spPr>
            <a:xfrm>
              <a:off x="2916398" y="662712"/>
              <a:ext cx="130927" cy="130927"/>
            </a:xfrm>
            <a:custGeom>
              <a:rect b="b" l="l" r="r" t="t"/>
              <a:pathLst>
                <a:path extrusionOk="0" h="130927" w="130927">
                  <a:moveTo>
                    <a:pt x="0" y="0"/>
                  </a:moveTo>
                  <a:lnTo>
                    <a:pt x="130927" y="130927"/>
                  </a:lnTo>
                </a:path>
              </a:pathLst>
            </a:custGeom>
            <a:noFill/>
            <a:ln cap="rnd" cmpd="sng" w="158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Roboto"/>
                <a:ea typeface="Roboto"/>
                <a:cs typeface="Roboto"/>
                <a:sym typeface="Roboto"/>
              </a:endParaRPr>
            </a:p>
          </p:txBody>
        </p:sp>
      </p:grpSp>
      <p:sp>
        <p:nvSpPr>
          <p:cNvPr id="311" name="Google Shape;311;p9"/>
          <p:cNvSpPr txBox="1"/>
          <p:nvPr/>
        </p:nvSpPr>
        <p:spPr>
          <a:xfrm>
            <a:off x="3720673" y="2360619"/>
            <a:ext cx="2399114"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1600"/>
              <a:buFont typeface="Roboto"/>
              <a:buNone/>
            </a:pPr>
            <a:r>
              <a:rPr b="1" i="0" lang="mn-MN" sz="1600" u="none" cap="none" strike="noStrike">
                <a:solidFill>
                  <a:schemeClr val="lt1"/>
                </a:solidFill>
                <a:latin typeface="Roboto"/>
                <a:ea typeface="Roboto"/>
                <a:cs typeface="Roboto"/>
                <a:sym typeface="Roboto"/>
              </a:rPr>
              <a:t>Бид биш:</a:t>
            </a:r>
            <a:endParaRPr sz="1800">
              <a:solidFill>
                <a:schemeClr val="lt1"/>
              </a:solidFill>
              <a:latin typeface="Roboto"/>
              <a:ea typeface="Roboto"/>
              <a:cs typeface="Roboto"/>
              <a:sym typeface="Roboto"/>
            </a:endParaRPr>
          </a:p>
        </p:txBody>
      </p:sp>
      <p:sp>
        <p:nvSpPr>
          <p:cNvPr id="312" name="Google Shape;312;p9"/>
          <p:cNvSpPr txBox="1"/>
          <p:nvPr/>
        </p:nvSpPr>
        <p:spPr>
          <a:xfrm>
            <a:off x="3720673" y="2695878"/>
            <a:ext cx="2485312" cy="730969"/>
          </a:xfrm>
          <a:prstGeom prst="rect">
            <a:avLst/>
          </a:prstGeom>
          <a:noFill/>
          <a:ln>
            <a:noFill/>
          </a:ln>
        </p:spPr>
        <p:txBody>
          <a:bodyPr anchorCtr="0" anchor="t" bIns="0" lIns="0" spcFirstLastPara="1" rIns="0" wrap="square" tIns="0">
            <a:spAutoFit/>
          </a:bodyPr>
          <a:lstStyle/>
          <a:p>
            <a:pPr indent="-171450" lvl="0" marL="171450" marR="0" rtl="0" algn="l">
              <a:lnSpc>
                <a:spcPct val="100000"/>
              </a:lnSpc>
              <a:spcBef>
                <a:spcPts val="0"/>
              </a:spcBef>
              <a:spcAft>
                <a:spcPts val="0"/>
              </a:spcAft>
              <a:buClr>
                <a:schemeClr val="lt1"/>
              </a:buClr>
              <a:buSzPts val="1000"/>
              <a:buFont typeface="Arial"/>
              <a:buChar char="•"/>
            </a:pPr>
            <a:r>
              <a:rPr b="0" i="0" lang="mn-MN" sz="1000" u="none" cap="none" strike="noStrike">
                <a:solidFill>
                  <a:schemeClr val="lt1"/>
                </a:solidFill>
                <a:latin typeface="Roboto"/>
                <a:ea typeface="Roboto"/>
                <a:cs typeface="Roboto"/>
                <a:sym typeface="Roboto"/>
              </a:rPr>
              <a:t>Зорилтын нэр энд</a:t>
            </a:r>
            <a:endParaRPr b="0" i="0" sz="1000" u="none" cap="none" strike="noStrike">
              <a:solidFill>
                <a:schemeClr val="lt1"/>
              </a:solidFill>
              <a:latin typeface="Roboto"/>
              <a:ea typeface="Roboto"/>
              <a:cs typeface="Roboto"/>
              <a:sym typeface="Roboto"/>
            </a:endParaRPr>
          </a:p>
          <a:p>
            <a:pPr indent="-171450" lvl="0" marL="171450" marR="0" rtl="0" algn="l">
              <a:lnSpc>
                <a:spcPct val="100000"/>
              </a:lnSpc>
              <a:spcBef>
                <a:spcPts val="300"/>
              </a:spcBef>
              <a:spcAft>
                <a:spcPts val="0"/>
              </a:spcAft>
              <a:buClr>
                <a:schemeClr val="lt1"/>
              </a:buClr>
              <a:buSzPts val="1000"/>
              <a:buFont typeface="Arial"/>
              <a:buChar char="•"/>
            </a:pPr>
            <a:r>
              <a:rPr b="0" i="0" lang="mn-MN" sz="1000" u="none" cap="none" strike="noStrike">
                <a:solidFill>
                  <a:schemeClr val="lt1"/>
                </a:solidFill>
                <a:latin typeface="Roboto"/>
                <a:ea typeface="Roboto"/>
                <a:cs typeface="Roboto"/>
                <a:sym typeface="Roboto"/>
              </a:rPr>
              <a:t>Дэд гарчиг энд</a:t>
            </a:r>
            <a:endParaRPr b="0" i="0" sz="1000" u="none" cap="none" strike="noStrike">
              <a:solidFill>
                <a:schemeClr val="lt1"/>
              </a:solidFill>
              <a:latin typeface="Roboto"/>
              <a:ea typeface="Roboto"/>
              <a:cs typeface="Roboto"/>
              <a:sym typeface="Roboto"/>
            </a:endParaRPr>
          </a:p>
          <a:p>
            <a:pPr indent="-171450" lvl="0" marL="171450" marR="0" rtl="0" algn="l">
              <a:lnSpc>
                <a:spcPct val="100000"/>
              </a:lnSpc>
              <a:spcBef>
                <a:spcPts val="300"/>
              </a:spcBef>
              <a:spcAft>
                <a:spcPts val="0"/>
              </a:spcAft>
              <a:buClr>
                <a:schemeClr val="lt1"/>
              </a:buClr>
              <a:buSzPts val="1000"/>
              <a:buFont typeface="Arial"/>
              <a:buChar char="•"/>
            </a:pPr>
            <a:r>
              <a:rPr b="0" i="0" lang="mn-MN" sz="1000" u="none" cap="none" strike="noStrike">
                <a:solidFill>
                  <a:schemeClr val="lt1"/>
                </a:solidFill>
                <a:latin typeface="Roboto"/>
                <a:ea typeface="Roboto"/>
                <a:cs typeface="Roboto"/>
                <a:sym typeface="Roboto"/>
              </a:rPr>
              <a:t>Гол санаа энд</a:t>
            </a:r>
            <a:endParaRPr b="0" i="0" sz="1000" u="none" cap="none" strike="noStrike">
              <a:solidFill>
                <a:schemeClr val="lt1"/>
              </a:solidFill>
              <a:latin typeface="Roboto"/>
              <a:ea typeface="Roboto"/>
              <a:cs typeface="Roboto"/>
              <a:sym typeface="Roboto"/>
            </a:endParaRPr>
          </a:p>
          <a:p>
            <a:pPr indent="-171450" lvl="0" marL="171450" marR="0" rtl="0" algn="l">
              <a:lnSpc>
                <a:spcPct val="100000"/>
              </a:lnSpc>
              <a:spcBef>
                <a:spcPts val="300"/>
              </a:spcBef>
              <a:spcAft>
                <a:spcPts val="0"/>
              </a:spcAft>
              <a:buClr>
                <a:schemeClr val="lt1"/>
              </a:buClr>
              <a:buSzPts val="1000"/>
              <a:buFont typeface="Arial"/>
              <a:buChar char="•"/>
            </a:pPr>
            <a:r>
              <a:rPr b="0" i="0" lang="mn-MN" sz="1000" u="none" cap="none" strike="noStrike">
                <a:solidFill>
                  <a:schemeClr val="lt1"/>
                </a:solidFill>
                <a:latin typeface="Roboto"/>
                <a:ea typeface="Roboto"/>
                <a:cs typeface="Roboto"/>
                <a:sym typeface="Roboto"/>
              </a:rPr>
              <a:t>Товч тайлбар энд</a:t>
            </a:r>
            <a:endParaRPr b="0" i="0" sz="1000" u="none" cap="none" strike="noStrike">
              <a:solidFill>
                <a:schemeClr val="lt1"/>
              </a:solidFill>
              <a:latin typeface="Roboto"/>
              <a:ea typeface="Roboto"/>
              <a:cs typeface="Roboto"/>
              <a:sym typeface="Roboto"/>
            </a:endParaRPr>
          </a:p>
        </p:txBody>
      </p:sp>
      <p:sp>
        <p:nvSpPr>
          <p:cNvPr id="313" name="Google Shape;313;p9"/>
          <p:cNvSpPr/>
          <p:nvPr/>
        </p:nvSpPr>
        <p:spPr>
          <a:xfrm>
            <a:off x="6495346" y="1549483"/>
            <a:ext cx="5696653" cy="1704247"/>
          </a:xfrm>
          <a:prstGeom prst="rect">
            <a:avLst/>
          </a:prstGeom>
          <a:solidFill>
            <a:srgbClr val="EAF0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4" name="Google Shape;314;p9"/>
          <p:cNvSpPr/>
          <p:nvPr/>
        </p:nvSpPr>
        <p:spPr>
          <a:xfrm rot="-5400000">
            <a:off x="5979059" y="2221931"/>
            <a:ext cx="1391929" cy="359352"/>
          </a:xfrm>
          <a:prstGeom prst="rect">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E2860"/>
              </a:buClr>
              <a:buSzPts val="1050"/>
              <a:buFont typeface="Arial"/>
              <a:buNone/>
            </a:pPr>
            <a:r>
              <a:rPr b="1" i="1" lang="mn-MN" sz="1150" u="none" cap="none" strike="noStrike">
                <a:solidFill>
                  <a:srgbClr val="1E2860"/>
                </a:solidFill>
                <a:latin typeface="Arial"/>
                <a:ea typeface="Arial"/>
                <a:cs typeface="Arial"/>
                <a:sym typeface="Arial"/>
              </a:rPr>
              <a:t>жишээ</a:t>
            </a:r>
            <a:endParaRPr sz="1900">
              <a:solidFill>
                <a:srgbClr val="1E2860"/>
              </a:solidFill>
              <a:latin typeface="Arial"/>
              <a:ea typeface="Arial"/>
              <a:cs typeface="Arial"/>
              <a:sym typeface="Arial"/>
            </a:endParaRPr>
          </a:p>
        </p:txBody>
      </p:sp>
      <p:sp>
        <p:nvSpPr>
          <p:cNvPr id="315" name="Google Shape;315;p9"/>
          <p:cNvSpPr/>
          <p:nvPr/>
        </p:nvSpPr>
        <p:spPr>
          <a:xfrm>
            <a:off x="650240" y="4093230"/>
            <a:ext cx="6762084" cy="2089690"/>
          </a:xfrm>
          <a:prstGeom prst="rect">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6" name="Google Shape;316;p9"/>
          <p:cNvSpPr txBox="1"/>
          <p:nvPr/>
        </p:nvSpPr>
        <p:spPr>
          <a:xfrm>
            <a:off x="997474" y="4748207"/>
            <a:ext cx="2399114"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1600"/>
              <a:buFont typeface="Roboto"/>
              <a:buNone/>
            </a:pPr>
            <a:r>
              <a:rPr b="1" i="0" lang="mn-MN" sz="1600" u="none" cap="none" strike="noStrike">
                <a:solidFill>
                  <a:schemeClr val="lt1"/>
                </a:solidFill>
                <a:latin typeface="Roboto"/>
                <a:ea typeface="Roboto"/>
                <a:cs typeface="Roboto"/>
                <a:sym typeface="Roboto"/>
              </a:rPr>
              <a:t>Бид:</a:t>
            </a:r>
            <a:endParaRPr sz="1800">
              <a:solidFill>
                <a:schemeClr val="lt1"/>
              </a:solidFill>
              <a:latin typeface="Roboto"/>
              <a:ea typeface="Roboto"/>
              <a:cs typeface="Roboto"/>
              <a:sym typeface="Roboto"/>
            </a:endParaRPr>
          </a:p>
        </p:txBody>
      </p:sp>
      <p:sp>
        <p:nvSpPr>
          <p:cNvPr id="317" name="Google Shape;317;p9"/>
          <p:cNvSpPr txBox="1"/>
          <p:nvPr/>
        </p:nvSpPr>
        <p:spPr>
          <a:xfrm>
            <a:off x="997474" y="5083466"/>
            <a:ext cx="2485312" cy="730969"/>
          </a:xfrm>
          <a:prstGeom prst="rect">
            <a:avLst/>
          </a:prstGeom>
          <a:noFill/>
          <a:ln>
            <a:noFill/>
          </a:ln>
        </p:spPr>
        <p:txBody>
          <a:bodyPr anchorCtr="0" anchor="t" bIns="0" lIns="0" spcFirstLastPara="1" rIns="0" wrap="square" tIns="0">
            <a:spAutoFit/>
          </a:bodyPr>
          <a:lstStyle/>
          <a:p>
            <a:pPr indent="-171450" lvl="0" marL="171450" marR="0" rtl="0" algn="l">
              <a:lnSpc>
                <a:spcPct val="100000"/>
              </a:lnSpc>
              <a:spcBef>
                <a:spcPts val="0"/>
              </a:spcBef>
              <a:spcAft>
                <a:spcPts val="0"/>
              </a:spcAft>
              <a:buClr>
                <a:schemeClr val="lt1"/>
              </a:buClr>
              <a:buSzPts val="1000"/>
              <a:buFont typeface="Arial"/>
              <a:buChar char="•"/>
            </a:pPr>
            <a:r>
              <a:rPr b="0" i="0" lang="mn-MN" sz="1000" u="none" cap="none" strike="noStrike">
                <a:solidFill>
                  <a:schemeClr val="lt1"/>
                </a:solidFill>
                <a:latin typeface="Roboto"/>
                <a:ea typeface="Roboto"/>
                <a:cs typeface="Roboto"/>
                <a:sym typeface="Roboto"/>
              </a:rPr>
              <a:t>Зорилтын нэр энд</a:t>
            </a:r>
            <a:endParaRPr b="0" i="0" sz="1000" u="none" cap="none" strike="noStrike">
              <a:solidFill>
                <a:schemeClr val="lt1"/>
              </a:solidFill>
              <a:latin typeface="Roboto"/>
              <a:ea typeface="Roboto"/>
              <a:cs typeface="Roboto"/>
              <a:sym typeface="Roboto"/>
            </a:endParaRPr>
          </a:p>
          <a:p>
            <a:pPr indent="-171450" lvl="0" marL="171450" marR="0" rtl="0" algn="l">
              <a:lnSpc>
                <a:spcPct val="100000"/>
              </a:lnSpc>
              <a:spcBef>
                <a:spcPts val="300"/>
              </a:spcBef>
              <a:spcAft>
                <a:spcPts val="0"/>
              </a:spcAft>
              <a:buClr>
                <a:schemeClr val="lt1"/>
              </a:buClr>
              <a:buSzPts val="1000"/>
              <a:buFont typeface="Arial"/>
              <a:buChar char="•"/>
            </a:pPr>
            <a:r>
              <a:rPr b="0" i="0" lang="mn-MN" sz="1000" u="none" cap="none" strike="noStrike">
                <a:solidFill>
                  <a:schemeClr val="lt1"/>
                </a:solidFill>
                <a:latin typeface="Roboto"/>
                <a:ea typeface="Roboto"/>
                <a:cs typeface="Roboto"/>
                <a:sym typeface="Roboto"/>
              </a:rPr>
              <a:t>Дэд гарчиг энд</a:t>
            </a:r>
            <a:endParaRPr b="0" i="0" sz="1000" u="none" cap="none" strike="noStrike">
              <a:solidFill>
                <a:schemeClr val="lt1"/>
              </a:solidFill>
              <a:latin typeface="Roboto"/>
              <a:ea typeface="Roboto"/>
              <a:cs typeface="Roboto"/>
              <a:sym typeface="Roboto"/>
            </a:endParaRPr>
          </a:p>
          <a:p>
            <a:pPr indent="-171450" lvl="0" marL="171450" marR="0" rtl="0" algn="l">
              <a:lnSpc>
                <a:spcPct val="100000"/>
              </a:lnSpc>
              <a:spcBef>
                <a:spcPts val="300"/>
              </a:spcBef>
              <a:spcAft>
                <a:spcPts val="0"/>
              </a:spcAft>
              <a:buClr>
                <a:schemeClr val="lt1"/>
              </a:buClr>
              <a:buSzPts val="1000"/>
              <a:buFont typeface="Arial"/>
              <a:buChar char="•"/>
            </a:pPr>
            <a:r>
              <a:rPr b="0" i="0" lang="mn-MN" sz="1000" u="none" cap="none" strike="noStrike">
                <a:solidFill>
                  <a:schemeClr val="lt1"/>
                </a:solidFill>
                <a:latin typeface="Roboto"/>
                <a:ea typeface="Roboto"/>
                <a:cs typeface="Roboto"/>
                <a:sym typeface="Roboto"/>
              </a:rPr>
              <a:t>Гол санаа энд</a:t>
            </a:r>
            <a:endParaRPr b="0" i="0" sz="1000" u="none" cap="none" strike="noStrike">
              <a:solidFill>
                <a:schemeClr val="lt1"/>
              </a:solidFill>
              <a:latin typeface="Roboto"/>
              <a:ea typeface="Roboto"/>
              <a:cs typeface="Roboto"/>
              <a:sym typeface="Roboto"/>
            </a:endParaRPr>
          </a:p>
          <a:p>
            <a:pPr indent="-171450" lvl="0" marL="171450" marR="0" rtl="0" algn="l">
              <a:lnSpc>
                <a:spcPct val="100000"/>
              </a:lnSpc>
              <a:spcBef>
                <a:spcPts val="300"/>
              </a:spcBef>
              <a:spcAft>
                <a:spcPts val="0"/>
              </a:spcAft>
              <a:buClr>
                <a:schemeClr val="lt1"/>
              </a:buClr>
              <a:buSzPts val="1000"/>
              <a:buFont typeface="Arial"/>
              <a:buChar char="•"/>
            </a:pPr>
            <a:r>
              <a:rPr b="0" i="0" lang="mn-MN" sz="1000" u="none" cap="none" strike="noStrike">
                <a:solidFill>
                  <a:schemeClr val="lt1"/>
                </a:solidFill>
                <a:latin typeface="Roboto"/>
                <a:ea typeface="Roboto"/>
                <a:cs typeface="Roboto"/>
                <a:sym typeface="Roboto"/>
              </a:rPr>
              <a:t>Товч тайлбар энд</a:t>
            </a:r>
            <a:endParaRPr b="0" i="0" sz="1000" u="none" cap="none" strike="noStrike">
              <a:solidFill>
                <a:schemeClr val="lt1"/>
              </a:solidFill>
              <a:latin typeface="Roboto"/>
              <a:ea typeface="Roboto"/>
              <a:cs typeface="Roboto"/>
              <a:sym typeface="Roboto"/>
            </a:endParaRPr>
          </a:p>
        </p:txBody>
      </p:sp>
      <p:pic>
        <p:nvPicPr>
          <p:cNvPr id="318" name="Google Shape;318;p9"/>
          <p:cNvPicPr preferRelativeResize="0"/>
          <p:nvPr/>
        </p:nvPicPr>
        <p:blipFill rotWithShape="1">
          <a:blip r:embed="rId3">
            <a:alphaModFix/>
          </a:blip>
          <a:srcRect b="0" l="0" r="0" t="0"/>
          <a:stretch/>
        </p:blipFill>
        <p:spPr>
          <a:xfrm>
            <a:off x="997474" y="4359950"/>
            <a:ext cx="260426" cy="260426"/>
          </a:xfrm>
          <a:prstGeom prst="rect">
            <a:avLst/>
          </a:prstGeom>
          <a:noFill/>
          <a:ln>
            <a:noFill/>
          </a:ln>
        </p:spPr>
      </p:pic>
      <p:grpSp>
        <p:nvGrpSpPr>
          <p:cNvPr id="319" name="Google Shape;319;p9"/>
          <p:cNvGrpSpPr/>
          <p:nvPr/>
        </p:nvGrpSpPr>
        <p:grpSpPr>
          <a:xfrm>
            <a:off x="3721702" y="4379348"/>
            <a:ext cx="237952" cy="237952"/>
            <a:chOff x="2838737" y="585051"/>
            <a:chExt cx="286250" cy="286250"/>
          </a:xfrm>
        </p:grpSpPr>
        <p:sp>
          <p:nvSpPr>
            <p:cNvPr id="320" name="Google Shape;320;p9"/>
            <p:cNvSpPr/>
            <p:nvPr/>
          </p:nvSpPr>
          <p:spPr>
            <a:xfrm>
              <a:off x="2838737" y="585051"/>
              <a:ext cx="286250" cy="286250"/>
            </a:xfrm>
            <a:custGeom>
              <a:rect b="b" l="l" r="r" t="t"/>
              <a:pathLst>
                <a:path extrusionOk="0" h="286250" w="286250">
                  <a:moveTo>
                    <a:pt x="286251" y="143125"/>
                  </a:moveTo>
                  <a:cubicBezTo>
                    <a:pt x="286251" y="222171"/>
                    <a:pt x="222171" y="286251"/>
                    <a:pt x="143125" y="286251"/>
                  </a:cubicBezTo>
                  <a:cubicBezTo>
                    <a:pt x="64079" y="286251"/>
                    <a:pt x="0" y="222171"/>
                    <a:pt x="0" y="143125"/>
                  </a:cubicBezTo>
                  <a:cubicBezTo>
                    <a:pt x="0" y="64079"/>
                    <a:pt x="64079" y="0"/>
                    <a:pt x="143125" y="0"/>
                  </a:cubicBezTo>
                  <a:cubicBezTo>
                    <a:pt x="222171" y="0"/>
                    <a:pt x="286251" y="64079"/>
                    <a:pt x="286251" y="143125"/>
                  </a:cubicBezTo>
                  <a:close/>
                </a:path>
              </a:pathLst>
            </a:custGeom>
            <a:noFill/>
            <a:ln cap="rnd" cmpd="sng" w="158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321" name="Google Shape;321;p9"/>
            <p:cNvSpPr/>
            <p:nvPr/>
          </p:nvSpPr>
          <p:spPr>
            <a:xfrm>
              <a:off x="2916398" y="662712"/>
              <a:ext cx="130927" cy="130927"/>
            </a:xfrm>
            <a:custGeom>
              <a:rect b="b" l="l" r="r" t="t"/>
              <a:pathLst>
                <a:path extrusionOk="0" h="130927" w="130927">
                  <a:moveTo>
                    <a:pt x="130927" y="0"/>
                  </a:moveTo>
                  <a:lnTo>
                    <a:pt x="0" y="130927"/>
                  </a:lnTo>
                </a:path>
              </a:pathLst>
            </a:custGeom>
            <a:noFill/>
            <a:ln cap="rnd" cmpd="sng" w="158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322" name="Google Shape;322;p9"/>
            <p:cNvSpPr/>
            <p:nvPr/>
          </p:nvSpPr>
          <p:spPr>
            <a:xfrm>
              <a:off x="2916398" y="662712"/>
              <a:ext cx="130927" cy="130927"/>
            </a:xfrm>
            <a:custGeom>
              <a:rect b="b" l="l" r="r" t="t"/>
              <a:pathLst>
                <a:path extrusionOk="0" h="130927" w="130927">
                  <a:moveTo>
                    <a:pt x="0" y="0"/>
                  </a:moveTo>
                  <a:lnTo>
                    <a:pt x="130927" y="130927"/>
                  </a:lnTo>
                </a:path>
              </a:pathLst>
            </a:custGeom>
            <a:noFill/>
            <a:ln cap="rnd" cmpd="sng" w="158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Roboto"/>
                <a:ea typeface="Roboto"/>
                <a:cs typeface="Roboto"/>
                <a:sym typeface="Roboto"/>
              </a:endParaRPr>
            </a:p>
          </p:txBody>
        </p:sp>
      </p:grpSp>
      <p:sp>
        <p:nvSpPr>
          <p:cNvPr id="323" name="Google Shape;323;p9"/>
          <p:cNvSpPr txBox="1"/>
          <p:nvPr/>
        </p:nvSpPr>
        <p:spPr>
          <a:xfrm>
            <a:off x="3720673" y="4748207"/>
            <a:ext cx="2399114"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1600"/>
              <a:buFont typeface="Roboto"/>
              <a:buNone/>
            </a:pPr>
            <a:r>
              <a:rPr b="1" i="0" lang="mn-MN" sz="1600" u="none" cap="none" strike="noStrike">
                <a:solidFill>
                  <a:schemeClr val="lt1"/>
                </a:solidFill>
                <a:latin typeface="Roboto"/>
                <a:ea typeface="Roboto"/>
                <a:cs typeface="Roboto"/>
                <a:sym typeface="Roboto"/>
              </a:rPr>
              <a:t>Бид биш:</a:t>
            </a:r>
            <a:endParaRPr sz="1800">
              <a:solidFill>
                <a:schemeClr val="lt1"/>
              </a:solidFill>
              <a:latin typeface="Roboto"/>
              <a:ea typeface="Roboto"/>
              <a:cs typeface="Roboto"/>
              <a:sym typeface="Roboto"/>
            </a:endParaRPr>
          </a:p>
        </p:txBody>
      </p:sp>
      <p:sp>
        <p:nvSpPr>
          <p:cNvPr id="324" name="Google Shape;324;p9"/>
          <p:cNvSpPr txBox="1"/>
          <p:nvPr/>
        </p:nvSpPr>
        <p:spPr>
          <a:xfrm>
            <a:off x="3720673" y="5083466"/>
            <a:ext cx="2485312" cy="730969"/>
          </a:xfrm>
          <a:prstGeom prst="rect">
            <a:avLst/>
          </a:prstGeom>
          <a:noFill/>
          <a:ln>
            <a:noFill/>
          </a:ln>
        </p:spPr>
        <p:txBody>
          <a:bodyPr anchorCtr="0" anchor="t" bIns="0" lIns="0" spcFirstLastPara="1" rIns="0" wrap="square" tIns="0">
            <a:spAutoFit/>
          </a:bodyPr>
          <a:lstStyle/>
          <a:p>
            <a:pPr indent="-171450" lvl="0" marL="171450" marR="0" rtl="0" algn="l">
              <a:lnSpc>
                <a:spcPct val="100000"/>
              </a:lnSpc>
              <a:spcBef>
                <a:spcPts val="0"/>
              </a:spcBef>
              <a:spcAft>
                <a:spcPts val="0"/>
              </a:spcAft>
              <a:buClr>
                <a:schemeClr val="lt1"/>
              </a:buClr>
              <a:buSzPts val="1000"/>
              <a:buFont typeface="Arial"/>
              <a:buChar char="•"/>
            </a:pPr>
            <a:r>
              <a:rPr b="0" i="0" lang="mn-MN" sz="1000" u="none" cap="none" strike="noStrike">
                <a:solidFill>
                  <a:schemeClr val="lt1"/>
                </a:solidFill>
                <a:latin typeface="Roboto"/>
                <a:ea typeface="Roboto"/>
                <a:cs typeface="Roboto"/>
                <a:sym typeface="Roboto"/>
              </a:rPr>
              <a:t>Зорилтын нэр энд</a:t>
            </a:r>
            <a:endParaRPr b="0" i="0" sz="1000" u="none" cap="none" strike="noStrike">
              <a:solidFill>
                <a:schemeClr val="lt1"/>
              </a:solidFill>
              <a:latin typeface="Roboto"/>
              <a:ea typeface="Roboto"/>
              <a:cs typeface="Roboto"/>
              <a:sym typeface="Roboto"/>
            </a:endParaRPr>
          </a:p>
          <a:p>
            <a:pPr indent="-171450" lvl="0" marL="171450" marR="0" rtl="0" algn="l">
              <a:lnSpc>
                <a:spcPct val="100000"/>
              </a:lnSpc>
              <a:spcBef>
                <a:spcPts val="300"/>
              </a:spcBef>
              <a:spcAft>
                <a:spcPts val="0"/>
              </a:spcAft>
              <a:buClr>
                <a:schemeClr val="lt1"/>
              </a:buClr>
              <a:buSzPts val="1000"/>
              <a:buFont typeface="Arial"/>
              <a:buChar char="•"/>
            </a:pPr>
            <a:r>
              <a:rPr b="0" i="0" lang="mn-MN" sz="1000" u="none" cap="none" strike="noStrike">
                <a:solidFill>
                  <a:schemeClr val="lt1"/>
                </a:solidFill>
                <a:latin typeface="Roboto"/>
                <a:ea typeface="Roboto"/>
                <a:cs typeface="Roboto"/>
                <a:sym typeface="Roboto"/>
              </a:rPr>
              <a:t>Дэд гарчиг энд</a:t>
            </a:r>
            <a:endParaRPr b="0" i="0" sz="1000" u="none" cap="none" strike="noStrike">
              <a:solidFill>
                <a:schemeClr val="lt1"/>
              </a:solidFill>
              <a:latin typeface="Roboto"/>
              <a:ea typeface="Roboto"/>
              <a:cs typeface="Roboto"/>
              <a:sym typeface="Roboto"/>
            </a:endParaRPr>
          </a:p>
          <a:p>
            <a:pPr indent="-171450" lvl="0" marL="171450" marR="0" rtl="0" algn="l">
              <a:lnSpc>
                <a:spcPct val="100000"/>
              </a:lnSpc>
              <a:spcBef>
                <a:spcPts val="300"/>
              </a:spcBef>
              <a:spcAft>
                <a:spcPts val="0"/>
              </a:spcAft>
              <a:buClr>
                <a:schemeClr val="lt1"/>
              </a:buClr>
              <a:buSzPts val="1000"/>
              <a:buFont typeface="Arial"/>
              <a:buChar char="•"/>
            </a:pPr>
            <a:r>
              <a:rPr b="0" i="0" lang="mn-MN" sz="1000" u="none" cap="none" strike="noStrike">
                <a:solidFill>
                  <a:schemeClr val="lt1"/>
                </a:solidFill>
                <a:latin typeface="Roboto"/>
                <a:ea typeface="Roboto"/>
                <a:cs typeface="Roboto"/>
                <a:sym typeface="Roboto"/>
              </a:rPr>
              <a:t>Гол санаа энд</a:t>
            </a:r>
            <a:endParaRPr b="0" i="0" sz="1000" u="none" cap="none" strike="noStrike">
              <a:solidFill>
                <a:schemeClr val="lt1"/>
              </a:solidFill>
              <a:latin typeface="Roboto"/>
              <a:ea typeface="Roboto"/>
              <a:cs typeface="Roboto"/>
              <a:sym typeface="Roboto"/>
            </a:endParaRPr>
          </a:p>
          <a:p>
            <a:pPr indent="-171450" lvl="0" marL="171450" marR="0" rtl="0" algn="l">
              <a:lnSpc>
                <a:spcPct val="100000"/>
              </a:lnSpc>
              <a:spcBef>
                <a:spcPts val="300"/>
              </a:spcBef>
              <a:spcAft>
                <a:spcPts val="0"/>
              </a:spcAft>
              <a:buClr>
                <a:schemeClr val="lt1"/>
              </a:buClr>
              <a:buSzPts val="1000"/>
              <a:buFont typeface="Arial"/>
              <a:buChar char="•"/>
            </a:pPr>
            <a:r>
              <a:rPr b="0" i="0" lang="mn-MN" sz="1000" u="none" cap="none" strike="noStrike">
                <a:solidFill>
                  <a:schemeClr val="lt1"/>
                </a:solidFill>
                <a:latin typeface="Roboto"/>
                <a:ea typeface="Roboto"/>
                <a:cs typeface="Roboto"/>
                <a:sym typeface="Roboto"/>
              </a:rPr>
              <a:t>Товч тайлбар энд</a:t>
            </a:r>
            <a:endParaRPr b="0" i="0" sz="1000" u="none" cap="none" strike="noStrike">
              <a:solidFill>
                <a:schemeClr val="lt1"/>
              </a:solidFill>
              <a:latin typeface="Roboto"/>
              <a:ea typeface="Roboto"/>
              <a:cs typeface="Roboto"/>
              <a:sym typeface="Roboto"/>
            </a:endParaRPr>
          </a:p>
        </p:txBody>
      </p:sp>
      <p:sp>
        <p:nvSpPr>
          <p:cNvPr id="325" name="Google Shape;325;p9"/>
          <p:cNvSpPr/>
          <p:nvPr/>
        </p:nvSpPr>
        <p:spPr>
          <a:xfrm>
            <a:off x="6495346" y="3937071"/>
            <a:ext cx="5696653" cy="1704247"/>
          </a:xfrm>
          <a:prstGeom prst="rect">
            <a:avLst/>
          </a:prstGeom>
          <a:solidFill>
            <a:srgbClr val="EAF0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6" name="Google Shape;326;p9"/>
          <p:cNvSpPr/>
          <p:nvPr/>
        </p:nvSpPr>
        <p:spPr>
          <a:xfrm rot="-5400000">
            <a:off x="5979059" y="4609519"/>
            <a:ext cx="1391929" cy="359352"/>
          </a:xfrm>
          <a:prstGeom prst="rect">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E2860"/>
              </a:buClr>
              <a:buSzPts val="1050"/>
              <a:buFont typeface="Roboto"/>
              <a:buNone/>
            </a:pPr>
            <a:r>
              <a:rPr b="1" i="1" lang="mn-MN" sz="1150" u="none" cap="none" strike="noStrike">
                <a:solidFill>
                  <a:srgbClr val="1E2860"/>
                </a:solidFill>
                <a:latin typeface="Roboto"/>
                <a:ea typeface="Roboto"/>
                <a:cs typeface="Roboto"/>
                <a:sym typeface="Roboto"/>
              </a:rPr>
              <a:t>жишээ</a:t>
            </a:r>
            <a:endParaRPr sz="1900">
              <a:solidFill>
                <a:srgbClr val="1E2860"/>
              </a:solidFill>
              <a:latin typeface="Roboto"/>
              <a:ea typeface="Roboto"/>
              <a:cs typeface="Roboto"/>
              <a:sym typeface="Roboto"/>
            </a:endParaRPr>
          </a:p>
        </p:txBody>
      </p:sp>
      <p:cxnSp>
        <p:nvCxnSpPr>
          <p:cNvPr id="327" name="Google Shape;327;p9"/>
          <p:cNvCxnSpPr/>
          <p:nvPr/>
        </p:nvCxnSpPr>
        <p:spPr>
          <a:xfrm>
            <a:off x="650241" y="0"/>
            <a:ext cx="0" cy="6858000"/>
          </a:xfrm>
          <a:prstGeom prst="straightConnector1">
            <a:avLst/>
          </a:prstGeom>
          <a:noFill/>
          <a:ln cap="flat" cmpd="sng" w="9525">
            <a:solidFill>
              <a:schemeClr val="lt1"/>
            </a:solidFill>
            <a:prstDash val="solid"/>
            <a:miter lim="800000"/>
            <a:headEnd len="sm" w="sm" type="none"/>
            <a:tailEnd len="sm" w="sm" type="none"/>
          </a:ln>
        </p:spPr>
      </p:cxnSp>
      <p:cxnSp>
        <p:nvCxnSpPr>
          <p:cNvPr id="328" name="Google Shape;328;p9"/>
          <p:cNvCxnSpPr/>
          <p:nvPr/>
        </p:nvCxnSpPr>
        <p:spPr>
          <a:xfrm rot="10800000">
            <a:off x="650241" y="675080"/>
            <a:ext cx="11541759" cy="0"/>
          </a:xfrm>
          <a:prstGeom prst="straightConnector1">
            <a:avLst/>
          </a:prstGeom>
          <a:noFill/>
          <a:ln cap="flat" cmpd="sng" w="9525">
            <a:solidFill>
              <a:schemeClr val="lt1"/>
            </a:solidFill>
            <a:prstDash val="solid"/>
            <a:miter lim="800000"/>
            <a:headEnd len="sm" w="sm" type="none"/>
            <a:tailEnd len="sm" w="sm" type="none"/>
          </a:ln>
        </p:spPr>
      </p:cxnSp>
      <p:sp>
        <p:nvSpPr>
          <p:cNvPr id="329" name="Google Shape;329;p9"/>
          <p:cNvSpPr txBox="1"/>
          <p:nvPr/>
        </p:nvSpPr>
        <p:spPr>
          <a:xfrm>
            <a:off x="1286034" y="313393"/>
            <a:ext cx="3355414" cy="169277"/>
          </a:xfrm>
          <a:prstGeom prst="rect">
            <a:avLst/>
          </a:prstGeom>
          <a:noFill/>
          <a:ln>
            <a:noFill/>
          </a:ln>
        </p:spPr>
        <p:txBody>
          <a:bodyPr anchorCtr="0" anchor="t" bIns="0" lIns="0" spcFirstLastPara="1" rIns="108000" wrap="square" tIns="0">
            <a:spAutoFit/>
          </a:bodyPr>
          <a:lstStyle/>
          <a:p>
            <a:pPr indent="0" lvl="0" marL="0" marR="0" rtl="0" algn="l">
              <a:spcBef>
                <a:spcPts val="0"/>
              </a:spcBef>
              <a:spcAft>
                <a:spcPts val="0"/>
              </a:spcAft>
              <a:buNone/>
            </a:pPr>
            <a:r>
              <a:rPr lang="mn-MN" sz="1100" u="none" strike="noStrike">
                <a:solidFill>
                  <a:srgbClr val="1E2860"/>
                </a:solidFill>
                <a:latin typeface="Roboto"/>
                <a:ea typeface="Roboto"/>
                <a:cs typeface="Roboto"/>
                <a:sym typeface="Roboto"/>
              </a:rPr>
              <a:t>Үндсэн элементүүд</a:t>
            </a:r>
            <a:endParaRPr/>
          </a:p>
        </p:txBody>
      </p:sp>
      <p:grpSp>
        <p:nvGrpSpPr>
          <p:cNvPr id="330" name="Google Shape;330;p9"/>
          <p:cNvGrpSpPr/>
          <p:nvPr/>
        </p:nvGrpSpPr>
        <p:grpSpPr>
          <a:xfrm>
            <a:off x="10905966" y="290856"/>
            <a:ext cx="522878" cy="768448"/>
            <a:chOff x="7209011" y="885041"/>
            <a:chExt cx="1918825" cy="2820004"/>
          </a:xfrm>
        </p:grpSpPr>
        <p:sp>
          <p:nvSpPr>
            <p:cNvPr id="331" name="Google Shape;331;p9"/>
            <p:cNvSpPr/>
            <p:nvPr/>
          </p:nvSpPr>
          <p:spPr>
            <a:xfrm>
              <a:off x="7209011"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32" name="Google Shape;332;p9"/>
            <p:cNvSpPr/>
            <p:nvPr/>
          </p:nvSpPr>
          <p:spPr>
            <a:xfrm>
              <a:off x="7800931"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33" name="Google Shape;333;p9"/>
            <p:cNvSpPr/>
            <p:nvPr/>
          </p:nvSpPr>
          <p:spPr>
            <a:xfrm>
              <a:off x="8392852"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34" name="Google Shape;334;p9"/>
            <p:cNvSpPr/>
            <p:nvPr/>
          </p:nvSpPr>
          <p:spPr>
            <a:xfrm>
              <a:off x="8984772"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35" name="Google Shape;335;p9"/>
            <p:cNvSpPr/>
            <p:nvPr/>
          </p:nvSpPr>
          <p:spPr>
            <a:xfrm>
              <a:off x="7209011"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36" name="Google Shape;336;p9"/>
            <p:cNvSpPr/>
            <p:nvPr/>
          </p:nvSpPr>
          <p:spPr>
            <a:xfrm>
              <a:off x="7800931"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37" name="Google Shape;337;p9"/>
            <p:cNvSpPr/>
            <p:nvPr/>
          </p:nvSpPr>
          <p:spPr>
            <a:xfrm>
              <a:off x="8392852"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38" name="Google Shape;338;p9"/>
            <p:cNvSpPr/>
            <p:nvPr/>
          </p:nvSpPr>
          <p:spPr>
            <a:xfrm>
              <a:off x="8984772"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39" name="Google Shape;339;p9"/>
            <p:cNvSpPr/>
            <p:nvPr/>
          </p:nvSpPr>
          <p:spPr>
            <a:xfrm>
              <a:off x="7209011"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0" name="Google Shape;340;p9"/>
            <p:cNvSpPr/>
            <p:nvPr/>
          </p:nvSpPr>
          <p:spPr>
            <a:xfrm>
              <a:off x="7800931"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1" name="Google Shape;341;p9"/>
            <p:cNvSpPr/>
            <p:nvPr/>
          </p:nvSpPr>
          <p:spPr>
            <a:xfrm>
              <a:off x="8392852"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2" name="Google Shape;342;p9"/>
            <p:cNvSpPr/>
            <p:nvPr/>
          </p:nvSpPr>
          <p:spPr>
            <a:xfrm>
              <a:off x="8984772"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3" name="Google Shape;343;p9"/>
            <p:cNvSpPr/>
            <p:nvPr/>
          </p:nvSpPr>
          <p:spPr>
            <a:xfrm>
              <a:off x="7209011"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4" name="Google Shape;344;p9"/>
            <p:cNvSpPr/>
            <p:nvPr/>
          </p:nvSpPr>
          <p:spPr>
            <a:xfrm>
              <a:off x="7800931"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5" name="Google Shape;345;p9"/>
            <p:cNvSpPr/>
            <p:nvPr/>
          </p:nvSpPr>
          <p:spPr>
            <a:xfrm>
              <a:off x="8392852"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6" name="Google Shape;346;p9"/>
            <p:cNvSpPr/>
            <p:nvPr/>
          </p:nvSpPr>
          <p:spPr>
            <a:xfrm>
              <a:off x="8984772"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B37E"/>
        </a:solidFill>
      </p:bgPr>
    </p:bg>
    <p:spTree>
      <p:nvGrpSpPr>
        <p:cNvPr id="351" name="Shape 351"/>
        <p:cNvGrpSpPr/>
        <p:nvPr/>
      </p:nvGrpSpPr>
      <p:grpSpPr>
        <a:xfrm>
          <a:off x="0" y="0"/>
          <a:ext cx="0" cy="0"/>
          <a:chOff x="0" y="0"/>
          <a:chExt cx="0" cy="0"/>
        </a:xfrm>
      </p:grpSpPr>
      <p:cxnSp>
        <p:nvCxnSpPr>
          <p:cNvPr id="352" name="Google Shape;352;p8"/>
          <p:cNvCxnSpPr/>
          <p:nvPr/>
        </p:nvCxnSpPr>
        <p:spPr>
          <a:xfrm rot="10800000">
            <a:off x="650241" y="675080"/>
            <a:ext cx="11541759" cy="0"/>
          </a:xfrm>
          <a:prstGeom prst="straightConnector1">
            <a:avLst/>
          </a:prstGeom>
          <a:noFill/>
          <a:ln cap="flat" cmpd="sng" w="9525">
            <a:solidFill>
              <a:schemeClr val="lt1"/>
            </a:solidFill>
            <a:prstDash val="solid"/>
            <a:miter lim="800000"/>
            <a:headEnd len="sm" w="sm" type="none"/>
            <a:tailEnd len="sm" w="sm" type="none"/>
          </a:ln>
        </p:spPr>
      </p:cxnSp>
      <p:sp>
        <p:nvSpPr>
          <p:cNvPr id="353" name="Google Shape;353;p8"/>
          <p:cNvSpPr/>
          <p:nvPr/>
        </p:nvSpPr>
        <p:spPr>
          <a:xfrm>
            <a:off x="0" y="2667950"/>
            <a:ext cx="12192000" cy="419004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person sitting at a table with a computer&#10;&#10;Description automatically generated" id="354" name="Google Shape;354;p8"/>
          <p:cNvPicPr preferRelativeResize="0"/>
          <p:nvPr/>
        </p:nvPicPr>
        <p:blipFill rotWithShape="1">
          <a:blip r:embed="rId3">
            <a:alphaModFix/>
          </a:blip>
          <a:srcRect b="6230" l="13435" r="19028" t="13211"/>
          <a:stretch/>
        </p:blipFill>
        <p:spPr>
          <a:xfrm>
            <a:off x="8836586" y="0"/>
            <a:ext cx="3355414" cy="2669527"/>
          </a:xfrm>
          <a:custGeom>
            <a:rect b="b" l="l" r="r" t="t"/>
            <a:pathLst>
              <a:path extrusionOk="0" h="4178641" w="4596943">
                <a:moveTo>
                  <a:pt x="0" y="0"/>
                </a:moveTo>
                <a:lnTo>
                  <a:pt x="4596943" y="0"/>
                </a:lnTo>
                <a:lnTo>
                  <a:pt x="4596943" y="4178641"/>
                </a:lnTo>
                <a:lnTo>
                  <a:pt x="0" y="4178641"/>
                </a:lnTo>
                <a:close/>
              </a:path>
            </a:pathLst>
          </a:custGeom>
          <a:noFill/>
          <a:ln>
            <a:noFill/>
          </a:ln>
        </p:spPr>
      </p:pic>
      <p:sp>
        <p:nvSpPr>
          <p:cNvPr id="355" name="Google Shape;355;p8"/>
          <p:cNvSpPr txBox="1"/>
          <p:nvPr/>
        </p:nvSpPr>
        <p:spPr>
          <a:xfrm>
            <a:off x="1286034" y="1171000"/>
            <a:ext cx="8056085" cy="1107996"/>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mn-MN" sz="8000" u="none" strike="noStrike">
                <a:solidFill>
                  <a:schemeClr val="lt1"/>
                </a:solidFill>
                <a:latin typeface="Playfair Display"/>
                <a:ea typeface="Playfair Display"/>
                <a:cs typeface="Playfair Display"/>
                <a:sym typeface="Playfair Display"/>
              </a:rPr>
              <a:t>Хэрэглэгч </a:t>
            </a:r>
            <a:endParaRPr/>
          </a:p>
        </p:txBody>
      </p:sp>
      <p:cxnSp>
        <p:nvCxnSpPr>
          <p:cNvPr id="356" name="Google Shape;356;p8"/>
          <p:cNvCxnSpPr/>
          <p:nvPr/>
        </p:nvCxnSpPr>
        <p:spPr>
          <a:xfrm>
            <a:off x="650241" y="0"/>
            <a:ext cx="0" cy="2667950"/>
          </a:xfrm>
          <a:prstGeom prst="straightConnector1">
            <a:avLst/>
          </a:prstGeom>
          <a:noFill/>
          <a:ln cap="flat" cmpd="sng" w="9525">
            <a:solidFill>
              <a:schemeClr val="lt1"/>
            </a:solidFill>
            <a:prstDash val="solid"/>
            <a:miter lim="800000"/>
            <a:headEnd len="sm" w="sm" type="none"/>
            <a:tailEnd len="sm" w="sm" type="none"/>
          </a:ln>
        </p:spPr>
      </p:cxnSp>
      <p:sp>
        <p:nvSpPr>
          <p:cNvPr id="357" name="Google Shape;357;p8"/>
          <p:cNvSpPr txBox="1"/>
          <p:nvPr/>
        </p:nvSpPr>
        <p:spPr>
          <a:xfrm>
            <a:off x="1286034" y="313393"/>
            <a:ext cx="3355414" cy="169277"/>
          </a:xfrm>
          <a:prstGeom prst="rect">
            <a:avLst/>
          </a:prstGeom>
          <a:noFill/>
          <a:ln>
            <a:noFill/>
          </a:ln>
        </p:spPr>
        <p:txBody>
          <a:bodyPr anchorCtr="0" anchor="t" bIns="0" lIns="0" spcFirstLastPara="1" rIns="108000" wrap="square" tIns="0">
            <a:spAutoFit/>
          </a:bodyPr>
          <a:lstStyle/>
          <a:p>
            <a:pPr indent="0" lvl="0" marL="0" marR="0" rtl="0" algn="l">
              <a:spcBef>
                <a:spcPts val="0"/>
              </a:spcBef>
              <a:spcAft>
                <a:spcPts val="0"/>
              </a:spcAft>
              <a:buNone/>
            </a:pPr>
            <a:r>
              <a:rPr lang="mn-MN" sz="1100" u="none" strike="noStrike">
                <a:solidFill>
                  <a:schemeClr val="lt1"/>
                </a:solidFill>
                <a:latin typeface="Roboto"/>
                <a:ea typeface="Roboto"/>
                <a:cs typeface="Roboto"/>
                <a:sym typeface="Roboto"/>
              </a:rPr>
              <a:t>Үндсэн элементүүд</a:t>
            </a:r>
            <a:endParaRPr/>
          </a:p>
        </p:txBody>
      </p:sp>
      <p:pic>
        <p:nvPicPr>
          <p:cNvPr id="358" name="Google Shape;358;p8"/>
          <p:cNvPicPr preferRelativeResize="0"/>
          <p:nvPr/>
        </p:nvPicPr>
        <p:blipFill rotWithShape="1">
          <a:blip r:embed="rId4">
            <a:alphaModFix/>
          </a:blip>
          <a:srcRect b="0" l="0" r="0" t="0"/>
          <a:stretch/>
        </p:blipFill>
        <p:spPr>
          <a:xfrm>
            <a:off x="8552577" y="3061984"/>
            <a:ext cx="366804" cy="366804"/>
          </a:xfrm>
          <a:prstGeom prst="rect">
            <a:avLst/>
          </a:prstGeom>
          <a:noFill/>
          <a:ln>
            <a:noFill/>
          </a:ln>
        </p:spPr>
      </p:pic>
      <p:grpSp>
        <p:nvGrpSpPr>
          <p:cNvPr id="359" name="Google Shape;359;p8"/>
          <p:cNvGrpSpPr/>
          <p:nvPr/>
        </p:nvGrpSpPr>
        <p:grpSpPr>
          <a:xfrm>
            <a:off x="1752497" y="3177322"/>
            <a:ext cx="2427444" cy="1508363"/>
            <a:chOff x="516363" y="2123072"/>
            <a:chExt cx="2034523" cy="1264210"/>
          </a:xfrm>
        </p:grpSpPr>
        <p:sp>
          <p:nvSpPr>
            <p:cNvPr id="360" name="Google Shape;360;p8"/>
            <p:cNvSpPr txBox="1"/>
            <p:nvPr/>
          </p:nvSpPr>
          <p:spPr>
            <a:xfrm>
              <a:off x="516363" y="2123072"/>
              <a:ext cx="1649119" cy="25795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2000"/>
                <a:buFont typeface="Roboto"/>
                <a:buNone/>
              </a:pPr>
              <a:r>
                <a:rPr b="1" i="0" lang="mn-MN" sz="2000" u="none" cap="none" strike="noStrike">
                  <a:solidFill>
                    <a:srgbClr val="1E2860"/>
                  </a:solidFill>
                  <a:latin typeface="Roboto"/>
                  <a:ea typeface="Roboto"/>
                  <a:cs typeface="Roboto"/>
                  <a:sym typeface="Roboto"/>
                </a:rPr>
                <a:t>Суурь</a:t>
              </a:r>
              <a:endParaRPr sz="2800">
                <a:solidFill>
                  <a:srgbClr val="1E2860"/>
                </a:solidFill>
                <a:latin typeface="Roboto"/>
                <a:ea typeface="Roboto"/>
                <a:cs typeface="Roboto"/>
                <a:sym typeface="Roboto"/>
              </a:endParaRPr>
            </a:p>
          </p:txBody>
        </p:sp>
        <p:sp>
          <p:nvSpPr>
            <p:cNvPr id="361" name="Google Shape;361;p8"/>
            <p:cNvSpPr txBox="1"/>
            <p:nvPr/>
          </p:nvSpPr>
          <p:spPr>
            <a:xfrm>
              <a:off x="516363" y="2464028"/>
              <a:ext cx="992046" cy="1547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1200"/>
                <a:buFont typeface="Roboto"/>
                <a:buNone/>
              </a:pPr>
              <a:r>
                <a:rPr b="1" i="0" lang="mn-MN" sz="1200" u="none" cap="none" strike="noStrike">
                  <a:solidFill>
                    <a:srgbClr val="1E2860"/>
                  </a:solidFill>
                  <a:latin typeface="Roboto"/>
                  <a:ea typeface="Roboto"/>
                  <a:cs typeface="Roboto"/>
                  <a:sym typeface="Roboto"/>
                </a:rPr>
                <a:t>Нас</a:t>
              </a:r>
              <a:endParaRPr sz="2800">
                <a:solidFill>
                  <a:srgbClr val="1E2860"/>
                </a:solidFill>
                <a:latin typeface="Roboto"/>
                <a:ea typeface="Roboto"/>
                <a:cs typeface="Roboto"/>
                <a:sym typeface="Roboto"/>
              </a:endParaRPr>
            </a:p>
          </p:txBody>
        </p:sp>
        <p:sp>
          <p:nvSpPr>
            <p:cNvPr id="362" name="Google Shape;362;p8"/>
            <p:cNvSpPr txBox="1"/>
            <p:nvPr/>
          </p:nvSpPr>
          <p:spPr>
            <a:xfrm>
              <a:off x="1553078" y="2464028"/>
              <a:ext cx="45719" cy="15477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E2860"/>
                </a:buClr>
                <a:buSzPts val="1200"/>
                <a:buFont typeface="Roboto"/>
                <a:buNone/>
              </a:pPr>
              <a:r>
                <a:rPr b="1" i="0" lang="en-ID" sz="1200" u="none" cap="none" strike="noStrike">
                  <a:solidFill>
                    <a:srgbClr val="1E2860"/>
                  </a:solidFill>
                  <a:latin typeface="Roboto"/>
                  <a:ea typeface="Roboto"/>
                  <a:cs typeface="Roboto"/>
                  <a:sym typeface="Roboto"/>
                </a:rPr>
                <a:t>:</a:t>
              </a:r>
              <a:endParaRPr sz="2800">
                <a:solidFill>
                  <a:srgbClr val="1E2860"/>
                </a:solidFill>
                <a:latin typeface="Roboto"/>
                <a:ea typeface="Roboto"/>
                <a:cs typeface="Roboto"/>
                <a:sym typeface="Roboto"/>
              </a:endParaRPr>
            </a:p>
          </p:txBody>
        </p:sp>
        <p:sp>
          <p:nvSpPr>
            <p:cNvPr id="363" name="Google Shape;363;p8"/>
            <p:cNvSpPr txBox="1"/>
            <p:nvPr/>
          </p:nvSpPr>
          <p:spPr>
            <a:xfrm>
              <a:off x="1661754" y="2464028"/>
              <a:ext cx="889132" cy="1547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1200"/>
                <a:buFont typeface="Roboto"/>
                <a:buNone/>
              </a:pPr>
              <a:r>
                <a:rPr b="0" i="0" lang="mn-MN" sz="1200" u="none" cap="none" strike="noStrike">
                  <a:solidFill>
                    <a:srgbClr val="1E2860"/>
                  </a:solidFill>
                  <a:latin typeface="Roboto"/>
                  <a:ea typeface="Roboto"/>
                  <a:cs typeface="Roboto"/>
                  <a:sym typeface="Roboto"/>
                </a:rPr>
                <a:t>Тайлбар</a:t>
              </a:r>
              <a:endParaRPr sz="2800">
                <a:solidFill>
                  <a:srgbClr val="1E2860"/>
                </a:solidFill>
                <a:latin typeface="Roboto"/>
                <a:ea typeface="Roboto"/>
                <a:cs typeface="Roboto"/>
                <a:sym typeface="Roboto"/>
              </a:endParaRPr>
            </a:p>
          </p:txBody>
        </p:sp>
        <p:sp>
          <p:nvSpPr>
            <p:cNvPr id="364" name="Google Shape;364;p8"/>
            <p:cNvSpPr txBox="1"/>
            <p:nvPr/>
          </p:nvSpPr>
          <p:spPr>
            <a:xfrm>
              <a:off x="516363" y="2720188"/>
              <a:ext cx="992046" cy="1547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1200"/>
                <a:buFont typeface="Roboto"/>
                <a:buNone/>
              </a:pPr>
              <a:r>
                <a:rPr b="1" i="0" lang="mn-MN" sz="1200" u="none" cap="none" strike="noStrike">
                  <a:solidFill>
                    <a:srgbClr val="1E2860"/>
                  </a:solidFill>
                  <a:latin typeface="Roboto"/>
                  <a:ea typeface="Roboto"/>
                  <a:cs typeface="Roboto"/>
                  <a:sym typeface="Roboto"/>
                </a:rPr>
                <a:t>Хэл</a:t>
              </a:r>
              <a:endParaRPr sz="2800">
                <a:solidFill>
                  <a:srgbClr val="1E2860"/>
                </a:solidFill>
                <a:latin typeface="Roboto"/>
                <a:ea typeface="Roboto"/>
                <a:cs typeface="Roboto"/>
                <a:sym typeface="Roboto"/>
              </a:endParaRPr>
            </a:p>
          </p:txBody>
        </p:sp>
        <p:sp>
          <p:nvSpPr>
            <p:cNvPr id="365" name="Google Shape;365;p8"/>
            <p:cNvSpPr txBox="1"/>
            <p:nvPr/>
          </p:nvSpPr>
          <p:spPr>
            <a:xfrm>
              <a:off x="1553078" y="2720188"/>
              <a:ext cx="45719" cy="15477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E2860"/>
                </a:buClr>
                <a:buSzPts val="1200"/>
                <a:buFont typeface="Roboto"/>
                <a:buNone/>
              </a:pPr>
              <a:r>
                <a:rPr b="1" i="0" lang="en-ID" sz="1200" u="none" cap="none" strike="noStrike">
                  <a:solidFill>
                    <a:srgbClr val="1E2860"/>
                  </a:solidFill>
                  <a:latin typeface="Roboto"/>
                  <a:ea typeface="Roboto"/>
                  <a:cs typeface="Roboto"/>
                  <a:sym typeface="Roboto"/>
                </a:rPr>
                <a:t>:</a:t>
              </a:r>
              <a:endParaRPr sz="2800">
                <a:solidFill>
                  <a:srgbClr val="1E2860"/>
                </a:solidFill>
                <a:latin typeface="Roboto"/>
                <a:ea typeface="Roboto"/>
                <a:cs typeface="Roboto"/>
                <a:sym typeface="Roboto"/>
              </a:endParaRPr>
            </a:p>
          </p:txBody>
        </p:sp>
        <p:sp>
          <p:nvSpPr>
            <p:cNvPr id="366" name="Google Shape;366;p8"/>
            <p:cNvSpPr txBox="1"/>
            <p:nvPr/>
          </p:nvSpPr>
          <p:spPr>
            <a:xfrm>
              <a:off x="1661754" y="2720188"/>
              <a:ext cx="889132" cy="1547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1200"/>
                <a:buFont typeface="Roboto"/>
                <a:buNone/>
              </a:pPr>
              <a:r>
                <a:rPr b="0" i="0" lang="mn-MN" sz="1200" u="none" cap="none" strike="noStrike">
                  <a:solidFill>
                    <a:srgbClr val="1E2860"/>
                  </a:solidFill>
                  <a:latin typeface="Roboto"/>
                  <a:ea typeface="Roboto"/>
                  <a:cs typeface="Roboto"/>
                  <a:sym typeface="Roboto"/>
                </a:rPr>
                <a:t>Зорилт</a:t>
              </a:r>
              <a:endParaRPr sz="2800">
                <a:solidFill>
                  <a:srgbClr val="1E2860"/>
                </a:solidFill>
                <a:latin typeface="Roboto"/>
                <a:ea typeface="Roboto"/>
                <a:cs typeface="Roboto"/>
                <a:sym typeface="Roboto"/>
              </a:endParaRPr>
            </a:p>
          </p:txBody>
        </p:sp>
        <p:sp>
          <p:nvSpPr>
            <p:cNvPr id="367" name="Google Shape;367;p8"/>
            <p:cNvSpPr txBox="1"/>
            <p:nvPr/>
          </p:nvSpPr>
          <p:spPr>
            <a:xfrm>
              <a:off x="516363" y="2976348"/>
              <a:ext cx="992046" cy="1547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1200"/>
                <a:buFont typeface="Roboto"/>
                <a:buNone/>
              </a:pPr>
              <a:r>
                <a:rPr b="1" i="0" lang="mn-MN" sz="1200" u="none" cap="none" strike="noStrike">
                  <a:solidFill>
                    <a:srgbClr val="1E2860"/>
                  </a:solidFill>
                  <a:latin typeface="Roboto"/>
                  <a:ea typeface="Roboto"/>
                  <a:cs typeface="Roboto"/>
                  <a:sym typeface="Roboto"/>
                </a:rPr>
                <a:t>Боловсрол</a:t>
              </a:r>
              <a:endParaRPr sz="2800">
                <a:solidFill>
                  <a:srgbClr val="1E2860"/>
                </a:solidFill>
                <a:latin typeface="Roboto"/>
                <a:ea typeface="Roboto"/>
                <a:cs typeface="Roboto"/>
                <a:sym typeface="Roboto"/>
              </a:endParaRPr>
            </a:p>
          </p:txBody>
        </p:sp>
        <p:sp>
          <p:nvSpPr>
            <p:cNvPr id="368" name="Google Shape;368;p8"/>
            <p:cNvSpPr txBox="1"/>
            <p:nvPr/>
          </p:nvSpPr>
          <p:spPr>
            <a:xfrm>
              <a:off x="1553078" y="2976348"/>
              <a:ext cx="45719" cy="15477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E2860"/>
                </a:buClr>
                <a:buSzPts val="1200"/>
                <a:buFont typeface="Roboto"/>
                <a:buNone/>
              </a:pPr>
              <a:r>
                <a:rPr b="1" i="0" lang="en-ID" sz="1200" u="none" cap="none" strike="noStrike">
                  <a:solidFill>
                    <a:srgbClr val="1E2860"/>
                  </a:solidFill>
                  <a:latin typeface="Roboto"/>
                  <a:ea typeface="Roboto"/>
                  <a:cs typeface="Roboto"/>
                  <a:sym typeface="Roboto"/>
                </a:rPr>
                <a:t>:</a:t>
              </a:r>
              <a:endParaRPr sz="2800">
                <a:solidFill>
                  <a:srgbClr val="1E2860"/>
                </a:solidFill>
                <a:latin typeface="Roboto"/>
                <a:ea typeface="Roboto"/>
                <a:cs typeface="Roboto"/>
                <a:sym typeface="Roboto"/>
              </a:endParaRPr>
            </a:p>
          </p:txBody>
        </p:sp>
        <p:sp>
          <p:nvSpPr>
            <p:cNvPr id="369" name="Google Shape;369;p8"/>
            <p:cNvSpPr txBox="1"/>
            <p:nvPr/>
          </p:nvSpPr>
          <p:spPr>
            <a:xfrm>
              <a:off x="1661754" y="2976348"/>
              <a:ext cx="889132" cy="1547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1200"/>
                <a:buFont typeface="Roboto"/>
                <a:buNone/>
              </a:pPr>
              <a:r>
                <a:rPr b="0" i="0" lang="mn-MN" sz="1200" u="none" cap="none" strike="noStrike">
                  <a:solidFill>
                    <a:srgbClr val="1E2860"/>
                  </a:solidFill>
                  <a:latin typeface="Roboto"/>
                  <a:ea typeface="Roboto"/>
                  <a:cs typeface="Roboto"/>
                  <a:sym typeface="Roboto"/>
                </a:rPr>
                <a:t>Санаа</a:t>
              </a:r>
              <a:endParaRPr sz="2800">
                <a:solidFill>
                  <a:srgbClr val="1E2860"/>
                </a:solidFill>
                <a:latin typeface="Roboto"/>
                <a:ea typeface="Roboto"/>
                <a:cs typeface="Roboto"/>
                <a:sym typeface="Roboto"/>
              </a:endParaRPr>
            </a:p>
          </p:txBody>
        </p:sp>
        <p:sp>
          <p:nvSpPr>
            <p:cNvPr id="370" name="Google Shape;370;p8"/>
            <p:cNvSpPr txBox="1"/>
            <p:nvPr/>
          </p:nvSpPr>
          <p:spPr>
            <a:xfrm>
              <a:off x="516363" y="3232507"/>
              <a:ext cx="992046" cy="1547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1200"/>
                <a:buFont typeface="Roboto"/>
                <a:buNone/>
              </a:pPr>
              <a:r>
                <a:rPr b="1" i="0" lang="mn-MN" sz="1200" u="none" cap="none" strike="noStrike">
                  <a:solidFill>
                    <a:srgbClr val="1E2860"/>
                  </a:solidFill>
                  <a:latin typeface="Roboto"/>
                  <a:ea typeface="Roboto"/>
                  <a:cs typeface="Roboto"/>
                  <a:sym typeface="Roboto"/>
                </a:rPr>
                <a:t>Жилийн орлого</a:t>
              </a:r>
              <a:endParaRPr sz="2800">
                <a:solidFill>
                  <a:srgbClr val="1E2860"/>
                </a:solidFill>
                <a:latin typeface="Roboto"/>
                <a:ea typeface="Roboto"/>
                <a:cs typeface="Roboto"/>
                <a:sym typeface="Roboto"/>
              </a:endParaRPr>
            </a:p>
          </p:txBody>
        </p:sp>
        <p:sp>
          <p:nvSpPr>
            <p:cNvPr id="371" name="Google Shape;371;p8"/>
            <p:cNvSpPr txBox="1"/>
            <p:nvPr/>
          </p:nvSpPr>
          <p:spPr>
            <a:xfrm>
              <a:off x="1553078" y="3232507"/>
              <a:ext cx="45719" cy="15477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E2860"/>
                </a:buClr>
                <a:buSzPts val="1200"/>
                <a:buFont typeface="Roboto"/>
                <a:buNone/>
              </a:pPr>
              <a:r>
                <a:rPr b="1" i="0" lang="en-ID" sz="1200" u="none" cap="none" strike="noStrike">
                  <a:solidFill>
                    <a:srgbClr val="1E2860"/>
                  </a:solidFill>
                  <a:latin typeface="Roboto"/>
                  <a:ea typeface="Roboto"/>
                  <a:cs typeface="Roboto"/>
                  <a:sym typeface="Roboto"/>
                </a:rPr>
                <a:t>:</a:t>
              </a:r>
              <a:endParaRPr sz="2800">
                <a:solidFill>
                  <a:srgbClr val="1E2860"/>
                </a:solidFill>
                <a:latin typeface="Roboto"/>
                <a:ea typeface="Roboto"/>
                <a:cs typeface="Roboto"/>
                <a:sym typeface="Roboto"/>
              </a:endParaRPr>
            </a:p>
          </p:txBody>
        </p:sp>
        <p:sp>
          <p:nvSpPr>
            <p:cNvPr id="372" name="Google Shape;372;p8"/>
            <p:cNvSpPr txBox="1"/>
            <p:nvPr/>
          </p:nvSpPr>
          <p:spPr>
            <a:xfrm>
              <a:off x="1661754" y="3232507"/>
              <a:ext cx="889132" cy="1547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1200"/>
                <a:buFont typeface="Roboto"/>
                <a:buNone/>
              </a:pPr>
              <a:r>
                <a:rPr b="0" i="0" lang="mn-MN" sz="1200" u="none" cap="none" strike="noStrike">
                  <a:solidFill>
                    <a:srgbClr val="1E2860"/>
                  </a:solidFill>
                  <a:latin typeface="Roboto"/>
                  <a:ea typeface="Roboto"/>
                  <a:cs typeface="Roboto"/>
                  <a:sym typeface="Roboto"/>
                </a:rPr>
                <a:t>Үр дүн</a:t>
              </a:r>
              <a:endParaRPr sz="2800">
                <a:solidFill>
                  <a:srgbClr val="1E2860"/>
                </a:solidFill>
                <a:latin typeface="Roboto"/>
                <a:ea typeface="Roboto"/>
                <a:cs typeface="Roboto"/>
                <a:sym typeface="Roboto"/>
              </a:endParaRPr>
            </a:p>
          </p:txBody>
        </p:sp>
      </p:grpSp>
      <p:pic>
        <p:nvPicPr>
          <p:cNvPr id="373" name="Google Shape;373;p8"/>
          <p:cNvPicPr preferRelativeResize="0"/>
          <p:nvPr/>
        </p:nvPicPr>
        <p:blipFill rotWithShape="1">
          <a:blip r:embed="rId5">
            <a:alphaModFix/>
          </a:blip>
          <a:srcRect b="0" l="0" r="0" t="0"/>
          <a:stretch/>
        </p:blipFill>
        <p:spPr>
          <a:xfrm>
            <a:off x="1305106" y="3144393"/>
            <a:ext cx="322909" cy="322909"/>
          </a:xfrm>
          <a:prstGeom prst="rect">
            <a:avLst/>
          </a:prstGeom>
          <a:noFill/>
          <a:ln>
            <a:noFill/>
          </a:ln>
        </p:spPr>
      </p:pic>
      <p:sp>
        <p:nvSpPr>
          <p:cNvPr id="374" name="Google Shape;374;p8"/>
          <p:cNvSpPr txBox="1"/>
          <p:nvPr/>
        </p:nvSpPr>
        <p:spPr>
          <a:xfrm>
            <a:off x="5406393" y="3177322"/>
            <a:ext cx="1967609"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2000"/>
              <a:buFont typeface="Roboto"/>
              <a:buNone/>
            </a:pPr>
            <a:r>
              <a:rPr b="1" i="0" lang="mn-MN" sz="2000" u="none" cap="none" strike="noStrike">
                <a:solidFill>
                  <a:srgbClr val="1E2860"/>
                </a:solidFill>
                <a:latin typeface="Roboto"/>
                <a:ea typeface="Roboto"/>
                <a:cs typeface="Roboto"/>
                <a:sym typeface="Roboto"/>
              </a:rPr>
              <a:t>Зорилго</a:t>
            </a:r>
            <a:endParaRPr sz="2800">
              <a:solidFill>
                <a:srgbClr val="1E2860"/>
              </a:solidFill>
              <a:latin typeface="Roboto"/>
              <a:ea typeface="Roboto"/>
              <a:cs typeface="Roboto"/>
              <a:sym typeface="Roboto"/>
            </a:endParaRPr>
          </a:p>
        </p:txBody>
      </p:sp>
      <p:sp>
        <p:nvSpPr>
          <p:cNvPr id="375" name="Google Shape;375;p8"/>
          <p:cNvSpPr txBox="1"/>
          <p:nvPr/>
        </p:nvSpPr>
        <p:spPr>
          <a:xfrm>
            <a:off x="5406393" y="3584126"/>
            <a:ext cx="1967608" cy="7386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1200"/>
              <a:buFont typeface="Roboto"/>
              <a:buNone/>
            </a:pPr>
            <a:r>
              <a:rPr b="0" i="0" lang="mn-MN" sz="1200" u="none" cap="none" strike="noStrike">
                <a:solidFill>
                  <a:srgbClr val="1E2860"/>
                </a:solidFill>
                <a:latin typeface="Roboto"/>
                <a:ea typeface="Roboto"/>
                <a:cs typeface="Roboto"/>
                <a:sym typeface="Roboto"/>
              </a:rPr>
              <a:t>Багаараа хамтран шинэ шийдэл хэрэгжүүлнэ. </a:t>
            </a:r>
            <a:endParaRPr sz="2800">
              <a:solidFill>
                <a:srgbClr val="1E2860"/>
              </a:solidFill>
              <a:latin typeface="Roboto"/>
              <a:ea typeface="Roboto"/>
              <a:cs typeface="Roboto"/>
              <a:sym typeface="Roboto"/>
            </a:endParaRPr>
          </a:p>
        </p:txBody>
      </p:sp>
      <p:sp>
        <p:nvSpPr>
          <p:cNvPr id="376" name="Google Shape;376;p8"/>
          <p:cNvSpPr txBox="1"/>
          <p:nvPr/>
        </p:nvSpPr>
        <p:spPr>
          <a:xfrm>
            <a:off x="9060286" y="3177322"/>
            <a:ext cx="1967609"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2000"/>
              <a:buFont typeface="Roboto"/>
              <a:buNone/>
            </a:pPr>
            <a:r>
              <a:rPr b="1" i="0" lang="mn-MN" sz="2000" u="none" cap="none" strike="noStrike">
                <a:solidFill>
                  <a:srgbClr val="1E2860"/>
                </a:solidFill>
                <a:latin typeface="Roboto"/>
                <a:ea typeface="Roboto"/>
                <a:cs typeface="Roboto"/>
                <a:sym typeface="Roboto"/>
              </a:rPr>
              <a:t>Сорилт</a:t>
            </a:r>
            <a:endParaRPr b="1" i="0" sz="2000" u="none" cap="none" strike="noStrike">
              <a:solidFill>
                <a:srgbClr val="1E2860"/>
              </a:solidFill>
              <a:latin typeface="Roboto"/>
              <a:ea typeface="Roboto"/>
              <a:cs typeface="Roboto"/>
              <a:sym typeface="Roboto"/>
            </a:endParaRPr>
          </a:p>
        </p:txBody>
      </p:sp>
      <p:sp>
        <p:nvSpPr>
          <p:cNvPr id="377" name="Google Shape;377;p8"/>
          <p:cNvSpPr txBox="1"/>
          <p:nvPr/>
        </p:nvSpPr>
        <p:spPr>
          <a:xfrm>
            <a:off x="1752498" y="5200262"/>
            <a:ext cx="1967609"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2000"/>
              <a:buFont typeface="Roboto"/>
              <a:buNone/>
            </a:pPr>
            <a:r>
              <a:rPr b="1" i="0" lang="mn-MN" sz="2000" u="none" cap="none" strike="noStrike">
                <a:solidFill>
                  <a:srgbClr val="1E2860"/>
                </a:solidFill>
                <a:latin typeface="Roboto"/>
                <a:ea typeface="Roboto"/>
                <a:cs typeface="Roboto"/>
                <a:sym typeface="Roboto"/>
              </a:rPr>
              <a:t>Суралцах</a:t>
            </a:r>
            <a:endParaRPr sz="2800">
              <a:solidFill>
                <a:srgbClr val="1E2860"/>
              </a:solidFill>
              <a:latin typeface="Roboto"/>
              <a:ea typeface="Roboto"/>
              <a:cs typeface="Roboto"/>
              <a:sym typeface="Roboto"/>
            </a:endParaRPr>
          </a:p>
        </p:txBody>
      </p:sp>
      <p:sp>
        <p:nvSpPr>
          <p:cNvPr id="378" name="Google Shape;378;p8"/>
          <p:cNvSpPr txBox="1"/>
          <p:nvPr/>
        </p:nvSpPr>
        <p:spPr>
          <a:xfrm>
            <a:off x="1752497" y="5607066"/>
            <a:ext cx="2427445" cy="7386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1200"/>
              <a:buFont typeface="Roboto"/>
              <a:buNone/>
            </a:pPr>
            <a:r>
              <a:rPr b="0" i="0" lang="mn-MN" sz="1200" u="none" cap="none" strike="noStrike">
                <a:solidFill>
                  <a:srgbClr val="1E2860"/>
                </a:solidFill>
                <a:latin typeface="Roboto"/>
                <a:ea typeface="Roboto"/>
                <a:cs typeface="Roboto"/>
                <a:sym typeface="Roboto"/>
              </a:rPr>
              <a:t>Зах зээлийн судалгаанд үндэслэн шийдвэр гаргана. </a:t>
            </a:r>
            <a:endParaRPr b="0" i="0" sz="1200" u="none" cap="none" strike="noStrike">
              <a:solidFill>
                <a:srgbClr val="1E2860"/>
              </a:solidFill>
              <a:latin typeface="Roboto"/>
              <a:ea typeface="Roboto"/>
              <a:cs typeface="Roboto"/>
              <a:sym typeface="Roboto"/>
            </a:endParaRPr>
          </a:p>
        </p:txBody>
      </p:sp>
      <p:sp>
        <p:nvSpPr>
          <p:cNvPr id="379" name="Google Shape;379;p8"/>
          <p:cNvSpPr txBox="1"/>
          <p:nvPr/>
        </p:nvSpPr>
        <p:spPr>
          <a:xfrm>
            <a:off x="5406391" y="5200262"/>
            <a:ext cx="1967609"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2000"/>
              <a:buFont typeface="Roboto"/>
              <a:buNone/>
            </a:pPr>
            <a:r>
              <a:rPr b="1" i="0" lang="mn-MN" sz="2000" u="none" cap="none" strike="noStrike">
                <a:solidFill>
                  <a:srgbClr val="1E2860"/>
                </a:solidFill>
                <a:latin typeface="Roboto"/>
                <a:ea typeface="Roboto"/>
                <a:cs typeface="Roboto"/>
                <a:sym typeface="Roboto"/>
              </a:rPr>
              <a:t>Сонирхол</a:t>
            </a:r>
            <a:endParaRPr sz="2800">
              <a:solidFill>
                <a:srgbClr val="1E2860"/>
              </a:solidFill>
              <a:latin typeface="Roboto"/>
              <a:ea typeface="Roboto"/>
              <a:cs typeface="Roboto"/>
              <a:sym typeface="Roboto"/>
            </a:endParaRPr>
          </a:p>
        </p:txBody>
      </p:sp>
      <p:sp>
        <p:nvSpPr>
          <p:cNvPr id="380" name="Google Shape;380;p8"/>
          <p:cNvSpPr txBox="1"/>
          <p:nvPr/>
        </p:nvSpPr>
        <p:spPr>
          <a:xfrm>
            <a:off x="9060286" y="5200262"/>
            <a:ext cx="1967609"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2000"/>
              <a:buFont typeface="Roboto"/>
              <a:buNone/>
            </a:pPr>
            <a:r>
              <a:rPr b="1" i="0" lang="mn-MN" sz="2000" u="none" cap="none" strike="noStrike">
                <a:solidFill>
                  <a:srgbClr val="1E2860"/>
                </a:solidFill>
                <a:latin typeface="Roboto"/>
                <a:ea typeface="Roboto"/>
                <a:cs typeface="Roboto"/>
                <a:sym typeface="Roboto"/>
              </a:rPr>
              <a:t>Сонголт</a:t>
            </a:r>
            <a:endParaRPr sz="2800">
              <a:solidFill>
                <a:srgbClr val="1E2860"/>
              </a:solidFill>
              <a:latin typeface="Roboto"/>
              <a:ea typeface="Roboto"/>
              <a:cs typeface="Roboto"/>
              <a:sym typeface="Roboto"/>
            </a:endParaRPr>
          </a:p>
        </p:txBody>
      </p:sp>
      <p:sp>
        <p:nvSpPr>
          <p:cNvPr id="381" name="Google Shape;381;p8"/>
          <p:cNvSpPr txBox="1"/>
          <p:nvPr/>
        </p:nvSpPr>
        <p:spPr>
          <a:xfrm>
            <a:off x="9060287" y="3584126"/>
            <a:ext cx="1967608" cy="7386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1200"/>
              <a:buFont typeface="Roboto"/>
              <a:buNone/>
            </a:pPr>
            <a:r>
              <a:rPr b="0" i="0" lang="mn-MN" sz="1200" u="none" cap="none" strike="noStrike">
                <a:solidFill>
                  <a:srgbClr val="1E2860"/>
                </a:solidFill>
                <a:latin typeface="Roboto"/>
                <a:ea typeface="Roboto"/>
                <a:cs typeface="Roboto"/>
                <a:sym typeface="Roboto"/>
              </a:rPr>
              <a:t>Дараагийн алхмуудаа тодорхой төлөвлөнө. Өсөлтийг тогтмол хэмжиж, сайжруулна. </a:t>
            </a:r>
            <a:endParaRPr sz="2800">
              <a:solidFill>
                <a:srgbClr val="1E2860"/>
              </a:solidFill>
              <a:latin typeface="Roboto"/>
              <a:ea typeface="Roboto"/>
              <a:cs typeface="Roboto"/>
              <a:sym typeface="Roboto"/>
            </a:endParaRPr>
          </a:p>
        </p:txBody>
      </p:sp>
      <p:sp>
        <p:nvSpPr>
          <p:cNvPr id="382" name="Google Shape;382;p8"/>
          <p:cNvSpPr txBox="1"/>
          <p:nvPr/>
        </p:nvSpPr>
        <p:spPr>
          <a:xfrm>
            <a:off x="5406393" y="5607066"/>
            <a:ext cx="2427445" cy="7386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1200"/>
              <a:buFont typeface="Roboto"/>
              <a:buNone/>
            </a:pPr>
            <a:r>
              <a:rPr b="0" i="0" lang="mn-MN" sz="1200" u="none" cap="none" strike="noStrike">
                <a:solidFill>
                  <a:srgbClr val="1E2860"/>
                </a:solidFill>
                <a:latin typeface="Roboto"/>
                <a:ea typeface="Roboto"/>
                <a:cs typeface="Roboto"/>
                <a:sym typeface="Roboto"/>
              </a:rPr>
              <a:t>Энэ хэсэгт өөрийн текстээ оруулна уу. Гол үзүүлэлтүүдээ товч дурдана. </a:t>
            </a:r>
            <a:endParaRPr sz="2800">
              <a:solidFill>
                <a:srgbClr val="1E2860"/>
              </a:solidFill>
              <a:latin typeface="Roboto"/>
              <a:ea typeface="Roboto"/>
              <a:cs typeface="Roboto"/>
              <a:sym typeface="Roboto"/>
            </a:endParaRPr>
          </a:p>
        </p:txBody>
      </p:sp>
      <p:sp>
        <p:nvSpPr>
          <p:cNvPr id="383" name="Google Shape;383;p8"/>
          <p:cNvSpPr txBox="1"/>
          <p:nvPr/>
        </p:nvSpPr>
        <p:spPr>
          <a:xfrm>
            <a:off x="9060286" y="5607066"/>
            <a:ext cx="2427445" cy="7386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E2860"/>
              </a:buClr>
              <a:buSzPts val="1200"/>
              <a:buFont typeface="Roboto"/>
              <a:buNone/>
            </a:pPr>
            <a:r>
              <a:rPr b="0" i="0" lang="mn-MN" sz="1200" u="none" cap="none" strike="noStrike">
                <a:solidFill>
                  <a:srgbClr val="1E2860"/>
                </a:solidFill>
                <a:latin typeface="Roboto"/>
                <a:ea typeface="Roboto"/>
                <a:cs typeface="Roboto"/>
                <a:sym typeface="Roboto"/>
              </a:rPr>
              <a:t>Хэрэглэгчийн хэрэгцээг нарийн судална. </a:t>
            </a:r>
            <a:endParaRPr sz="2800">
              <a:solidFill>
                <a:srgbClr val="1E2860"/>
              </a:solidFill>
              <a:latin typeface="Roboto"/>
              <a:ea typeface="Roboto"/>
              <a:cs typeface="Roboto"/>
              <a:sym typeface="Roboto"/>
            </a:endParaRPr>
          </a:p>
        </p:txBody>
      </p:sp>
      <p:pic>
        <p:nvPicPr>
          <p:cNvPr id="384" name="Google Shape;384;p8"/>
          <p:cNvPicPr preferRelativeResize="0"/>
          <p:nvPr/>
        </p:nvPicPr>
        <p:blipFill rotWithShape="1">
          <a:blip r:embed="rId6">
            <a:alphaModFix/>
          </a:blip>
          <a:srcRect b="0" l="0" r="0" t="0"/>
          <a:stretch/>
        </p:blipFill>
        <p:spPr>
          <a:xfrm>
            <a:off x="4946555" y="3136193"/>
            <a:ext cx="339309" cy="339309"/>
          </a:xfrm>
          <a:prstGeom prst="rect">
            <a:avLst/>
          </a:prstGeom>
          <a:noFill/>
          <a:ln>
            <a:noFill/>
          </a:ln>
        </p:spPr>
      </p:pic>
      <p:pic>
        <p:nvPicPr>
          <p:cNvPr id="385" name="Google Shape;385;p8"/>
          <p:cNvPicPr preferRelativeResize="0"/>
          <p:nvPr/>
        </p:nvPicPr>
        <p:blipFill rotWithShape="1">
          <a:blip r:embed="rId7">
            <a:alphaModFix/>
          </a:blip>
          <a:srcRect b="0" l="0" r="0" t="0"/>
          <a:stretch/>
        </p:blipFill>
        <p:spPr>
          <a:xfrm>
            <a:off x="1286034" y="5167333"/>
            <a:ext cx="361051" cy="361051"/>
          </a:xfrm>
          <a:prstGeom prst="rect">
            <a:avLst/>
          </a:prstGeom>
          <a:noFill/>
          <a:ln>
            <a:noFill/>
          </a:ln>
        </p:spPr>
      </p:pic>
      <p:pic>
        <p:nvPicPr>
          <p:cNvPr id="386" name="Google Shape;386;p8"/>
          <p:cNvPicPr preferRelativeResize="0"/>
          <p:nvPr/>
        </p:nvPicPr>
        <p:blipFill rotWithShape="1">
          <a:blip r:embed="rId8">
            <a:alphaModFix/>
          </a:blip>
          <a:srcRect b="0" l="0" r="0" t="0"/>
          <a:stretch/>
        </p:blipFill>
        <p:spPr>
          <a:xfrm>
            <a:off x="4888880" y="5123659"/>
            <a:ext cx="395265" cy="395265"/>
          </a:xfrm>
          <a:prstGeom prst="rect">
            <a:avLst/>
          </a:prstGeom>
          <a:noFill/>
          <a:ln>
            <a:noFill/>
          </a:ln>
        </p:spPr>
      </p:pic>
      <p:pic>
        <p:nvPicPr>
          <p:cNvPr id="387" name="Google Shape;387;p8"/>
          <p:cNvPicPr preferRelativeResize="0"/>
          <p:nvPr/>
        </p:nvPicPr>
        <p:blipFill rotWithShape="1">
          <a:blip r:embed="rId9">
            <a:alphaModFix/>
          </a:blip>
          <a:srcRect b="0" l="0" r="0" t="0"/>
          <a:stretch/>
        </p:blipFill>
        <p:spPr>
          <a:xfrm>
            <a:off x="8611463" y="5167333"/>
            <a:ext cx="307919" cy="307919"/>
          </a:xfrm>
          <a:prstGeom prst="rect">
            <a:avLst/>
          </a:prstGeom>
          <a:noFill/>
          <a:ln>
            <a:noFill/>
          </a:ln>
        </p:spPr>
      </p:pic>
      <p:grpSp>
        <p:nvGrpSpPr>
          <p:cNvPr id="388" name="Google Shape;388;p8"/>
          <p:cNvGrpSpPr/>
          <p:nvPr/>
        </p:nvGrpSpPr>
        <p:grpSpPr>
          <a:xfrm>
            <a:off x="8029699" y="291621"/>
            <a:ext cx="522878" cy="768448"/>
            <a:chOff x="7209011" y="885041"/>
            <a:chExt cx="1918825" cy="2820004"/>
          </a:xfrm>
        </p:grpSpPr>
        <p:sp>
          <p:nvSpPr>
            <p:cNvPr id="389" name="Google Shape;389;p8"/>
            <p:cNvSpPr/>
            <p:nvPr/>
          </p:nvSpPr>
          <p:spPr>
            <a:xfrm>
              <a:off x="7209011"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0" name="Google Shape;390;p8"/>
            <p:cNvSpPr/>
            <p:nvPr/>
          </p:nvSpPr>
          <p:spPr>
            <a:xfrm>
              <a:off x="7800931"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1" name="Google Shape;391;p8"/>
            <p:cNvSpPr/>
            <p:nvPr/>
          </p:nvSpPr>
          <p:spPr>
            <a:xfrm>
              <a:off x="8392852"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2" name="Google Shape;392;p8"/>
            <p:cNvSpPr/>
            <p:nvPr/>
          </p:nvSpPr>
          <p:spPr>
            <a:xfrm>
              <a:off x="8984772" y="88504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3" name="Google Shape;393;p8"/>
            <p:cNvSpPr/>
            <p:nvPr/>
          </p:nvSpPr>
          <p:spPr>
            <a:xfrm>
              <a:off x="7209011"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4" name="Google Shape;394;p8"/>
            <p:cNvSpPr/>
            <p:nvPr/>
          </p:nvSpPr>
          <p:spPr>
            <a:xfrm>
              <a:off x="7800931"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5" name="Google Shape;395;p8"/>
            <p:cNvSpPr/>
            <p:nvPr/>
          </p:nvSpPr>
          <p:spPr>
            <a:xfrm>
              <a:off x="8392852"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6" name="Google Shape;396;p8"/>
            <p:cNvSpPr/>
            <p:nvPr/>
          </p:nvSpPr>
          <p:spPr>
            <a:xfrm>
              <a:off x="8984772" y="1777353"/>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7" name="Google Shape;397;p8"/>
            <p:cNvSpPr/>
            <p:nvPr/>
          </p:nvSpPr>
          <p:spPr>
            <a:xfrm>
              <a:off x="7209011"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8" name="Google Shape;398;p8"/>
            <p:cNvSpPr/>
            <p:nvPr/>
          </p:nvSpPr>
          <p:spPr>
            <a:xfrm>
              <a:off x="7800931"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9" name="Google Shape;399;p8"/>
            <p:cNvSpPr/>
            <p:nvPr/>
          </p:nvSpPr>
          <p:spPr>
            <a:xfrm>
              <a:off x="8392852"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00" name="Google Shape;400;p8"/>
            <p:cNvSpPr/>
            <p:nvPr/>
          </p:nvSpPr>
          <p:spPr>
            <a:xfrm>
              <a:off x="8984772" y="2669665"/>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01" name="Google Shape;401;p8"/>
            <p:cNvSpPr/>
            <p:nvPr/>
          </p:nvSpPr>
          <p:spPr>
            <a:xfrm>
              <a:off x="7209011"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02" name="Google Shape;402;p8"/>
            <p:cNvSpPr/>
            <p:nvPr/>
          </p:nvSpPr>
          <p:spPr>
            <a:xfrm>
              <a:off x="7800931"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03" name="Google Shape;403;p8"/>
            <p:cNvSpPr/>
            <p:nvPr/>
          </p:nvSpPr>
          <p:spPr>
            <a:xfrm>
              <a:off x="8392852"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04" name="Google Shape;404;p8"/>
            <p:cNvSpPr/>
            <p:nvPr/>
          </p:nvSpPr>
          <p:spPr>
            <a:xfrm>
              <a:off x="8984772" y="3561981"/>
              <a:ext cx="143064" cy="143064"/>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grpSp>
      <p:cxnSp>
        <p:nvCxnSpPr>
          <p:cNvPr id="405" name="Google Shape;405;p8"/>
          <p:cNvCxnSpPr/>
          <p:nvPr/>
        </p:nvCxnSpPr>
        <p:spPr>
          <a:xfrm>
            <a:off x="650241" y="2670629"/>
            <a:ext cx="0" cy="4223657"/>
          </a:xfrm>
          <a:prstGeom prst="straightConnector1">
            <a:avLst/>
          </a:prstGeom>
          <a:noFill/>
          <a:ln cap="flat" cmpd="sng" w="9525">
            <a:solidFill>
              <a:srgbClr val="1E2860"/>
            </a:solidFill>
            <a:prstDash val="solid"/>
            <a:miter lim="800000"/>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2024-12-16T06:12:04Z</dcterms:created>
  <dc:creator>Graphican</dc:creator>
</cp:coreProperties>
</file>