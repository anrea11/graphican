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60" r:id="rId2"/>
    <p:sldId id="258" r:id="rId4"/>
    <p:sldId id="259" r:id="rId5"/>
    <p:sldId id="262" r:id="rId6"/>
    <p:sldId id="298" r:id="rId7"/>
    <p:sldId id="265" r:id="rId8"/>
    <p:sldId id="281" r:id="rId9"/>
    <p:sldId id="282" r:id="rId10"/>
    <p:sldId id="283" r:id="rId11"/>
    <p:sldId id="284" r:id="rId12"/>
    <p:sldId id="29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0"/>
    <a:srgbClr val="3A73E8"/>
    <a:srgbClr val="2C6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0" autoAdjust="0"/>
    <p:restoredTop sz="94660"/>
  </p:normalViewPr>
  <p:slideViewPr>
    <p:cSldViewPr snapToGrid="0">
      <p:cViewPr>
        <p:scale>
          <a:sx n="75" d="100"/>
          <a:sy n="75" d="100"/>
        </p:scale>
        <p:origin x="811" y="120"/>
      </p:cViewPr>
      <p:guideLst>
        <p:guide orient="horz" pos="2183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 Nova" panose="020B05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 Nova" panose="020B0504020202020204" pitchFamily="34" charset="0"/>
              </a:defRPr>
            </a:lvl1pPr>
          </a:lstStyle>
          <a:p>
            <a:fld id="{23A055E9-7789-4D48-AF83-15979C66A604}" type="datetimeFigureOut">
              <a:rPr lang="en-ID" smtClean="0"/>
              <a:pPr/>
              <a:t>29/04/2026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 Nova" panose="020B05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 Nova" panose="020B0504020202020204" pitchFamily="34" charset="0"/>
              </a:defRPr>
            </a:lvl1pPr>
          </a:lstStyle>
          <a:p>
            <a:fld id="{D745DCAC-FE40-48D8-98DE-10A88E248D7B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379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8A54-07CF-7A15-B5F3-4D0F84E3E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E38DC-2089-C2F3-B833-F278D4FE7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C7A6D-4B03-FB67-15C7-C82C873E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73EC8-E010-0112-CCE6-CF6EE669F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899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E0A20-CAAB-FA1E-3F2D-5F7F224E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CAEED-3CD1-B7CB-416C-2612EE3D9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42A7F-67DB-354C-DD9C-8207F804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758FC-7D57-8617-098B-FA20D447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999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974E-7716-9AAA-9761-607F4264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709738"/>
            <a:ext cx="112204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A9EF2-E5A1-045F-FE8E-355257965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4589463"/>
            <a:ext cx="112204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357D5-8AEF-BA0B-E46C-51CA614FB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FD348-9C6A-71DE-A7A5-72099F19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1954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6121-AB8D-DEB0-258C-D2B4BBD10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9C37A-A213-8AF9-0190-C90B8FEB0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A40F6-ECAE-86D0-6DFC-09C49B830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B90D6-E590-3341-1063-27772E97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9314E-18BD-CF2A-01B8-6F5259EE4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9845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DE933-BCAA-32FE-CD9D-EC7CAB30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44C61-7B28-1D44-4A23-BB0699F03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55CEC-47B2-C638-3DA1-E01F043F8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3D1C4-40F6-8E8B-3901-DFC416B10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ECCD21-EDAB-C2E5-B3DE-B7B92B9D61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50AF68-37A8-C508-C5D9-4732E772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397657-F210-C987-2066-EBDE2920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1769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0A6C9-47CA-67A1-C8F9-999438007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03263"/>
            <a:ext cx="11233150" cy="6492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F98CF-6A4C-DA76-300B-C9E2DB0AE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4F70F-B9BC-9429-32AE-C34FECE5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89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A8942-9BFA-8F80-141B-41ADD8192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B360B-AE67-3E36-DEBA-245AE765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944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9965E763-BADF-AD60-9947-B8D53EC4E796}"/>
              </a:ext>
            </a:extLst>
          </p:cNvPr>
          <p:cNvSpPr/>
          <p:nvPr userDrawn="1"/>
        </p:nvSpPr>
        <p:spPr>
          <a:xfrm>
            <a:off x="11379199" y="6372225"/>
            <a:ext cx="333376" cy="33337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AEF64-6524-9D5A-759C-4097744A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65125"/>
            <a:ext cx="1123315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738A6-FEB5-CBE7-352C-EFA11D83B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25625"/>
            <a:ext cx="112331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B5C5D-14D6-67CF-3F18-6E839A864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425" y="6448426"/>
            <a:ext cx="4114800" cy="1809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mn-MN"/>
              <a:t>Зорилтуудын илтгэлийн загвар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A7EFD-95A1-186F-41E2-5C80A2133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48426"/>
            <a:ext cx="231774" cy="1809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1387CB7A-E662-4DE3-824A-75B898CACAB9}" type="slidenum">
              <a:rPr lang="en-ID" smtClean="0"/>
              <a:pPr/>
              <a:t>‹#›</a:t>
            </a:fld>
            <a:endParaRPr lang="en-ID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09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7378" userDrawn="1">
          <p15:clr>
            <a:srgbClr val="F26B43"/>
          </p15:clr>
        </p15:guide>
        <p15:guide id="4" orient="horz" pos="210" userDrawn="1">
          <p15:clr>
            <a:srgbClr val="F26B43"/>
          </p15:clr>
        </p15:guide>
        <p15:guide id="5" orient="horz" pos="1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Gc1" Type="http://schemas.openxmlformats.org/officeDocument/2006/relationships/image" Target="../media/gclogo_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60000">
              <a:schemeClr val="accent3"/>
            </a:gs>
            <a:gs pos="100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F4E0F14-62F2-02B7-0615-8978AB623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/>
              </a:gs>
              <a:gs pos="55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F105641-FA82-AEB1-5C07-0572D049AFE4}"/>
              </a:ext>
            </a:extLst>
          </p:cNvPr>
          <p:cNvSpPr/>
          <p:nvPr/>
        </p:nvSpPr>
        <p:spPr>
          <a:xfrm>
            <a:off x="-1324392" y="5795379"/>
            <a:ext cx="2768200" cy="2768200"/>
          </a:xfrm>
          <a:prstGeom prst="ellipse">
            <a:avLst/>
          </a:prstGeom>
          <a:gradFill>
            <a:gsLst>
              <a:gs pos="0">
                <a:schemeClr val="accent3">
                  <a:alpha val="36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E9EF6D-6658-321F-054E-6148952EAE53}"/>
              </a:ext>
            </a:extLst>
          </p:cNvPr>
          <p:cNvCxnSpPr>
            <a:cxnSpLocks/>
          </p:cNvCxnSpPr>
          <p:nvPr/>
        </p:nvCxnSpPr>
        <p:spPr>
          <a:xfrm>
            <a:off x="2643188" y="5190385"/>
            <a:ext cx="954881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500F30-1C66-F8E2-E5DC-AEE715E23085}"/>
              </a:ext>
            </a:extLst>
          </p:cNvPr>
          <p:cNvSpPr/>
          <p:nvPr/>
        </p:nvSpPr>
        <p:spPr>
          <a:xfrm>
            <a:off x="479426" y="4973259"/>
            <a:ext cx="1854200" cy="43425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761ADF-5431-8904-76CF-777C798B991E}"/>
              </a:ext>
            </a:extLst>
          </p:cNvPr>
          <p:cNvSpPr/>
          <p:nvPr/>
        </p:nvSpPr>
        <p:spPr>
          <a:xfrm rot="7215744" flipH="1">
            <a:off x="5782074" y="-1494684"/>
            <a:ext cx="6324600" cy="6324600"/>
          </a:xfrm>
          <a:prstGeom prst="ellipse">
            <a:avLst/>
          </a:prstGeom>
          <a:gradFill>
            <a:gsLst>
              <a:gs pos="0">
                <a:schemeClr val="accent5"/>
              </a:gs>
              <a:gs pos="59000">
                <a:srgbClr val="3068DD">
                  <a:alpha val="5000"/>
                </a:srgb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77C386-520F-F9E8-5A51-325F346408FA}"/>
              </a:ext>
            </a:extLst>
          </p:cNvPr>
          <p:cNvSpPr/>
          <p:nvPr/>
        </p:nvSpPr>
        <p:spPr>
          <a:xfrm>
            <a:off x="8944375" y="3908371"/>
            <a:ext cx="2768200" cy="2768200"/>
          </a:xfrm>
          <a:prstGeom prst="ellipse">
            <a:avLst/>
          </a:prstGeom>
          <a:gradFill>
            <a:gsLst>
              <a:gs pos="0">
                <a:schemeClr val="accent3">
                  <a:alpha val="36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69EFDBAA-DCA7-523A-2448-FEBB86622528}"/>
              </a:ext>
            </a:extLst>
          </p:cNvPr>
          <p:cNvSpPr/>
          <p:nvPr/>
        </p:nvSpPr>
        <p:spPr>
          <a:xfrm>
            <a:off x="479425" y="0"/>
            <a:ext cx="2163763" cy="1562100"/>
          </a:xfrm>
          <a:prstGeom prst="round2SameRect">
            <a:avLst>
              <a:gd name="adj1" fmla="val 0"/>
              <a:gd name="adj2" fmla="val 14306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Calibri"/>
            </a:endParaRPr>
          </a:p>
        </p:txBody>
      </p:sp>
      <p:pic>
        <p:nvPicPr>
          <p:cNvPr id="9" name="Google Shape;93;p1">
            <a:extLst>
              <a:ext uri="{FF2B5EF4-FFF2-40B4-BE49-F238E27FC236}">
                <a16:creationId xmlns:a16="http://schemas.microsoft.com/office/drawing/2014/main" id="{9AEFFD51-3D7E-8CD5-C4B6-9A3F98297B2E}"/>
              </a:ext>
            </a:extLst>
          </p:cNvPr>
          <p:cNvPicPr preferRelativeResize="0"/>
          <p:nvPr/>
        </p:nvPicPr>
        <p:blipFill rotWithShape="1">
          <a:blip r:embed="rIdGc1">
            <a:alphaModFix/>
            <a:extLst/>
          </a:blip>
          <a:stretch/>
        </p:blipFill>
        <p:spPr>
          <a:xfrm>
            <a:off x="788987" y="722959"/>
            <a:ext cx="1544638" cy="51776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621E02AE-36A8-1298-D522-6345128CB5B5}"/>
              </a:ext>
            </a:extLst>
          </p:cNvPr>
          <p:cNvSpPr txBox="1"/>
          <p:nvPr/>
        </p:nvSpPr>
        <p:spPr>
          <a:xfrm>
            <a:off x="479748" y="3766785"/>
            <a:ext cx="80927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</a:pPr>
            <a:r>
              <a:rPr lang="mn-MN" sz="5400" b="1" i="0" u="none" strike="noStrike" cap="none" dirty="0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  <a:t>Зорилтуудын илтгэл</a:t>
            </a:r>
          </a:p>
        </p:txBody>
      </p:sp>
      <p:sp>
        <p:nvSpPr>
          <p:cNvPr id="11" name="Google Shape;91;p1">
            <a:extLst>
              <a:ext uri="{FF2B5EF4-FFF2-40B4-BE49-F238E27FC236}">
                <a16:creationId xmlns:a16="http://schemas.microsoft.com/office/drawing/2014/main" id="{C64E56D3-8E5D-2963-7116-05264FD01DB4}"/>
              </a:ext>
            </a:extLst>
          </p:cNvPr>
          <p:cNvSpPr txBox="1"/>
          <p:nvPr/>
        </p:nvSpPr>
        <p:spPr>
          <a:xfrm>
            <a:off x="675217" y="5051886"/>
            <a:ext cx="14626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buClr>
                <a:schemeClr val="lt1"/>
              </a:buClr>
              <a:buSzPts val="4400"/>
            </a:pPr>
            <a:r>
              <a:rPr lang="mn-MN" b="1">
                <a:solidFill>
                  <a:schemeClr val="accent1"/>
                </a:solidFill>
                <a:ea typeface="Open Sans"/>
                <a:cs typeface="Open Sans"/>
                <a:sym typeface="Open Sans"/>
              </a:rPr>
              <a:t>Загвар</a:t>
            </a:r>
            <a:endParaRPr lang="en-US" b="1" i="0" u="none" strike="noStrike" cap="none">
              <a:solidFill>
                <a:schemeClr val="accent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EA8C91-F29E-9720-B13C-34350FB6D5BD}"/>
              </a:ext>
            </a:extLst>
          </p:cNvPr>
          <p:cNvGrpSpPr>
            <a:grpSpLocks noChangeAspect="1"/>
          </p:cNvGrpSpPr>
          <p:nvPr/>
        </p:nvGrpSpPr>
        <p:grpSpPr>
          <a:xfrm>
            <a:off x="539070" y="2870435"/>
            <a:ext cx="687750" cy="687750"/>
            <a:chOff x="5268894" y="4791308"/>
            <a:chExt cx="450000" cy="450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8881D9-D16A-3993-1943-884BB1F2954A}"/>
                </a:ext>
              </a:extLst>
            </p:cNvPr>
            <p:cNvSpPr/>
            <p:nvPr/>
          </p:nvSpPr>
          <p:spPr>
            <a:xfrm>
              <a:off x="5325144" y="4847558"/>
              <a:ext cx="337500" cy="337500"/>
            </a:xfrm>
            <a:custGeom>
              <a:avLst/>
              <a:gdLst>
                <a:gd name="connsiteX0" fmla="*/ 168750 w 337500"/>
                <a:gd name="connsiteY0" fmla="*/ 337500 h 337500"/>
                <a:gd name="connsiteX1" fmla="*/ 337500 w 337500"/>
                <a:gd name="connsiteY1" fmla="*/ 168750 h 337500"/>
                <a:gd name="connsiteX2" fmla="*/ 168750 w 337500"/>
                <a:gd name="connsiteY2" fmla="*/ 0 h 337500"/>
                <a:gd name="connsiteX3" fmla="*/ 0 w 337500"/>
                <a:gd name="connsiteY3" fmla="*/ 168750 h 337500"/>
                <a:gd name="connsiteX4" fmla="*/ 168750 w 337500"/>
                <a:gd name="connsiteY4" fmla="*/ 337500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0" h="337500">
                  <a:moveTo>
                    <a:pt x="168750" y="337500"/>
                  </a:moveTo>
                  <a:cubicBezTo>
                    <a:pt x="261947" y="337500"/>
                    <a:pt x="337500" y="261947"/>
                    <a:pt x="337500" y="168750"/>
                  </a:cubicBezTo>
                  <a:cubicBezTo>
                    <a:pt x="337500" y="75552"/>
                    <a:pt x="261947" y="0"/>
                    <a:pt x="168750" y="0"/>
                  </a:cubicBezTo>
                  <a:cubicBezTo>
                    <a:pt x="75552" y="0"/>
                    <a:pt x="0" y="75552"/>
                    <a:pt x="0" y="168750"/>
                  </a:cubicBezTo>
                  <a:cubicBezTo>
                    <a:pt x="0" y="261947"/>
                    <a:pt x="75552" y="337500"/>
                    <a:pt x="168750" y="337500"/>
                  </a:cubicBezTo>
                  <a:close/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ABBD72-38CD-DB4D-9D09-AEEA576A265F}"/>
                </a:ext>
              </a:extLst>
            </p:cNvPr>
            <p:cNvSpPr/>
            <p:nvPr/>
          </p:nvSpPr>
          <p:spPr>
            <a:xfrm>
              <a:off x="5426394" y="4948808"/>
              <a:ext cx="135000" cy="135000"/>
            </a:xfrm>
            <a:custGeom>
              <a:avLst/>
              <a:gdLst>
                <a:gd name="connsiteX0" fmla="*/ 67500 w 135000"/>
                <a:gd name="connsiteY0" fmla="*/ 135000 h 135000"/>
                <a:gd name="connsiteX1" fmla="*/ 135000 w 135000"/>
                <a:gd name="connsiteY1" fmla="*/ 67500 h 135000"/>
                <a:gd name="connsiteX2" fmla="*/ 67500 w 135000"/>
                <a:gd name="connsiteY2" fmla="*/ 0 h 135000"/>
                <a:gd name="connsiteX3" fmla="*/ 0 w 135000"/>
                <a:gd name="connsiteY3" fmla="*/ 67500 h 135000"/>
                <a:gd name="connsiteX4" fmla="*/ 67500 w 135000"/>
                <a:gd name="connsiteY4" fmla="*/ 135000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000" h="135000">
                  <a:moveTo>
                    <a:pt x="67500" y="135000"/>
                  </a:moveTo>
                  <a:cubicBezTo>
                    <a:pt x="104780" y="135000"/>
                    <a:pt x="135000" y="104780"/>
                    <a:pt x="135000" y="67500"/>
                  </a:cubicBezTo>
                  <a:cubicBezTo>
                    <a:pt x="135000" y="30220"/>
                    <a:pt x="104780" y="0"/>
                    <a:pt x="67500" y="0"/>
                  </a:cubicBezTo>
                  <a:cubicBezTo>
                    <a:pt x="30220" y="0"/>
                    <a:pt x="0" y="30220"/>
                    <a:pt x="0" y="67500"/>
                  </a:cubicBezTo>
                  <a:cubicBezTo>
                    <a:pt x="0" y="104780"/>
                    <a:pt x="30220" y="135000"/>
                    <a:pt x="67500" y="135000"/>
                  </a:cubicBezTo>
                  <a:close/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6198AF4-D195-2543-95AB-6C6642C3260D}"/>
                </a:ext>
              </a:extLst>
            </p:cNvPr>
            <p:cNvSpPr/>
            <p:nvPr/>
          </p:nvSpPr>
          <p:spPr>
            <a:xfrm>
              <a:off x="5493894" y="4791308"/>
              <a:ext cx="22500" cy="45000"/>
            </a:xfrm>
            <a:custGeom>
              <a:avLst/>
              <a:gdLst>
                <a:gd name="connsiteX0" fmla="*/ 0 w 22500"/>
                <a:gd name="connsiteY0" fmla="*/ 45000 h 45000"/>
                <a:gd name="connsiteX1" fmla="*/ 0 w 22500"/>
                <a:gd name="connsiteY1" fmla="*/ 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45000">
                  <a:moveTo>
                    <a:pt x="0" y="450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3C2F95-020A-9D66-056A-0DDEEF1FFE97}"/>
                </a:ext>
              </a:extLst>
            </p:cNvPr>
            <p:cNvSpPr/>
            <p:nvPr/>
          </p:nvSpPr>
          <p:spPr>
            <a:xfrm>
              <a:off x="5268894" y="5016308"/>
              <a:ext cx="45000" cy="22500"/>
            </a:xfrm>
            <a:custGeom>
              <a:avLst/>
              <a:gdLst>
                <a:gd name="connsiteX0" fmla="*/ 45000 w 45000"/>
                <a:gd name="connsiteY0" fmla="*/ 0 h 22500"/>
                <a:gd name="connsiteX1" fmla="*/ 0 w 45000"/>
                <a:gd name="connsiteY1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2500">
                  <a:moveTo>
                    <a:pt x="45000" y="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1934A44-9B46-1F0B-BA8C-99E967AFF2FF}"/>
                </a:ext>
              </a:extLst>
            </p:cNvPr>
            <p:cNvSpPr/>
            <p:nvPr/>
          </p:nvSpPr>
          <p:spPr>
            <a:xfrm>
              <a:off x="5493894" y="5196308"/>
              <a:ext cx="22500" cy="45000"/>
            </a:xfrm>
            <a:custGeom>
              <a:avLst/>
              <a:gdLst>
                <a:gd name="connsiteX0" fmla="*/ 0 w 22500"/>
                <a:gd name="connsiteY0" fmla="*/ 0 h 45000"/>
                <a:gd name="connsiteX1" fmla="*/ 0 w 22500"/>
                <a:gd name="connsiteY1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45000">
                  <a:moveTo>
                    <a:pt x="0" y="0"/>
                  </a:moveTo>
                  <a:lnTo>
                    <a:pt x="0" y="45000"/>
                  </a:lnTo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C6C464-DDA0-E0D4-A121-85857F43F235}"/>
                </a:ext>
              </a:extLst>
            </p:cNvPr>
            <p:cNvSpPr/>
            <p:nvPr/>
          </p:nvSpPr>
          <p:spPr>
            <a:xfrm>
              <a:off x="5673894" y="5016308"/>
              <a:ext cx="45000" cy="22500"/>
            </a:xfrm>
            <a:custGeom>
              <a:avLst/>
              <a:gdLst>
                <a:gd name="connsiteX0" fmla="*/ 0 w 45000"/>
                <a:gd name="connsiteY0" fmla="*/ 0 h 22500"/>
                <a:gd name="connsiteX1" fmla="*/ 45000 w 45000"/>
                <a:gd name="connsiteY1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2500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40362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21FF-C682-9C87-6E88-2F1484044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>
                <a:solidFill>
                  <a:schemeClr val="tx2"/>
                </a:solidFill>
                <a:latin typeface="Arial Nova (Headings)"/>
                <a:ea typeface="Open Sans"/>
                <a:cs typeface="Open Sans"/>
                <a:sym typeface="Open Sans"/>
              </a:rPr>
              <a:t>Гол зорилтууд</a:t>
            </a:r>
            <a:endParaRPr lang="en-ID" dirty="0">
              <a:solidFill>
                <a:schemeClr val="tx2"/>
              </a:solidFill>
              <a:latin typeface="Arial Nova (Headings)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B36D9-4CC5-3F51-077C-486543FDF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 b="1" dirty="0">
                <a:solidFill>
                  <a:schemeClr val="tx2"/>
                </a:solidFill>
                <a:latin typeface="+mj-lt"/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  <a:latin typeface="+mj-lt"/>
              </a:rPr>
              <a:t>загвар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7FDE8-EF25-F252-7167-88C9489B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b="1" smtClean="0"/>
              <a:t>3</a:t>
            </a:fld>
            <a:endParaRPr lang="en-ID" b="1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85E668C-672F-35D0-5BE5-46CD346CAB8B}"/>
              </a:ext>
            </a:extLst>
          </p:cNvPr>
          <p:cNvGrpSpPr/>
          <p:nvPr/>
        </p:nvGrpSpPr>
        <p:grpSpPr>
          <a:xfrm>
            <a:off x="8191500" y="2004608"/>
            <a:ext cx="4276725" cy="3463791"/>
            <a:chOff x="7677150" y="2049596"/>
            <a:chExt cx="4276725" cy="346379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FFBFE5E-F725-7DC6-E549-2D3EC9DABE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80362" y="2049596"/>
              <a:ext cx="3973513" cy="346379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484A8CD-D8DB-C12D-19C2-8187FACD21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7677150" y="2962274"/>
              <a:ext cx="1817687" cy="753675"/>
            </a:xfrm>
            <a:prstGeom prst="rect">
              <a:avLst/>
            </a:prstGeom>
          </p:spPr>
        </p:pic>
      </p:grpSp>
      <p:sp>
        <p:nvSpPr>
          <p:cNvPr id="11" name="Google Shape;122;p5">
            <a:extLst>
              <a:ext uri="{FF2B5EF4-FFF2-40B4-BE49-F238E27FC236}">
                <a16:creationId xmlns:a16="http://schemas.microsoft.com/office/drawing/2014/main" id="{75C768A5-777D-29C8-5CF9-5ADAD6C63FC2}"/>
              </a:ext>
            </a:extLst>
          </p:cNvPr>
          <p:cNvSpPr txBox="1"/>
          <p:nvPr/>
        </p:nvSpPr>
        <p:spPr>
          <a:xfrm>
            <a:off x="514387" y="2540239"/>
            <a:ext cx="205925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400"/>
              <a:buFont typeface="Open Sans"/>
              <a:buNone/>
            </a:pPr>
            <a:r>
              <a:rPr lang="mn-MN" sz="1200" b="0" i="0" u="none" strike="noStrike" cap="none" dirty="0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Дараагийн </a:t>
            </a:r>
            <a:r>
              <a:rPr lang="mn-MN" sz="1200" b="0" i="0" u="none" strike="noStrike" cap="none" dirty="0" err="1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алхмуудаа </a:t>
            </a:r>
            <a:r>
              <a:rPr lang="mn-MN" sz="1200" b="0" i="0" u="none" strike="noStrike" cap="none" dirty="0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тодорхой </a:t>
            </a:r>
            <a:r>
              <a:rPr lang="mn-MN" sz="1200" b="0" i="0" u="none" strike="noStrike" cap="none" dirty="0" err="1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төлөвлөнө. </a:t>
            </a:r>
            <a:r>
              <a:rPr lang="mn-MN" sz="1200" b="0" i="0" u="none" strike="noStrike" cap="none" dirty="0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Өсөлтийг </a:t>
            </a:r>
            <a:r>
              <a:rPr lang="mn-MN" sz="1200" b="0" i="0" u="none" strike="noStrike" cap="none" dirty="0" err="1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тогтмол</a:t>
            </a:r>
            <a:r>
              <a:rPr lang="mn-MN" sz="1200" b="0" i="0" u="none" strike="noStrike" cap="none" dirty="0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 хэмжиж, </a:t>
            </a:r>
            <a:r>
              <a:rPr lang="mn-MN" sz="1200" b="0" i="0" u="none" strike="noStrike" cap="none" dirty="0" err="1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сайжруулна. </a:t>
            </a:r>
            <a:endParaRPr sz="1200" b="0" i="0" u="none" strike="noStrike" cap="none" dirty="0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3;p5">
            <a:extLst>
              <a:ext uri="{FF2B5EF4-FFF2-40B4-BE49-F238E27FC236}">
                <a16:creationId xmlns:a16="http://schemas.microsoft.com/office/drawing/2014/main" id="{32E31C18-E541-9124-75C5-2C88935FEA4A}"/>
              </a:ext>
            </a:extLst>
          </p:cNvPr>
          <p:cNvSpPr txBox="1"/>
          <p:nvPr/>
        </p:nvSpPr>
        <p:spPr>
          <a:xfrm>
            <a:off x="3004158" y="2540239"/>
            <a:ext cx="205925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400"/>
              <a:buFont typeface="Open Sans"/>
              <a:buNone/>
            </a:pPr>
            <a:r>
              <a:rPr lang="mn-MN" sz="12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Энэ </a:t>
            </a:r>
            <a:r>
              <a:rPr lang="mn-MN" sz="12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хэсэгт өөрийн текстээ оруулна уу. Гол үзүүлэлтүүдээ товч дурдана. 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24;p5">
            <a:extLst>
              <a:ext uri="{FF2B5EF4-FFF2-40B4-BE49-F238E27FC236}">
                <a16:creationId xmlns:a16="http://schemas.microsoft.com/office/drawing/2014/main" id="{90FB16F3-75F9-F5D3-1BFB-CA6221F559C7}"/>
              </a:ext>
            </a:extLst>
          </p:cNvPr>
          <p:cNvSpPr txBox="1"/>
          <p:nvPr/>
        </p:nvSpPr>
        <p:spPr>
          <a:xfrm>
            <a:off x="5493930" y="2540239"/>
            <a:ext cx="205925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400"/>
              <a:buFont typeface="Open Sans"/>
              <a:buNone/>
            </a:pPr>
            <a:r>
              <a:rPr lang="mn-MN" sz="12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Хэрэглэгчийн </a:t>
            </a:r>
            <a:r>
              <a:rPr lang="mn-MN" sz="12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хэрэгцээг нарийн судална. Чанар, хурд, найдвартай байдлыг эрхэмлэнэ. 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1FADD0-1D5F-5BA9-D5D0-48DD66841442}"/>
              </a:ext>
            </a:extLst>
          </p:cNvPr>
          <p:cNvSpPr/>
          <p:nvPr/>
        </p:nvSpPr>
        <p:spPr>
          <a:xfrm>
            <a:off x="514387" y="1773238"/>
            <a:ext cx="546762" cy="546762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/>
              <a:t>01</a:t>
            </a:r>
            <a:endParaRPr lang="en-ID" sz="1400" b="1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08F7F-D825-FCF6-FFAC-298899CCE673}"/>
              </a:ext>
            </a:extLst>
          </p:cNvPr>
          <p:cNvSpPr/>
          <p:nvPr/>
        </p:nvSpPr>
        <p:spPr>
          <a:xfrm>
            <a:off x="3004158" y="1773238"/>
            <a:ext cx="546762" cy="546762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/>
              <a:t>02</a:t>
            </a:r>
            <a:endParaRPr lang="en-ID" sz="1400" b="1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5BAE713-A8AD-EFB9-5521-54C41E96A955}"/>
              </a:ext>
            </a:extLst>
          </p:cNvPr>
          <p:cNvSpPr/>
          <p:nvPr/>
        </p:nvSpPr>
        <p:spPr>
          <a:xfrm>
            <a:off x="5493930" y="1773238"/>
            <a:ext cx="546762" cy="546762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/>
              <a:t>03</a:t>
            </a:r>
            <a:endParaRPr lang="en-ID" sz="1400" b="1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E7EC26F-0DBF-EC8A-48B6-8BFEF2989937}"/>
              </a:ext>
            </a:extLst>
          </p:cNvPr>
          <p:cNvSpPr/>
          <p:nvPr/>
        </p:nvSpPr>
        <p:spPr>
          <a:xfrm>
            <a:off x="479425" y="3706694"/>
            <a:ext cx="2059259" cy="1723961"/>
          </a:xfrm>
          <a:prstGeom prst="roundRect">
            <a:avLst>
              <a:gd name="adj" fmla="val 10195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Google Shape;122;p5">
            <a:extLst>
              <a:ext uri="{FF2B5EF4-FFF2-40B4-BE49-F238E27FC236}">
                <a16:creationId xmlns:a16="http://schemas.microsoft.com/office/drawing/2014/main" id="{F8BA2641-3C74-69C9-67E5-AFB9E0A414CA}"/>
              </a:ext>
            </a:extLst>
          </p:cNvPr>
          <p:cNvSpPr txBox="1"/>
          <p:nvPr/>
        </p:nvSpPr>
        <p:spPr>
          <a:xfrm>
            <a:off x="663529" y="4337407"/>
            <a:ext cx="169105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400"/>
              <a:buFont typeface="Open Sans"/>
              <a:buNone/>
            </a:pPr>
            <a:r>
              <a:rPr lang="mn-MN" sz="12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Шинэ </a:t>
            </a:r>
            <a:r>
              <a:rPr lang="mn-MN" sz="12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боломжийг цаг алдалгүй ашиглана.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E866F46-013D-4438-77F3-5F00933FBB7A}"/>
              </a:ext>
            </a:extLst>
          </p:cNvPr>
          <p:cNvSpPr/>
          <p:nvPr/>
        </p:nvSpPr>
        <p:spPr>
          <a:xfrm>
            <a:off x="2986678" y="3706694"/>
            <a:ext cx="2059259" cy="1723961"/>
          </a:xfrm>
          <a:prstGeom prst="roundRect">
            <a:avLst>
              <a:gd name="adj" fmla="val 10195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9F6EC9F-DC76-089F-5636-6627950CF0A2}"/>
              </a:ext>
            </a:extLst>
          </p:cNvPr>
          <p:cNvSpPr/>
          <p:nvPr/>
        </p:nvSpPr>
        <p:spPr>
          <a:xfrm>
            <a:off x="5493930" y="3706694"/>
            <a:ext cx="2059259" cy="1723961"/>
          </a:xfrm>
          <a:prstGeom prst="roundRect">
            <a:avLst>
              <a:gd name="adj" fmla="val 10195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Google Shape;122;p5">
            <a:extLst>
              <a:ext uri="{FF2B5EF4-FFF2-40B4-BE49-F238E27FC236}">
                <a16:creationId xmlns:a16="http://schemas.microsoft.com/office/drawing/2014/main" id="{26CE7F30-D4BD-C8EA-7BAB-4DB59D729A7B}"/>
              </a:ext>
            </a:extLst>
          </p:cNvPr>
          <p:cNvSpPr txBox="1"/>
          <p:nvPr/>
        </p:nvSpPr>
        <p:spPr>
          <a:xfrm>
            <a:off x="3170782" y="4337407"/>
            <a:ext cx="169105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400"/>
              <a:buFont typeface="Open Sans"/>
              <a:buNone/>
            </a:pPr>
            <a:r>
              <a:rPr lang="mn-MN" sz="12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Үр дүнд </a:t>
            </a:r>
            <a:r>
              <a:rPr lang="mn-MN" sz="12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суурилсан шийдлийг санал болгоно.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22;p5">
            <a:extLst>
              <a:ext uri="{FF2B5EF4-FFF2-40B4-BE49-F238E27FC236}">
                <a16:creationId xmlns:a16="http://schemas.microsoft.com/office/drawing/2014/main" id="{A2A46675-0622-F95D-B108-230876F77389}"/>
              </a:ext>
            </a:extLst>
          </p:cNvPr>
          <p:cNvSpPr txBox="1"/>
          <p:nvPr/>
        </p:nvSpPr>
        <p:spPr>
          <a:xfrm>
            <a:off x="5678034" y="4337407"/>
            <a:ext cx="169105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400"/>
              <a:buFont typeface="Open Sans"/>
              <a:buNone/>
            </a:pPr>
            <a:r>
              <a:rPr lang="mn-MN" sz="12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Харилцагчидтайгаа </a:t>
            </a:r>
            <a:r>
              <a:rPr lang="mn-MN" sz="12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урт хугацааны түншлэл тогтооно.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D151F5-5D70-6DD1-BA9B-43206EE2AB28}"/>
              </a:ext>
            </a:extLst>
          </p:cNvPr>
          <p:cNvGrpSpPr>
            <a:grpSpLocks noChangeAspect="1"/>
          </p:cNvGrpSpPr>
          <p:nvPr/>
        </p:nvGrpSpPr>
        <p:grpSpPr>
          <a:xfrm>
            <a:off x="663529" y="3900760"/>
            <a:ext cx="288972" cy="269759"/>
            <a:chOff x="4226016" y="1296985"/>
            <a:chExt cx="477000" cy="445280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AB9C2A8-BC70-9ED9-A66C-DDC0E0687F78}"/>
                </a:ext>
              </a:extLst>
            </p:cNvPr>
            <p:cNvSpPr/>
            <p:nvPr/>
          </p:nvSpPr>
          <p:spPr>
            <a:xfrm>
              <a:off x="4226016" y="1296985"/>
              <a:ext cx="477000" cy="445280"/>
            </a:xfrm>
            <a:custGeom>
              <a:avLst/>
              <a:gdLst>
                <a:gd name="connsiteX0" fmla="*/ 477000 w 477000"/>
                <a:gd name="connsiteY0" fmla="*/ 335750 h 445280"/>
                <a:gd name="connsiteX1" fmla="*/ 477000 w 477000"/>
                <a:gd name="connsiteY1" fmla="*/ 47881 h 445280"/>
                <a:gd name="connsiteX2" fmla="*/ 425246 w 477000"/>
                <a:gd name="connsiteY2" fmla="*/ 420 h 445280"/>
                <a:gd name="connsiteX3" fmla="*/ 423815 w 477000"/>
                <a:gd name="connsiteY3" fmla="*/ 420 h 445280"/>
                <a:gd name="connsiteX4" fmla="*/ 255195 w 477000"/>
                <a:gd name="connsiteY4" fmla="*/ 56944 h 445280"/>
                <a:gd name="connsiteX5" fmla="*/ 251141 w 477000"/>
                <a:gd name="connsiteY5" fmla="*/ 59568 h 445280"/>
                <a:gd name="connsiteX6" fmla="*/ 225860 w 477000"/>
                <a:gd name="connsiteY6" fmla="*/ 59568 h 445280"/>
                <a:gd name="connsiteX7" fmla="*/ 219897 w 477000"/>
                <a:gd name="connsiteY7" fmla="*/ 55990 h 445280"/>
                <a:gd name="connsiteX8" fmla="*/ 51516 w 477000"/>
                <a:gd name="connsiteY8" fmla="*/ 181 h 445280"/>
                <a:gd name="connsiteX9" fmla="*/ 0 w 477000"/>
                <a:gd name="connsiteY9" fmla="*/ 47643 h 445280"/>
                <a:gd name="connsiteX10" fmla="*/ 0 w 477000"/>
                <a:gd name="connsiteY10" fmla="*/ 335750 h 445280"/>
                <a:gd name="connsiteX11" fmla="*/ 41499 w 477000"/>
                <a:gd name="connsiteY11" fmla="*/ 382973 h 445280"/>
                <a:gd name="connsiteX12" fmla="*/ 48416 w 477000"/>
                <a:gd name="connsiteY12" fmla="*/ 383927 h 445280"/>
                <a:gd name="connsiteX13" fmla="*/ 225860 w 477000"/>
                <a:gd name="connsiteY13" fmla="*/ 442121 h 445280"/>
                <a:gd name="connsiteX14" fmla="*/ 226814 w 477000"/>
                <a:gd name="connsiteY14" fmla="*/ 442598 h 445280"/>
                <a:gd name="connsiteX15" fmla="*/ 249710 w 477000"/>
                <a:gd name="connsiteY15" fmla="*/ 442598 h 445280"/>
                <a:gd name="connsiteX16" fmla="*/ 427631 w 477000"/>
                <a:gd name="connsiteY16" fmla="*/ 383927 h 445280"/>
                <a:gd name="connsiteX17" fmla="*/ 435501 w 477000"/>
                <a:gd name="connsiteY17" fmla="*/ 382973 h 445280"/>
                <a:gd name="connsiteX18" fmla="*/ 477000 w 477000"/>
                <a:gd name="connsiteY18" fmla="*/ 335750 h 445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000" h="445280">
                  <a:moveTo>
                    <a:pt x="477000" y="335750"/>
                  </a:moveTo>
                  <a:lnTo>
                    <a:pt x="477000" y="47881"/>
                  </a:lnTo>
                  <a:cubicBezTo>
                    <a:pt x="477000" y="19261"/>
                    <a:pt x="453627" y="-1965"/>
                    <a:pt x="425246" y="420"/>
                  </a:cubicBezTo>
                  <a:lnTo>
                    <a:pt x="423815" y="420"/>
                  </a:lnTo>
                  <a:cubicBezTo>
                    <a:pt x="373730" y="4713"/>
                    <a:pt x="297648" y="30232"/>
                    <a:pt x="255195" y="56944"/>
                  </a:cubicBezTo>
                  <a:lnTo>
                    <a:pt x="251141" y="59568"/>
                  </a:lnTo>
                  <a:cubicBezTo>
                    <a:pt x="244224" y="63861"/>
                    <a:pt x="232776" y="63861"/>
                    <a:pt x="225860" y="59568"/>
                  </a:cubicBezTo>
                  <a:lnTo>
                    <a:pt x="219897" y="55990"/>
                  </a:lnTo>
                  <a:cubicBezTo>
                    <a:pt x="177444" y="29517"/>
                    <a:pt x="101601" y="4236"/>
                    <a:pt x="51516" y="181"/>
                  </a:cubicBezTo>
                  <a:cubicBezTo>
                    <a:pt x="23135" y="-2204"/>
                    <a:pt x="0" y="19261"/>
                    <a:pt x="0" y="47643"/>
                  </a:cubicBezTo>
                  <a:lnTo>
                    <a:pt x="0" y="335750"/>
                  </a:lnTo>
                  <a:cubicBezTo>
                    <a:pt x="0" y="358646"/>
                    <a:pt x="18603" y="380111"/>
                    <a:pt x="41499" y="382973"/>
                  </a:cubicBezTo>
                  <a:lnTo>
                    <a:pt x="48416" y="383927"/>
                  </a:lnTo>
                  <a:cubicBezTo>
                    <a:pt x="100170" y="390843"/>
                    <a:pt x="180068" y="417078"/>
                    <a:pt x="225860" y="442121"/>
                  </a:cubicBezTo>
                  <a:lnTo>
                    <a:pt x="226814" y="442598"/>
                  </a:lnTo>
                  <a:cubicBezTo>
                    <a:pt x="233253" y="446175"/>
                    <a:pt x="243509" y="446175"/>
                    <a:pt x="249710" y="442598"/>
                  </a:cubicBezTo>
                  <a:cubicBezTo>
                    <a:pt x="295502" y="417317"/>
                    <a:pt x="375638" y="390843"/>
                    <a:pt x="427631" y="383927"/>
                  </a:cubicBezTo>
                  <a:lnTo>
                    <a:pt x="435501" y="382973"/>
                  </a:lnTo>
                  <a:cubicBezTo>
                    <a:pt x="458397" y="380111"/>
                    <a:pt x="477000" y="358646"/>
                    <a:pt x="477000" y="335750"/>
                  </a:cubicBezTo>
                  <a:close/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D720F4F-86AF-0257-FE2C-B16644D42B68}"/>
                </a:ext>
              </a:extLst>
            </p:cNvPr>
            <p:cNvSpPr/>
            <p:nvPr/>
          </p:nvSpPr>
          <p:spPr>
            <a:xfrm>
              <a:off x="4464516" y="1364424"/>
              <a:ext cx="23850" cy="357750"/>
            </a:xfrm>
            <a:custGeom>
              <a:avLst/>
              <a:gdLst>
                <a:gd name="connsiteX0" fmla="*/ 0 w 23850"/>
                <a:gd name="connsiteY0" fmla="*/ 0 h 357750"/>
                <a:gd name="connsiteX1" fmla="*/ 0 w 23850"/>
                <a:gd name="connsiteY1" fmla="*/ 357750 h 357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50" h="357750">
                  <a:moveTo>
                    <a:pt x="0" y="0"/>
                  </a:moveTo>
                  <a:lnTo>
                    <a:pt x="0" y="357750"/>
                  </a:lnTo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9155C88-CF28-2D5D-0CAB-253A9B62EF5E}"/>
                </a:ext>
              </a:extLst>
            </p:cNvPr>
            <p:cNvSpPr/>
            <p:nvPr/>
          </p:nvSpPr>
          <p:spPr>
            <a:xfrm>
              <a:off x="4309491" y="1435974"/>
              <a:ext cx="53662" cy="23850"/>
            </a:xfrm>
            <a:custGeom>
              <a:avLst/>
              <a:gdLst>
                <a:gd name="connsiteX0" fmla="*/ 53663 w 53662"/>
                <a:gd name="connsiteY0" fmla="*/ 0 h 23850"/>
                <a:gd name="connsiteX1" fmla="*/ 0 w 53662"/>
                <a:gd name="connsiteY1" fmla="*/ 0 h 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662" h="23850">
                  <a:moveTo>
                    <a:pt x="53663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D93A054-064A-262A-46B7-9231B81BC865}"/>
                </a:ext>
              </a:extLst>
            </p:cNvPr>
            <p:cNvSpPr/>
            <p:nvPr/>
          </p:nvSpPr>
          <p:spPr>
            <a:xfrm>
              <a:off x="4309491" y="1507524"/>
              <a:ext cx="71550" cy="23850"/>
            </a:xfrm>
            <a:custGeom>
              <a:avLst/>
              <a:gdLst>
                <a:gd name="connsiteX0" fmla="*/ 71550 w 71550"/>
                <a:gd name="connsiteY0" fmla="*/ 0 h 23850"/>
                <a:gd name="connsiteX1" fmla="*/ 0 w 71550"/>
                <a:gd name="connsiteY1" fmla="*/ 0 h 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550" h="23850">
                  <a:moveTo>
                    <a:pt x="71550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9FF6D64-E123-3389-1E00-E69DAD6D44CD}"/>
              </a:ext>
            </a:extLst>
          </p:cNvPr>
          <p:cNvGrpSpPr>
            <a:grpSpLocks noChangeAspect="1"/>
          </p:cNvGrpSpPr>
          <p:nvPr/>
        </p:nvGrpSpPr>
        <p:grpSpPr>
          <a:xfrm>
            <a:off x="3170782" y="3900761"/>
            <a:ext cx="269249" cy="269758"/>
            <a:chOff x="6414928" y="3034898"/>
            <a:chExt cx="449211" cy="45005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475C232-EB8C-9F0F-0B0F-6C6B63501DB4}"/>
                </a:ext>
              </a:extLst>
            </p:cNvPr>
            <p:cNvSpPr/>
            <p:nvPr/>
          </p:nvSpPr>
          <p:spPr>
            <a:xfrm>
              <a:off x="6714798" y="3034898"/>
              <a:ext cx="116099" cy="116099"/>
            </a:xfrm>
            <a:custGeom>
              <a:avLst/>
              <a:gdLst>
                <a:gd name="connsiteX0" fmla="*/ 60075 w 116099"/>
                <a:gd name="connsiteY0" fmla="*/ 116100 h 116099"/>
                <a:gd name="connsiteX1" fmla="*/ 55800 w 116099"/>
                <a:gd name="connsiteY1" fmla="*/ 116100 h 116099"/>
                <a:gd name="connsiteX2" fmla="*/ 0 w 116099"/>
                <a:gd name="connsiteY2" fmla="*/ 58050 h 116099"/>
                <a:gd name="connsiteX3" fmla="*/ 58050 w 116099"/>
                <a:gd name="connsiteY3" fmla="*/ 0 h 116099"/>
                <a:gd name="connsiteX4" fmla="*/ 116100 w 116099"/>
                <a:gd name="connsiteY4" fmla="*/ 58050 h 116099"/>
                <a:gd name="connsiteX5" fmla="*/ 60075 w 116099"/>
                <a:gd name="connsiteY5" fmla="*/ 116100 h 116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099" h="116099">
                  <a:moveTo>
                    <a:pt x="60075" y="116100"/>
                  </a:moveTo>
                  <a:cubicBezTo>
                    <a:pt x="58725" y="115875"/>
                    <a:pt x="57150" y="115875"/>
                    <a:pt x="55800" y="116100"/>
                  </a:cubicBezTo>
                  <a:cubicBezTo>
                    <a:pt x="24750" y="114975"/>
                    <a:pt x="0" y="89550"/>
                    <a:pt x="0" y="58050"/>
                  </a:cubicBezTo>
                  <a:cubicBezTo>
                    <a:pt x="0" y="25875"/>
                    <a:pt x="25875" y="0"/>
                    <a:pt x="58050" y="0"/>
                  </a:cubicBezTo>
                  <a:cubicBezTo>
                    <a:pt x="90225" y="0"/>
                    <a:pt x="116100" y="26100"/>
                    <a:pt x="116100" y="58050"/>
                  </a:cubicBezTo>
                  <a:cubicBezTo>
                    <a:pt x="115875" y="89550"/>
                    <a:pt x="91125" y="114975"/>
                    <a:pt x="60075" y="116100"/>
                  </a:cubicBezTo>
                  <a:close/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D4F7350-8C3F-03E5-6635-BB3CC5E4A155}"/>
                </a:ext>
              </a:extLst>
            </p:cNvPr>
            <p:cNvSpPr/>
            <p:nvPr/>
          </p:nvSpPr>
          <p:spPr>
            <a:xfrm>
              <a:off x="6751021" y="3203645"/>
              <a:ext cx="113118" cy="113052"/>
            </a:xfrm>
            <a:custGeom>
              <a:avLst/>
              <a:gdLst>
                <a:gd name="connsiteX0" fmla="*/ 675 w 113118"/>
                <a:gd name="connsiteY0" fmla="*/ 111153 h 113052"/>
                <a:gd name="connsiteX1" fmla="*/ 89325 w 113118"/>
                <a:gd name="connsiteY1" fmla="*/ 94953 h 113052"/>
                <a:gd name="connsiteX2" fmla="*/ 89325 w 113118"/>
                <a:gd name="connsiteY2" fmla="*/ 18003 h 113052"/>
                <a:gd name="connsiteX3" fmla="*/ 0 w 113118"/>
                <a:gd name="connsiteY3" fmla="*/ 2029 h 11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118" h="113052">
                  <a:moveTo>
                    <a:pt x="675" y="111153"/>
                  </a:moveTo>
                  <a:cubicBezTo>
                    <a:pt x="31500" y="116328"/>
                    <a:pt x="65475" y="110928"/>
                    <a:pt x="89325" y="94953"/>
                  </a:cubicBezTo>
                  <a:cubicBezTo>
                    <a:pt x="121050" y="73803"/>
                    <a:pt x="121050" y="39153"/>
                    <a:pt x="89325" y="18003"/>
                  </a:cubicBezTo>
                  <a:cubicBezTo>
                    <a:pt x="65250" y="2029"/>
                    <a:pt x="30825" y="-3371"/>
                    <a:pt x="0" y="2029"/>
                  </a:cubicBezTo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8D2EC6A-7C1E-9156-1664-D072C8D0BC4B}"/>
                </a:ext>
              </a:extLst>
            </p:cNvPr>
            <p:cNvSpPr/>
            <p:nvPr/>
          </p:nvSpPr>
          <p:spPr>
            <a:xfrm>
              <a:off x="6448173" y="3034898"/>
              <a:ext cx="116100" cy="116099"/>
            </a:xfrm>
            <a:custGeom>
              <a:avLst/>
              <a:gdLst>
                <a:gd name="connsiteX0" fmla="*/ 56025 w 116100"/>
                <a:gd name="connsiteY0" fmla="*/ 116100 h 116099"/>
                <a:gd name="connsiteX1" fmla="*/ 60300 w 116100"/>
                <a:gd name="connsiteY1" fmla="*/ 116100 h 116099"/>
                <a:gd name="connsiteX2" fmla="*/ 116100 w 116100"/>
                <a:gd name="connsiteY2" fmla="*/ 58050 h 116099"/>
                <a:gd name="connsiteX3" fmla="*/ 58050 w 116100"/>
                <a:gd name="connsiteY3" fmla="*/ 0 h 116099"/>
                <a:gd name="connsiteX4" fmla="*/ 0 w 116100"/>
                <a:gd name="connsiteY4" fmla="*/ 58050 h 116099"/>
                <a:gd name="connsiteX5" fmla="*/ 56025 w 116100"/>
                <a:gd name="connsiteY5" fmla="*/ 116100 h 116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00" h="116099">
                  <a:moveTo>
                    <a:pt x="56025" y="116100"/>
                  </a:moveTo>
                  <a:cubicBezTo>
                    <a:pt x="57375" y="115875"/>
                    <a:pt x="58950" y="115875"/>
                    <a:pt x="60300" y="116100"/>
                  </a:cubicBezTo>
                  <a:cubicBezTo>
                    <a:pt x="91350" y="114975"/>
                    <a:pt x="116100" y="89550"/>
                    <a:pt x="116100" y="58050"/>
                  </a:cubicBezTo>
                  <a:cubicBezTo>
                    <a:pt x="116100" y="25875"/>
                    <a:pt x="90225" y="0"/>
                    <a:pt x="58050" y="0"/>
                  </a:cubicBezTo>
                  <a:cubicBezTo>
                    <a:pt x="25875" y="0"/>
                    <a:pt x="0" y="26100"/>
                    <a:pt x="0" y="58050"/>
                  </a:cubicBezTo>
                  <a:cubicBezTo>
                    <a:pt x="225" y="89550"/>
                    <a:pt x="24975" y="114975"/>
                    <a:pt x="56025" y="116100"/>
                  </a:cubicBezTo>
                  <a:close/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E8FA29B-CB32-E280-E472-6D5573C824C9}"/>
                </a:ext>
              </a:extLst>
            </p:cNvPr>
            <p:cNvSpPr/>
            <p:nvPr/>
          </p:nvSpPr>
          <p:spPr>
            <a:xfrm>
              <a:off x="6414928" y="3203645"/>
              <a:ext cx="113118" cy="113052"/>
            </a:xfrm>
            <a:custGeom>
              <a:avLst/>
              <a:gdLst>
                <a:gd name="connsiteX0" fmla="*/ 112444 w 113118"/>
                <a:gd name="connsiteY0" fmla="*/ 111153 h 113052"/>
                <a:gd name="connsiteX1" fmla="*/ 23794 w 113118"/>
                <a:gd name="connsiteY1" fmla="*/ 94953 h 113052"/>
                <a:gd name="connsiteX2" fmla="*/ 23794 w 113118"/>
                <a:gd name="connsiteY2" fmla="*/ 18003 h 113052"/>
                <a:gd name="connsiteX3" fmla="*/ 113119 w 113118"/>
                <a:gd name="connsiteY3" fmla="*/ 2029 h 11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118" h="113052">
                  <a:moveTo>
                    <a:pt x="112444" y="111153"/>
                  </a:moveTo>
                  <a:cubicBezTo>
                    <a:pt x="81619" y="116328"/>
                    <a:pt x="47644" y="110928"/>
                    <a:pt x="23794" y="94953"/>
                  </a:cubicBezTo>
                  <a:cubicBezTo>
                    <a:pt x="-7931" y="73803"/>
                    <a:pt x="-7931" y="39153"/>
                    <a:pt x="23794" y="18003"/>
                  </a:cubicBezTo>
                  <a:cubicBezTo>
                    <a:pt x="47869" y="2029"/>
                    <a:pt x="82294" y="-3371"/>
                    <a:pt x="113119" y="2029"/>
                  </a:cubicBezTo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79BF686-F427-70E2-C31F-272FA533FB48}"/>
                </a:ext>
              </a:extLst>
            </p:cNvPr>
            <p:cNvSpPr/>
            <p:nvPr/>
          </p:nvSpPr>
          <p:spPr>
            <a:xfrm>
              <a:off x="6579798" y="3202972"/>
              <a:ext cx="116100" cy="116100"/>
            </a:xfrm>
            <a:custGeom>
              <a:avLst/>
              <a:gdLst>
                <a:gd name="connsiteX0" fmla="*/ 60076 w 116100"/>
                <a:gd name="connsiteY0" fmla="*/ 116101 h 116100"/>
                <a:gd name="connsiteX1" fmla="*/ 55801 w 116100"/>
                <a:gd name="connsiteY1" fmla="*/ 116101 h 116100"/>
                <a:gd name="connsiteX2" fmla="*/ 0 w 116100"/>
                <a:gd name="connsiteY2" fmla="*/ 58051 h 116100"/>
                <a:gd name="connsiteX3" fmla="*/ 58051 w 116100"/>
                <a:gd name="connsiteY3" fmla="*/ 0 h 116100"/>
                <a:gd name="connsiteX4" fmla="*/ 116101 w 116100"/>
                <a:gd name="connsiteY4" fmla="*/ 58051 h 116100"/>
                <a:gd name="connsiteX5" fmla="*/ 60076 w 116100"/>
                <a:gd name="connsiteY5" fmla="*/ 116101 h 11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00" h="116100">
                  <a:moveTo>
                    <a:pt x="60076" y="116101"/>
                  </a:moveTo>
                  <a:cubicBezTo>
                    <a:pt x="58726" y="115876"/>
                    <a:pt x="57151" y="115876"/>
                    <a:pt x="55801" y="116101"/>
                  </a:cubicBezTo>
                  <a:cubicBezTo>
                    <a:pt x="24751" y="114976"/>
                    <a:pt x="0" y="89551"/>
                    <a:pt x="0" y="58051"/>
                  </a:cubicBezTo>
                  <a:cubicBezTo>
                    <a:pt x="0" y="25876"/>
                    <a:pt x="25876" y="0"/>
                    <a:pt x="58051" y="0"/>
                  </a:cubicBezTo>
                  <a:cubicBezTo>
                    <a:pt x="90226" y="0"/>
                    <a:pt x="116101" y="26101"/>
                    <a:pt x="116101" y="58051"/>
                  </a:cubicBezTo>
                  <a:cubicBezTo>
                    <a:pt x="115876" y="89551"/>
                    <a:pt x="91126" y="115201"/>
                    <a:pt x="60076" y="116101"/>
                  </a:cubicBezTo>
                  <a:close/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DA74E22-E233-F981-A7F5-46961DB2EAEB}"/>
                </a:ext>
              </a:extLst>
            </p:cNvPr>
            <p:cNvSpPr/>
            <p:nvPr/>
          </p:nvSpPr>
          <p:spPr>
            <a:xfrm>
              <a:off x="6550604" y="3372060"/>
              <a:ext cx="178538" cy="112893"/>
            </a:xfrm>
            <a:custGeom>
              <a:avLst/>
              <a:gdLst>
                <a:gd name="connsiteX0" fmla="*/ 23794 w 178538"/>
                <a:gd name="connsiteY0" fmla="*/ 17888 h 112893"/>
                <a:gd name="connsiteX1" fmla="*/ 23794 w 178538"/>
                <a:gd name="connsiteY1" fmla="*/ 94838 h 112893"/>
                <a:gd name="connsiteX2" fmla="*/ 154744 w 178538"/>
                <a:gd name="connsiteY2" fmla="*/ 94838 h 112893"/>
                <a:gd name="connsiteX3" fmla="*/ 154744 w 178538"/>
                <a:gd name="connsiteY3" fmla="*/ 17888 h 112893"/>
                <a:gd name="connsiteX4" fmla="*/ 23794 w 178538"/>
                <a:gd name="connsiteY4" fmla="*/ 17888 h 11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538" h="112893">
                  <a:moveTo>
                    <a:pt x="23794" y="17888"/>
                  </a:moveTo>
                  <a:cubicBezTo>
                    <a:pt x="-7931" y="39037"/>
                    <a:pt x="-7931" y="73688"/>
                    <a:pt x="23794" y="94838"/>
                  </a:cubicBezTo>
                  <a:cubicBezTo>
                    <a:pt x="59794" y="118913"/>
                    <a:pt x="118744" y="118913"/>
                    <a:pt x="154744" y="94838"/>
                  </a:cubicBezTo>
                  <a:cubicBezTo>
                    <a:pt x="186469" y="73688"/>
                    <a:pt x="186469" y="39037"/>
                    <a:pt x="154744" y="17888"/>
                  </a:cubicBezTo>
                  <a:cubicBezTo>
                    <a:pt x="118969" y="-5963"/>
                    <a:pt x="59794" y="-5963"/>
                    <a:pt x="23794" y="17888"/>
                  </a:cubicBezTo>
                  <a:close/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DC339D0-959A-EBCC-8B5B-8F1237B68E21}"/>
              </a:ext>
            </a:extLst>
          </p:cNvPr>
          <p:cNvGrpSpPr>
            <a:grpSpLocks noChangeAspect="1"/>
          </p:cNvGrpSpPr>
          <p:nvPr/>
        </p:nvGrpSpPr>
        <p:grpSpPr>
          <a:xfrm>
            <a:off x="5678034" y="3900760"/>
            <a:ext cx="269761" cy="269759"/>
            <a:chOff x="5306837" y="3913103"/>
            <a:chExt cx="449549" cy="449549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467BCB3-D9A6-D92F-3329-DE297769FE87}"/>
                </a:ext>
              </a:extLst>
            </p:cNvPr>
            <p:cNvSpPr/>
            <p:nvPr/>
          </p:nvSpPr>
          <p:spPr>
            <a:xfrm>
              <a:off x="5441837" y="4030101"/>
              <a:ext cx="90000" cy="126001"/>
            </a:xfrm>
            <a:custGeom>
              <a:avLst/>
              <a:gdLst>
                <a:gd name="connsiteX0" fmla="*/ 0 w 90000"/>
                <a:gd name="connsiteY0" fmla="*/ 94501 h 126001"/>
                <a:gd name="connsiteX1" fmla="*/ 29925 w 90000"/>
                <a:gd name="connsiteY1" fmla="*/ 126001 h 126001"/>
                <a:gd name="connsiteX2" fmla="*/ 63675 w 90000"/>
                <a:gd name="connsiteY2" fmla="*/ 126001 h 126001"/>
                <a:gd name="connsiteX3" fmla="*/ 89775 w 90000"/>
                <a:gd name="connsiteY3" fmla="*/ 98551 h 126001"/>
                <a:gd name="connsiteX4" fmla="*/ 72000 w 90000"/>
                <a:gd name="connsiteY4" fmla="*/ 72451 h 126001"/>
                <a:gd name="connsiteX5" fmla="*/ 18000 w 90000"/>
                <a:gd name="connsiteY5" fmla="*/ 53550 h 126001"/>
                <a:gd name="connsiteX6" fmla="*/ 0 w 90000"/>
                <a:gd name="connsiteY6" fmla="*/ 27450 h 126001"/>
                <a:gd name="connsiteX7" fmla="*/ 26100 w 90000"/>
                <a:gd name="connsiteY7" fmla="*/ 0 h 126001"/>
                <a:gd name="connsiteX8" fmla="*/ 59850 w 90000"/>
                <a:gd name="connsiteY8" fmla="*/ 0 h 126001"/>
                <a:gd name="connsiteX9" fmla="*/ 90000 w 90000"/>
                <a:gd name="connsiteY9" fmla="*/ 31500 h 12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000" h="126001">
                  <a:moveTo>
                    <a:pt x="0" y="94501"/>
                  </a:moveTo>
                  <a:cubicBezTo>
                    <a:pt x="0" y="111826"/>
                    <a:pt x="13500" y="126001"/>
                    <a:pt x="29925" y="126001"/>
                  </a:cubicBezTo>
                  <a:lnTo>
                    <a:pt x="63675" y="126001"/>
                  </a:lnTo>
                  <a:cubicBezTo>
                    <a:pt x="78075" y="126001"/>
                    <a:pt x="89775" y="113626"/>
                    <a:pt x="89775" y="98551"/>
                  </a:cubicBezTo>
                  <a:cubicBezTo>
                    <a:pt x="89775" y="82126"/>
                    <a:pt x="82575" y="76276"/>
                    <a:pt x="72000" y="72451"/>
                  </a:cubicBezTo>
                  <a:lnTo>
                    <a:pt x="18000" y="53550"/>
                  </a:lnTo>
                  <a:cubicBezTo>
                    <a:pt x="7200" y="49725"/>
                    <a:pt x="0" y="43875"/>
                    <a:pt x="0" y="27450"/>
                  </a:cubicBezTo>
                  <a:cubicBezTo>
                    <a:pt x="0" y="12375"/>
                    <a:pt x="11700" y="0"/>
                    <a:pt x="26100" y="0"/>
                  </a:cubicBezTo>
                  <a:lnTo>
                    <a:pt x="59850" y="0"/>
                  </a:lnTo>
                  <a:cubicBezTo>
                    <a:pt x="76500" y="225"/>
                    <a:pt x="90000" y="14175"/>
                    <a:pt x="90000" y="31500"/>
                  </a:cubicBezTo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C65404D-A5E8-A655-128F-9E7A12D3CAD0}"/>
                </a:ext>
              </a:extLst>
            </p:cNvPr>
            <p:cNvSpPr/>
            <p:nvPr/>
          </p:nvSpPr>
          <p:spPr>
            <a:xfrm>
              <a:off x="5486837" y="4157230"/>
              <a:ext cx="22500" cy="16650"/>
            </a:xfrm>
            <a:custGeom>
              <a:avLst/>
              <a:gdLst>
                <a:gd name="connsiteX0" fmla="*/ 0 w 22500"/>
                <a:gd name="connsiteY0" fmla="*/ 0 h 16650"/>
                <a:gd name="connsiteX1" fmla="*/ 0 w 22500"/>
                <a:gd name="connsiteY1" fmla="*/ 16650 h 16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16650">
                  <a:moveTo>
                    <a:pt x="0" y="0"/>
                  </a:moveTo>
                  <a:lnTo>
                    <a:pt x="0" y="16650"/>
                  </a:lnTo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1D558E0-3DAA-F848-8833-446D4B873C80}"/>
                </a:ext>
              </a:extLst>
            </p:cNvPr>
            <p:cNvSpPr/>
            <p:nvPr/>
          </p:nvSpPr>
          <p:spPr>
            <a:xfrm>
              <a:off x="5486837" y="4012325"/>
              <a:ext cx="22500" cy="17549"/>
            </a:xfrm>
            <a:custGeom>
              <a:avLst/>
              <a:gdLst>
                <a:gd name="connsiteX0" fmla="*/ 0 w 22500"/>
                <a:gd name="connsiteY0" fmla="*/ 0 h 17549"/>
                <a:gd name="connsiteX1" fmla="*/ 0 w 22500"/>
                <a:gd name="connsiteY1" fmla="*/ 17550 h 1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17549">
                  <a:moveTo>
                    <a:pt x="0" y="0"/>
                  </a:moveTo>
                  <a:lnTo>
                    <a:pt x="0" y="17550"/>
                  </a:lnTo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0AAD6B7-A501-441F-1FB7-59EED8F1FF02}"/>
                </a:ext>
              </a:extLst>
            </p:cNvPr>
            <p:cNvSpPr/>
            <p:nvPr/>
          </p:nvSpPr>
          <p:spPr>
            <a:xfrm>
              <a:off x="5306837" y="3913103"/>
              <a:ext cx="359549" cy="359549"/>
            </a:xfrm>
            <a:custGeom>
              <a:avLst/>
              <a:gdLst>
                <a:gd name="connsiteX0" fmla="*/ 179775 w 359549"/>
                <a:gd name="connsiteY0" fmla="*/ 359550 h 359549"/>
                <a:gd name="connsiteX1" fmla="*/ 359550 w 359549"/>
                <a:gd name="connsiteY1" fmla="*/ 179775 h 359549"/>
                <a:gd name="connsiteX2" fmla="*/ 179775 w 359549"/>
                <a:gd name="connsiteY2" fmla="*/ 0 h 359549"/>
                <a:gd name="connsiteX3" fmla="*/ 0 w 359549"/>
                <a:gd name="connsiteY3" fmla="*/ 179775 h 359549"/>
                <a:gd name="connsiteX4" fmla="*/ 179775 w 359549"/>
                <a:gd name="connsiteY4" fmla="*/ 359550 h 35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549" h="359549">
                  <a:moveTo>
                    <a:pt x="179775" y="359550"/>
                  </a:moveTo>
                  <a:cubicBezTo>
                    <a:pt x="279063" y="359550"/>
                    <a:pt x="359550" y="279063"/>
                    <a:pt x="359550" y="179775"/>
                  </a:cubicBezTo>
                  <a:cubicBezTo>
                    <a:pt x="359550" y="80488"/>
                    <a:pt x="279063" y="0"/>
                    <a:pt x="179775" y="0"/>
                  </a:cubicBezTo>
                  <a:cubicBezTo>
                    <a:pt x="80488" y="0"/>
                    <a:pt x="0" y="80488"/>
                    <a:pt x="0" y="179775"/>
                  </a:cubicBezTo>
                  <a:cubicBezTo>
                    <a:pt x="0" y="279063"/>
                    <a:pt x="80488" y="359550"/>
                    <a:pt x="179775" y="359550"/>
                  </a:cubicBezTo>
                  <a:close/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574528C-AA0B-D43C-45F8-F9590BAEFF89}"/>
                </a:ext>
              </a:extLst>
            </p:cNvPr>
            <p:cNvSpPr/>
            <p:nvPr/>
          </p:nvSpPr>
          <p:spPr>
            <a:xfrm>
              <a:off x="5553886" y="4160603"/>
              <a:ext cx="202500" cy="202049"/>
            </a:xfrm>
            <a:custGeom>
              <a:avLst/>
              <a:gdLst>
                <a:gd name="connsiteX0" fmla="*/ 0 w 202500"/>
                <a:gd name="connsiteY0" fmla="*/ 154800 h 202049"/>
                <a:gd name="connsiteX1" fmla="*/ 91125 w 202500"/>
                <a:gd name="connsiteY1" fmla="*/ 202050 h 202049"/>
                <a:gd name="connsiteX2" fmla="*/ 202500 w 202500"/>
                <a:gd name="connsiteY2" fmla="*/ 90675 h 202049"/>
                <a:gd name="connsiteX3" fmla="*/ 155925 w 202500"/>
                <a:gd name="connsiteY3" fmla="*/ 0 h 202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500" h="202049">
                  <a:moveTo>
                    <a:pt x="0" y="154800"/>
                  </a:moveTo>
                  <a:cubicBezTo>
                    <a:pt x="20250" y="183375"/>
                    <a:pt x="53325" y="202050"/>
                    <a:pt x="91125" y="202050"/>
                  </a:cubicBezTo>
                  <a:cubicBezTo>
                    <a:pt x="152550" y="202050"/>
                    <a:pt x="202500" y="152100"/>
                    <a:pt x="202500" y="90675"/>
                  </a:cubicBezTo>
                  <a:cubicBezTo>
                    <a:pt x="202500" y="53325"/>
                    <a:pt x="184050" y="20250"/>
                    <a:pt x="155925" y="0"/>
                  </a:cubicBezTo>
                </a:path>
              </a:pathLst>
            </a:custGeom>
            <a:noFill/>
            <a:ln w="25400" cap="rnd">
              <a:solidFill>
                <a:srgbClr val="292D3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5B0E2CA4-5ABF-5D74-9DC8-42326BA64489}"/>
              </a:ext>
            </a:extLst>
          </p:cNvPr>
          <p:cNvSpPr/>
          <p:nvPr/>
        </p:nvSpPr>
        <p:spPr>
          <a:xfrm>
            <a:off x="663530" y="5382555"/>
            <a:ext cx="451098" cy="48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13582E5B-5C11-66DF-3A9E-EBCB56B5B7B1}"/>
              </a:ext>
            </a:extLst>
          </p:cNvPr>
          <p:cNvSpPr/>
          <p:nvPr/>
        </p:nvSpPr>
        <p:spPr>
          <a:xfrm>
            <a:off x="3170783" y="5382555"/>
            <a:ext cx="451098" cy="48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00F871F9-D6C4-E458-9CA6-C8577D99F65C}"/>
              </a:ext>
            </a:extLst>
          </p:cNvPr>
          <p:cNvSpPr/>
          <p:nvPr/>
        </p:nvSpPr>
        <p:spPr>
          <a:xfrm>
            <a:off x="5678035" y="5382555"/>
            <a:ext cx="451098" cy="48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2518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D7C4D-FAA1-6F43-C437-5FC4294D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17DF-39DD-110E-5B04-B8B184795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03263"/>
            <a:ext cx="11233150" cy="649288"/>
          </a:xfrm>
        </p:spPr>
        <p:txBody>
          <a:bodyPr/>
          <a:lstStyle/>
          <a:p>
            <a:r>
              <a:rPr lang="mn-MN">
                <a:solidFill>
                  <a:schemeClr val="tx2"/>
                </a:solidFill>
                <a:ea typeface="Open Sans"/>
                <a:cs typeface="Open Sans"/>
                <a:sym typeface="Open Sans"/>
              </a:rPr>
              <a:t>Гол зорилтууд</a:t>
            </a:r>
            <a:endParaRPr lang="en-ID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B9BF9-0219-6BFF-723B-C8FC8A10B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 b="1" dirty="0">
                <a:solidFill>
                  <a:schemeClr val="tx2"/>
                </a:solidFill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</a:rPr>
              <a:t>загвар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24D31-6D1B-2891-4D6F-5B3B6CB4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b="1" smtClean="0"/>
              <a:t>4</a:t>
            </a:fld>
            <a:endParaRPr lang="en-ID" b="1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F6786AB-0ACC-D995-3BAC-95CAC06C21C2}"/>
              </a:ext>
            </a:extLst>
          </p:cNvPr>
          <p:cNvGrpSpPr/>
          <p:nvPr/>
        </p:nvGrpSpPr>
        <p:grpSpPr>
          <a:xfrm>
            <a:off x="9734101" y="1773238"/>
            <a:ext cx="3042763" cy="2269665"/>
            <a:chOff x="9497694" y="1773238"/>
            <a:chExt cx="3042763" cy="2269665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8345DA5-5240-BF31-B82D-17EF537E2C2A}"/>
                </a:ext>
              </a:extLst>
            </p:cNvPr>
            <p:cNvSpPr/>
            <p:nvPr/>
          </p:nvSpPr>
          <p:spPr>
            <a:xfrm>
              <a:off x="10438607" y="3919459"/>
              <a:ext cx="2101850" cy="12344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tx2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18" name="Graphic 3">
              <a:extLst>
                <a:ext uri="{FF2B5EF4-FFF2-40B4-BE49-F238E27FC236}">
                  <a16:creationId xmlns:a16="http://schemas.microsoft.com/office/drawing/2014/main" id="{DE8965E5-A232-EE77-B9A9-26FDF16662A1}"/>
                </a:ext>
              </a:extLst>
            </p:cNvPr>
            <p:cNvGrpSpPr/>
            <p:nvPr/>
          </p:nvGrpSpPr>
          <p:grpSpPr>
            <a:xfrm flipH="1">
              <a:off x="9497694" y="1773238"/>
              <a:ext cx="2313622" cy="2233803"/>
              <a:chOff x="2981325" y="2309812"/>
              <a:chExt cx="2313622" cy="2233803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5ED9A75-D56B-D231-11DD-AE00E6248D12}"/>
                  </a:ext>
                </a:extLst>
              </p:cNvPr>
              <p:cNvSpPr/>
              <p:nvPr/>
            </p:nvSpPr>
            <p:spPr>
              <a:xfrm>
                <a:off x="2981325" y="2309812"/>
                <a:ext cx="2233803" cy="2233803"/>
              </a:xfrm>
              <a:custGeom>
                <a:avLst/>
                <a:gdLst>
                  <a:gd name="csX0" fmla="*/ 2233803 w 2233803"/>
                  <a:gd name="csY0" fmla="*/ 1116902 h 2233803"/>
                  <a:gd name="csX1" fmla="*/ 1116902 w 2233803"/>
                  <a:gd name="csY1" fmla="*/ 2233803 h 2233803"/>
                  <a:gd name="csX2" fmla="*/ 0 w 2233803"/>
                  <a:gd name="csY2" fmla="*/ 1116902 h 2233803"/>
                  <a:gd name="csX3" fmla="*/ 1116902 w 2233803"/>
                  <a:gd name="csY3" fmla="*/ 0 h 2233803"/>
                  <a:gd name="csX4" fmla="*/ 2233803 w 2233803"/>
                  <a:gd name="csY4" fmla="*/ 1116902 h 22338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233803" h="2233803">
                    <a:moveTo>
                      <a:pt x="2233803" y="1116902"/>
                    </a:moveTo>
                    <a:cubicBezTo>
                      <a:pt x="2233803" y="1733749"/>
                      <a:pt x="1733749" y="2233803"/>
                      <a:pt x="1116902" y="2233803"/>
                    </a:cubicBezTo>
                    <a:cubicBezTo>
                      <a:pt x="500054" y="2233803"/>
                      <a:pt x="0" y="1733749"/>
                      <a:pt x="0" y="1116902"/>
                    </a:cubicBezTo>
                    <a:cubicBezTo>
                      <a:pt x="0" y="500054"/>
                      <a:pt x="500054" y="0"/>
                      <a:pt x="1116902" y="0"/>
                    </a:cubicBezTo>
                    <a:cubicBezTo>
                      <a:pt x="1733749" y="0"/>
                      <a:pt x="2233803" y="500054"/>
                      <a:pt x="2233803" y="1116902"/>
                    </a:cubicBezTo>
                    <a:close/>
                  </a:path>
                </a:pathLst>
              </a:custGeom>
              <a:solidFill>
                <a:srgbClr val="406FCA"/>
              </a:solidFill>
              <a:ln w="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5B6D2F8-BDDC-2674-2ADD-65AB83246665}"/>
                  </a:ext>
                </a:extLst>
              </p:cNvPr>
              <p:cNvSpPr/>
              <p:nvPr/>
            </p:nvSpPr>
            <p:spPr>
              <a:xfrm>
                <a:off x="3061144" y="2309812"/>
                <a:ext cx="2233803" cy="2233803"/>
              </a:xfrm>
              <a:custGeom>
                <a:avLst/>
                <a:gdLst>
                  <a:gd name="csX0" fmla="*/ 2233803 w 2233803"/>
                  <a:gd name="csY0" fmla="*/ 1116902 h 2233803"/>
                  <a:gd name="csX1" fmla="*/ 1116901 w 2233803"/>
                  <a:gd name="csY1" fmla="*/ 2233803 h 2233803"/>
                  <a:gd name="csX2" fmla="*/ 0 w 2233803"/>
                  <a:gd name="csY2" fmla="*/ 1116902 h 2233803"/>
                  <a:gd name="csX3" fmla="*/ 1116901 w 2233803"/>
                  <a:gd name="csY3" fmla="*/ 0 h 2233803"/>
                  <a:gd name="csX4" fmla="*/ 2233803 w 2233803"/>
                  <a:gd name="csY4" fmla="*/ 1116902 h 22338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233803" h="2233803">
                    <a:moveTo>
                      <a:pt x="2233803" y="1116902"/>
                    </a:moveTo>
                    <a:cubicBezTo>
                      <a:pt x="2233803" y="1733749"/>
                      <a:pt x="1733749" y="2233803"/>
                      <a:pt x="1116901" y="2233803"/>
                    </a:cubicBezTo>
                    <a:cubicBezTo>
                      <a:pt x="500054" y="2233803"/>
                      <a:pt x="0" y="1733749"/>
                      <a:pt x="0" y="1116902"/>
                    </a:cubicBezTo>
                    <a:cubicBezTo>
                      <a:pt x="0" y="500054"/>
                      <a:pt x="500054" y="0"/>
                      <a:pt x="1116901" y="0"/>
                    </a:cubicBezTo>
                    <a:cubicBezTo>
                      <a:pt x="1733749" y="0"/>
                      <a:pt x="2233803" y="500054"/>
                      <a:pt x="2233803" y="1116902"/>
                    </a:cubicBezTo>
                    <a:close/>
                  </a:path>
                </a:pathLst>
              </a:custGeom>
              <a:solidFill>
                <a:srgbClr val="5A7DEE"/>
              </a:solidFill>
              <a:ln w="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DBC805B-4A39-F8C9-8C8F-317C07E11468}"/>
                  </a:ext>
                </a:extLst>
              </p:cNvPr>
              <p:cNvSpPr/>
              <p:nvPr/>
            </p:nvSpPr>
            <p:spPr>
              <a:xfrm>
                <a:off x="3272504" y="2521171"/>
                <a:ext cx="1811083" cy="1811083"/>
              </a:xfrm>
              <a:custGeom>
                <a:avLst/>
                <a:gdLst>
                  <a:gd name="csX0" fmla="*/ 1811084 w 1811083"/>
                  <a:gd name="csY0" fmla="*/ 905542 h 1811083"/>
                  <a:gd name="csX1" fmla="*/ 905542 w 1811083"/>
                  <a:gd name="csY1" fmla="*/ 1811084 h 1811083"/>
                  <a:gd name="csX2" fmla="*/ 0 w 1811083"/>
                  <a:gd name="csY2" fmla="*/ 905542 h 1811083"/>
                  <a:gd name="csX3" fmla="*/ 905542 w 1811083"/>
                  <a:gd name="csY3" fmla="*/ 0 h 1811083"/>
                  <a:gd name="csX4" fmla="*/ 1811084 w 1811083"/>
                  <a:gd name="csY4" fmla="*/ 905542 h 18110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11083" h="1811083">
                    <a:moveTo>
                      <a:pt x="1811084" y="905542"/>
                    </a:moveTo>
                    <a:cubicBezTo>
                      <a:pt x="1811084" y="1405659"/>
                      <a:pt x="1405659" y="1811084"/>
                      <a:pt x="905542" y="1811084"/>
                    </a:cubicBezTo>
                    <a:cubicBezTo>
                      <a:pt x="405425" y="1811084"/>
                      <a:pt x="0" y="1405659"/>
                      <a:pt x="0" y="905542"/>
                    </a:cubicBezTo>
                    <a:cubicBezTo>
                      <a:pt x="0" y="405425"/>
                      <a:pt x="405425" y="0"/>
                      <a:pt x="905542" y="0"/>
                    </a:cubicBezTo>
                    <a:cubicBezTo>
                      <a:pt x="1405659" y="0"/>
                      <a:pt x="1811084" y="405425"/>
                      <a:pt x="1811084" y="905542"/>
                    </a:cubicBezTo>
                    <a:close/>
                  </a:path>
                </a:pathLst>
              </a:custGeom>
              <a:solidFill>
                <a:srgbClr val="F5F7FB"/>
              </a:solidFill>
              <a:ln w="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9AA6DF4-3C22-5194-B828-52158F9B3F80}"/>
                  </a:ext>
                </a:extLst>
              </p:cNvPr>
              <p:cNvSpPr/>
              <p:nvPr/>
            </p:nvSpPr>
            <p:spPr>
              <a:xfrm>
                <a:off x="3488721" y="2737389"/>
                <a:ext cx="1378648" cy="1378648"/>
              </a:xfrm>
              <a:custGeom>
                <a:avLst/>
                <a:gdLst>
                  <a:gd name="csX0" fmla="*/ 1378649 w 1378648"/>
                  <a:gd name="csY0" fmla="*/ 689324 h 1378648"/>
                  <a:gd name="csX1" fmla="*/ 689324 w 1378648"/>
                  <a:gd name="csY1" fmla="*/ 1378649 h 1378648"/>
                  <a:gd name="csX2" fmla="*/ 0 w 1378648"/>
                  <a:gd name="csY2" fmla="*/ 689324 h 1378648"/>
                  <a:gd name="csX3" fmla="*/ 689324 w 1378648"/>
                  <a:gd name="csY3" fmla="*/ 0 h 1378648"/>
                  <a:gd name="csX4" fmla="*/ 1378649 w 1378648"/>
                  <a:gd name="csY4" fmla="*/ 689324 h 13786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78648" h="1378648">
                    <a:moveTo>
                      <a:pt x="1378649" y="689324"/>
                    </a:moveTo>
                    <a:cubicBezTo>
                      <a:pt x="1378649" y="1070028"/>
                      <a:pt x="1070028" y="1378649"/>
                      <a:pt x="689324" y="1378649"/>
                    </a:cubicBezTo>
                    <a:cubicBezTo>
                      <a:pt x="308621" y="1378649"/>
                      <a:pt x="0" y="1070028"/>
                      <a:pt x="0" y="689324"/>
                    </a:cubicBezTo>
                    <a:cubicBezTo>
                      <a:pt x="0" y="308621"/>
                      <a:pt x="308621" y="0"/>
                      <a:pt x="689324" y="0"/>
                    </a:cubicBezTo>
                    <a:cubicBezTo>
                      <a:pt x="1070028" y="0"/>
                      <a:pt x="1378649" y="308621"/>
                      <a:pt x="1378649" y="689324"/>
                    </a:cubicBezTo>
                    <a:close/>
                  </a:path>
                </a:pathLst>
              </a:custGeom>
              <a:solidFill>
                <a:srgbClr val="5A7DEE"/>
              </a:solidFill>
              <a:ln w="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2B0CBBE2-D5FB-44EA-A8D9-56101CF83CB6}"/>
                  </a:ext>
                </a:extLst>
              </p:cNvPr>
              <p:cNvSpPr/>
              <p:nvPr/>
            </p:nvSpPr>
            <p:spPr>
              <a:xfrm>
                <a:off x="3696176" y="2944843"/>
                <a:ext cx="963739" cy="963739"/>
              </a:xfrm>
              <a:custGeom>
                <a:avLst/>
                <a:gdLst>
                  <a:gd name="csX0" fmla="*/ 963739 w 963739"/>
                  <a:gd name="csY0" fmla="*/ 481870 h 963739"/>
                  <a:gd name="csX1" fmla="*/ 481870 w 963739"/>
                  <a:gd name="csY1" fmla="*/ 963740 h 963739"/>
                  <a:gd name="csX2" fmla="*/ 0 w 963739"/>
                  <a:gd name="csY2" fmla="*/ 481870 h 963739"/>
                  <a:gd name="csX3" fmla="*/ 481870 w 963739"/>
                  <a:gd name="csY3" fmla="*/ 0 h 963739"/>
                  <a:gd name="csX4" fmla="*/ 963739 w 963739"/>
                  <a:gd name="csY4" fmla="*/ 481870 h 9637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63739" h="963739">
                    <a:moveTo>
                      <a:pt x="963739" y="481870"/>
                    </a:moveTo>
                    <a:cubicBezTo>
                      <a:pt x="963739" y="747999"/>
                      <a:pt x="747999" y="963740"/>
                      <a:pt x="481870" y="963740"/>
                    </a:cubicBezTo>
                    <a:cubicBezTo>
                      <a:pt x="215740" y="963740"/>
                      <a:pt x="0" y="747999"/>
                      <a:pt x="0" y="481870"/>
                    </a:cubicBezTo>
                    <a:cubicBezTo>
                      <a:pt x="0" y="215741"/>
                      <a:pt x="215741" y="0"/>
                      <a:pt x="481870" y="0"/>
                    </a:cubicBezTo>
                    <a:cubicBezTo>
                      <a:pt x="747999" y="0"/>
                      <a:pt x="963739" y="215741"/>
                      <a:pt x="963739" y="481870"/>
                    </a:cubicBezTo>
                    <a:close/>
                  </a:path>
                </a:pathLst>
              </a:custGeom>
              <a:solidFill>
                <a:srgbClr val="F5F7FB"/>
              </a:solidFill>
              <a:ln w="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A1E6F17C-247D-60E5-DD4D-4B1C27C5B040}"/>
                  </a:ext>
                </a:extLst>
              </p:cNvPr>
              <p:cNvSpPr/>
              <p:nvPr/>
            </p:nvSpPr>
            <p:spPr>
              <a:xfrm>
                <a:off x="3893724" y="3142392"/>
                <a:ext cx="568642" cy="568642"/>
              </a:xfrm>
              <a:custGeom>
                <a:avLst/>
                <a:gdLst>
                  <a:gd name="csX0" fmla="*/ 568643 w 568642"/>
                  <a:gd name="csY0" fmla="*/ 284321 h 568642"/>
                  <a:gd name="csX1" fmla="*/ 284321 w 568642"/>
                  <a:gd name="csY1" fmla="*/ 568643 h 568642"/>
                  <a:gd name="csX2" fmla="*/ 0 w 568642"/>
                  <a:gd name="csY2" fmla="*/ 284321 h 568642"/>
                  <a:gd name="csX3" fmla="*/ 284321 w 568642"/>
                  <a:gd name="csY3" fmla="*/ 0 h 568642"/>
                  <a:gd name="csX4" fmla="*/ 568643 w 568642"/>
                  <a:gd name="csY4" fmla="*/ 284321 h 5686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68642" h="568642">
                    <a:moveTo>
                      <a:pt x="568643" y="284321"/>
                    </a:moveTo>
                    <a:cubicBezTo>
                      <a:pt x="568643" y="441348"/>
                      <a:pt x="441348" y="568643"/>
                      <a:pt x="284321" y="568643"/>
                    </a:cubicBezTo>
                    <a:cubicBezTo>
                      <a:pt x="127295" y="568643"/>
                      <a:pt x="0" y="441348"/>
                      <a:pt x="0" y="284321"/>
                    </a:cubicBezTo>
                    <a:cubicBezTo>
                      <a:pt x="0" y="127295"/>
                      <a:pt x="127295" y="0"/>
                      <a:pt x="284321" y="0"/>
                    </a:cubicBezTo>
                    <a:cubicBezTo>
                      <a:pt x="441348" y="0"/>
                      <a:pt x="568643" y="127295"/>
                      <a:pt x="568643" y="284321"/>
                    </a:cubicBezTo>
                    <a:close/>
                  </a:path>
                </a:pathLst>
              </a:custGeom>
              <a:solidFill>
                <a:srgbClr val="DBF26A"/>
              </a:solidFill>
              <a:ln w="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D"/>
              </a:p>
            </p:txBody>
          </p:sp>
        </p:grpSp>
      </p:grp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27966A9-1E01-F921-95F0-3EA7DC827C36}"/>
              </a:ext>
            </a:extLst>
          </p:cNvPr>
          <p:cNvSpPr/>
          <p:nvPr/>
        </p:nvSpPr>
        <p:spPr>
          <a:xfrm flipH="1">
            <a:off x="-1" y="2861564"/>
            <a:ext cx="10824757" cy="57340"/>
          </a:xfrm>
          <a:custGeom>
            <a:avLst/>
            <a:gdLst>
              <a:gd name="csX0" fmla="*/ 0 w 5026818"/>
              <a:gd name="csY0" fmla="*/ 0 h 57150"/>
              <a:gd name="csX1" fmla="*/ 5026819 w 5026818"/>
              <a:gd name="csY1" fmla="*/ 0 h 57150"/>
              <a:gd name="csX2" fmla="*/ 5026819 w 5026818"/>
              <a:gd name="csY2" fmla="*/ 57150 h 57150"/>
              <a:gd name="csX3" fmla="*/ 0 w 5026818"/>
              <a:gd name="csY3" fmla="*/ 57150 h 57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26818" h="57150">
                <a:moveTo>
                  <a:pt x="0" y="0"/>
                </a:moveTo>
                <a:lnTo>
                  <a:pt x="5026819" y="0"/>
                </a:lnTo>
                <a:lnTo>
                  <a:pt x="5026819" y="57150"/>
                </a:lnTo>
                <a:lnTo>
                  <a:pt x="0" y="57150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B65A0A1-5BC2-AF6F-55EF-52725E361067}"/>
              </a:ext>
            </a:extLst>
          </p:cNvPr>
          <p:cNvSpPr/>
          <p:nvPr/>
        </p:nvSpPr>
        <p:spPr>
          <a:xfrm flipH="1">
            <a:off x="10798945" y="2861374"/>
            <a:ext cx="57530" cy="57530"/>
          </a:xfrm>
          <a:custGeom>
            <a:avLst/>
            <a:gdLst>
              <a:gd name="csX0" fmla="*/ 57531 w 57530"/>
              <a:gd name="csY0" fmla="*/ 28766 h 57530"/>
              <a:gd name="csX1" fmla="*/ 28766 w 57530"/>
              <a:gd name="csY1" fmla="*/ 57531 h 57530"/>
              <a:gd name="csX2" fmla="*/ 0 w 57530"/>
              <a:gd name="csY2" fmla="*/ 28766 h 57530"/>
              <a:gd name="csX3" fmla="*/ 28766 w 57530"/>
              <a:gd name="csY3" fmla="*/ 0 h 57530"/>
              <a:gd name="csX4" fmla="*/ 57531 w 57530"/>
              <a:gd name="csY4" fmla="*/ 28766 h 575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530" h="57530">
                <a:moveTo>
                  <a:pt x="57531" y="28766"/>
                </a:moveTo>
                <a:cubicBezTo>
                  <a:pt x="57531" y="44652"/>
                  <a:pt x="44652" y="57531"/>
                  <a:pt x="28766" y="57531"/>
                </a:cubicBezTo>
                <a:cubicBezTo>
                  <a:pt x="12879" y="57531"/>
                  <a:pt x="0" y="44652"/>
                  <a:pt x="0" y="28766"/>
                </a:cubicBezTo>
                <a:cubicBezTo>
                  <a:pt x="0" y="12879"/>
                  <a:pt x="12879" y="0"/>
                  <a:pt x="28766" y="0"/>
                </a:cubicBezTo>
                <a:cubicBezTo>
                  <a:pt x="44652" y="0"/>
                  <a:pt x="57531" y="12879"/>
                  <a:pt x="57531" y="28766"/>
                </a:cubicBezTo>
                <a:close/>
              </a:path>
            </a:pathLst>
          </a:custGeom>
          <a:solidFill>
            <a:srgbClr val="3D3A3A"/>
          </a:solidFill>
          <a:ln w="0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64" name="Google Shape;192;p6">
            <a:extLst>
              <a:ext uri="{FF2B5EF4-FFF2-40B4-BE49-F238E27FC236}">
                <a16:creationId xmlns:a16="http://schemas.microsoft.com/office/drawing/2014/main" id="{0B8759D9-AA7B-52F1-D0BD-46BCF3776585}"/>
              </a:ext>
            </a:extLst>
          </p:cNvPr>
          <p:cNvSpPr txBox="1"/>
          <p:nvPr/>
        </p:nvSpPr>
        <p:spPr>
          <a:xfrm>
            <a:off x="479425" y="3429000"/>
            <a:ext cx="16160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400"/>
              <a:buFont typeface="Open Sans"/>
              <a:buNone/>
            </a:pPr>
            <a:r>
              <a:rPr lang="mn-MN" sz="1200" b="0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Технологийн шинэчлэлийг тасралтгүй нэвтрүүлнэ. Энд гол санаагаа бичнэ үү. </a:t>
            </a:r>
            <a:endParaRPr sz="12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93;p6">
            <a:extLst>
              <a:ext uri="{FF2B5EF4-FFF2-40B4-BE49-F238E27FC236}">
                <a16:creationId xmlns:a16="http://schemas.microsoft.com/office/drawing/2014/main" id="{CB23F33A-9D91-0D6F-FA6D-2E5219D39CD3}"/>
              </a:ext>
            </a:extLst>
          </p:cNvPr>
          <p:cNvSpPr txBox="1"/>
          <p:nvPr/>
        </p:nvSpPr>
        <p:spPr>
          <a:xfrm>
            <a:off x="479426" y="2168306"/>
            <a:ext cx="14160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</a:pPr>
            <a:r>
              <a:rPr lang="mn-MN" sz="16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Агуулга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FE3F0F7-6B02-B5FB-B77F-8BFBD260EBC3}"/>
              </a:ext>
            </a:extLst>
          </p:cNvPr>
          <p:cNvSpPr/>
          <p:nvPr/>
        </p:nvSpPr>
        <p:spPr>
          <a:xfrm>
            <a:off x="502457" y="2571939"/>
            <a:ext cx="578870" cy="57887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+mj-lt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C8EF09F-EF0B-BB53-F7D1-304208FED8D1}"/>
              </a:ext>
            </a:extLst>
          </p:cNvPr>
          <p:cNvSpPr/>
          <p:nvPr/>
        </p:nvSpPr>
        <p:spPr>
          <a:xfrm rot="13500000">
            <a:off x="726248" y="3050279"/>
            <a:ext cx="134066" cy="134066"/>
          </a:xfrm>
          <a:prstGeom prst="roundRect">
            <a:avLst>
              <a:gd name="adj" fmla="val 1331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+mj-lt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51C9227-9BD2-E09E-3A1D-D1035BEF356E}"/>
              </a:ext>
            </a:extLst>
          </p:cNvPr>
          <p:cNvSpPr/>
          <p:nvPr/>
        </p:nvSpPr>
        <p:spPr>
          <a:xfrm>
            <a:off x="576515" y="2645997"/>
            <a:ext cx="430754" cy="430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+mj-lt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13610B1-A66C-39CA-3B97-76DD09267487}"/>
              </a:ext>
            </a:extLst>
          </p:cNvPr>
          <p:cNvGrpSpPr>
            <a:grpSpLocks noChangeAspect="1"/>
          </p:cNvGrpSpPr>
          <p:nvPr/>
        </p:nvGrpSpPr>
        <p:grpSpPr>
          <a:xfrm>
            <a:off x="667003" y="2736490"/>
            <a:ext cx="249778" cy="249770"/>
            <a:chOff x="1967258" y="2155781"/>
            <a:chExt cx="440880" cy="4408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E265674-A5AC-4F6B-F22D-14B8D4CADE93}"/>
                </a:ext>
              </a:extLst>
            </p:cNvPr>
            <p:cNvSpPr/>
            <p:nvPr/>
          </p:nvSpPr>
          <p:spPr>
            <a:xfrm>
              <a:off x="2033390" y="2155781"/>
              <a:ext cx="374748" cy="358554"/>
            </a:xfrm>
            <a:custGeom>
              <a:avLst/>
              <a:gdLst>
                <a:gd name="connsiteX0" fmla="*/ 374749 w 374748"/>
                <a:gd name="connsiteY0" fmla="*/ 93687 h 358554"/>
                <a:gd name="connsiteX1" fmla="*/ 374749 w 374748"/>
                <a:gd name="connsiteY1" fmla="*/ 206112 h 358554"/>
                <a:gd name="connsiteX2" fmla="*/ 348957 w 374748"/>
                <a:gd name="connsiteY2" fmla="*/ 274007 h 358554"/>
                <a:gd name="connsiteX3" fmla="*/ 281062 w 374748"/>
                <a:gd name="connsiteY3" fmla="*/ 299799 h 358554"/>
                <a:gd name="connsiteX4" fmla="*/ 281062 w 374748"/>
                <a:gd name="connsiteY4" fmla="*/ 339699 h 358554"/>
                <a:gd name="connsiteX5" fmla="*/ 251963 w 374748"/>
                <a:gd name="connsiteY5" fmla="*/ 355350 h 358554"/>
                <a:gd name="connsiteX6" fmla="*/ 230581 w 374748"/>
                <a:gd name="connsiteY6" fmla="*/ 341242 h 358554"/>
                <a:gd name="connsiteX7" fmla="*/ 233446 w 374748"/>
                <a:gd name="connsiteY7" fmla="*/ 318977 h 358554"/>
                <a:gd name="connsiteX8" fmla="*/ 233446 w 374748"/>
                <a:gd name="connsiteY8" fmla="*/ 229258 h 358554"/>
                <a:gd name="connsiteX9" fmla="*/ 158497 w 374748"/>
                <a:gd name="connsiteY9" fmla="*/ 154308 h 358554"/>
                <a:gd name="connsiteX10" fmla="*/ 8817 w 374748"/>
                <a:gd name="connsiteY10" fmla="*/ 154308 h 358554"/>
                <a:gd name="connsiteX11" fmla="*/ 0 w 374748"/>
                <a:gd name="connsiteY11" fmla="*/ 154750 h 358554"/>
                <a:gd name="connsiteX12" fmla="*/ 0 w 374748"/>
                <a:gd name="connsiteY12" fmla="*/ 93687 h 358554"/>
                <a:gd name="connsiteX13" fmla="*/ 93687 w 374748"/>
                <a:gd name="connsiteY13" fmla="*/ 0 h 358554"/>
                <a:gd name="connsiteX14" fmla="*/ 281062 w 374748"/>
                <a:gd name="connsiteY14" fmla="*/ 0 h 358554"/>
                <a:gd name="connsiteX15" fmla="*/ 374749 w 374748"/>
                <a:gd name="connsiteY15" fmla="*/ 93687 h 35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4748" h="358554">
                  <a:moveTo>
                    <a:pt x="374749" y="93687"/>
                  </a:moveTo>
                  <a:lnTo>
                    <a:pt x="374749" y="206112"/>
                  </a:lnTo>
                  <a:cubicBezTo>
                    <a:pt x="374749" y="234108"/>
                    <a:pt x="365490" y="257695"/>
                    <a:pt x="348957" y="274007"/>
                  </a:cubicBezTo>
                  <a:cubicBezTo>
                    <a:pt x="332645" y="290540"/>
                    <a:pt x="309057" y="299799"/>
                    <a:pt x="281062" y="299799"/>
                  </a:cubicBezTo>
                  <a:lnTo>
                    <a:pt x="281062" y="339699"/>
                  </a:lnTo>
                  <a:cubicBezTo>
                    <a:pt x="281062" y="354689"/>
                    <a:pt x="264308" y="363727"/>
                    <a:pt x="251963" y="355350"/>
                  </a:cubicBezTo>
                  <a:lnTo>
                    <a:pt x="230581" y="341242"/>
                  </a:lnTo>
                  <a:cubicBezTo>
                    <a:pt x="232565" y="334408"/>
                    <a:pt x="233446" y="326913"/>
                    <a:pt x="233446" y="318977"/>
                  </a:cubicBezTo>
                  <a:lnTo>
                    <a:pt x="233446" y="229258"/>
                  </a:lnTo>
                  <a:cubicBezTo>
                    <a:pt x="233446" y="184288"/>
                    <a:pt x="203467" y="154308"/>
                    <a:pt x="158497" y="154308"/>
                  </a:cubicBezTo>
                  <a:lnTo>
                    <a:pt x="8817" y="154308"/>
                  </a:lnTo>
                  <a:cubicBezTo>
                    <a:pt x="5731" y="154308"/>
                    <a:pt x="2866" y="154529"/>
                    <a:pt x="0" y="154750"/>
                  </a:cubicBezTo>
                  <a:lnTo>
                    <a:pt x="0" y="93687"/>
                  </a:lnTo>
                  <a:cubicBezTo>
                    <a:pt x="0" y="37475"/>
                    <a:pt x="37475" y="0"/>
                    <a:pt x="93687" y="0"/>
                  </a:cubicBezTo>
                  <a:lnTo>
                    <a:pt x="281062" y="0"/>
                  </a:lnTo>
                  <a:cubicBezTo>
                    <a:pt x="337274" y="0"/>
                    <a:pt x="374749" y="37475"/>
                    <a:pt x="374749" y="93687"/>
                  </a:cubicBez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>
                <a:latin typeface="+mj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45B0026-014F-D2D7-2D39-53734E905126}"/>
                </a:ext>
              </a:extLst>
            </p:cNvPr>
            <p:cNvSpPr/>
            <p:nvPr/>
          </p:nvSpPr>
          <p:spPr>
            <a:xfrm>
              <a:off x="1967258" y="2310089"/>
              <a:ext cx="299578" cy="286564"/>
            </a:xfrm>
            <a:custGeom>
              <a:avLst/>
              <a:gdLst>
                <a:gd name="connsiteX0" fmla="*/ 299579 w 299578"/>
                <a:gd name="connsiteY0" fmla="*/ 74950 h 286564"/>
                <a:gd name="connsiteX1" fmla="*/ 299579 w 299578"/>
                <a:gd name="connsiteY1" fmla="*/ 164669 h 286564"/>
                <a:gd name="connsiteX2" fmla="*/ 296713 w 299578"/>
                <a:gd name="connsiteY2" fmla="*/ 186933 h 286564"/>
                <a:gd name="connsiteX3" fmla="*/ 224629 w 299578"/>
                <a:gd name="connsiteY3" fmla="*/ 239619 h 286564"/>
                <a:gd name="connsiteX4" fmla="*/ 164669 w 299578"/>
                <a:gd name="connsiteY4" fmla="*/ 239619 h 286564"/>
                <a:gd name="connsiteX5" fmla="*/ 98096 w 299578"/>
                <a:gd name="connsiteY5" fmla="*/ 283927 h 286564"/>
                <a:gd name="connsiteX6" fmla="*/ 74950 w 299578"/>
                <a:gd name="connsiteY6" fmla="*/ 271583 h 286564"/>
                <a:gd name="connsiteX7" fmla="*/ 74950 w 299578"/>
                <a:gd name="connsiteY7" fmla="*/ 239619 h 286564"/>
                <a:gd name="connsiteX8" fmla="*/ 20721 w 299578"/>
                <a:gd name="connsiteY8" fmla="*/ 219118 h 286564"/>
                <a:gd name="connsiteX9" fmla="*/ 0 w 299578"/>
                <a:gd name="connsiteY9" fmla="*/ 164669 h 286564"/>
                <a:gd name="connsiteX10" fmla="*/ 0 w 299578"/>
                <a:gd name="connsiteY10" fmla="*/ 74950 h 286564"/>
                <a:gd name="connsiteX11" fmla="*/ 66132 w 299578"/>
                <a:gd name="connsiteY11" fmla="*/ 441 h 286564"/>
                <a:gd name="connsiteX12" fmla="*/ 74950 w 299578"/>
                <a:gd name="connsiteY12" fmla="*/ 0 h 286564"/>
                <a:gd name="connsiteX13" fmla="*/ 224629 w 299578"/>
                <a:gd name="connsiteY13" fmla="*/ 0 h 286564"/>
                <a:gd name="connsiteX14" fmla="*/ 299579 w 299578"/>
                <a:gd name="connsiteY14" fmla="*/ 74950 h 286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9578" h="286564">
                  <a:moveTo>
                    <a:pt x="299579" y="74950"/>
                  </a:moveTo>
                  <a:lnTo>
                    <a:pt x="299579" y="164669"/>
                  </a:lnTo>
                  <a:cubicBezTo>
                    <a:pt x="299579" y="172605"/>
                    <a:pt x="298697" y="180100"/>
                    <a:pt x="296713" y="186933"/>
                  </a:cubicBezTo>
                  <a:cubicBezTo>
                    <a:pt x="288557" y="219338"/>
                    <a:pt x="261663" y="239619"/>
                    <a:pt x="224629" y="239619"/>
                  </a:cubicBezTo>
                  <a:lnTo>
                    <a:pt x="164669" y="239619"/>
                  </a:lnTo>
                  <a:lnTo>
                    <a:pt x="98096" y="283927"/>
                  </a:lnTo>
                  <a:cubicBezTo>
                    <a:pt x="88176" y="290761"/>
                    <a:pt x="74950" y="283486"/>
                    <a:pt x="74950" y="271583"/>
                  </a:cubicBezTo>
                  <a:lnTo>
                    <a:pt x="74950" y="239619"/>
                  </a:lnTo>
                  <a:cubicBezTo>
                    <a:pt x="52465" y="239619"/>
                    <a:pt x="33727" y="232124"/>
                    <a:pt x="20721" y="219118"/>
                  </a:cubicBezTo>
                  <a:cubicBezTo>
                    <a:pt x="7495" y="205891"/>
                    <a:pt x="0" y="187154"/>
                    <a:pt x="0" y="164669"/>
                  </a:cubicBezTo>
                  <a:lnTo>
                    <a:pt x="0" y="74950"/>
                  </a:lnTo>
                  <a:cubicBezTo>
                    <a:pt x="0" y="33066"/>
                    <a:pt x="26012" y="4189"/>
                    <a:pt x="66132" y="441"/>
                  </a:cubicBezTo>
                  <a:cubicBezTo>
                    <a:pt x="68998" y="221"/>
                    <a:pt x="71863" y="0"/>
                    <a:pt x="74950" y="0"/>
                  </a:cubicBezTo>
                  <a:lnTo>
                    <a:pt x="224629" y="0"/>
                  </a:lnTo>
                  <a:cubicBezTo>
                    <a:pt x="269599" y="0"/>
                    <a:pt x="299579" y="29980"/>
                    <a:pt x="299579" y="74950"/>
                  </a:cubicBez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>
                <a:latin typeface="+mj-lt"/>
              </a:endParaRPr>
            </a:p>
          </p:txBody>
        </p:sp>
      </p:grpSp>
      <p:sp>
        <p:nvSpPr>
          <p:cNvPr id="66" name="Google Shape;192;p6">
            <a:extLst>
              <a:ext uri="{FF2B5EF4-FFF2-40B4-BE49-F238E27FC236}">
                <a16:creationId xmlns:a16="http://schemas.microsoft.com/office/drawing/2014/main" id="{16E993B4-42AB-2A12-BEE6-29A5E464EF38}"/>
              </a:ext>
            </a:extLst>
          </p:cNvPr>
          <p:cNvSpPr txBox="1"/>
          <p:nvPr/>
        </p:nvSpPr>
        <p:spPr>
          <a:xfrm>
            <a:off x="2369033" y="3429000"/>
            <a:ext cx="16160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400"/>
              <a:buFont typeface="Open Sans"/>
              <a:buNone/>
            </a:pPr>
            <a:r>
              <a:rPr lang="mn-MN" sz="1200" b="0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Үзэгчдэд хэрэгтэй мэдээллийг өгнө. Тоо баримт, жишээ ашиглавал илүү үр дүнтэй. </a:t>
            </a:r>
            <a:endParaRPr sz="12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2547B5C-1617-DDBF-C231-C4915F398DC9}"/>
              </a:ext>
            </a:extLst>
          </p:cNvPr>
          <p:cNvGrpSpPr/>
          <p:nvPr/>
        </p:nvGrpSpPr>
        <p:grpSpPr>
          <a:xfrm>
            <a:off x="2369033" y="2571939"/>
            <a:ext cx="578870" cy="612406"/>
            <a:chOff x="2291156" y="2571939"/>
            <a:chExt cx="578870" cy="612406"/>
          </a:xfrm>
          <a:solidFill>
            <a:schemeClr val="accent2"/>
          </a:solidFill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8470C79-2432-7C2D-83A4-CF8C61B52468}"/>
                </a:ext>
              </a:extLst>
            </p:cNvPr>
            <p:cNvSpPr/>
            <p:nvPr/>
          </p:nvSpPr>
          <p:spPr>
            <a:xfrm>
              <a:off x="2291156" y="2571939"/>
              <a:ext cx="578870" cy="5788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+mj-lt"/>
              </a:endParaRP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9BDEE4B2-53EF-3123-153D-3720C4893923}"/>
                </a:ext>
              </a:extLst>
            </p:cNvPr>
            <p:cNvSpPr/>
            <p:nvPr/>
          </p:nvSpPr>
          <p:spPr>
            <a:xfrm rot="13500000">
              <a:off x="2514947" y="3050279"/>
              <a:ext cx="134066" cy="134066"/>
            </a:xfrm>
            <a:prstGeom prst="roundRect">
              <a:avLst>
                <a:gd name="adj" fmla="val 1331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+mj-lt"/>
              </a:endParaRPr>
            </a:p>
          </p:txBody>
        </p:sp>
      </p:grpSp>
      <p:sp>
        <p:nvSpPr>
          <p:cNvPr id="79" name="Oval 78">
            <a:extLst>
              <a:ext uri="{FF2B5EF4-FFF2-40B4-BE49-F238E27FC236}">
                <a16:creationId xmlns:a16="http://schemas.microsoft.com/office/drawing/2014/main" id="{DEFE7F77-D30F-5DE0-9410-907386AAB864}"/>
              </a:ext>
            </a:extLst>
          </p:cNvPr>
          <p:cNvSpPr/>
          <p:nvPr/>
        </p:nvSpPr>
        <p:spPr>
          <a:xfrm>
            <a:off x="2443091" y="2645997"/>
            <a:ext cx="430754" cy="430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+mj-lt"/>
            </a:endParaRPr>
          </a:p>
        </p:txBody>
      </p:sp>
      <p:sp>
        <p:nvSpPr>
          <p:cNvPr id="109" name="Google Shape;193;p6">
            <a:extLst>
              <a:ext uri="{FF2B5EF4-FFF2-40B4-BE49-F238E27FC236}">
                <a16:creationId xmlns:a16="http://schemas.microsoft.com/office/drawing/2014/main" id="{2B64CB85-8F5D-001F-F477-4DDE204FD9C1}"/>
              </a:ext>
            </a:extLst>
          </p:cNvPr>
          <p:cNvSpPr txBox="1"/>
          <p:nvPr/>
        </p:nvSpPr>
        <p:spPr>
          <a:xfrm>
            <a:off x="2369033" y="2168306"/>
            <a:ext cx="14160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</a:pPr>
            <a:r>
              <a:rPr lang="mn-MN" sz="16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Санаа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7" name="Google Shape;192;p6">
            <a:extLst>
              <a:ext uri="{FF2B5EF4-FFF2-40B4-BE49-F238E27FC236}">
                <a16:creationId xmlns:a16="http://schemas.microsoft.com/office/drawing/2014/main" id="{77A03785-33FF-7354-887B-6E38AFC1CA5D}"/>
              </a:ext>
            </a:extLst>
          </p:cNvPr>
          <p:cNvSpPr txBox="1"/>
          <p:nvPr/>
        </p:nvSpPr>
        <p:spPr>
          <a:xfrm>
            <a:off x="4258642" y="3429000"/>
            <a:ext cx="16160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400"/>
              <a:buFont typeface="Open Sans"/>
              <a:buNone/>
            </a:pPr>
            <a:r>
              <a:rPr lang="mn-MN" sz="1200" b="0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Төслийн явц, үр дүнг энд харуулна. Багаараа хамтран шинэ шийдэл хэрэгжүүлнэ. </a:t>
            </a:r>
            <a:endParaRPr sz="12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99AF63D-E738-6B11-5B26-0A7F9341508B}"/>
              </a:ext>
            </a:extLst>
          </p:cNvPr>
          <p:cNvGrpSpPr/>
          <p:nvPr/>
        </p:nvGrpSpPr>
        <p:grpSpPr>
          <a:xfrm>
            <a:off x="4258642" y="2571939"/>
            <a:ext cx="578870" cy="612406"/>
            <a:chOff x="4102887" y="2571939"/>
            <a:chExt cx="578870" cy="612406"/>
          </a:xfrm>
          <a:solidFill>
            <a:schemeClr val="accent1"/>
          </a:solidFill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2741059-3B37-0188-00D0-A5699C01FA51}"/>
                </a:ext>
              </a:extLst>
            </p:cNvPr>
            <p:cNvSpPr/>
            <p:nvPr/>
          </p:nvSpPr>
          <p:spPr>
            <a:xfrm>
              <a:off x="4102887" y="2571939"/>
              <a:ext cx="578870" cy="5788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+mj-lt"/>
              </a:endParaRP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A0A0C2DA-CFEE-AB7A-C85B-6998493AEEEB}"/>
                </a:ext>
              </a:extLst>
            </p:cNvPr>
            <p:cNvSpPr/>
            <p:nvPr/>
          </p:nvSpPr>
          <p:spPr>
            <a:xfrm rot="13500000">
              <a:off x="4326678" y="3050279"/>
              <a:ext cx="134066" cy="134066"/>
            </a:xfrm>
            <a:prstGeom prst="roundRect">
              <a:avLst>
                <a:gd name="adj" fmla="val 1331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+mj-lt"/>
              </a:endParaRPr>
            </a:p>
          </p:txBody>
        </p:sp>
      </p:grpSp>
      <p:sp>
        <p:nvSpPr>
          <p:cNvPr id="86" name="Oval 85">
            <a:extLst>
              <a:ext uri="{FF2B5EF4-FFF2-40B4-BE49-F238E27FC236}">
                <a16:creationId xmlns:a16="http://schemas.microsoft.com/office/drawing/2014/main" id="{61029A92-7489-1267-5ED1-C86460D2F94A}"/>
              </a:ext>
            </a:extLst>
          </p:cNvPr>
          <p:cNvSpPr/>
          <p:nvPr/>
        </p:nvSpPr>
        <p:spPr>
          <a:xfrm>
            <a:off x="4332700" y="2645997"/>
            <a:ext cx="430754" cy="430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+mj-lt"/>
            </a:endParaRPr>
          </a:p>
        </p:txBody>
      </p:sp>
      <p:sp>
        <p:nvSpPr>
          <p:cNvPr id="110" name="Google Shape;193;p6">
            <a:extLst>
              <a:ext uri="{FF2B5EF4-FFF2-40B4-BE49-F238E27FC236}">
                <a16:creationId xmlns:a16="http://schemas.microsoft.com/office/drawing/2014/main" id="{85065C9D-EED9-9CD9-8D69-989527433353}"/>
              </a:ext>
            </a:extLst>
          </p:cNvPr>
          <p:cNvSpPr txBox="1"/>
          <p:nvPr/>
        </p:nvSpPr>
        <p:spPr>
          <a:xfrm>
            <a:off x="4258641" y="2168306"/>
            <a:ext cx="14160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</a:pPr>
            <a:r>
              <a:rPr lang="mn-MN" sz="16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Агуулга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8" name="Google Shape;192;p6">
            <a:extLst>
              <a:ext uri="{FF2B5EF4-FFF2-40B4-BE49-F238E27FC236}">
                <a16:creationId xmlns:a16="http://schemas.microsoft.com/office/drawing/2014/main" id="{FAC5B34C-EFE0-88DD-867E-9838B5B0648A}"/>
              </a:ext>
            </a:extLst>
          </p:cNvPr>
          <p:cNvSpPr txBox="1"/>
          <p:nvPr/>
        </p:nvSpPr>
        <p:spPr>
          <a:xfrm>
            <a:off x="6148250" y="3429000"/>
            <a:ext cx="16160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400"/>
              <a:buFont typeface="Open Sans"/>
              <a:buNone/>
            </a:pPr>
            <a:r>
              <a:rPr lang="mn-MN" sz="1200" b="0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Дараагийн алхмуудаа тодорхой төлөвлөнө. Өсөлтийг тогтмол хэмжиж, сайжруулна. </a:t>
            </a:r>
            <a:endParaRPr sz="12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ED43C74-85D2-207E-632C-9AAB7398CD21}"/>
              </a:ext>
            </a:extLst>
          </p:cNvPr>
          <p:cNvGrpSpPr/>
          <p:nvPr/>
        </p:nvGrpSpPr>
        <p:grpSpPr>
          <a:xfrm>
            <a:off x="6148250" y="2571939"/>
            <a:ext cx="578870" cy="612406"/>
            <a:chOff x="5914618" y="2571939"/>
            <a:chExt cx="578870" cy="612406"/>
          </a:xfrm>
          <a:solidFill>
            <a:schemeClr val="accent3"/>
          </a:solidFill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B7F8BDB-C674-F1C9-A66F-F2FBDCEF2173}"/>
                </a:ext>
              </a:extLst>
            </p:cNvPr>
            <p:cNvSpPr/>
            <p:nvPr/>
          </p:nvSpPr>
          <p:spPr>
            <a:xfrm>
              <a:off x="5914618" y="2571939"/>
              <a:ext cx="578870" cy="5788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+mj-lt"/>
              </a:endParaRP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15E8A1A8-4E00-18FD-64E3-3BB742642E50}"/>
                </a:ext>
              </a:extLst>
            </p:cNvPr>
            <p:cNvSpPr/>
            <p:nvPr/>
          </p:nvSpPr>
          <p:spPr>
            <a:xfrm rot="13500000">
              <a:off x="6138409" y="3050279"/>
              <a:ext cx="134066" cy="134066"/>
            </a:xfrm>
            <a:prstGeom prst="roundRect">
              <a:avLst>
                <a:gd name="adj" fmla="val 1331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+mj-lt"/>
              </a:endParaRPr>
            </a:p>
          </p:txBody>
        </p:sp>
      </p:grpSp>
      <p:sp>
        <p:nvSpPr>
          <p:cNvPr id="93" name="Oval 92">
            <a:extLst>
              <a:ext uri="{FF2B5EF4-FFF2-40B4-BE49-F238E27FC236}">
                <a16:creationId xmlns:a16="http://schemas.microsoft.com/office/drawing/2014/main" id="{947D5DD8-15A5-5D76-2EC4-C96C28FA1907}"/>
              </a:ext>
            </a:extLst>
          </p:cNvPr>
          <p:cNvSpPr/>
          <p:nvPr/>
        </p:nvSpPr>
        <p:spPr>
          <a:xfrm>
            <a:off x="6222308" y="2645997"/>
            <a:ext cx="430754" cy="430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+mj-lt"/>
            </a:endParaRPr>
          </a:p>
        </p:txBody>
      </p:sp>
      <p:sp>
        <p:nvSpPr>
          <p:cNvPr id="111" name="Google Shape;193;p6">
            <a:extLst>
              <a:ext uri="{FF2B5EF4-FFF2-40B4-BE49-F238E27FC236}">
                <a16:creationId xmlns:a16="http://schemas.microsoft.com/office/drawing/2014/main" id="{9F0A67D5-3679-770F-D095-A8DAB927C684}"/>
              </a:ext>
            </a:extLst>
          </p:cNvPr>
          <p:cNvSpPr txBox="1"/>
          <p:nvPr/>
        </p:nvSpPr>
        <p:spPr>
          <a:xfrm>
            <a:off x="6148250" y="2168306"/>
            <a:ext cx="14160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</a:pPr>
            <a:r>
              <a:rPr lang="mn-MN" sz="16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Санаа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9" name="Google Shape;192;p6">
            <a:extLst>
              <a:ext uri="{FF2B5EF4-FFF2-40B4-BE49-F238E27FC236}">
                <a16:creationId xmlns:a16="http://schemas.microsoft.com/office/drawing/2014/main" id="{6613F22E-2AE5-A3F0-E1D0-56F94B4CA061}"/>
              </a:ext>
            </a:extLst>
          </p:cNvPr>
          <p:cNvSpPr txBox="1"/>
          <p:nvPr/>
        </p:nvSpPr>
        <p:spPr>
          <a:xfrm>
            <a:off x="8037856" y="3429000"/>
            <a:ext cx="16160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400"/>
              <a:buFont typeface="Open Sans"/>
              <a:buNone/>
            </a:pPr>
            <a:r>
              <a:rPr lang="mn-MN" sz="1200" b="0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Гол үзүүлэлтүүдээ товч дурдана. Хэрэглэгчийн хэрэгцээг нарийн судална. </a:t>
            </a:r>
            <a:endParaRPr sz="12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A00E86C-F929-F50C-2E3E-7970382A584E}"/>
              </a:ext>
            </a:extLst>
          </p:cNvPr>
          <p:cNvGrpSpPr/>
          <p:nvPr/>
        </p:nvGrpSpPr>
        <p:grpSpPr>
          <a:xfrm>
            <a:off x="8037856" y="2571939"/>
            <a:ext cx="578870" cy="612406"/>
            <a:chOff x="7726347" y="2571939"/>
            <a:chExt cx="578870" cy="612406"/>
          </a:xfrm>
          <a:solidFill>
            <a:schemeClr val="accent6"/>
          </a:solidFill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21D4FBD3-9BAA-2AAC-83B3-EAFB8EFD0353}"/>
                </a:ext>
              </a:extLst>
            </p:cNvPr>
            <p:cNvSpPr/>
            <p:nvPr/>
          </p:nvSpPr>
          <p:spPr>
            <a:xfrm>
              <a:off x="7726347" y="2571939"/>
              <a:ext cx="578870" cy="5788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+mj-lt"/>
              </a:endParaRPr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17680D0D-CF9D-5C20-CBE9-7CD8144FCF00}"/>
                </a:ext>
              </a:extLst>
            </p:cNvPr>
            <p:cNvSpPr/>
            <p:nvPr/>
          </p:nvSpPr>
          <p:spPr>
            <a:xfrm rot="13500000">
              <a:off x="7950138" y="3050279"/>
              <a:ext cx="134066" cy="134066"/>
            </a:xfrm>
            <a:prstGeom prst="roundRect">
              <a:avLst>
                <a:gd name="adj" fmla="val 1331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+mj-lt"/>
              </a:endParaRPr>
            </a:p>
          </p:txBody>
        </p:sp>
      </p:grpSp>
      <p:sp>
        <p:nvSpPr>
          <p:cNvPr id="100" name="Oval 99">
            <a:extLst>
              <a:ext uri="{FF2B5EF4-FFF2-40B4-BE49-F238E27FC236}">
                <a16:creationId xmlns:a16="http://schemas.microsoft.com/office/drawing/2014/main" id="{A806D719-4653-8678-BB1F-2D3DF6ACE42B}"/>
              </a:ext>
            </a:extLst>
          </p:cNvPr>
          <p:cNvSpPr/>
          <p:nvPr/>
        </p:nvSpPr>
        <p:spPr>
          <a:xfrm>
            <a:off x="8111914" y="2645997"/>
            <a:ext cx="430754" cy="430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+mj-lt"/>
            </a:endParaRPr>
          </a:p>
        </p:txBody>
      </p:sp>
      <p:sp>
        <p:nvSpPr>
          <p:cNvPr id="112" name="Google Shape;193;p6">
            <a:extLst>
              <a:ext uri="{FF2B5EF4-FFF2-40B4-BE49-F238E27FC236}">
                <a16:creationId xmlns:a16="http://schemas.microsoft.com/office/drawing/2014/main" id="{24E5A070-7254-2012-749F-B4BE771202DF}"/>
              </a:ext>
            </a:extLst>
          </p:cNvPr>
          <p:cNvSpPr txBox="1"/>
          <p:nvPr/>
        </p:nvSpPr>
        <p:spPr>
          <a:xfrm>
            <a:off x="8037856" y="2168306"/>
            <a:ext cx="14160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</a:pPr>
            <a:r>
              <a:rPr lang="mn-MN" sz="16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Агуулга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C263E86-BA5F-7606-2184-8509110401B0}"/>
              </a:ext>
            </a:extLst>
          </p:cNvPr>
          <p:cNvGrpSpPr/>
          <p:nvPr/>
        </p:nvGrpSpPr>
        <p:grpSpPr>
          <a:xfrm>
            <a:off x="479425" y="4962909"/>
            <a:ext cx="572440" cy="76200"/>
            <a:chOff x="479425" y="5038725"/>
            <a:chExt cx="572440" cy="762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85BCF8B-E6B9-3363-DC11-EC7878603B62}"/>
                </a:ext>
              </a:extLst>
            </p:cNvPr>
            <p:cNvSpPr/>
            <p:nvPr/>
          </p:nvSpPr>
          <p:spPr>
            <a:xfrm>
              <a:off x="479425" y="50387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123B850C-A265-87F8-3191-0B76EF77BA7C}"/>
                </a:ext>
              </a:extLst>
            </p:cNvPr>
            <p:cNvSpPr/>
            <p:nvPr/>
          </p:nvSpPr>
          <p:spPr>
            <a:xfrm>
              <a:off x="60348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36F2A085-B848-D53A-A53B-A777B5378EDF}"/>
                </a:ext>
              </a:extLst>
            </p:cNvPr>
            <p:cNvSpPr/>
            <p:nvPr/>
          </p:nvSpPr>
          <p:spPr>
            <a:xfrm>
              <a:off x="72754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F5ADFD5-45A8-F746-E807-F2D7E0C4B434}"/>
                </a:ext>
              </a:extLst>
            </p:cNvPr>
            <p:cNvSpPr/>
            <p:nvPr/>
          </p:nvSpPr>
          <p:spPr>
            <a:xfrm>
              <a:off x="85160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23EEFB57-9243-5A20-84DB-D99E13E46B1D}"/>
                </a:ext>
              </a:extLst>
            </p:cNvPr>
            <p:cNvSpPr/>
            <p:nvPr/>
          </p:nvSpPr>
          <p:spPr>
            <a:xfrm>
              <a:off x="97566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9BD41A3-6F1E-C2CD-4061-3ECF07D3F0EC}"/>
              </a:ext>
            </a:extLst>
          </p:cNvPr>
          <p:cNvGrpSpPr/>
          <p:nvPr/>
        </p:nvGrpSpPr>
        <p:grpSpPr>
          <a:xfrm>
            <a:off x="2363388" y="4962909"/>
            <a:ext cx="572440" cy="76200"/>
            <a:chOff x="479425" y="5038725"/>
            <a:chExt cx="572440" cy="76200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06DC566-5912-5576-AB73-27F3EEE53346}"/>
                </a:ext>
              </a:extLst>
            </p:cNvPr>
            <p:cNvSpPr/>
            <p:nvPr/>
          </p:nvSpPr>
          <p:spPr>
            <a:xfrm>
              <a:off x="47942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22E419B0-524A-17BB-60CB-168FC8E23D07}"/>
                </a:ext>
              </a:extLst>
            </p:cNvPr>
            <p:cNvSpPr/>
            <p:nvPr/>
          </p:nvSpPr>
          <p:spPr>
            <a:xfrm>
              <a:off x="603485" y="50387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9D15679F-BBA7-E1D3-4822-1DC04BB81319}"/>
                </a:ext>
              </a:extLst>
            </p:cNvPr>
            <p:cNvSpPr/>
            <p:nvPr/>
          </p:nvSpPr>
          <p:spPr>
            <a:xfrm>
              <a:off x="72754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F4C58D3B-022E-D763-81E8-3D294EE4C535}"/>
                </a:ext>
              </a:extLst>
            </p:cNvPr>
            <p:cNvSpPr/>
            <p:nvPr/>
          </p:nvSpPr>
          <p:spPr>
            <a:xfrm>
              <a:off x="85160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AC729702-E4A1-2AD5-0707-F99D8ACBC9F8}"/>
                </a:ext>
              </a:extLst>
            </p:cNvPr>
            <p:cNvSpPr/>
            <p:nvPr/>
          </p:nvSpPr>
          <p:spPr>
            <a:xfrm>
              <a:off x="97566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BC56EA9-EDEF-1F61-CBA3-EF4E66133CA7}"/>
              </a:ext>
            </a:extLst>
          </p:cNvPr>
          <p:cNvGrpSpPr/>
          <p:nvPr/>
        </p:nvGrpSpPr>
        <p:grpSpPr>
          <a:xfrm>
            <a:off x="4258641" y="4962909"/>
            <a:ext cx="572440" cy="76200"/>
            <a:chOff x="479425" y="5038725"/>
            <a:chExt cx="572440" cy="76200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9CD81B55-5081-5781-6197-0C9C22D02CFE}"/>
                </a:ext>
              </a:extLst>
            </p:cNvPr>
            <p:cNvSpPr/>
            <p:nvPr/>
          </p:nvSpPr>
          <p:spPr>
            <a:xfrm>
              <a:off x="47942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A867B640-E593-EC78-F770-A2D9172B1AFF}"/>
                </a:ext>
              </a:extLst>
            </p:cNvPr>
            <p:cNvSpPr/>
            <p:nvPr/>
          </p:nvSpPr>
          <p:spPr>
            <a:xfrm>
              <a:off x="60348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72C6720B-C0F8-DA61-C3B8-07B9DB2BD752}"/>
                </a:ext>
              </a:extLst>
            </p:cNvPr>
            <p:cNvSpPr/>
            <p:nvPr/>
          </p:nvSpPr>
          <p:spPr>
            <a:xfrm>
              <a:off x="727545" y="50387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99AA508-9C97-26DB-80BF-D2C9CB5444E3}"/>
                </a:ext>
              </a:extLst>
            </p:cNvPr>
            <p:cNvSpPr/>
            <p:nvPr/>
          </p:nvSpPr>
          <p:spPr>
            <a:xfrm>
              <a:off x="85160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EE8DD475-FB2C-B0AC-E3A7-869E94AA7D6B}"/>
                </a:ext>
              </a:extLst>
            </p:cNvPr>
            <p:cNvSpPr/>
            <p:nvPr/>
          </p:nvSpPr>
          <p:spPr>
            <a:xfrm>
              <a:off x="97566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D256404-8E05-78D5-90C8-2470E7561ADC}"/>
              </a:ext>
            </a:extLst>
          </p:cNvPr>
          <p:cNvGrpSpPr/>
          <p:nvPr/>
        </p:nvGrpSpPr>
        <p:grpSpPr>
          <a:xfrm>
            <a:off x="6153894" y="4962909"/>
            <a:ext cx="572440" cy="76200"/>
            <a:chOff x="479425" y="5038725"/>
            <a:chExt cx="572440" cy="76200"/>
          </a:xfrm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60AF5E7-71C1-BEAD-12D6-54F5BE818082}"/>
                </a:ext>
              </a:extLst>
            </p:cNvPr>
            <p:cNvSpPr/>
            <p:nvPr/>
          </p:nvSpPr>
          <p:spPr>
            <a:xfrm>
              <a:off x="47942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6C259F4-6EF8-BD01-2381-0D6FED42CC4E}"/>
                </a:ext>
              </a:extLst>
            </p:cNvPr>
            <p:cNvSpPr/>
            <p:nvPr/>
          </p:nvSpPr>
          <p:spPr>
            <a:xfrm>
              <a:off x="60348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65526416-1340-259C-1E8C-93842FE24611}"/>
                </a:ext>
              </a:extLst>
            </p:cNvPr>
            <p:cNvSpPr/>
            <p:nvPr/>
          </p:nvSpPr>
          <p:spPr>
            <a:xfrm>
              <a:off x="72754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AE52A1F-D0B7-B851-0FA8-08BBA36B3ED4}"/>
                </a:ext>
              </a:extLst>
            </p:cNvPr>
            <p:cNvSpPr/>
            <p:nvPr/>
          </p:nvSpPr>
          <p:spPr>
            <a:xfrm>
              <a:off x="851605" y="50387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DB899E2A-99C3-9E8A-DCFF-94498CD59FC9}"/>
                </a:ext>
              </a:extLst>
            </p:cNvPr>
            <p:cNvSpPr/>
            <p:nvPr/>
          </p:nvSpPr>
          <p:spPr>
            <a:xfrm>
              <a:off x="97566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32360BB-E332-8972-824E-B4EB172C8C59}"/>
              </a:ext>
            </a:extLst>
          </p:cNvPr>
          <p:cNvGrpSpPr/>
          <p:nvPr/>
        </p:nvGrpSpPr>
        <p:grpSpPr>
          <a:xfrm flipH="1">
            <a:off x="8037856" y="4962909"/>
            <a:ext cx="572440" cy="76200"/>
            <a:chOff x="479425" y="5038725"/>
            <a:chExt cx="572440" cy="76200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C537C3B9-EBC0-629F-3643-336ACDA7551F}"/>
                </a:ext>
              </a:extLst>
            </p:cNvPr>
            <p:cNvSpPr/>
            <p:nvPr/>
          </p:nvSpPr>
          <p:spPr>
            <a:xfrm>
              <a:off x="479425" y="50387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DFFFD959-D7EB-F126-A267-B2FE604E6F2F}"/>
                </a:ext>
              </a:extLst>
            </p:cNvPr>
            <p:cNvSpPr/>
            <p:nvPr/>
          </p:nvSpPr>
          <p:spPr>
            <a:xfrm>
              <a:off x="60348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E7F7FA4-A439-6A1F-E3CF-5E052BA94294}"/>
                </a:ext>
              </a:extLst>
            </p:cNvPr>
            <p:cNvSpPr/>
            <p:nvPr/>
          </p:nvSpPr>
          <p:spPr>
            <a:xfrm>
              <a:off x="72754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1E800810-903A-9184-3337-D5DCA8DD8A3C}"/>
                </a:ext>
              </a:extLst>
            </p:cNvPr>
            <p:cNvSpPr/>
            <p:nvPr/>
          </p:nvSpPr>
          <p:spPr>
            <a:xfrm>
              <a:off x="85160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2DBB6EEE-4283-EF27-F26D-FA5D4C7FF732}"/>
                </a:ext>
              </a:extLst>
            </p:cNvPr>
            <p:cNvSpPr/>
            <p:nvPr/>
          </p:nvSpPr>
          <p:spPr>
            <a:xfrm>
              <a:off x="975665" y="5038725"/>
              <a:ext cx="76200" cy="76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A41E3DE-BE74-51E5-1319-59F618D20448}"/>
              </a:ext>
            </a:extLst>
          </p:cNvPr>
          <p:cNvGrpSpPr>
            <a:grpSpLocks noChangeAspect="1"/>
          </p:cNvGrpSpPr>
          <p:nvPr/>
        </p:nvGrpSpPr>
        <p:grpSpPr>
          <a:xfrm>
            <a:off x="4427625" y="2735374"/>
            <a:ext cx="240905" cy="252000"/>
            <a:chOff x="5300300" y="3033655"/>
            <a:chExt cx="442862" cy="463255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F0E5127-CFAA-AAC8-CF56-DAC94A933B40}"/>
                </a:ext>
              </a:extLst>
            </p:cNvPr>
            <p:cNvSpPr/>
            <p:nvPr/>
          </p:nvSpPr>
          <p:spPr>
            <a:xfrm>
              <a:off x="5300300" y="3033655"/>
              <a:ext cx="442862" cy="374638"/>
            </a:xfrm>
            <a:custGeom>
              <a:avLst/>
              <a:gdLst>
                <a:gd name="connsiteX0" fmla="*/ 325838 w 442862"/>
                <a:gd name="connsiteY0" fmla="*/ 374639 h 374638"/>
                <a:gd name="connsiteX1" fmla="*/ 118625 w 442862"/>
                <a:gd name="connsiteY1" fmla="*/ 374639 h 374638"/>
                <a:gd name="connsiteX2" fmla="*/ 95919 w 442862"/>
                <a:gd name="connsiteY2" fmla="*/ 358547 h 374638"/>
                <a:gd name="connsiteX3" fmla="*/ 4657 w 442862"/>
                <a:gd name="connsiteY3" fmla="*/ 103276 h 374638"/>
                <a:gd name="connsiteX4" fmla="*/ 38164 w 442862"/>
                <a:gd name="connsiteY4" fmla="*/ 77926 h 374638"/>
                <a:gd name="connsiteX5" fmla="*/ 124136 w 442862"/>
                <a:gd name="connsiteY5" fmla="*/ 139429 h 374638"/>
                <a:gd name="connsiteX6" fmla="*/ 160949 w 442862"/>
                <a:gd name="connsiteY6" fmla="*/ 128186 h 374638"/>
                <a:gd name="connsiteX7" fmla="*/ 199746 w 442862"/>
                <a:gd name="connsiteY7" fmla="*/ 24800 h 374638"/>
                <a:gd name="connsiteX8" fmla="*/ 244937 w 442862"/>
                <a:gd name="connsiteY8" fmla="*/ 24800 h 374638"/>
                <a:gd name="connsiteX9" fmla="*/ 283734 w 442862"/>
                <a:gd name="connsiteY9" fmla="*/ 128186 h 374638"/>
                <a:gd name="connsiteX10" fmla="*/ 320327 w 442862"/>
                <a:gd name="connsiteY10" fmla="*/ 139429 h 374638"/>
                <a:gd name="connsiteX11" fmla="*/ 401008 w 442862"/>
                <a:gd name="connsiteY11" fmla="*/ 81894 h 374638"/>
                <a:gd name="connsiteX12" fmla="*/ 437822 w 442862"/>
                <a:gd name="connsiteY12" fmla="*/ 109669 h 374638"/>
                <a:gd name="connsiteX13" fmla="*/ 348764 w 442862"/>
                <a:gd name="connsiteY13" fmla="*/ 358987 h 374638"/>
                <a:gd name="connsiteX14" fmla="*/ 325838 w 442862"/>
                <a:gd name="connsiteY14" fmla="*/ 374639 h 374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2862" h="374638">
                  <a:moveTo>
                    <a:pt x="325838" y="374639"/>
                  </a:moveTo>
                  <a:lnTo>
                    <a:pt x="118625" y="374639"/>
                  </a:lnTo>
                  <a:cubicBezTo>
                    <a:pt x="109366" y="374639"/>
                    <a:pt x="99005" y="367364"/>
                    <a:pt x="95919" y="358547"/>
                  </a:cubicBezTo>
                  <a:lnTo>
                    <a:pt x="4657" y="103276"/>
                  </a:lnTo>
                  <a:cubicBezTo>
                    <a:pt x="-8349" y="66683"/>
                    <a:pt x="6861" y="55441"/>
                    <a:pt x="38164" y="77926"/>
                  </a:cubicBezTo>
                  <a:lnTo>
                    <a:pt x="124136" y="139429"/>
                  </a:lnTo>
                  <a:cubicBezTo>
                    <a:pt x="138464" y="149348"/>
                    <a:pt x="154777" y="144278"/>
                    <a:pt x="160949" y="128186"/>
                  </a:cubicBezTo>
                  <a:lnTo>
                    <a:pt x="199746" y="24800"/>
                  </a:lnTo>
                  <a:cubicBezTo>
                    <a:pt x="212091" y="-8267"/>
                    <a:pt x="232592" y="-8267"/>
                    <a:pt x="244937" y="24800"/>
                  </a:cubicBezTo>
                  <a:lnTo>
                    <a:pt x="283734" y="128186"/>
                  </a:lnTo>
                  <a:cubicBezTo>
                    <a:pt x="289906" y="144278"/>
                    <a:pt x="306219" y="149348"/>
                    <a:pt x="320327" y="139429"/>
                  </a:cubicBezTo>
                  <a:lnTo>
                    <a:pt x="401008" y="81894"/>
                  </a:lnTo>
                  <a:cubicBezTo>
                    <a:pt x="435397" y="57204"/>
                    <a:pt x="451930" y="69769"/>
                    <a:pt x="437822" y="109669"/>
                  </a:cubicBezTo>
                  <a:lnTo>
                    <a:pt x="348764" y="358987"/>
                  </a:lnTo>
                  <a:cubicBezTo>
                    <a:pt x="345457" y="367364"/>
                    <a:pt x="335097" y="374639"/>
                    <a:pt x="325838" y="374639"/>
                  </a:cubicBez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DECE01D-F745-D43E-D609-9F803BD2257D}"/>
                </a:ext>
              </a:extLst>
            </p:cNvPr>
            <p:cNvSpPr/>
            <p:nvPr/>
          </p:nvSpPr>
          <p:spPr>
            <a:xfrm>
              <a:off x="5401289" y="3474866"/>
              <a:ext cx="242484" cy="22044"/>
            </a:xfrm>
            <a:custGeom>
              <a:avLst/>
              <a:gdLst>
                <a:gd name="connsiteX0" fmla="*/ 0 w 242484"/>
                <a:gd name="connsiteY0" fmla="*/ 0 h 22044"/>
                <a:gd name="connsiteX1" fmla="*/ 242484 w 242484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2484" h="22044">
                  <a:moveTo>
                    <a:pt x="0" y="0"/>
                  </a:moveTo>
                  <a:lnTo>
                    <a:pt x="242484" y="0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8BFAF21-2D30-804A-C257-74EAF5947051}"/>
                </a:ext>
              </a:extLst>
            </p:cNvPr>
            <p:cNvSpPr/>
            <p:nvPr/>
          </p:nvSpPr>
          <p:spPr>
            <a:xfrm>
              <a:off x="5467421" y="3298514"/>
              <a:ext cx="110220" cy="22044"/>
            </a:xfrm>
            <a:custGeom>
              <a:avLst/>
              <a:gdLst>
                <a:gd name="connsiteX0" fmla="*/ 0 w 110220"/>
                <a:gd name="connsiteY0" fmla="*/ 0 h 22044"/>
                <a:gd name="connsiteX1" fmla="*/ 110220 w 110220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0220" h="22044">
                  <a:moveTo>
                    <a:pt x="0" y="0"/>
                  </a:moveTo>
                  <a:lnTo>
                    <a:pt x="110220" y="0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289B2F6-A595-12DA-EDA5-BF6EB20A4829}"/>
              </a:ext>
            </a:extLst>
          </p:cNvPr>
          <p:cNvGrpSpPr>
            <a:grpSpLocks noChangeAspect="1"/>
          </p:cNvGrpSpPr>
          <p:nvPr/>
        </p:nvGrpSpPr>
        <p:grpSpPr>
          <a:xfrm>
            <a:off x="6310894" y="2735374"/>
            <a:ext cx="253582" cy="252000"/>
            <a:chOff x="1967258" y="3033986"/>
            <a:chExt cx="440880" cy="438124"/>
          </a:xfrm>
        </p:grpSpPr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E552B56-6AFA-3D28-3962-82AE3AE5210F}"/>
                </a:ext>
              </a:extLst>
            </p:cNvPr>
            <p:cNvSpPr/>
            <p:nvPr/>
          </p:nvSpPr>
          <p:spPr>
            <a:xfrm>
              <a:off x="1967258" y="3033986"/>
              <a:ext cx="220440" cy="154308"/>
            </a:xfrm>
            <a:custGeom>
              <a:avLst/>
              <a:gdLst>
                <a:gd name="connsiteX0" fmla="*/ 220440 w 220440"/>
                <a:gd name="connsiteY0" fmla="*/ 66132 h 154308"/>
                <a:gd name="connsiteX1" fmla="*/ 123447 w 220440"/>
                <a:gd name="connsiteY1" fmla="*/ 0 h 154308"/>
                <a:gd name="connsiteX2" fmla="*/ 0 w 220440"/>
                <a:gd name="connsiteY2" fmla="*/ 88176 h 154308"/>
                <a:gd name="connsiteX3" fmla="*/ 96994 w 220440"/>
                <a:gd name="connsiteY3" fmla="*/ 154308 h 154308"/>
                <a:gd name="connsiteX4" fmla="*/ 220440 w 220440"/>
                <a:gd name="connsiteY4" fmla="*/ 66132 h 15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440" h="154308">
                  <a:moveTo>
                    <a:pt x="220440" y="66132"/>
                  </a:moveTo>
                  <a:lnTo>
                    <a:pt x="123447" y="0"/>
                  </a:lnTo>
                  <a:lnTo>
                    <a:pt x="0" y="88176"/>
                  </a:lnTo>
                  <a:lnTo>
                    <a:pt x="96994" y="154308"/>
                  </a:lnTo>
                  <a:lnTo>
                    <a:pt x="220440" y="66132"/>
                  </a:ln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F7AD7BF0-E73F-EC5E-284C-AD96C5F44929}"/>
                </a:ext>
              </a:extLst>
            </p:cNvPr>
            <p:cNvSpPr/>
            <p:nvPr/>
          </p:nvSpPr>
          <p:spPr>
            <a:xfrm>
              <a:off x="2187698" y="3033986"/>
              <a:ext cx="220440" cy="154308"/>
            </a:xfrm>
            <a:custGeom>
              <a:avLst/>
              <a:gdLst>
                <a:gd name="connsiteX0" fmla="*/ 0 w 220440"/>
                <a:gd name="connsiteY0" fmla="*/ 66132 h 154308"/>
                <a:gd name="connsiteX1" fmla="*/ 96994 w 220440"/>
                <a:gd name="connsiteY1" fmla="*/ 0 h 154308"/>
                <a:gd name="connsiteX2" fmla="*/ 220440 w 220440"/>
                <a:gd name="connsiteY2" fmla="*/ 88176 h 154308"/>
                <a:gd name="connsiteX3" fmla="*/ 123447 w 220440"/>
                <a:gd name="connsiteY3" fmla="*/ 154308 h 154308"/>
                <a:gd name="connsiteX4" fmla="*/ 0 w 220440"/>
                <a:gd name="connsiteY4" fmla="*/ 66132 h 15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440" h="154308">
                  <a:moveTo>
                    <a:pt x="0" y="66132"/>
                  </a:moveTo>
                  <a:lnTo>
                    <a:pt x="96994" y="0"/>
                  </a:lnTo>
                  <a:lnTo>
                    <a:pt x="220440" y="88176"/>
                  </a:lnTo>
                  <a:lnTo>
                    <a:pt x="123447" y="154308"/>
                  </a:lnTo>
                  <a:lnTo>
                    <a:pt x="0" y="66132"/>
                  </a:ln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C5036D8-980D-0C51-85C6-B7588084310C}"/>
                </a:ext>
              </a:extLst>
            </p:cNvPr>
            <p:cNvSpPr/>
            <p:nvPr/>
          </p:nvSpPr>
          <p:spPr>
            <a:xfrm>
              <a:off x="1967258" y="3210338"/>
              <a:ext cx="220440" cy="154308"/>
            </a:xfrm>
            <a:custGeom>
              <a:avLst/>
              <a:gdLst>
                <a:gd name="connsiteX0" fmla="*/ 220440 w 220440"/>
                <a:gd name="connsiteY0" fmla="*/ 88176 h 154308"/>
                <a:gd name="connsiteX1" fmla="*/ 123447 w 220440"/>
                <a:gd name="connsiteY1" fmla="*/ 154308 h 154308"/>
                <a:gd name="connsiteX2" fmla="*/ 0 w 220440"/>
                <a:gd name="connsiteY2" fmla="*/ 66132 h 154308"/>
                <a:gd name="connsiteX3" fmla="*/ 96994 w 220440"/>
                <a:gd name="connsiteY3" fmla="*/ 0 h 154308"/>
                <a:gd name="connsiteX4" fmla="*/ 220440 w 220440"/>
                <a:gd name="connsiteY4" fmla="*/ 88176 h 15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440" h="154308">
                  <a:moveTo>
                    <a:pt x="220440" y="88176"/>
                  </a:moveTo>
                  <a:lnTo>
                    <a:pt x="123447" y="154308"/>
                  </a:lnTo>
                  <a:lnTo>
                    <a:pt x="0" y="66132"/>
                  </a:lnTo>
                  <a:lnTo>
                    <a:pt x="96994" y="0"/>
                  </a:lnTo>
                  <a:lnTo>
                    <a:pt x="220440" y="88176"/>
                  </a:ln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86F41961-6415-7B02-6A97-7AC547A0AD86}"/>
                </a:ext>
              </a:extLst>
            </p:cNvPr>
            <p:cNvSpPr/>
            <p:nvPr/>
          </p:nvSpPr>
          <p:spPr>
            <a:xfrm>
              <a:off x="2187698" y="3210338"/>
              <a:ext cx="220440" cy="154308"/>
            </a:xfrm>
            <a:custGeom>
              <a:avLst/>
              <a:gdLst>
                <a:gd name="connsiteX0" fmla="*/ 0 w 220440"/>
                <a:gd name="connsiteY0" fmla="*/ 88176 h 154308"/>
                <a:gd name="connsiteX1" fmla="*/ 96994 w 220440"/>
                <a:gd name="connsiteY1" fmla="*/ 154308 h 154308"/>
                <a:gd name="connsiteX2" fmla="*/ 220440 w 220440"/>
                <a:gd name="connsiteY2" fmla="*/ 66132 h 154308"/>
                <a:gd name="connsiteX3" fmla="*/ 123447 w 220440"/>
                <a:gd name="connsiteY3" fmla="*/ 0 h 154308"/>
                <a:gd name="connsiteX4" fmla="*/ 0 w 220440"/>
                <a:gd name="connsiteY4" fmla="*/ 88176 h 15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440" h="154308">
                  <a:moveTo>
                    <a:pt x="0" y="88176"/>
                  </a:moveTo>
                  <a:lnTo>
                    <a:pt x="96994" y="154308"/>
                  </a:lnTo>
                  <a:lnTo>
                    <a:pt x="220440" y="66132"/>
                  </a:lnTo>
                  <a:lnTo>
                    <a:pt x="123447" y="0"/>
                  </a:lnTo>
                  <a:lnTo>
                    <a:pt x="0" y="88176"/>
                  </a:ln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F38D0AF-ACD5-8A24-3341-D98945F2B185}"/>
                </a:ext>
              </a:extLst>
            </p:cNvPr>
            <p:cNvSpPr/>
            <p:nvPr/>
          </p:nvSpPr>
          <p:spPr>
            <a:xfrm>
              <a:off x="2033390" y="3331580"/>
              <a:ext cx="308616" cy="140530"/>
            </a:xfrm>
            <a:custGeom>
              <a:avLst/>
              <a:gdLst>
                <a:gd name="connsiteX0" fmla="*/ 308617 w 308616"/>
                <a:gd name="connsiteY0" fmla="*/ 0 h 140530"/>
                <a:gd name="connsiteX1" fmla="*/ 308617 w 308616"/>
                <a:gd name="connsiteY1" fmla="*/ 72745 h 140530"/>
                <a:gd name="connsiteX2" fmla="*/ 163126 w 308616"/>
                <a:gd name="connsiteY2" fmla="*/ 138877 h 140530"/>
                <a:gd name="connsiteX3" fmla="*/ 145491 w 308616"/>
                <a:gd name="connsiteY3" fmla="*/ 138877 h 140530"/>
                <a:gd name="connsiteX4" fmla="*/ 0 w 308616"/>
                <a:gd name="connsiteY4" fmla="*/ 72745 h 140530"/>
                <a:gd name="connsiteX5" fmla="*/ 0 w 308616"/>
                <a:gd name="connsiteY5" fmla="*/ 0 h 14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616" h="140530">
                  <a:moveTo>
                    <a:pt x="308617" y="0"/>
                  </a:moveTo>
                  <a:lnTo>
                    <a:pt x="308617" y="72745"/>
                  </a:lnTo>
                  <a:lnTo>
                    <a:pt x="163126" y="138877"/>
                  </a:lnTo>
                  <a:cubicBezTo>
                    <a:pt x="156513" y="141082"/>
                    <a:pt x="149899" y="141082"/>
                    <a:pt x="145491" y="138877"/>
                  </a:cubicBezTo>
                  <a:lnTo>
                    <a:pt x="0" y="72745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B5E11163-E04F-7223-5427-017FDF14D1C5}"/>
              </a:ext>
            </a:extLst>
          </p:cNvPr>
          <p:cNvGrpSpPr>
            <a:grpSpLocks noChangeAspect="1"/>
          </p:cNvGrpSpPr>
          <p:nvPr/>
        </p:nvGrpSpPr>
        <p:grpSpPr>
          <a:xfrm>
            <a:off x="2535362" y="2735374"/>
            <a:ext cx="246212" cy="252000"/>
            <a:chOff x="855647" y="1289258"/>
            <a:chExt cx="440880" cy="451241"/>
          </a:xfrm>
        </p:grpSpPr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520637B-F19D-AEF1-6C7A-A56CC791C485}"/>
                </a:ext>
              </a:extLst>
            </p:cNvPr>
            <p:cNvSpPr/>
            <p:nvPr/>
          </p:nvSpPr>
          <p:spPr>
            <a:xfrm>
              <a:off x="855647" y="1718455"/>
              <a:ext cx="440880" cy="22044"/>
            </a:xfrm>
            <a:custGeom>
              <a:avLst/>
              <a:gdLst>
                <a:gd name="connsiteX0" fmla="*/ 0 w 440880"/>
                <a:gd name="connsiteY0" fmla="*/ 0 h 22044"/>
                <a:gd name="connsiteX1" fmla="*/ 440880 w 440880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0880" h="22044">
                  <a:moveTo>
                    <a:pt x="0" y="0"/>
                  </a:moveTo>
                  <a:lnTo>
                    <a:pt x="440880" y="0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B0B3E0C-E1E5-B8DC-5F37-87FA77608E6B}"/>
                </a:ext>
              </a:extLst>
            </p:cNvPr>
            <p:cNvSpPr/>
            <p:nvPr/>
          </p:nvSpPr>
          <p:spPr>
            <a:xfrm>
              <a:off x="876587" y="1289258"/>
              <a:ext cx="397895" cy="429196"/>
            </a:xfrm>
            <a:custGeom>
              <a:avLst/>
              <a:gdLst>
                <a:gd name="connsiteX0" fmla="*/ 0 w 397895"/>
                <a:gd name="connsiteY0" fmla="*/ 429196 h 429196"/>
                <a:gd name="connsiteX1" fmla="*/ 1102 w 397895"/>
                <a:gd name="connsiteY1" fmla="*/ 164006 h 429196"/>
                <a:gd name="connsiteX2" fmla="*/ 18076 w 397895"/>
                <a:gd name="connsiteY2" fmla="*/ 129398 h 429196"/>
                <a:gd name="connsiteX3" fmla="*/ 172385 w 397895"/>
                <a:gd name="connsiteY3" fmla="*/ 9258 h 429196"/>
                <a:gd name="connsiteX4" fmla="*/ 226613 w 397895"/>
                <a:gd name="connsiteY4" fmla="*/ 9258 h 429196"/>
                <a:gd name="connsiteX5" fmla="*/ 380921 w 397895"/>
                <a:gd name="connsiteY5" fmla="*/ 129178 h 429196"/>
                <a:gd name="connsiteX6" fmla="*/ 397895 w 397895"/>
                <a:gd name="connsiteY6" fmla="*/ 164006 h 429196"/>
                <a:gd name="connsiteX7" fmla="*/ 397895 w 397895"/>
                <a:gd name="connsiteY7" fmla="*/ 429196 h 429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895" h="429196">
                  <a:moveTo>
                    <a:pt x="0" y="429196"/>
                  </a:moveTo>
                  <a:lnTo>
                    <a:pt x="1102" y="164006"/>
                  </a:lnTo>
                  <a:cubicBezTo>
                    <a:pt x="1102" y="150560"/>
                    <a:pt x="7495" y="137775"/>
                    <a:pt x="18076" y="129398"/>
                  </a:cubicBezTo>
                  <a:lnTo>
                    <a:pt x="172385" y="9258"/>
                  </a:lnTo>
                  <a:cubicBezTo>
                    <a:pt x="188257" y="-3086"/>
                    <a:pt x="210521" y="-3086"/>
                    <a:pt x="226613" y="9258"/>
                  </a:cubicBezTo>
                  <a:lnTo>
                    <a:pt x="380921" y="129178"/>
                  </a:lnTo>
                  <a:cubicBezTo>
                    <a:pt x="391723" y="137555"/>
                    <a:pt x="397895" y="150339"/>
                    <a:pt x="397895" y="164006"/>
                  </a:cubicBezTo>
                  <a:lnTo>
                    <a:pt x="397895" y="429196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6159518-E12A-0E24-4CFF-E82C285FD446}"/>
                </a:ext>
              </a:extLst>
            </p:cNvPr>
            <p:cNvSpPr/>
            <p:nvPr/>
          </p:nvSpPr>
          <p:spPr>
            <a:xfrm>
              <a:off x="965867" y="1475971"/>
              <a:ext cx="220440" cy="242484"/>
            </a:xfrm>
            <a:custGeom>
              <a:avLst/>
              <a:gdLst>
                <a:gd name="connsiteX0" fmla="*/ 187374 w 220440"/>
                <a:gd name="connsiteY0" fmla="*/ 0 h 242484"/>
                <a:gd name="connsiteX1" fmla="*/ 33066 w 220440"/>
                <a:gd name="connsiteY1" fmla="*/ 0 h 242484"/>
                <a:gd name="connsiteX2" fmla="*/ 0 w 220440"/>
                <a:gd name="connsiteY2" fmla="*/ 33066 h 242484"/>
                <a:gd name="connsiteX3" fmla="*/ 0 w 220440"/>
                <a:gd name="connsiteY3" fmla="*/ 242484 h 242484"/>
                <a:gd name="connsiteX4" fmla="*/ 220440 w 220440"/>
                <a:gd name="connsiteY4" fmla="*/ 242484 h 242484"/>
                <a:gd name="connsiteX5" fmla="*/ 220440 w 220440"/>
                <a:gd name="connsiteY5" fmla="*/ 33066 h 242484"/>
                <a:gd name="connsiteX6" fmla="*/ 187374 w 220440"/>
                <a:gd name="connsiteY6" fmla="*/ 0 h 242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0440" h="242484">
                  <a:moveTo>
                    <a:pt x="187374" y="0"/>
                  </a:moveTo>
                  <a:lnTo>
                    <a:pt x="33066" y="0"/>
                  </a:lnTo>
                  <a:cubicBezTo>
                    <a:pt x="14769" y="0"/>
                    <a:pt x="0" y="14769"/>
                    <a:pt x="0" y="33066"/>
                  </a:cubicBezTo>
                  <a:lnTo>
                    <a:pt x="0" y="242484"/>
                  </a:lnTo>
                  <a:lnTo>
                    <a:pt x="220440" y="242484"/>
                  </a:lnTo>
                  <a:lnTo>
                    <a:pt x="220440" y="33066"/>
                  </a:lnTo>
                  <a:cubicBezTo>
                    <a:pt x="220440" y="14769"/>
                    <a:pt x="205671" y="0"/>
                    <a:pt x="187374" y="0"/>
                  </a:cubicBez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E3B8FFA7-44E0-0C5D-5DD4-3BEBCE4D3DB5}"/>
                </a:ext>
              </a:extLst>
            </p:cNvPr>
            <p:cNvSpPr/>
            <p:nvPr/>
          </p:nvSpPr>
          <p:spPr>
            <a:xfrm>
              <a:off x="1031999" y="1591702"/>
              <a:ext cx="22044" cy="33066"/>
            </a:xfrm>
            <a:custGeom>
              <a:avLst/>
              <a:gdLst>
                <a:gd name="connsiteX0" fmla="*/ 0 w 22044"/>
                <a:gd name="connsiteY0" fmla="*/ 0 h 33066"/>
                <a:gd name="connsiteX1" fmla="*/ 0 w 22044"/>
                <a:gd name="connsiteY1" fmla="*/ 33066 h 3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33066">
                  <a:moveTo>
                    <a:pt x="0" y="0"/>
                  </a:moveTo>
                  <a:lnTo>
                    <a:pt x="0" y="33066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89D3FA11-366C-F4BF-9430-FCE282840ECD}"/>
                </a:ext>
              </a:extLst>
            </p:cNvPr>
            <p:cNvSpPr/>
            <p:nvPr/>
          </p:nvSpPr>
          <p:spPr>
            <a:xfrm>
              <a:off x="1043021" y="1398817"/>
              <a:ext cx="66132" cy="22044"/>
            </a:xfrm>
            <a:custGeom>
              <a:avLst/>
              <a:gdLst>
                <a:gd name="connsiteX0" fmla="*/ 0 w 66132"/>
                <a:gd name="connsiteY0" fmla="*/ 0 h 22044"/>
                <a:gd name="connsiteX1" fmla="*/ 66132 w 66132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132" h="22044">
                  <a:moveTo>
                    <a:pt x="0" y="0"/>
                  </a:moveTo>
                  <a:lnTo>
                    <a:pt x="66132" y="0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65E037F3-162C-E29F-3D6B-FE9812436065}"/>
              </a:ext>
            </a:extLst>
          </p:cNvPr>
          <p:cNvGrpSpPr>
            <a:grpSpLocks noChangeAspect="1"/>
          </p:cNvGrpSpPr>
          <p:nvPr/>
        </p:nvGrpSpPr>
        <p:grpSpPr>
          <a:xfrm>
            <a:off x="8201120" y="2735374"/>
            <a:ext cx="252343" cy="252000"/>
            <a:chOff x="8636924" y="3912573"/>
            <a:chExt cx="440880" cy="440276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4358DD39-9B3F-8BE1-7953-74327B68F33F}"/>
                </a:ext>
              </a:extLst>
            </p:cNvPr>
            <p:cNvSpPr/>
            <p:nvPr/>
          </p:nvSpPr>
          <p:spPr>
            <a:xfrm>
              <a:off x="8636924" y="3912573"/>
              <a:ext cx="440880" cy="440276"/>
            </a:xfrm>
            <a:custGeom>
              <a:avLst/>
              <a:gdLst>
                <a:gd name="connsiteX0" fmla="*/ 154749 w 440880"/>
                <a:gd name="connsiteY0" fmla="*/ 18133 h 440276"/>
                <a:gd name="connsiteX1" fmla="*/ 35932 w 440880"/>
                <a:gd name="connsiteY1" fmla="*/ 110718 h 440276"/>
                <a:gd name="connsiteX2" fmla="*/ 0 w 440880"/>
                <a:gd name="connsiteY2" fmla="*/ 183904 h 440276"/>
                <a:gd name="connsiteX3" fmla="*/ 0 w 440880"/>
                <a:gd name="connsiteY3" fmla="*/ 347250 h 440276"/>
                <a:gd name="connsiteX4" fmla="*/ 92805 w 440880"/>
                <a:gd name="connsiteY4" fmla="*/ 440276 h 440276"/>
                <a:gd name="connsiteX5" fmla="*/ 348075 w 440880"/>
                <a:gd name="connsiteY5" fmla="*/ 440276 h 440276"/>
                <a:gd name="connsiteX6" fmla="*/ 440881 w 440880"/>
                <a:gd name="connsiteY6" fmla="*/ 347471 h 440276"/>
                <a:gd name="connsiteX7" fmla="*/ 440881 w 440880"/>
                <a:gd name="connsiteY7" fmla="*/ 186990 h 440276"/>
                <a:gd name="connsiteX8" fmla="*/ 401202 w 440880"/>
                <a:gd name="connsiteY8" fmla="*/ 110939 h 440276"/>
                <a:gd name="connsiteX9" fmla="*/ 264969 w 440880"/>
                <a:gd name="connsiteY9" fmla="*/ 15488 h 440276"/>
                <a:gd name="connsiteX10" fmla="*/ 154749 w 440880"/>
                <a:gd name="connsiteY10" fmla="*/ 18133 h 440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0880" h="440276">
                  <a:moveTo>
                    <a:pt x="154749" y="18133"/>
                  </a:moveTo>
                  <a:lnTo>
                    <a:pt x="35932" y="110718"/>
                  </a:lnTo>
                  <a:cubicBezTo>
                    <a:pt x="16092" y="126149"/>
                    <a:pt x="0" y="158995"/>
                    <a:pt x="0" y="183904"/>
                  </a:cubicBezTo>
                  <a:lnTo>
                    <a:pt x="0" y="347250"/>
                  </a:lnTo>
                  <a:cubicBezTo>
                    <a:pt x="0" y="398392"/>
                    <a:pt x="41663" y="440276"/>
                    <a:pt x="92805" y="440276"/>
                  </a:cubicBezTo>
                  <a:lnTo>
                    <a:pt x="348075" y="440276"/>
                  </a:lnTo>
                  <a:cubicBezTo>
                    <a:pt x="399218" y="440276"/>
                    <a:pt x="440881" y="398392"/>
                    <a:pt x="440881" y="347471"/>
                  </a:cubicBezTo>
                  <a:lnTo>
                    <a:pt x="440881" y="186990"/>
                  </a:lnTo>
                  <a:cubicBezTo>
                    <a:pt x="440881" y="160317"/>
                    <a:pt x="423025" y="126149"/>
                    <a:pt x="401202" y="110939"/>
                  </a:cubicBezTo>
                  <a:lnTo>
                    <a:pt x="264969" y="15488"/>
                  </a:lnTo>
                  <a:cubicBezTo>
                    <a:pt x="234108" y="-6115"/>
                    <a:pt x="184509" y="-5013"/>
                    <a:pt x="154749" y="18133"/>
                  </a:cubicBez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343156D-3B4C-F4D2-585D-920DB4CF7371}"/>
                </a:ext>
              </a:extLst>
            </p:cNvPr>
            <p:cNvSpPr/>
            <p:nvPr/>
          </p:nvSpPr>
          <p:spPr>
            <a:xfrm>
              <a:off x="8758166" y="4121609"/>
              <a:ext cx="198396" cy="110220"/>
            </a:xfrm>
            <a:custGeom>
              <a:avLst/>
              <a:gdLst>
                <a:gd name="connsiteX0" fmla="*/ 198396 w 198396"/>
                <a:gd name="connsiteY0" fmla="*/ 0 h 110220"/>
                <a:gd name="connsiteX1" fmla="*/ 105811 w 198396"/>
                <a:gd name="connsiteY1" fmla="*/ 92585 h 110220"/>
                <a:gd name="connsiteX2" fmla="*/ 70541 w 198396"/>
                <a:gd name="connsiteY2" fmla="*/ 39679 h 110220"/>
                <a:gd name="connsiteX3" fmla="*/ 0 w 198396"/>
                <a:gd name="connsiteY3" fmla="*/ 110220 h 110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396" h="110220">
                  <a:moveTo>
                    <a:pt x="198396" y="0"/>
                  </a:moveTo>
                  <a:lnTo>
                    <a:pt x="105811" y="92585"/>
                  </a:lnTo>
                  <a:lnTo>
                    <a:pt x="70541" y="39679"/>
                  </a:lnTo>
                  <a:lnTo>
                    <a:pt x="0" y="110220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CB327443-9802-8C38-9831-855798801354}"/>
                </a:ext>
              </a:extLst>
            </p:cNvPr>
            <p:cNvSpPr/>
            <p:nvPr/>
          </p:nvSpPr>
          <p:spPr>
            <a:xfrm>
              <a:off x="8912474" y="4121609"/>
              <a:ext cx="44088" cy="44088"/>
            </a:xfrm>
            <a:custGeom>
              <a:avLst/>
              <a:gdLst>
                <a:gd name="connsiteX0" fmla="*/ 0 w 44088"/>
                <a:gd name="connsiteY0" fmla="*/ 0 h 44088"/>
                <a:gd name="connsiteX1" fmla="*/ 44088 w 44088"/>
                <a:gd name="connsiteY1" fmla="*/ 0 h 44088"/>
                <a:gd name="connsiteX2" fmla="*/ 44088 w 44088"/>
                <a:gd name="connsiteY2" fmla="*/ 44088 h 44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088" h="44088">
                  <a:moveTo>
                    <a:pt x="0" y="0"/>
                  </a:moveTo>
                  <a:lnTo>
                    <a:pt x="44088" y="0"/>
                  </a:lnTo>
                  <a:lnTo>
                    <a:pt x="44088" y="44088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60456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52FA7-532E-0C17-67BC-DEAF6EA30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DBCE3D3C-E78C-B024-6190-C3530E7FEC2B}"/>
              </a:ext>
            </a:extLst>
          </p:cNvPr>
          <p:cNvSpPr/>
          <p:nvPr/>
        </p:nvSpPr>
        <p:spPr>
          <a:xfrm rot="5400000">
            <a:off x="5010148" y="-3236913"/>
            <a:ext cx="1692275" cy="1171257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8BE86-D5D6-C1BC-E70E-068C0ABC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ctr">
            <a:normAutofit/>
          </a:bodyPr>
          <a:lstStyle/>
          <a:p>
            <a:r>
              <a:rPr lang="mn-MN">
                <a:solidFill>
                  <a:schemeClr val="tx2"/>
                </a:solidFill>
                <a:sym typeface="Open Sans"/>
              </a:rPr>
              <a:t>Гол зорилтууд</a:t>
            </a:r>
            <a:endParaRPr lang="en-US">
              <a:solidFill>
                <a:schemeClr val="tx2"/>
              </a:solidFill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913A7-F47B-7120-6BC6-B10011FD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5</a:t>
            </a:fld>
            <a:endParaRPr lang="en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D49AA2-71AA-AD35-0E5B-A2B5A1026687}"/>
              </a:ext>
            </a:extLst>
          </p:cNvPr>
          <p:cNvSpPr/>
          <p:nvPr/>
        </p:nvSpPr>
        <p:spPr>
          <a:xfrm>
            <a:off x="479425" y="3046413"/>
            <a:ext cx="838200" cy="8382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3A3427-B3BC-D337-4042-58443F5D8BAF}"/>
              </a:ext>
            </a:extLst>
          </p:cNvPr>
          <p:cNvSpPr/>
          <p:nvPr/>
        </p:nvSpPr>
        <p:spPr>
          <a:xfrm>
            <a:off x="3291246" y="3046413"/>
            <a:ext cx="838200" cy="8382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82C34A-BF4F-F040-A968-DA3843ADDC86}"/>
              </a:ext>
            </a:extLst>
          </p:cNvPr>
          <p:cNvSpPr/>
          <p:nvPr/>
        </p:nvSpPr>
        <p:spPr>
          <a:xfrm>
            <a:off x="6103067" y="3046413"/>
            <a:ext cx="838200" cy="8382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67F01C-F41D-7F09-FCDA-D05E0F37CAAB}"/>
              </a:ext>
            </a:extLst>
          </p:cNvPr>
          <p:cNvSpPr/>
          <p:nvPr/>
        </p:nvSpPr>
        <p:spPr>
          <a:xfrm>
            <a:off x="8914885" y="3046413"/>
            <a:ext cx="838200" cy="83820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Google Shape;380;p7">
            <a:extLst>
              <a:ext uri="{FF2B5EF4-FFF2-40B4-BE49-F238E27FC236}">
                <a16:creationId xmlns:a16="http://schemas.microsoft.com/office/drawing/2014/main" id="{CB369271-531C-701C-8B4F-5BCE17756883}"/>
              </a:ext>
            </a:extLst>
          </p:cNvPr>
          <p:cNvSpPr txBox="1"/>
          <p:nvPr/>
        </p:nvSpPr>
        <p:spPr>
          <a:xfrm>
            <a:off x="479425" y="2040493"/>
            <a:ext cx="78930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lang="mn-MN" sz="1600" b="0" i="0" u="none" strike="noStrike" cap="none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  <a:t>Төслийн явц, үр дүнг энд харуулна. Багаараа хамтран шинэ шийдэл хэрэгжүүлнэ. Зах зээлийн судалгаанд үндэслэн шийдвэр гаргана. Дараагийн алхмуудаа тодорхой төлөвлөнө. </a:t>
            </a:r>
            <a:endParaRPr sz="1400" b="0" i="0" u="none" strike="noStrike" cap="none">
              <a:solidFill>
                <a:schemeClr val="bg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0A4C7378-266F-841B-73BF-9091AD45A3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9058282" y="1134376"/>
            <a:ext cx="2697686" cy="2071581"/>
          </a:xfrm>
          <a:prstGeom prst="rect">
            <a:avLst/>
          </a:prstGeom>
        </p:spPr>
      </p:pic>
      <p:sp>
        <p:nvSpPr>
          <p:cNvPr id="57" name="Google Shape;328;p7">
            <a:extLst>
              <a:ext uri="{FF2B5EF4-FFF2-40B4-BE49-F238E27FC236}">
                <a16:creationId xmlns:a16="http://schemas.microsoft.com/office/drawing/2014/main" id="{3401947C-C94C-AC0D-C0C0-4133A0CBF94F}"/>
              </a:ext>
            </a:extLst>
          </p:cNvPr>
          <p:cNvSpPr txBox="1"/>
          <p:nvPr/>
        </p:nvSpPr>
        <p:spPr>
          <a:xfrm>
            <a:off x="533948" y="4419242"/>
            <a:ext cx="188540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Өсөлтийг тогтмол хэмжиж, сайжруулна. Энэ хэсэгт өөрийн текстээ оруулна уу. </a:t>
            </a:r>
            <a:endParaRPr sz="12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8" name="Google Shape;332;p7">
            <a:extLst>
              <a:ext uri="{FF2B5EF4-FFF2-40B4-BE49-F238E27FC236}">
                <a16:creationId xmlns:a16="http://schemas.microsoft.com/office/drawing/2014/main" id="{11BD531A-E01E-82C6-DBC5-AB33751DA4FF}"/>
              </a:ext>
            </a:extLst>
          </p:cNvPr>
          <p:cNvSpPr txBox="1"/>
          <p:nvPr/>
        </p:nvSpPr>
        <p:spPr>
          <a:xfrm>
            <a:off x="533948" y="4131232"/>
            <a:ext cx="188540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</a:pPr>
            <a:r>
              <a:rPr lang="mn-MN" sz="14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Үр дүн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2" name="Google Shape;328;p7">
            <a:extLst>
              <a:ext uri="{FF2B5EF4-FFF2-40B4-BE49-F238E27FC236}">
                <a16:creationId xmlns:a16="http://schemas.microsoft.com/office/drawing/2014/main" id="{3DE6AD5C-E40B-F347-3879-BB9CE7B655B8}"/>
              </a:ext>
            </a:extLst>
          </p:cNvPr>
          <p:cNvSpPr txBox="1"/>
          <p:nvPr/>
        </p:nvSpPr>
        <p:spPr>
          <a:xfrm>
            <a:off x="3291246" y="4419242"/>
            <a:ext cx="188540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Хэрэглэгчийн хэрэгцээг нарийн судална. Чанар, хурд, найдвартай байдлыг эрхэмлэнэ. </a:t>
            </a:r>
            <a:endParaRPr sz="12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3" name="Google Shape;332;p7">
            <a:extLst>
              <a:ext uri="{FF2B5EF4-FFF2-40B4-BE49-F238E27FC236}">
                <a16:creationId xmlns:a16="http://schemas.microsoft.com/office/drawing/2014/main" id="{C6E2BE9F-6232-E5CC-7F73-805BF94B952C}"/>
              </a:ext>
            </a:extLst>
          </p:cNvPr>
          <p:cNvSpPr txBox="1"/>
          <p:nvPr/>
        </p:nvSpPr>
        <p:spPr>
          <a:xfrm>
            <a:off x="3291246" y="4131232"/>
            <a:ext cx="188540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</a:pPr>
            <a:r>
              <a:rPr lang="mn-MN" sz="14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Тайлбар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5" name="Google Shape;328;p7">
            <a:extLst>
              <a:ext uri="{FF2B5EF4-FFF2-40B4-BE49-F238E27FC236}">
                <a16:creationId xmlns:a16="http://schemas.microsoft.com/office/drawing/2014/main" id="{1A451B46-F938-D44A-A43F-6AEAFC34BB4E}"/>
              </a:ext>
            </a:extLst>
          </p:cNvPr>
          <p:cNvSpPr txBox="1"/>
          <p:nvPr/>
        </p:nvSpPr>
        <p:spPr>
          <a:xfrm>
            <a:off x="6096000" y="4419242"/>
            <a:ext cx="188540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Үр дүнд суурилсан шийдлийг санал болгоно. Харилцагчидтайгаа урт хугацааны түншлэл тогтооно. </a:t>
            </a:r>
            <a:endParaRPr sz="12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6" name="Google Shape;332;p7">
            <a:extLst>
              <a:ext uri="{FF2B5EF4-FFF2-40B4-BE49-F238E27FC236}">
                <a16:creationId xmlns:a16="http://schemas.microsoft.com/office/drawing/2014/main" id="{2841532C-F729-72DF-04DA-5E61B9ABAAAC}"/>
              </a:ext>
            </a:extLst>
          </p:cNvPr>
          <p:cNvSpPr txBox="1"/>
          <p:nvPr/>
        </p:nvSpPr>
        <p:spPr>
          <a:xfrm>
            <a:off x="6096000" y="4131232"/>
            <a:ext cx="188540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</a:pPr>
            <a:r>
              <a:rPr lang="mn-MN" sz="14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Үр дүн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8" name="Google Shape;328;p7">
            <a:extLst>
              <a:ext uri="{FF2B5EF4-FFF2-40B4-BE49-F238E27FC236}">
                <a16:creationId xmlns:a16="http://schemas.microsoft.com/office/drawing/2014/main" id="{6372CFD0-F964-6C49-12A9-99E96CA06DA6}"/>
              </a:ext>
            </a:extLst>
          </p:cNvPr>
          <p:cNvSpPr txBox="1"/>
          <p:nvPr/>
        </p:nvSpPr>
        <p:spPr>
          <a:xfrm>
            <a:off x="8914885" y="4419242"/>
            <a:ext cx="188540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mn-MN" sz="12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Энд гол санаагаа бичнэ үү. Товч бөгөөд ойлгомжтой тайлбар. Үзэгчдэд хэрэгтэй мэдээллийг өгнө. </a:t>
            </a:r>
            <a:endParaRPr sz="12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9" name="Google Shape;332;p7">
            <a:extLst>
              <a:ext uri="{FF2B5EF4-FFF2-40B4-BE49-F238E27FC236}">
                <a16:creationId xmlns:a16="http://schemas.microsoft.com/office/drawing/2014/main" id="{28586F0D-7ED2-1611-16BE-0B39B0B2CD22}"/>
              </a:ext>
            </a:extLst>
          </p:cNvPr>
          <p:cNvSpPr txBox="1"/>
          <p:nvPr/>
        </p:nvSpPr>
        <p:spPr>
          <a:xfrm>
            <a:off x="8914885" y="4131232"/>
            <a:ext cx="188540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</a:pPr>
            <a:r>
              <a:rPr lang="mn-MN" sz="14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  <a:sym typeface="Open Sans"/>
              </a:rPr>
              <a:t>Зорилт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80DD55A-7AF5-FFEF-1C64-D9648B0EDA62}"/>
              </a:ext>
            </a:extLst>
          </p:cNvPr>
          <p:cNvGrpSpPr/>
          <p:nvPr/>
        </p:nvGrpSpPr>
        <p:grpSpPr>
          <a:xfrm>
            <a:off x="533948" y="5496203"/>
            <a:ext cx="1904452" cy="265867"/>
            <a:chOff x="533948" y="5496203"/>
            <a:chExt cx="1904452" cy="2658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D901102-5919-FFF0-F9B7-EEDC4DD32605}"/>
                </a:ext>
              </a:extLst>
            </p:cNvPr>
            <p:cNvCxnSpPr>
              <a:cxnSpLocks/>
            </p:cNvCxnSpPr>
            <p:nvPr/>
          </p:nvCxnSpPr>
          <p:spPr>
            <a:xfrm>
              <a:off x="533948" y="5629136"/>
              <a:ext cx="1886400" cy="0"/>
            </a:xfrm>
            <a:prstGeom prst="line">
              <a:avLst/>
            </a:prstGeom>
            <a:ln w="9525" cap="rnd">
              <a:solidFill>
                <a:schemeClr val="accent3"/>
              </a:solidFill>
              <a:tailEnd type="non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Graphic 77" descr="Caret Right outline">
              <a:extLst>
                <a:ext uri="{FF2B5EF4-FFF2-40B4-BE49-F238E27FC236}">
                  <a16:creationId xmlns:a16="http://schemas.microsoft.com/office/drawing/2014/main" id="{4EACD32D-3F8B-1CAF-8939-44C4AE51EC57}"/>
                </a:ext>
              </a:extLst>
            </p:cNvPr>
            <p:cNvSpPr/>
            <p:nvPr/>
          </p:nvSpPr>
          <p:spPr>
            <a:xfrm>
              <a:off x="2298429" y="5496203"/>
              <a:ext cx="139971" cy="265867"/>
            </a:xfrm>
            <a:custGeom>
              <a:avLst/>
              <a:gdLst>
                <a:gd name="csX0" fmla="*/ 0 w 139971"/>
                <a:gd name="csY0" fmla="*/ 7038 h 265867"/>
                <a:gd name="csX1" fmla="*/ 125895 w 139971"/>
                <a:gd name="csY1" fmla="*/ 132934 h 265867"/>
                <a:gd name="csX2" fmla="*/ 0 w 139971"/>
                <a:gd name="csY2" fmla="*/ 258829 h 265867"/>
                <a:gd name="csX3" fmla="*/ 7038 w 139971"/>
                <a:gd name="csY3" fmla="*/ 265867 h 265867"/>
                <a:gd name="csX4" fmla="*/ 139972 w 139971"/>
                <a:gd name="csY4" fmla="*/ 132934 h 265867"/>
                <a:gd name="csX5" fmla="*/ 7038 w 139971"/>
                <a:gd name="csY5" fmla="*/ 0 h 265867"/>
                <a:gd name="csX6" fmla="*/ 0 w 139971"/>
                <a:gd name="csY6" fmla="*/ 7038 h 265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9971" h="265867">
                  <a:moveTo>
                    <a:pt x="0" y="7038"/>
                  </a:moveTo>
                  <a:lnTo>
                    <a:pt x="125895" y="132934"/>
                  </a:lnTo>
                  <a:lnTo>
                    <a:pt x="0" y="258829"/>
                  </a:lnTo>
                  <a:lnTo>
                    <a:pt x="7038" y="265867"/>
                  </a:lnTo>
                  <a:lnTo>
                    <a:pt x="139972" y="132934"/>
                  </a:lnTo>
                  <a:lnTo>
                    <a:pt x="7038" y="0"/>
                  </a:lnTo>
                  <a:lnTo>
                    <a:pt x="0" y="7038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noFill/>
              <a:tailEnd type="non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ID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9BCEEC1-ACB2-F8A5-08F2-CADF03701019}"/>
              </a:ext>
            </a:extLst>
          </p:cNvPr>
          <p:cNvGrpSpPr/>
          <p:nvPr/>
        </p:nvGrpSpPr>
        <p:grpSpPr>
          <a:xfrm>
            <a:off x="3327594" y="5496203"/>
            <a:ext cx="1904452" cy="265867"/>
            <a:chOff x="533948" y="5496203"/>
            <a:chExt cx="1904452" cy="265867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8755640-8610-2B7F-0F42-028C5CC9931E}"/>
                </a:ext>
              </a:extLst>
            </p:cNvPr>
            <p:cNvCxnSpPr>
              <a:cxnSpLocks/>
            </p:cNvCxnSpPr>
            <p:nvPr/>
          </p:nvCxnSpPr>
          <p:spPr>
            <a:xfrm>
              <a:off x="533948" y="5629136"/>
              <a:ext cx="1886400" cy="0"/>
            </a:xfrm>
            <a:prstGeom prst="line">
              <a:avLst/>
            </a:prstGeom>
            <a:ln w="9525" cap="rnd">
              <a:solidFill>
                <a:schemeClr val="accent3"/>
              </a:solidFill>
              <a:tailEnd type="non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Graphic 77" descr="Caret Right outline">
              <a:extLst>
                <a:ext uri="{FF2B5EF4-FFF2-40B4-BE49-F238E27FC236}">
                  <a16:creationId xmlns:a16="http://schemas.microsoft.com/office/drawing/2014/main" id="{DCDD912A-EBC6-ACE6-4EC5-16ABDA691DD5}"/>
                </a:ext>
              </a:extLst>
            </p:cNvPr>
            <p:cNvSpPr/>
            <p:nvPr/>
          </p:nvSpPr>
          <p:spPr>
            <a:xfrm>
              <a:off x="2298429" y="5496203"/>
              <a:ext cx="139971" cy="265867"/>
            </a:xfrm>
            <a:custGeom>
              <a:avLst/>
              <a:gdLst>
                <a:gd name="csX0" fmla="*/ 0 w 139971"/>
                <a:gd name="csY0" fmla="*/ 7038 h 265867"/>
                <a:gd name="csX1" fmla="*/ 125895 w 139971"/>
                <a:gd name="csY1" fmla="*/ 132934 h 265867"/>
                <a:gd name="csX2" fmla="*/ 0 w 139971"/>
                <a:gd name="csY2" fmla="*/ 258829 h 265867"/>
                <a:gd name="csX3" fmla="*/ 7038 w 139971"/>
                <a:gd name="csY3" fmla="*/ 265867 h 265867"/>
                <a:gd name="csX4" fmla="*/ 139972 w 139971"/>
                <a:gd name="csY4" fmla="*/ 132934 h 265867"/>
                <a:gd name="csX5" fmla="*/ 7038 w 139971"/>
                <a:gd name="csY5" fmla="*/ 0 h 265867"/>
                <a:gd name="csX6" fmla="*/ 0 w 139971"/>
                <a:gd name="csY6" fmla="*/ 7038 h 265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9971" h="265867">
                  <a:moveTo>
                    <a:pt x="0" y="7038"/>
                  </a:moveTo>
                  <a:lnTo>
                    <a:pt x="125895" y="132934"/>
                  </a:lnTo>
                  <a:lnTo>
                    <a:pt x="0" y="258829"/>
                  </a:lnTo>
                  <a:lnTo>
                    <a:pt x="7038" y="265867"/>
                  </a:lnTo>
                  <a:lnTo>
                    <a:pt x="139972" y="132934"/>
                  </a:lnTo>
                  <a:lnTo>
                    <a:pt x="7038" y="0"/>
                  </a:lnTo>
                  <a:lnTo>
                    <a:pt x="0" y="7038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noFill/>
              <a:tailEnd type="non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ID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DC186A6-28AD-3BB9-8135-64C72BAC4483}"/>
              </a:ext>
            </a:extLst>
          </p:cNvPr>
          <p:cNvGrpSpPr/>
          <p:nvPr/>
        </p:nvGrpSpPr>
        <p:grpSpPr>
          <a:xfrm>
            <a:off x="6121240" y="5496203"/>
            <a:ext cx="1904452" cy="265867"/>
            <a:chOff x="533948" y="5496203"/>
            <a:chExt cx="1904452" cy="265867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81A45B3-D928-8BB2-E45A-8BF38CD2D988}"/>
                </a:ext>
              </a:extLst>
            </p:cNvPr>
            <p:cNvCxnSpPr>
              <a:cxnSpLocks/>
            </p:cNvCxnSpPr>
            <p:nvPr/>
          </p:nvCxnSpPr>
          <p:spPr>
            <a:xfrm>
              <a:off x="533948" y="5629136"/>
              <a:ext cx="1886400" cy="0"/>
            </a:xfrm>
            <a:prstGeom prst="line">
              <a:avLst/>
            </a:prstGeom>
            <a:ln w="9525" cap="rnd">
              <a:solidFill>
                <a:schemeClr val="accent3"/>
              </a:solidFill>
              <a:tailEnd type="non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Graphic 77" descr="Caret Right outline">
              <a:extLst>
                <a:ext uri="{FF2B5EF4-FFF2-40B4-BE49-F238E27FC236}">
                  <a16:creationId xmlns:a16="http://schemas.microsoft.com/office/drawing/2014/main" id="{71C850EA-D8F1-0A5C-440F-8F7218089A22}"/>
                </a:ext>
              </a:extLst>
            </p:cNvPr>
            <p:cNvSpPr/>
            <p:nvPr/>
          </p:nvSpPr>
          <p:spPr>
            <a:xfrm>
              <a:off x="2298429" y="5496203"/>
              <a:ext cx="139971" cy="265867"/>
            </a:xfrm>
            <a:custGeom>
              <a:avLst/>
              <a:gdLst>
                <a:gd name="csX0" fmla="*/ 0 w 139971"/>
                <a:gd name="csY0" fmla="*/ 7038 h 265867"/>
                <a:gd name="csX1" fmla="*/ 125895 w 139971"/>
                <a:gd name="csY1" fmla="*/ 132934 h 265867"/>
                <a:gd name="csX2" fmla="*/ 0 w 139971"/>
                <a:gd name="csY2" fmla="*/ 258829 h 265867"/>
                <a:gd name="csX3" fmla="*/ 7038 w 139971"/>
                <a:gd name="csY3" fmla="*/ 265867 h 265867"/>
                <a:gd name="csX4" fmla="*/ 139972 w 139971"/>
                <a:gd name="csY4" fmla="*/ 132934 h 265867"/>
                <a:gd name="csX5" fmla="*/ 7038 w 139971"/>
                <a:gd name="csY5" fmla="*/ 0 h 265867"/>
                <a:gd name="csX6" fmla="*/ 0 w 139971"/>
                <a:gd name="csY6" fmla="*/ 7038 h 265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9971" h="265867">
                  <a:moveTo>
                    <a:pt x="0" y="7038"/>
                  </a:moveTo>
                  <a:lnTo>
                    <a:pt x="125895" y="132934"/>
                  </a:lnTo>
                  <a:lnTo>
                    <a:pt x="0" y="258829"/>
                  </a:lnTo>
                  <a:lnTo>
                    <a:pt x="7038" y="265867"/>
                  </a:lnTo>
                  <a:lnTo>
                    <a:pt x="139972" y="132934"/>
                  </a:lnTo>
                  <a:lnTo>
                    <a:pt x="7038" y="0"/>
                  </a:lnTo>
                  <a:lnTo>
                    <a:pt x="0" y="7038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noFill/>
              <a:tailEnd type="non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ID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1860258-8B16-5A7A-9901-5F17A2C76D21}"/>
              </a:ext>
            </a:extLst>
          </p:cNvPr>
          <p:cNvGrpSpPr/>
          <p:nvPr/>
        </p:nvGrpSpPr>
        <p:grpSpPr>
          <a:xfrm>
            <a:off x="8914885" y="5496203"/>
            <a:ext cx="1904452" cy="265867"/>
            <a:chOff x="533948" y="5496203"/>
            <a:chExt cx="1904452" cy="265867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4B3E3CC-5C24-013A-8DE0-E72E183A7FF4}"/>
                </a:ext>
              </a:extLst>
            </p:cNvPr>
            <p:cNvCxnSpPr>
              <a:cxnSpLocks/>
            </p:cNvCxnSpPr>
            <p:nvPr/>
          </p:nvCxnSpPr>
          <p:spPr>
            <a:xfrm>
              <a:off x="533948" y="5629136"/>
              <a:ext cx="1886400" cy="0"/>
            </a:xfrm>
            <a:prstGeom prst="line">
              <a:avLst/>
            </a:prstGeom>
            <a:ln w="9525" cap="rnd">
              <a:solidFill>
                <a:schemeClr val="accent3"/>
              </a:solidFill>
              <a:tailEnd type="non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Graphic 77" descr="Caret Right outline">
              <a:extLst>
                <a:ext uri="{FF2B5EF4-FFF2-40B4-BE49-F238E27FC236}">
                  <a16:creationId xmlns:a16="http://schemas.microsoft.com/office/drawing/2014/main" id="{B11CB2BD-612D-7CD9-1F33-224DA43251D1}"/>
                </a:ext>
              </a:extLst>
            </p:cNvPr>
            <p:cNvSpPr/>
            <p:nvPr/>
          </p:nvSpPr>
          <p:spPr>
            <a:xfrm>
              <a:off x="2298429" y="5496203"/>
              <a:ext cx="139971" cy="265867"/>
            </a:xfrm>
            <a:custGeom>
              <a:avLst/>
              <a:gdLst>
                <a:gd name="csX0" fmla="*/ 0 w 139971"/>
                <a:gd name="csY0" fmla="*/ 7038 h 265867"/>
                <a:gd name="csX1" fmla="*/ 125895 w 139971"/>
                <a:gd name="csY1" fmla="*/ 132934 h 265867"/>
                <a:gd name="csX2" fmla="*/ 0 w 139971"/>
                <a:gd name="csY2" fmla="*/ 258829 h 265867"/>
                <a:gd name="csX3" fmla="*/ 7038 w 139971"/>
                <a:gd name="csY3" fmla="*/ 265867 h 265867"/>
                <a:gd name="csX4" fmla="*/ 139972 w 139971"/>
                <a:gd name="csY4" fmla="*/ 132934 h 265867"/>
                <a:gd name="csX5" fmla="*/ 7038 w 139971"/>
                <a:gd name="csY5" fmla="*/ 0 h 265867"/>
                <a:gd name="csX6" fmla="*/ 0 w 139971"/>
                <a:gd name="csY6" fmla="*/ 7038 h 265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9971" h="265867">
                  <a:moveTo>
                    <a:pt x="0" y="7038"/>
                  </a:moveTo>
                  <a:lnTo>
                    <a:pt x="125895" y="132934"/>
                  </a:lnTo>
                  <a:lnTo>
                    <a:pt x="0" y="258829"/>
                  </a:lnTo>
                  <a:lnTo>
                    <a:pt x="7038" y="265867"/>
                  </a:lnTo>
                  <a:lnTo>
                    <a:pt x="139972" y="132934"/>
                  </a:lnTo>
                  <a:lnTo>
                    <a:pt x="7038" y="0"/>
                  </a:lnTo>
                  <a:lnTo>
                    <a:pt x="0" y="7038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noFill/>
              <a:tailEnd type="none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ID"/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EDAEE7EE-A669-D658-92B9-30A33A6F4DA3}"/>
              </a:ext>
            </a:extLst>
          </p:cNvPr>
          <p:cNvSpPr txBox="1"/>
          <p:nvPr/>
        </p:nvSpPr>
        <p:spPr>
          <a:xfrm>
            <a:off x="533948" y="5762070"/>
            <a:ext cx="59000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  <a:defRPr sz="14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</a:defRPr>
            </a:lvl1pPr>
          </a:lstStyle>
          <a:p>
            <a:r>
              <a:rPr lang="en-US" sz="3200">
                <a:solidFill>
                  <a:schemeClr val="accent3">
                    <a:lumMod val="20000"/>
                    <a:lumOff val="80000"/>
                  </a:schemeClr>
                </a:solidFill>
              </a:rPr>
              <a:t>01</a:t>
            </a:r>
            <a:endParaRPr lang="en-ID" sz="32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6FC3A8-5D2A-8885-4DEA-6282ECC26520}"/>
              </a:ext>
            </a:extLst>
          </p:cNvPr>
          <p:cNvSpPr txBox="1"/>
          <p:nvPr/>
        </p:nvSpPr>
        <p:spPr>
          <a:xfrm>
            <a:off x="3291246" y="5762070"/>
            <a:ext cx="59000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  <a:defRPr sz="14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</a:defRPr>
            </a:lvl1pPr>
          </a:lstStyle>
          <a:p>
            <a:r>
              <a:rPr lang="en-US" sz="3200">
                <a:solidFill>
                  <a:schemeClr val="accent3">
                    <a:lumMod val="20000"/>
                    <a:lumOff val="80000"/>
                  </a:schemeClr>
                </a:solidFill>
              </a:rPr>
              <a:t>02</a:t>
            </a:r>
            <a:endParaRPr lang="en-ID" sz="32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29AAF26-A665-F410-1F52-CFEE8C57691D}"/>
              </a:ext>
            </a:extLst>
          </p:cNvPr>
          <p:cNvSpPr txBox="1"/>
          <p:nvPr/>
        </p:nvSpPr>
        <p:spPr>
          <a:xfrm>
            <a:off x="6103067" y="5762070"/>
            <a:ext cx="59000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  <a:defRPr sz="14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</a:defRPr>
            </a:lvl1pPr>
          </a:lstStyle>
          <a:p>
            <a:r>
              <a:rPr lang="en-US" sz="3200">
                <a:solidFill>
                  <a:schemeClr val="accent3">
                    <a:lumMod val="20000"/>
                    <a:lumOff val="80000"/>
                  </a:schemeClr>
                </a:solidFill>
              </a:rPr>
              <a:t>03</a:t>
            </a:r>
            <a:endParaRPr lang="en-ID" sz="32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7E7F6DE-9ABD-B9D2-7251-3BCCBC6D2E0E}"/>
              </a:ext>
            </a:extLst>
          </p:cNvPr>
          <p:cNvSpPr txBox="1"/>
          <p:nvPr/>
        </p:nvSpPr>
        <p:spPr>
          <a:xfrm>
            <a:off x="8914885" y="5762070"/>
            <a:ext cx="59000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44F"/>
              </a:buClr>
              <a:buSzPts val="1600"/>
              <a:buFont typeface="Open Sans"/>
              <a:buNone/>
              <a:defRPr sz="1400" b="1" i="0" u="none" strike="noStrike" cap="none">
                <a:solidFill>
                  <a:srgbClr val="00144F"/>
                </a:solidFill>
                <a:latin typeface="+mj-lt"/>
                <a:ea typeface="Open Sans"/>
                <a:cs typeface="Open Sans"/>
              </a:defRPr>
            </a:lvl1pPr>
          </a:lstStyle>
          <a:p>
            <a:r>
              <a:rPr lang="en-US" sz="3200">
                <a:solidFill>
                  <a:schemeClr val="accent3">
                    <a:lumMod val="20000"/>
                    <a:lumOff val="80000"/>
                  </a:schemeClr>
                </a:solidFill>
              </a:rPr>
              <a:t>04</a:t>
            </a:r>
            <a:endParaRPr lang="en-ID" sz="32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A51B797-2EE9-7F17-D405-777BB2A970B1}"/>
              </a:ext>
            </a:extLst>
          </p:cNvPr>
          <p:cNvGrpSpPr>
            <a:grpSpLocks noChangeAspect="1"/>
          </p:cNvGrpSpPr>
          <p:nvPr/>
        </p:nvGrpSpPr>
        <p:grpSpPr>
          <a:xfrm>
            <a:off x="6380826" y="3294611"/>
            <a:ext cx="282682" cy="341804"/>
            <a:chOff x="884606" y="5668573"/>
            <a:chExt cx="382875" cy="462951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C02FA2A-3F4B-8313-6A77-D7ADBF960F78}"/>
                </a:ext>
              </a:extLst>
            </p:cNvPr>
            <p:cNvSpPr/>
            <p:nvPr/>
          </p:nvSpPr>
          <p:spPr>
            <a:xfrm>
              <a:off x="884606" y="5668573"/>
              <a:ext cx="382875" cy="308644"/>
            </a:xfrm>
            <a:custGeom>
              <a:avLst/>
              <a:gdLst>
                <a:gd name="connsiteX0" fmla="*/ 67372 w 382875"/>
                <a:gd name="connsiteY0" fmla="*/ 165576 h 308644"/>
                <a:gd name="connsiteX1" fmla="*/ 67372 w 382875"/>
                <a:gd name="connsiteY1" fmla="*/ 308641 h 308644"/>
                <a:gd name="connsiteX2" fmla="*/ 280318 w 382875"/>
                <a:gd name="connsiteY2" fmla="*/ 308641 h 308644"/>
                <a:gd name="connsiteX3" fmla="*/ 350198 w 382875"/>
                <a:gd name="connsiteY3" fmla="*/ 281747 h 308644"/>
                <a:gd name="connsiteX4" fmla="*/ 296410 w 382875"/>
                <a:gd name="connsiteY4" fmla="*/ 105836 h 308644"/>
                <a:gd name="connsiteX5" fmla="*/ 68254 w 382875"/>
                <a:gd name="connsiteY5" fmla="*/ 165576 h 30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875" h="308644">
                  <a:moveTo>
                    <a:pt x="67372" y="165576"/>
                  </a:moveTo>
                  <a:cubicBezTo>
                    <a:pt x="-22568" y="171969"/>
                    <a:pt x="-22347" y="302248"/>
                    <a:pt x="67372" y="308641"/>
                  </a:cubicBezTo>
                  <a:lnTo>
                    <a:pt x="280318" y="308641"/>
                  </a:lnTo>
                  <a:cubicBezTo>
                    <a:pt x="306110" y="308862"/>
                    <a:pt x="331020" y="299162"/>
                    <a:pt x="350198" y="281747"/>
                  </a:cubicBezTo>
                  <a:cubicBezTo>
                    <a:pt x="413244" y="226637"/>
                    <a:pt x="379516" y="116417"/>
                    <a:pt x="296410" y="105836"/>
                  </a:cubicBezTo>
                  <a:cubicBezTo>
                    <a:pt x="266651" y="-73602"/>
                    <a:pt x="6751" y="-5486"/>
                    <a:pt x="68254" y="165576"/>
                  </a:cubicBez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8F9A08D-D426-9142-88C7-7E09B8D0548F}"/>
                </a:ext>
              </a:extLst>
            </p:cNvPr>
            <p:cNvSpPr/>
            <p:nvPr/>
          </p:nvSpPr>
          <p:spPr>
            <a:xfrm>
              <a:off x="1076087" y="5977216"/>
              <a:ext cx="22044" cy="66132"/>
            </a:xfrm>
            <a:custGeom>
              <a:avLst/>
              <a:gdLst>
                <a:gd name="connsiteX0" fmla="*/ 0 w 22044"/>
                <a:gd name="connsiteY0" fmla="*/ 0 h 66132"/>
                <a:gd name="connsiteX1" fmla="*/ 0 w 22044"/>
                <a:gd name="connsiteY1" fmla="*/ 66132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66132">
                  <a:moveTo>
                    <a:pt x="0" y="0"/>
                  </a:moveTo>
                  <a:lnTo>
                    <a:pt x="0" y="66132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DC02911D-559F-F58F-A9DC-8790AFD9BE13}"/>
                </a:ext>
              </a:extLst>
            </p:cNvPr>
            <p:cNvSpPr/>
            <p:nvPr/>
          </p:nvSpPr>
          <p:spPr>
            <a:xfrm>
              <a:off x="1031999" y="6043348"/>
              <a:ext cx="88176" cy="88176"/>
            </a:xfrm>
            <a:custGeom>
              <a:avLst/>
              <a:gdLst>
                <a:gd name="connsiteX0" fmla="*/ 44088 w 88176"/>
                <a:gd name="connsiteY0" fmla="*/ 88176 h 88176"/>
                <a:gd name="connsiteX1" fmla="*/ 88176 w 88176"/>
                <a:gd name="connsiteY1" fmla="*/ 44088 h 88176"/>
                <a:gd name="connsiteX2" fmla="*/ 44088 w 88176"/>
                <a:gd name="connsiteY2" fmla="*/ 0 h 88176"/>
                <a:gd name="connsiteX3" fmla="*/ 0 w 88176"/>
                <a:gd name="connsiteY3" fmla="*/ 44088 h 88176"/>
                <a:gd name="connsiteX4" fmla="*/ 44088 w 88176"/>
                <a:gd name="connsiteY4" fmla="*/ 88176 h 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76" h="88176">
                  <a:moveTo>
                    <a:pt x="44088" y="88176"/>
                  </a:moveTo>
                  <a:cubicBezTo>
                    <a:pt x="68438" y="88176"/>
                    <a:pt x="88176" y="68438"/>
                    <a:pt x="88176" y="44088"/>
                  </a:cubicBezTo>
                  <a:cubicBezTo>
                    <a:pt x="88176" y="19738"/>
                    <a:pt x="68438" y="0"/>
                    <a:pt x="44088" y="0"/>
                  </a:cubicBezTo>
                  <a:cubicBezTo>
                    <a:pt x="19738" y="0"/>
                    <a:pt x="0" y="19738"/>
                    <a:pt x="0" y="44088"/>
                  </a:cubicBezTo>
                  <a:cubicBezTo>
                    <a:pt x="0" y="68438"/>
                    <a:pt x="19738" y="88176"/>
                    <a:pt x="44088" y="88176"/>
                  </a:cubicBezTo>
                  <a:close/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768B033A-7050-AF56-2959-CF2517426551}"/>
                </a:ext>
              </a:extLst>
            </p:cNvPr>
            <p:cNvSpPr/>
            <p:nvPr/>
          </p:nvSpPr>
          <p:spPr>
            <a:xfrm>
              <a:off x="1120175" y="6087436"/>
              <a:ext cx="88176" cy="22044"/>
            </a:xfrm>
            <a:custGeom>
              <a:avLst/>
              <a:gdLst>
                <a:gd name="connsiteX0" fmla="*/ 88176 w 88176"/>
                <a:gd name="connsiteY0" fmla="*/ 0 h 22044"/>
                <a:gd name="connsiteX1" fmla="*/ 0 w 88176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176" h="22044">
                  <a:moveTo>
                    <a:pt x="88176" y="0"/>
                  </a:move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2EE776E-B8FE-818B-B196-066D9B8F92DB}"/>
                </a:ext>
              </a:extLst>
            </p:cNvPr>
            <p:cNvSpPr/>
            <p:nvPr/>
          </p:nvSpPr>
          <p:spPr>
            <a:xfrm>
              <a:off x="943823" y="6087436"/>
              <a:ext cx="88176" cy="22044"/>
            </a:xfrm>
            <a:custGeom>
              <a:avLst/>
              <a:gdLst>
                <a:gd name="connsiteX0" fmla="*/ 88176 w 88176"/>
                <a:gd name="connsiteY0" fmla="*/ 0 h 22044"/>
                <a:gd name="connsiteX1" fmla="*/ 0 w 88176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176" h="22044">
                  <a:moveTo>
                    <a:pt x="88176" y="0"/>
                  </a:move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B1745AF-AB75-37C9-2F58-AD5ECB2FB21F}"/>
              </a:ext>
            </a:extLst>
          </p:cNvPr>
          <p:cNvGrpSpPr>
            <a:grpSpLocks noChangeAspect="1"/>
          </p:cNvGrpSpPr>
          <p:nvPr/>
        </p:nvGrpSpPr>
        <p:grpSpPr>
          <a:xfrm>
            <a:off x="3539445" y="3294611"/>
            <a:ext cx="341804" cy="341804"/>
            <a:chOff x="8636924" y="1277575"/>
            <a:chExt cx="440880" cy="440880"/>
          </a:xfrm>
        </p:grpSpPr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BC9B9213-7BD8-1350-C8DF-0F8EA83DB468}"/>
                </a:ext>
              </a:extLst>
            </p:cNvPr>
            <p:cNvSpPr/>
            <p:nvPr/>
          </p:nvSpPr>
          <p:spPr>
            <a:xfrm>
              <a:off x="8865520" y="1429235"/>
              <a:ext cx="115731" cy="22044"/>
            </a:xfrm>
            <a:custGeom>
              <a:avLst/>
              <a:gdLst>
                <a:gd name="connsiteX0" fmla="*/ 0 w 115731"/>
                <a:gd name="connsiteY0" fmla="*/ 0 h 22044"/>
                <a:gd name="connsiteX1" fmla="*/ 115731 w 115731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731" h="22044">
                  <a:moveTo>
                    <a:pt x="0" y="0"/>
                  </a:moveTo>
                  <a:lnTo>
                    <a:pt x="115731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0605018-0AA8-F000-6713-92231CA11C68}"/>
                </a:ext>
              </a:extLst>
            </p:cNvPr>
            <p:cNvSpPr/>
            <p:nvPr/>
          </p:nvSpPr>
          <p:spPr>
            <a:xfrm>
              <a:off x="8733476" y="1396169"/>
              <a:ext cx="66132" cy="49599"/>
            </a:xfrm>
            <a:custGeom>
              <a:avLst/>
              <a:gdLst>
                <a:gd name="connsiteX0" fmla="*/ 0 w 66132"/>
                <a:gd name="connsiteY0" fmla="*/ 33066 h 49599"/>
                <a:gd name="connsiteX1" fmla="*/ 16533 w 66132"/>
                <a:gd name="connsiteY1" fmla="*/ 49599 h 49599"/>
                <a:gd name="connsiteX2" fmla="*/ 66132 w 66132"/>
                <a:gd name="connsiteY2" fmla="*/ 0 h 4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32" h="49599">
                  <a:moveTo>
                    <a:pt x="0" y="33066"/>
                  </a:moveTo>
                  <a:lnTo>
                    <a:pt x="16533" y="49599"/>
                  </a:lnTo>
                  <a:lnTo>
                    <a:pt x="66132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014C6489-9BEA-C668-9CFD-F73F00E4B013}"/>
                </a:ext>
              </a:extLst>
            </p:cNvPr>
            <p:cNvSpPr/>
            <p:nvPr/>
          </p:nvSpPr>
          <p:spPr>
            <a:xfrm>
              <a:off x="8865520" y="1583544"/>
              <a:ext cx="115731" cy="22044"/>
            </a:xfrm>
            <a:custGeom>
              <a:avLst/>
              <a:gdLst>
                <a:gd name="connsiteX0" fmla="*/ 0 w 115731"/>
                <a:gd name="connsiteY0" fmla="*/ 0 h 22044"/>
                <a:gd name="connsiteX1" fmla="*/ 115731 w 115731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731" h="22044">
                  <a:moveTo>
                    <a:pt x="0" y="0"/>
                  </a:moveTo>
                  <a:lnTo>
                    <a:pt x="115731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013A2052-7AF6-9A9A-20B8-282E7DE8A479}"/>
                </a:ext>
              </a:extLst>
            </p:cNvPr>
            <p:cNvSpPr/>
            <p:nvPr/>
          </p:nvSpPr>
          <p:spPr>
            <a:xfrm>
              <a:off x="8733476" y="1550478"/>
              <a:ext cx="66132" cy="49599"/>
            </a:xfrm>
            <a:custGeom>
              <a:avLst/>
              <a:gdLst>
                <a:gd name="connsiteX0" fmla="*/ 0 w 66132"/>
                <a:gd name="connsiteY0" fmla="*/ 33066 h 49599"/>
                <a:gd name="connsiteX1" fmla="*/ 16533 w 66132"/>
                <a:gd name="connsiteY1" fmla="*/ 49599 h 49599"/>
                <a:gd name="connsiteX2" fmla="*/ 66132 w 66132"/>
                <a:gd name="connsiteY2" fmla="*/ 0 h 4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32" h="49599">
                  <a:moveTo>
                    <a:pt x="0" y="33066"/>
                  </a:moveTo>
                  <a:lnTo>
                    <a:pt x="16533" y="49599"/>
                  </a:lnTo>
                  <a:lnTo>
                    <a:pt x="66132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BBC418D-7068-EE11-5924-AF93442707D3}"/>
                </a:ext>
              </a:extLst>
            </p:cNvPr>
            <p:cNvSpPr/>
            <p:nvPr/>
          </p:nvSpPr>
          <p:spPr>
            <a:xfrm>
              <a:off x="8636924" y="1277575"/>
              <a:ext cx="440880" cy="440880"/>
            </a:xfrm>
            <a:custGeom>
              <a:avLst/>
              <a:gdLst>
                <a:gd name="connsiteX0" fmla="*/ 154308 w 440880"/>
                <a:gd name="connsiteY0" fmla="*/ 440881 h 440880"/>
                <a:gd name="connsiteX1" fmla="*/ 286573 w 440880"/>
                <a:gd name="connsiteY1" fmla="*/ 440881 h 440880"/>
                <a:gd name="connsiteX2" fmla="*/ 440881 w 440880"/>
                <a:gd name="connsiteY2" fmla="*/ 286573 h 440880"/>
                <a:gd name="connsiteX3" fmla="*/ 440881 w 440880"/>
                <a:gd name="connsiteY3" fmla="*/ 154308 h 440880"/>
                <a:gd name="connsiteX4" fmla="*/ 286573 w 440880"/>
                <a:gd name="connsiteY4" fmla="*/ 0 h 440880"/>
                <a:gd name="connsiteX5" fmla="*/ 154308 w 440880"/>
                <a:gd name="connsiteY5" fmla="*/ 0 h 440880"/>
                <a:gd name="connsiteX6" fmla="*/ 0 w 440880"/>
                <a:gd name="connsiteY6" fmla="*/ 154308 h 440880"/>
                <a:gd name="connsiteX7" fmla="*/ 0 w 440880"/>
                <a:gd name="connsiteY7" fmla="*/ 286573 h 440880"/>
                <a:gd name="connsiteX8" fmla="*/ 154308 w 440880"/>
                <a:gd name="connsiteY8" fmla="*/ 440881 h 44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0880" h="440880">
                  <a:moveTo>
                    <a:pt x="154308" y="440881"/>
                  </a:moveTo>
                  <a:lnTo>
                    <a:pt x="286573" y="440881"/>
                  </a:lnTo>
                  <a:cubicBezTo>
                    <a:pt x="396793" y="440881"/>
                    <a:pt x="440881" y="396793"/>
                    <a:pt x="440881" y="286573"/>
                  </a:cubicBezTo>
                  <a:lnTo>
                    <a:pt x="440881" y="154308"/>
                  </a:lnTo>
                  <a:cubicBezTo>
                    <a:pt x="440881" y="44088"/>
                    <a:pt x="396793" y="0"/>
                    <a:pt x="286573" y="0"/>
                  </a:cubicBezTo>
                  <a:lnTo>
                    <a:pt x="154308" y="0"/>
                  </a:lnTo>
                  <a:cubicBezTo>
                    <a:pt x="44088" y="0"/>
                    <a:pt x="0" y="44088"/>
                    <a:pt x="0" y="154308"/>
                  </a:cubicBezTo>
                  <a:lnTo>
                    <a:pt x="0" y="286573"/>
                  </a:lnTo>
                  <a:cubicBezTo>
                    <a:pt x="0" y="396793"/>
                    <a:pt x="44088" y="440881"/>
                    <a:pt x="154308" y="440881"/>
                  </a:cubicBezTo>
                  <a:close/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D69DCD6-93AD-4DF3-5F53-57692BDD7F69}"/>
              </a:ext>
            </a:extLst>
          </p:cNvPr>
          <p:cNvGrpSpPr>
            <a:grpSpLocks noChangeAspect="1"/>
          </p:cNvGrpSpPr>
          <p:nvPr/>
        </p:nvGrpSpPr>
        <p:grpSpPr>
          <a:xfrm>
            <a:off x="9171867" y="3294609"/>
            <a:ext cx="324236" cy="341808"/>
            <a:chOff x="6414583" y="3033986"/>
            <a:chExt cx="439118" cy="462924"/>
          </a:xfrm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3E89BB-2A76-5761-7DEE-8277B5AF8343}"/>
                </a:ext>
              </a:extLst>
            </p:cNvPr>
            <p:cNvSpPr/>
            <p:nvPr/>
          </p:nvSpPr>
          <p:spPr>
            <a:xfrm>
              <a:off x="6637449" y="3353624"/>
              <a:ext cx="22044" cy="46292"/>
            </a:xfrm>
            <a:custGeom>
              <a:avLst/>
              <a:gdLst>
                <a:gd name="connsiteX0" fmla="*/ 0 w 22044"/>
                <a:gd name="connsiteY0" fmla="*/ 0 h 46292"/>
                <a:gd name="connsiteX1" fmla="*/ 0 w 22044"/>
                <a:gd name="connsiteY1" fmla="*/ 46292 h 46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46292">
                  <a:moveTo>
                    <a:pt x="0" y="0"/>
                  </a:moveTo>
                  <a:lnTo>
                    <a:pt x="0" y="46292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C23C414-9BD5-F413-1D14-AAFE7ADD14FA}"/>
                </a:ext>
              </a:extLst>
            </p:cNvPr>
            <p:cNvSpPr/>
            <p:nvPr/>
          </p:nvSpPr>
          <p:spPr>
            <a:xfrm>
              <a:off x="6527229" y="3408734"/>
              <a:ext cx="220439" cy="66132"/>
            </a:xfrm>
            <a:custGeom>
              <a:avLst/>
              <a:gdLst>
                <a:gd name="connsiteX0" fmla="*/ 0 w 220439"/>
                <a:gd name="connsiteY0" fmla="*/ 66132 h 66132"/>
                <a:gd name="connsiteX1" fmla="*/ 220440 w 220439"/>
                <a:gd name="connsiteY1" fmla="*/ 66132 h 66132"/>
                <a:gd name="connsiteX2" fmla="*/ 220440 w 220439"/>
                <a:gd name="connsiteY2" fmla="*/ 44088 h 66132"/>
                <a:gd name="connsiteX3" fmla="*/ 176352 w 220439"/>
                <a:gd name="connsiteY3" fmla="*/ 0 h 66132"/>
                <a:gd name="connsiteX4" fmla="*/ 44088 w 220439"/>
                <a:gd name="connsiteY4" fmla="*/ 0 h 66132"/>
                <a:gd name="connsiteX5" fmla="*/ 0 w 220439"/>
                <a:gd name="connsiteY5" fmla="*/ 44088 h 66132"/>
                <a:gd name="connsiteX6" fmla="*/ 0 w 220439"/>
                <a:gd name="connsiteY6" fmla="*/ 66132 h 66132"/>
                <a:gd name="connsiteX7" fmla="*/ 0 w 220439"/>
                <a:gd name="connsiteY7" fmla="*/ 66132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9" h="66132">
                  <a:moveTo>
                    <a:pt x="0" y="66132"/>
                  </a:moveTo>
                  <a:lnTo>
                    <a:pt x="220440" y="66132"/>
                  </a:lnTo>
                  <a:lnTo>
                    <a:pt x="220440" y="44088"/>
                  </a:lnTo>
                  <a:cubicBezTo>
                    <a:pt x="220440" y="19840"/>
                    <a:pt x="200600" y="0"/>
                    <a:pt x="176352" y="0"/>
                  </a:cubicBezTo>
                  <a:lnTo>
                    <a:pt x="44088" y="0"/>
                  </a:lnTo>
                  <a:cubicBezTo>
                    <a:pt x="19840" y="0"/>
                    <a:pt x="0" y="19840"/>
                    <a:pt x="0" y="44088"/>
                  </a:cubicBezTo>
                  <a:lnTo>
                    <a:pt x="0" y="66132"/>
                  </a:lnTo>
                  <a:lnTo>
                    <a:pt x="0" y="66132"/>
                  </a:lnTo>
                  <a:close/>
                </a:path>
              </a:pathLst>
            </a:custGeom>
            <a:noFill/>
            <a:ln w="22225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BEDE21A0-801B-5091-2223-F1A8E1310492}"/>
                </a:ext>
              </a:extLst>
            </p:cNvPr>
            <p:cNvSpPr/>
            <p:nvPr/>
          </p:nvSpPr>
          <p:spPr>
            <a:xfrm>
              <a:off x="6505185" y="3474866"/>
              <a:ext cx="264528" cy="22044"/>
            </a:xfrm>
            <a:custGeom>
              <a:avLst/>
              <a:gdLst>
                <a:gd name="connsiteX0" fmla="*/ 0 w 264528"/>
                <a:gd name="connsiteY0" fmla="*/ 0 h 22044"/>
                <a:gd name="connsiteX1" fmla="*/ 264528 w 264528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528" h="22044">
                  <a:moveTo>
                    <a:pt x="0" y="0"/>
                  </a:moveTo>
                  <a:lnTo>
                    <a:pt x="264528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54A445FC-A8B5-5A76-FF46-C8DBBB271A83}"/>
                </a:ext>
              </a:extLst>
            </p:cNvPr>
            <p:cNvSpPr/>
            <p:nvPr/>
          </p:nvSpPr>
          <p:spPr>
            <a:xfrm>
              <a:off x="6479834" y="3033986"/>
              <a:ext cx="308616" cy="308616"/>
            </a:xfrm>
            <a:custGeom>
              <a:avLst/>
              <a:gdLst>
                <a:gd name="connsiteX0" fmla="*/ 154308 w 308616"/>
                <a:gd name="connsiteY0" fmla="*/ 308617 h 308616"/>
                <a:gd name="connsiteX1" fmla="*/ 0 w 308616"/>
                <a:gd name="connsiteY1" fmla="*/ 154308 h 308616"/>
                <a:gd name="connsiteX2" fmla="*/ 0 w 308616"/>
                <a:gd name="connsiteY2" fmla="*/ 88176 h 308616"/>
                <a:gd name="connsiteX3" fmla="*/ 88176 w 308616"/>
                <a:gd name="connsiteY3" fmla="*/ 0 h 308616"/>
                <a:gd name="connsiteX4" fmla="*/ 220440 w 308616"/>
                <a:gd name="connsiteY4" fmla="*/ 0 h 308616"/>
                <a:gd name="connsiteX5" fmla="*/ 308617 w 308616"/>
                <a:gd name="connsiteY5" fmla="*/ 88176 h 308616"/>
                <a:gd name="connsiteX6" fmla="*/ 308617 w 308616"/>
                <a:gd name="connsiteY6" fmla="*/ 154308 h 308616"/>
                <a:gd name="connsiteX7" fmla="*/ 154308 w 308616"/>
                <a:gd name="connsiteY7" fmla="*/ 308617 h 308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8616" h="308616">
                  <a:moveTo>
                    <a:pt x="154308" y="308617"/>
                  </a:moveTo>
                  <a:cubicBezTo>
                    <a:pt x="68998" y="308617"/>
                    <a:pt x="0" y="239619"/>
                    <a:pt x="0" y="154308"/>
                  </a:cubicBezTo>
                  <a:lnTo>
                    <a:pt x="0" y="88176"/>
                  </a:lnTo>
                  <a:cubicBezTo>
                    <a:pt x="0" y="39459"/>
                    <a:pt x="39459" y="0"/>
                    <a:pt x="88176" y="0"/>
                  </a:cubicBezTo>
                  <a:lnTo>
                    <a:pt x="220440" y="0"/>
                  </a:lnTo>
                  <a:cubicBezTo>
                    <a:pt x="269158" y="0"/>
                    <a:pt x="308617" y="39459"/>
                    <a:pt x="308617" y="88176"/>
                  </a:cubicBezTo>
                  <a:lnTo>
                    <a:pt x="308617" y="154308"/>
                  </a:lnTo>
                  <a:cubicBezTo>
                    <a:pt x="308617" y="239619"/>
                    <a:pt x="239619" y="308617"/>
                    <a:pt x="154308" y="308617"/>
                  </a:cubicBezTo>
                  <a:close/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5C84632-E67E-B819-3EF3-D8BA0B769AAD}"/>
                </a:ext>
              </a:extLst>
            </p:cNvPr>
            <p:cNvSpPr/>
            <p:nvPr/>
          </p:nvSpPr>
          <p:spPr>
            <a:xfrm>
              <a:off x="6414583" y="3085789"/>
              <a:ext cx="75611" cy="160921"/>
            </a:xfrm>
            <a:custGeom>
              <a:avLst/>
              <a:gdLst>
                <a:gd name="connsiteX0" fmla="*/ 75611 w 75611"/>
                <a:gd name="connsiteY0" fmla="*/ 160922 h 160921"/>
                <a:gd name="connsiteX1" fmla="*/ 33066 w 75611"/>
                <a:gd name="connsiteY1" fmla="*/ 134469 h 160921"/>
                <a:gd name="connsiteX2" fmla="*/ 0 w 75611"/>
                <a:gd name="connsiteY2" fmla="*/ 55110 h 160921"/>
                <a:gd name="connsiteX3" fmla="*/ 55110 w 75611"/>
                <a:gd name="connsiteY3" fmla="*/ 0 h 160921"/>
                <a:gd name="connsiteX4" fmla="*/ 69439 w 75611"/>
                <a:gd name="connsiteY4" fmla="*/ 0 h 160921"/>
                <a:gd name="connsiteX5" fmla="*/ 62826 w 75611"/>
                <a:gd name="connsiteY5" fmla="*/ 33066 h 160921"/>
                <a:gd name="connsiteX6" fmla="*/ 62826 w 75611"/>
                <a:gd name="connsiteY6" fmla="*/ 99198 h 160921"/>
                <a:gd name="connsiteX7" fmla="*/ 75611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75611" y="160922"/>
                  </a:moveTo>
                  <a:cubicBezTo>
                    <a:pt x="59078" y="155631"/>
                    <a:pt x="44529" y="145932"/>
                    <a:pt x="33066" y="134469"/>
                  </a:cubicBezTo>
                  <a:cubicBezTo>
                    <a:pt x="13226" y="112425"/>
                    <a:pt x="0" y="85972"/>
                    <a:pt x="0" y="55110"/>
                  </a:cubicBezTo>
                  <a:cubicBezTo>
                    <a:pt x="0" y="24248"/>
                    <a:pt x="24248" y="0"/>
                    <a:pt x="55110" y="0"/>
                  </a:cubicBezTo>
                  <a:lnTo>
                    <a:pt x="69439" y="0"/>
                  </a:lnTo>
                  <a:cubicBezTo>
                    <a:pt x="65030" y="10140"/>
                    <a:pt x="62826" y="21383"/>
                    <a:pt x="62826" y="33066"/>
                  </a:cubicBezTo>
                  <a:lnTo>
                    <a:pt x="62826" y="99198"/>
                  </a:lnTo>
                  <a:cubicBezTo>
                    <a:pt x="62826" y="121242"/>
                    <a:pt x="67455" y="141964"/>
                    <a:pt x="75611" y="160922"/>
                  </a:cubicBezTo>
                  <a:close/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062E1BDB-BAC4-FD75-9DFC-998200F00A83}"/>
                </a:ext>
              </a:extLst>
            </p:cNvPr>
            <p:cNvSpPr/>
            <p:nvPr/>
          </p:nvSpPr>
          <p:spPr>
            <a:xfrm>
              <a:off x="6778090" y="3085789"/>
              <a:ext cx="75611" cy="160921"/>
            </a:xfrm>
            <a:custGeom>
              <a:avLst/>
              <a:gdLst>
                <a:gd name="connsiteX0" fmla="*/ 0 w 75611"/>
                <a:gd name="connsiteY0" fmla="*/ 160922 h 160921"/>
                <a:gd name="connsiteX1" fmla="*/ 42545 w 75611"/>
                <a:gd name="connsiteY1" fmla="*/ 134469 h 160921"/>
                <a:gd name="connsiteX2" fmla="*/ 75611 w 75611"/>
                <a:gd name="connsiteY2" fmla="*/ 55110 h 160921"/>
                <a:gd name="connsiteX3" fmla="*/ 20501 w 75611"/>
                <a:gd name="connsiteY3" fmla="*/ 0 h 160921"/>
                <a:gd name="connsiteX4" fmla="*/ 6172 w 75611"/>
                <a:gd name="connsiteY4" fmla="*/ 0 h 160921"/>
                <a:gd name="connsiteX5" fmla="*/ 12786 w 75611"/>
                <a:gd name="connsiteY5" fmla="*/ 33066 h 160921"/>
                <a:gd name="connsiteX6" fmla="*/ 12786 w 75611"/>
                <a:gd name="connsiteY6" fmla="*/ 99198 h 160921"/>
                <a:gd name="connsiteX7" fmla="*/ 0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0" y="160922"/>
                  </a:moveTo>
                  <a:cubicBezTo>
                    <a:pt x="16533" y="155631"/>
                    <a:pt x="31082" y="145932"/>
                    <a:pt x="42545" y="134469"/>
                  </a:cubicBezTo>
                  <a:cubicBezTo>
                    <a:pt x="62385" y="112425"/>
                    <a:pt x="75611" y="85972"/>
                    <a:pt x="75611" y="55110"/>
                  </a:cubicBezTo>
                  <a:cubicBezTo>
                    <a:pt x="75611" y="24248"/>
                    <a:pt x="51363" y="0"/>
                    <a:pt x="20501" y="0"/>
                  </a:cubicBezTo>
                  <a:lnTo>
                    <a:pt x="6172" y="0"/>
                  </a:lnTo>
                  <a:cubicBezTo>
                    <a:pt x="10581" y="10140"/>
                    <a:pt x="12786" y="21383"/>
                    <a:pt x="12786" y="33066"/>
                  </a:cubicBezTo>
                  <a:lnTo>
                    <a:pt x="12786" y="99198"/>
                  </a:lnTo>
                  <a:cubicBezTo>
                    <a:pt x="12786" y="121242"/>
                    <a:pt x="8156" y="141964"/>
                    <a:pt x="0" y="160922"/>
                  </a:cubicBezTo>
                  <a:close/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4A5C2A4-4037-5230-F159-07B8733EA42F}"/>
              </a:ext>
            </a:extLst>
          </p:cNvPr>
          <p:cNvGrpSpPr>
            <a:grpSpLocks noChangeAspect="1"/>
          </p:cNvGrpSpPr>
          <p:nvPr/>
        </p:nvGrpSpPr>
        <p:grpSpPr>
          <a:xfrm>
            <a:off x="727623" y="3294611"/>
            <a:ext cx="341804" cy="341804"/>
            <a:chOff x="848274" y="4791308"/>
            <a:chExt cx="450000" cy="450000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9B193B0-A8FA-0000-9624-7924FA5306F3}"/>
                </a:ext>
              </a:extLst>
            </p:cNvPr>
            <p:cNvSpPr/>
            <p:nvPr/>
          </p:nvSpPr>
          <p:spPr>
            <a:xfrm>
              <a:off x="848274" y="4791308"/>
              <a:ext cx="450000" cy="450000"/>
            </a:xfrm>
            <a:custGeom>
              <a:avLst/>
              <a:gdLst>
                <a:gd name="connsiteX0" fmla="*/ 225000 w 450000"/>
                <a:gd name="connsiteY0" fmla="*/ 450000 h 450000"/>
                <a:gd name="connsiteX1" fmla="*/ 450000 w 450000"/>
                <a:gd name="connsiteY1" fmla="*/ 225000 h 450000"/>
                <a:gd name="connsiteX2" fmla="*/ 225000 w 450000"/>
                <a:gd name="connsiteY2" fmla="*/ 0 h 450000"/>
                <a:gd name="connsiteX3" fmla="*/ 0 w 450000"/>
                <a:gd name="connsiteY3" fmla="*/ 225000 h 450000"/>
                <a:gd name="connsiteX4" fmla="*/ 225000 w 450000"/>
                <a:gd name="connsiteY4" fmla="*/ 450000 h 45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0" h="450000">
                  <a:moveTo>
                    <a:pt x="225000" y="450000"/>
                  </a:moveTo>
                  <a:cubicBezTo>
                    <a:pt x="349263" y="450000"/>
                    <a:pt x="450000" y="349263"/>
                    <a:pt x="450000" y="225000"/>
                  </a:cubicBezTo>
                  <a:cubicBezTo>
                    <a:pt x="450000" y="100736"/>
                    <a:pt x="349263" y="0"/>
                    <a:pt x="225000" y="0"/>
                  </a:cubicBezTo>
                  <a:cubicBezTo>
                    <a:pt x="100736" y="0"/>
                    <a:pt x="0" y="100736"/>
                    <a:pt x="0" y="225000"/>
                  </a:cubicBezTo>
                  <a:cubicBezTo>
                    <a:pt x="0" y="349263"/>
                    <a:pt x="100736" y="450000"/>
                    <a:pt x="225000" y="450000"/>
                  </a:cubicBezTo>
                  <a:close/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E6F8FC3-2466-C5DD-D156-EA60333F30DF}"/>
                </a:ext>
              </a:extLst>
            </p:cNvPr>
            <p:cNvSpPr/>
            <p:nvPr/>
          </p:nvSpPr>
          <p:spPr>
            <a:xfrm>
              <a:off x="972867" y="4813808"/>
              <a:ext cx="32906" cy="405000"/>
            </a:xfrm>
            <a:custGeom>
              <a:avLst/>
              <a:gdLst>
                <a:gd name="connsiteX0" fmla="*/ 10406 w 32906"/>
                <a:gd name="connsiteY0" fmla="*/ 0 h 405000"/>
                <a:gd name="connsiteX1" fmla="*/ 32906 w 32906"/>
                <a:gd name="connsiteY1" fmla="*/ 0 h 405000"/>
                <a:gd name="connsiteX2" fmla="*/ 32906 w 32906"/>
                <a:gd name="connsiteY2" fmla="*/ 405000 h 405000"/>
                <a:gd name="connsiteX3" fmla="*/ 10406 w 32906"/>
                <a:gd name="connsiteY3" fmla="*/ 40500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6" h="405000">
                  <a:moveTo>
                    <a:pt x="10406" y="0"/>
                  </a:moveTo>
                  <a:lnTo>
                    <a:pt x="32906" y="0"/>
                  </a:lnTo>
                  <a:cubicBezTo>
                    <a:pt x="-10969" y="131400"/>
                    <a:pt x="-10969" y="273600"/>
                    <a:pt x="32906" y="405000"/>
                  </a:cubicBezTo>
                  <a:lnTo>
                    <a:pt x="10406" y="40500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E98639E-2FF4-BDF6-6F3A-7E377C7CA498}"/>
                </a:ext>
              </a:extLst>
            </p:cNvPr>
            <p:cNvSpPr/>
            <p:nvPr/>
          </p:nvSpPr>
          <p:spPr>
            <a:xfrm>
              <a:off x="1140774" y="4813808"/>
              <a:ext cx="32906" cy="405000"/>
            </a:xfrm>
            <a:custGeom>
              <a:avLst/>
              <a:gdLst>
                <a:gd name="connsiteX0" fmla="*/ 0 w 32906"/>
                <a:gd name="connsiteY0" fmla="*/ 0 h 405000"/>
                <a:gd name="connsiteX1" fmla="*/ 0 w 32906"/>
                <a:gd name="connsiteY1" fmla="*/ 40500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906" h="405000">
                  <a:moveTo>
                    <a:pt x="0" y="0"/>
                  </a:moveTo>
                  <a:cubicBezTo>
                    <a:pt x="43875" y="131400"/>
                    <a:pt x="43875" y="273600"/>
                    <a:pt x="0" y="405000"/>
                  </a:cubicBez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BF0B187-F1AA-EA8C-4710-94CCCAB291E7}"/>
                </a:ext>
              </a:extLst>
            </p:cNvPr>
            <p:cNvSpPr/>
            <p:nvPr/>
          </p:nvSpPr>
          <p:spPr>
            <a:xfrm>
              <a:off x="870774" y="5083808"/>
              <a:ext cx="405000" cy="32906"/>
            </a:xfrm>
            <a:custGeom>
              <a:avLst/>
              <a:gdLst>
                <a:gd name="connsiteX0" fmla="*/ 0 w 405000"/>
                <a:gd name="connsiteY0" fmla="*/ 22500 h 32906"/>
                <a:gd name="connsiteX1" fmla="*/ 0 w 405000"/>
                <a:gd name="connsiteY1" fmla="*/ 0 h 32906"/>
                <a:gd name="connsiteX2" fmla="*/ 405000 w 405000"/>
                <a:gd name="connsiteY2" fmla="*/ 0 h 32906"/>
                <a:gd name="connsiteX3" fmla="*/ 405000 w 405000"/>
                <a:gd name="connsiteY3" fmla="*/ 22500 h 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000" h="32906">
                  <a:moveTo>
                    <a:pt x="0" y="22500"/>
                  </a:moveTo>
                  <a:lnTo>
                    <a:pt x="0" y="0"/>
                  </a:lnTo>
                  <a:cubicBezTo>
                    <a:pt x="131400" y="43875"/>
                    <a:pt x="273600" y="43875"/>
                    <a:pt x="405000" y="0"/>
                  </a:cubicBezTo>
                  <a:lnTo>
                    <a:pt x="405000" y="2250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70FB98E-9639-FFA6-B63A-12EBC107DC18}"/>
                </a:ext>
              </a:extLst>
            </p:cNvPr>
            <p:cNvSpPr/>
            <p:nvPr/>
          </p:nvSpPr>
          <p:spPr>
            <a:xfrm>
              <a:off x="870774" y="4915903"/>
              <a:ext cx="405000" cy="32906"/>
            </a:xfrm>
            <a:custGeom>
              <a:avLst/>
              <a:gdLst>
                <a:gd name="connsiteX0" fmla="*/ 0 w 405000"/>
                <a:gd name="connsiteY0" fmla="*/ 32906 h 32906"/>
                <a:gd name="connsiteX1" fmla="*/ 405000 w 405000"/>
                <a:gd name="connsiteY1" fmla="*/ 32906 h 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000" h="32906">
                  <a:moveTo>
                    <a:pt x="0" y="32906"/>
                  </a:moveTo>
                  <a:cubicBezTo>
                    <a:pt x="131400" y="-10969"/>
                    <a:pt x="273600" y="-10969"/>
                    <a:pt x="405000" y="32906"/>
                  </a:cubicBez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sp>
        <p:nvSpPr>
          <p:cNvPr id="125" name="Footer Placeholder 5">
            <a:extLst>
              <a:ext uri="{FF2B5EF4-FFF2-40B4-BE49-F238E27FC236}">
                <a16:creationId xmlns:a16="http://schemas.microsoft.com/office/drawing/2014/main" id="{A6A14A7F-A8F8-316B-5DE6-68617D24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25" y="6448426"/>
            <a:ext cx="4114800" cy="180974"/>
          </a:xfrm>
        </p:spPr>
        <p:txBody>
          <a:bodyPr/>
          <a:lstStyle/>
          <a:p>
            <a:r>
              <a:rPr lang="mn-MN" b="1" dirty="0">
                <a:solidFill>
                  <a:schemeClr val="tx2"/>
                </a:solidFill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</a:rPr>
              <a:t>загвар</a:t>
            </a:r>
          </a:p>
        </p:txBody>
      </p:sp>
    </p:spTree>
    <p:extLst>
      <p:ext uri="{BB962C8B-B14F-4D97-AF65-F5344CB8AC3E}">
        <p14:creationId xmlns:p14="http://schemas.microsoft.com/office/powerpoint/2010/main" val="3880094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115D1824-B464-CFD1-83AD-52A88873B7B9}"/>
              </a:ext>
            </a:extLst>
          </p:cNvPr>
          <p:cNvSpPr/>
          <p:nvPr/>
        </p:nvSpPr>
        <p:spPr>
          <a:xfrm>
            <a:off x="0" y="0"/>
            <a:ext cx="12192000" cy="30099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3"/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CFC4132-93D6-4FD2-B217-DC5C1AD2154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" t="33491" r="38312" b="42902"/>
          <a:stretch>
            <a:fillRect/>
          </a:stretch>
        </p:blipFill>
        <p:spPr>
          <a:xfrm>
            <a:off x="5986" y="0"/>
            <a:ext cx="12186014" cy="3009900"/>
          </a:xfrm>
          <a:prstGeom prst="rect">
            <a:avLst/>
          </a:prstGeom>
        </p:spPr>
      </p:pic>
      <p:sp>
        <p:nvSpPr>
          <p:cNvPr id="74" name="Title 1">
            <a:extLst>
              <a:ext uri="{FF2B5EF4-FFF2-40B4-BE49-F238E27FC236}">
                <a16:creationId xmlns:a16="http://schemas.microsoft.com/office/drawing/2014/main" id="{6FFB1F94-188D-24C6-DA64-C91202B23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03263"/>
            <a:ext cx="11233150" cy="649288"/>
          </a:xfrm>
        </p:spPr>
        <p:txBody>
          <a:bodyPr/>
          <a:lstStyle/>
          <a:p>
            <a:r>
              <a:rPr lang="mn-MN">
                <a:solidFill>
                  <a:schemeClr val="bg1"/>
                </a:solidFill>
                <a:ea typeface="Open Sans"/>
                <a:cs typeface="Open Sans"/>
                <a:sym typeface="Open Sans"/>
              </a:rPr>
              <a:t>Гол зорилтууд</a:t>
            </a:r>
            <a:endParaRPr lang="en-ID">
              <a:solidFill>
                <a:schemeClr val="bg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6088E71-2F47-435F-4995-39DA67EFE49F}"/>
              </a:ext>
            </a:extLst>
          </p:cNvPr>
          <p:cNvGrpSpPr/>
          <p:nvPr/>
        </p:nvGrpSpPr>
        <p:grpSpPr>
          <a:xfrm>
            <a:off x="479425" y="2196549"/>
            <a:ext cx="5429137" cy="3829618"/>
            <a:chOff x="479425" y="2018749"/>
            <a:chExt cx="5429137" cy="3829618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BC6E4AD-14F3-23B7-DB42-407B14B5400E}"/>
                </a:ext>
              </a:extLst>
            </p:cNvPr>
            <p:cNvSpPr/>
            <p:nvPr/>
          </p:nvSpPr>
          <p:spPr>
            <a:xfrm>
              <a:off x="479425" y="2018749"/>
              <a:ext cx="4160923" cy="117605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DCEA523-E954-62A1-EF9B-9F7AE46077ED}"/>
                </a:ext>
              </a:extLst>
            </p:cNvPr>
            <p:cNvSpPr/>
            <p:nvPr/>
          </p:nvSpPr>
          <p:spPr>
            <a:xfrm>
              <a:off x="479425" y="3345533"/>
              <a:ext cx="4806025" cy="117605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A53802D8-42E9-CC4E-CE2E-6D9C062ACF75}"/>
                </a:ext>
              </a:extLst>
            </p:cNvPr>
            <p:cNvSpPr/>
            <p:nvPr/>
          </p:nvSpPr>
          <p:spPr>
            <a:xfrm>
              <a:off x="479425" y="4672317"/>
              <a:ext cx="5429137" cy="117605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B48A6F5-1E24-52EE-BE88-D9CF39A61BC3}"/>
              </a:ext>
            </a:extLst>
          </p:cNvPr>
          <p:cNvSpPr/>
          <p:nvPr/>
        </p:nvSpPr>
        <p:spPr>
          <a:xfrm flipH="1">
            <a:off x="7551652" y="2196549"/>
            <a:ext cx="4160923" cy="117605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C0A7B15-C0FF-C4DA-87D4-021F36D23ADE}"/>
              </a:ext>
            </a:extLst>
          </p:cNvPr>
          <p:cNvSpPr/>
          <p:nvPr/>
        </p:nvSpPr>
        <p:spPr>
          <a:xfrm flipH="1">
            <a:off x="6906550" y="3523333"/>
            <a:ext cx="4806025" cy="117605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CABB2E0-066E-5B1D-B1DC-8FBAAE1D0E98}"/>
              </a:ext>
            </a:extLst>
          </p:cNvPr>
          <p:cNvSpPr/>
          <p:nvPr/>
        </p:nvSpPr>
        <p:spPr>
          <a:xfrm flipH="1">
            <a:off x="6283438" y="4850117"/>
            <a:ext cx="5429137" cy="117605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B29B448-D231-EE00-F0FA-7ABF2EFDAE2C}"/>
              </a:ext>
            </a:extLst>
          </p:cNvPr>
          <p:cNvSpPr/>
          <p:nvPr/>
        </p:nvSpPr>
        <p:spPr>
          <a:xfrm>
            <a:off x="4139579" y="1176020"/>
            <a:ext cx="3912842" cy="391284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Google Shape;388;p8">
            <a:extLst>
              <a:ext uri="{FF2B5EF4-FFF2-40B4-BE49-F238E27FC236}">
                <a16:creationId xmlns:a16="http://schemas.microsoft.com/office/drawing/2014/main" id="{7AAD1A01-A627-8C17-D742-3F106AD61362}"/>
              </a:ext>
            </a:extLst>
          </p:cNvPr>
          <p:cNvSpPr/>
          <p:nvPr/>
        </p:nvSpPr>
        <p:spPr>
          <a:xfrm>
            <a:off x="4378325" y="1414766"/>
            <a:ext cx="3435350" cy="343535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52400" dist="38100" dir="5400000" algn="t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 Nova" panose="020B0504020202020204" pitchFamily="34" charset="0"/>
              <a:ea typeface="Calibri"/>
              <a:cs typeface="Calibri"/>
              <a:sym typeface="Calibri"/>
            </a:endParaRPr>
          </a:p>
        </p:txBody>
      </p:sp>
      <p:grpSp>
        <p:nvGrpSpPr>
          <p:cNvPr id="31" name="Google Shape;392;p8">
            <a:extLst>
              <a:ext uri="{FF2B5EF4-FFF2-40B4-BE49-F238E27FC236}">
                <a16:creationId xmlns:a16="http://schemas.microsoft.com/office/drawing/2014/main" id="{4B0A636C-6C18-C8C2-7A39-77EAB093AFCB}"/>
              </a:ext>
            </a:extLst>
          </p:cNvPr>
          <p:cNvGrpSpPr/>
          <p:nvPr/>
        </p:nvGrpSpPr>
        <p:grpSpPr>
          <a:xfrm>
            <a:off x="4623141" y="1666609"/>
            <a:ext cx="2950314" cy="2950314"/>
            <a:chOff x="983098" y="2719285"/>
            <a:chExt cx="2295832" cy="2295832"/>
          </a:xfrm>
          <a:solidFill>
            <a:schemeClr val="accent1"/>
          </a:solidFill>
        </p:grpSpPr>
        <p:sp>
          <p:nvSpPr>
            <p:cNvPr id="32" name="Google Shape;393;p8">
              <a:extLst>
                <a:ext uri="{FF2B5EF4-FFF2-40B4-BE49-F238E27FC236}">
                  <a16:creationId xmlns:a16="http://schemas.microsoft.com/office/drawing/2014/main" id="{2CD2FBBF-34F1-601E-B8AF-D42249444007}"/>
                </a:ext>
              </a:extLst>
            </p:cNvPr>
            <p:cNvSpPr/>
            <p:nvPr/>
          </p:nvSpPr>
          <p:spPr>
            <a:xfrm>
              <a:off x="1670127" y="3406314"/>
              <a:ext cx="921774" cy="921774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94;p8">
              <a:extLst>
                <a:ext uri="{FF2B5EF4-FFF2-40B4-BE49-F238E27FC236}">
                  <a16:creationId xmlns:a16="http://schemas.microsoft.com/office/drawing/2014/main" id="{AFE3A9D9-9BC3-BF17-C297-E311FAB2CD63}"/>
                </a:ext>
              </a:extLst>
            </p:cNvPr>
            <p:cNvSpPr/>
            <p:nvPr/>
          </p:nvSpPr>
          <p:spPr>
            <a:xfrm>
              <a:off x="983098" y="2719285"/>
              <a:ext cx="2295832" cy="2295832"/>
            </a:xfrm>
            <a:prstGeom prst="donut">
              <a:avLst>
                <a:gd name="adj" fmla="val 1044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95;p8">
              <a:extLst>
                <a:ext uri="{FF2B5EF4-FFF2-40B4-BE49-F238E27FC236}">
                  <a16:creationId xmlns:a16="http://schemas.microsoft.com/office/drawing/2014/main" id="{DCCF217C-2098-301D-57DA-0E74CBFAEF5D}"/>
                </a:ext>
              </a:extLst>
            </p:cNvPr>
            <p:cNvSpPr/>
            <p:nvPr/>
          </p:nvSpPr>
          <p:spPr>
            <a:xfrm>
              <a:off x="1325491" y="3061678"/>
              <a:ext cx="1611046" cy="1611046"/>
            </a:xfrm>
            <a:prstGeom prst="donut">
              <a:avLst>
                <a:gd name="adj" fmla="val 12789"/>
              </a:avLst>
            </a:prstGeom>
            <a:solidFill>
              <a:schemeClr val="accent4"/>
            </a:solidFill>
            <a:ln>
              <a:noFill/>
            </a:ln>
            <a:effectLst>
              <a:outerShdw blurRad="152400" dist="381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 Nova" panose="020B050402020202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5A124-3DE7-C317-C638-32D15763A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 b="1" dirty="0">
                <a:solidFill>
                  <a:schemeClr val="tx2"/>
                </a:solidFill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</a:rPr>
              <a:t>загвар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464F8-3B36-DA5A-9906-959C7E995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6</a:t>
            </a:fld>
            <a:endParaRPr lang="en-ID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A8B1756-2DC3-10EE-4E63-1B0FCA434278}"/>
              </a:ext>
            </a:extLst>
          </p:cNvPr>
          <p:cNvSpPr/>
          <p:nvPr/>
        </p:nvSpPr>
        <p:spPr>
          <a:xfrm>
            <a:off x="7633462" y="2485197"/>
            <a:ext cx="639534" cy="639530"/>
          </a:xfrm>
          <a:custGeom>
            <a:avLst/>
            <a:gdLst>
              <a:gd name="csX0" fmla="*/ 0 w 1145883"/>
              <a:gd name="csY0" fmla="*/ 572942 h 1145883"/>
              <a:gd name="csX1" fmla="*/ 572942 w 1145883"/>
              <a:gd name="csY1" fmla="*/ 0 h 1145883"/>
              <a:gd name="csX2" fmla="*/ 1145884 w 1145883"/>
              <a:gd name="csY2" fmla="*/ 572942 h 1145883"/>
              <a:gd name="csX3" fmla="*/ 572942 w 1145883"/>
              <a:gd name="csY3" fmla="*/ 1145884 h 1145883"/>
              <a:gd name="csX4" fmla="*/ 0 w 1145883"/>
              <a:gd name="csY4" fmla="*/ 572942 h 1145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5883" h="1145883">
                <a:moveTo>
                  <a:pt x="0" y="572942"/>
                </a:moveTo>
                <a:cubicBezTo>
                  <a:pt x="0" y="256515"/>
                  <a:pt x="256515" y="0"/>
                  <a:pt x="572942" y="0"/>
                </a:cubicBezTo>
                <a:cubicBezTo>
                  <a:pt x="889369" y="0"/>
                  <a:pt x="1145884" y="256515"/>
                  <a:pt x="1145884" y="572942"/>
                </a:cubicBezTo>
                <a:cubicBezTo>
                  <a:pt x="1145884" y="889369"/>
                  <a:pt x="889369" y="1145884"/>
                  <a:pt x="572942" y="1145884"/>
                </a:cubicBezTo>
                <a:cubicBezTo>
                  <a:pt x="256515" y="1145884"/>
                  <a:pt x="0" y="889369"/>
                  <a:pt x="0" y="57294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 w="50800"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0FFA3B0-8D63-2B81-959A-C763439F7FA2}"/>
              </a:ext>
            </a:extLst>
          </p:cNvPr>
          <p:cNvSpPr/>
          <p:nvPr/>
        </p:nvSpPr>
        <p:spPr>
          <a:xfrm>
            <a:off x="7409453" y="3755617"/>
            <a:ext cx="639534" cy="639530"/>
          </a:xfrm>
          <a:custGeom>
            <a:avLst/>
            <a:gdLst>
              <a:gd name="csX0" fmla="*/ 0 w 1145883"/>
              <a:gd name="csY0" fmla="*/ 572942 h 1145883"/>
              <a:gd name="csX1" fmla="*/ 572942 w 1145883"/>
              <a:gd name="csY1" fmla="*/ 0 h 1145883"/>
              <a:gd name="csX2" fmla="*/ 1145884 w 1145883"/>
              <a:gd name="csY2" fmla="*/ 572942 h 1145883"/>
              <a:gd name="csX3" fmla="*/ 572942 w 1145883"/>
              <a:gd name="csY3" fmla="*/ 1145884 h 1145883"/>
              <a:gd name="csX4" fmla="*/ 0 w 1145883"/>
              <a:gd name="csY4" fmla="*/ 572942 h 1145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5883" h="1145883">
                <a:moveTo>
                  <a:pt x="0" y="572942"/>
                </a:moveTo>
                <a:cubicBezTo>
                  <a:pt x="0" y="256515"/>
                  <a:pt x="256515" y="0"/>
                  <a:pt x="572942" y="0"/>
                </a:cubicBezTo>
                <a:cubicBezTo>
                  <a:pt x="889369" y="0"/>
                  <a:pt x="1145884" y="256515"/>
                  <a:pt x="1145884" y="572942"/>
                </a:cubicBezTo>
                <a:cubicBezTo>
                  <a:pt x="1145884" y="889369"/>
                  <a:pt x="889369" y="1145884"/>
                  <a:pt x="572942" y="1145884"/>
                </a:cubicBezTo>
                <a:cubicBezTo>
                  <a:pt x="256515" y="1145884"/>
                  <a:pt x="0" y="889369"/>
                  <a:pt x="0" y="57294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 w="50800"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B986571-D912-2344-B20E-403167980E72}"/>
              </a:ext>
            </a:extLst>
          </p:cNvPr>
          <p:cNvSpPr/>
          <p:nvPr/>
        </p:nvSpPr>
        <p:spPr>
          <a:xfrm>
            <a:off x="6421242" y="4584823"/>
            <a:ext cx="639534" cy="639530"/>
          </a:xfrm>
          <a:custGeom>
            <a:avLst/>
            <a:gdLst>
              <a:gd name="csX0" fmla="*/ 0 w 1145883"/>
              <a:gd name="csY0" fmla="*/ 572942 h 1145883"/>
              <a:gd name="csX1" fmla="*/ 572942 w 1145883"/>
              <a:gd name="csY1" fmla="*/ 0 h 1145883"/>
              <a:gd name="csX2" fmla="*/ 1145884 w 1145883"/>
              <a:gd name="csY2" fmla="*/ 572942 h 1145883"/>
              <a:gd name="csX3" fmla="*/ 572942 w 1145883"/>
              <a:gd name="csY3" fmla="*/ 1145884 h 1145883"/>
              <a:gd name="csX4" fmla="*/ 0 w 1145883"/>
              <a:gd name="csY4" fmla="*/ 572942 h 1145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5883" h="1145883">
                <a:moveTo>
                  <a:pt x="0" y="572942"/>
                </a:moveTo>
                <a:cubicBezTo>
                  <a:pt x="0" y="256515"/>
                  <a:pt x="256515" y="0"/>
                  <a:pt x="572942" y="0"/>
                </a:cubicBezTo>
                <a:cubicBezTo>
                  <a:pt x="889369" y="0"/>
                  <a:pt x="1145884" y="256515"/>
                  <a:pt x="1145884" y="572942"/>
                </a:cubicBezTo>
                <a:cubicBezTo>
                  <a:pt x="1145884" y="889369"/>
                  <a:pt x="889369" y="1145884"/>
                  <a:pt x="572942" y="1145884"/>
                </a:cubicBezTo>
                <a:cubicBezTo>
                  <a:pt x="256515" y="1145884"/>
                  <a:pt x="0" y="889369"/>
                  <a:pt x="0" y="57294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 w="50800"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6DD9721-3DAC-518F-2A89-F9E74373524B}"/>
              </a:ext>
            </a:extLst>
          </p:cNvPr>
          <p:cNvSpPr/>
          <p:nvPr/>
        </p:nvSpPr>
        <p:spPr>
          <a:xfrm>
            <a:off x="5131225" y="4584823"/>
            <a:ext cx="639534" cy="639530"/>
          </a:xfrm>
          <a:custGeom>
            <a:avLst/>
            <a:gdLst>
              <a:gd name="csX0" fmla="*/ 0 w 1145883"/>
              <a:gd name="csY0" fmla="*/ 572942 h 1145883"/>
              <a:gd name="csX1" fmla="*/ 572942 w 1145883"/>
              <a:gd name="csY1" fmla="*/ 0 h 1145883"/>
              <a:gd name="csX2" fmla="*/ 1145884 w 1145883"/>
              <a:gd name="csY2" fmla="*/ 572942 h 1145883"/>
              <a:gd name="csX3" fmla="*/ 572942 w 1145883"/>
              <a:gd name="csY3" fmla="*/ 1145884 h 1145883"/>
              <a:gd name="csX4" fmla="*/ 0 w 1145883"/>
              <a:gd name="csY4" fmla="*/ 572942 h 1145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5883" h="1145883">
                <a:moveTo>
                  <a:pt x="0" y="572942"/>
                </a:moveTo>
                <a:cubicBezTo>
                  <a:pt x="0" y="256515"/>
                  <a:pt x="256515" y="0"/>
                  <a:pt x="572942" y="0"/>
                </a:cubicBezTo>
                <a:cubicBezTo>
                  <a:pt x="889369" y="0"/>
                  <a:pt x="1145884" y="256515"/>
                  <a:pt x="1145884" y="572942"/>
                </a:cubicBezTo>
                <a:cubicBezTo>
                  <a:pt x="1145884" y="889369"/>
                  <a:pt x="889369" y="1145884"/>
                  <a:pt x="572942" y="1145884"/>
                </a:cubicBezTo>
                <a:cubicBezTo>
                  <a:pt x="256515" y="1145884"/>
                  <a:pt x="0" y="889369"/>
                  <a:pt x="0" y="57294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 w="50800"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DC10D3D-CF67-53D1-0E58-357BD7210E36}"/>
              </a:ext>
            </a:extLst>
          </p:cNvPr>
          <p:cNvSpPr/>
          <p:nvPr/>
        </p:nvSpPr>
        <p:spPr>
          <a:xfrm>
            <a:off x="4143013" y="3755617"/>
            <a:ext cx="639534" cy="639530"/>
          </a:xfrm>
          <a:custGeom>
            <a:avLst/>
            <a:gdLst>
              <a:gd name="csX0" fmla="*/ 0 w 1145883"/>
              <a:gd name="csY0" fmla="*/ 572942 h 1145883"/>
              <a:gd name="csX1" fmla="*/ 572942 w 1145883"/>
              <a:gd name="csY1" fmla="*/ 0 h 1145883"/>
              <a:gd name="csX2" fmla="*/ 1145884 w 1145883"/>
              <a:gd name="csY2" fmla="*/ 572942 h 1145883"/>
              <a:gd name="csX3" fmla="*/ 572942 w 1145883"/>
              <a:gd name="csY3" fmla="*/ 1145884 h 1145883"/>
              <a:gd name="csX4" fmla="*/ 0 w 1145883"/>
              <a:gd name="csY4" fmla="*/ 572942 h 1145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5883" h="1145883">
                <a:moveTo>
                  <a:pt x="0" y="572942"/>
                </a:moveTo>
                <a:cubicBezTo>
                  <a:pt x="0" y="256515"/>
                  <a:pt x="256515" y="0"/>
                  <a:pt x="572942" y="0"/>
                </a:cubicBezTo>
                <a:cubicBezTo>
                  <a:pt x="889369" y="0"/>
                  <a:pt x="1145884" y="256515"/>
                  <a:pt x="1145884" y="572942"/>
                </a:cubicBezTo>
                <a:cubicBezTo>
                  <a:pt x="1145884" y="889369"/>
                  <a:pt x="889369" y="1145884"/>
                  <a:pt x="572942" y="1145884"/>
                </a:cubicBezTo>
                <a:cubicBezTo>
                  <a:pt x="256515" y="1145884"/>
                  <a:pt x="0" y="889369"/>
                  <a:pt x="0" y="57294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 w="50800"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2859FEE-2794-25C4-C90B-8195573325C3}"/>
              </a:ext>
            </a:extLst>
          </p:cNvPr>
          <p:cNvSpPr/>
          <p:nvPr/>
        </p:nvSpPr>
        <p:spPr>
          <a:xfrm>
            <a:off x="3919004" y="2485197"/>
            <a:ext cx="639534" cy="639530"/>
          </a:xfrm>
          <a:custGeom>
            <a:avLst/>
            <a:gdLst>
              <a:gd name="csX0" fmla="*/ 0 w 1145883"/>
              <a:gd name="csY0" fmla="*/ 572942 h 1145883"/>
              <a:gd name="csX1" fmla="*/ 572942 w 1145883"/>
              <a:gd name="csY1" fmla="*/ 0 h 1145883"/>
              <a:gd name="csX2" fmla="*/ 1145884 w 1145883"/>
              <a:gd name="csY2" fmla="*/ 572942 h 1145883"/>
              <a:gd name="csX3" fmla="*/ 572942 w 1145883"/>
              <a:gd name="csY3" fmla="*/ 1145884 h 1145883"/>
              <a:gd name="csX4" fmla="*/ 0 w 1145883"/>
              <a:gd name="csY4" fmla="*/ 572942 h 1145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45883" h="1145883">
                <a:moveTo>
                  <a:pt x="0" y="572942"/>
                </a:moveTo>
                <a:cubicBezTo>
                  <a:pt x="0" y="256515"/>
                  <a:pt x="256515" y="0"/>
                  <a:pt x="572942" y="0"/>
                </a:cubicBezTo>
                <a:cubicBezTo>
                  <a:pt x="889369" y="0"/>
                  <a:pt x="1145884" y="256515"/>
                  <a:pt x="1145884" y="572942"/>
                </a:cubicBezTo>
                <a:cubicBezTo>
                  <a:pt x="1145884" y="889369"/>
                  <a:pt x="889369" y="1145884"/>
                  <a:pt x="572942" y="1145884"/>
                </a:cubicBezTo>
                <a:cubicBezTo>
                  <a:pt x="256515" y="1145884"/>
                  <a:pt x="0" y="889369"/>
                  <a:pt x="0" y="57294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 w="50800"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E560CEF-6F24-F88A-2950-68193579855F}"/>
              </a:ext>
            </a:extLst>
          </p:cNvPr>
          <p:cNvGrpSpPr/>
          <p:nvPr/>
        </p:nvGrpSpPr>
        <p:grpSpPr>
          <a:xfrm>
            <a:off x="8583631" y="2351125"/>
            <a:ext cx="2925261" cy="866898"/>
            <a:chOff x="8569921" y="2464994"/>
            <a:chExt cx="2925261" cy="866898"/>
          </a:xfrm>
        </p:grpSpPr>
        <p:sp>
          <p:nvSpPr>
            <p:cNvPr id="46" name="Google Shape;469;p8">
              <a:extLst>
                <a:ext uri="{FF2B5EF4-FFF2-40B4-BE49-F238E27FC236}">
                  <a16:creationId xmlns:a16="http://schemas.microsoft.com/office/drawing/2014/main" id="{C36D20CE-DC81-74B6-DBE9-40C5FEC45BFF}"/>
                </a:ext>
              </a:extLst>
            </p:cNvPr>
            <p:cNvSpPr txBox="1"/>
            <p:nvPr/>
          </p:nvSpPr>
          <p:spPr>
            <a:xfrm flipH="1">
              <a:off x="8569921" y="2777894"/>
              <a:ext cx="2925261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44F"/>
                </a:buClr>
                <a:buSzPts val="1400"/>
                <a:buFont typeface="Open Sans"/>
                <a:buNone/>
              </a:pPr>
              <a:r>
                <a:rPr lang="mn-MN" sz="1200" b="0" i="0" u="none" strike="noStrike" cap="none">
                  <a:solidFill>
                    <a:srgbClr val="00144F"/>
                  </a:solidFill>
                  <a:latin typeface="+mj-lt"/>
                  <a:ea typeface="Open Sans"/>
                  <a:cs typeface="Open Sans"/>
                  <a:sym typeface="Open Sans"/>
                </a:rPr>
                <a:t>Дараагийн алхмуудаа тодорхой төлөвлөнө. Өсөлтийг тогтмол хэмжиж, сайжруулна. </a:t>
              </a:r>
              <a:endParaRPr sz="12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0;p8">
              <a:extLst>
                <a:ext uri="{FF2B5EF4-FFF2-40B4-BE49-F238E27FC236}">
                  <a16:creationId xmlns:a16="http://schemas.microsoft.com/office/drawing/2014/main" id="{E67E64DB-1076-7668-D337-240754CBA536}"/>
                </a:ext>
              </a:extLst>
            </p:cNvPr>
            <p:cNvSpPr txBox="1"/>
            <p:nvPr/>
          </p:nvSpPr>
          <p:spPr>
            <a:xfrm flipH="1">
              <a:off x="8569921" y="2464994"/>
              <a:ext cx="292526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44F"/>
                </a:buClr>
                <a:buSzPts val="1600"/>
                <a:buFont typeface="Open Sans"/>
                <a:buNone/>
              </a:pPr>
              <a:r>
                <a:rPr lang="mn-MN" sz="1600" b="1" i="0" u="none" strike="noStrike" cap="none">
                  <a:solidFill>
                    <a:srgbClr val="00144F"/>
                  </a:solidFill>
                  <a:latin typeface="+mj-lt"/>
                  <a:ea typeface="Open Sans"/>
                  <a:cs typeface="Open Sans"/>
                  <a:sym typeface="Open Sans"/>
                </a:rPr>
                <a:t>Санаа</a:t>
              </a:r>
              <a:endParaRPr sz="1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7446ADF-88EF-67A0-DEA7-D97E14194CB4}"/>
              </a:ext>
            </a:extLst>
          </p:cNvPr>
          <p:cNvGrpSpPr/>
          <p:nvPr/>
        </p:nvGrpSpPr>
        <p:grpSpPr>
          <a:xfrm>
            <a:off x="8250178" y="3677909"/>
            <a:ext cx="3258714" cy="866898"/>
            <a:chOff x="8236468" y="2464994"/>
            <a:chExt cx="3258714" cy="866898"/>
          </a:xfrm>
        </p:grpSpPr>
        <p:sp>
          <p:nvSpPr>
            <p:cNvPr id="50" name="Google Shape;469;p8">
              <a:extLst>
                <a:ext uri="{FF2B5EF4-FFF2-40B4-BE49-F238E27FC236}">
                  <a16:creationId xmlns:a16="http://schemas.microsoft.com/office/drawing/2014/main" id="{21536BCD-8863-C9AB-73AD-8FD4E4CBC3E5}"/>
                </a:ext>
              </a:extLst>
            </p:cNvPr>
            <p:cNvSpPr txBox="1"/>
            <p:nvPr/>
          </p:nvSpPr>
          <p:spPr>
            <a:xfrm flipH="1">
              <a:off x="8236468" y="2777894"/>
              <a:ext cx="3258714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44F"/>
                </a:buClr>
                <a:buSzPts val="1400"/>
                <a:buFont typeface="Open Sans"/>
                <a:buNone/>
              </a:pPr>
              <a:r>
                <a:rPr lang="mn-MN" sz="1200" b="0" i="0" u="none" strike="noStrike" cap="none">
                  <a:solidFill>
                    <a:srgbClr val="00144F"/>
                  </a:solidFill>
                  <a:latin typeface="+mj-lt"/>
                  <a:ea typeface="Open Sans"/>
                  <a:cs typeface="Open Sans"/>
                  <a:sym typeface="Open Sans"/>
                </a:rPr>
                <a:t>Гол үзүүлэлтүүдээ товч дурдана. Хэрэглэгчийн хэрэгцээг нарийн судална. </a:t>
              </a:r>
              <a:endParaRPr sz="12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470;p8">
              <a:extLst>
                <a:ext uri="{FF2B5EF4-FFF2-40B4-BE49-F238E27FC236}">
                  <a16:creationId xmlns:a16="http://schemas.microsoft.com/office/drawing/2014/main" id="{F4B9EA0F-35B3-97CE-B1CC-3826533492C3}"/>
                </a:ext>
              </a:extLst>
            </p:cNvPr>
            <p:cNvSpPr txBox="1"/>
            <p:nvPr/>
          </p:nvSpPr>
          <p:spPr>
            <a:xfrm flipH="1">
              <a:off x="8569921" y="2464994"/>
              <a:ext cx="292526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44F"/>
                </a:buClr>
                <a:buSzPts val="1600"/>
                <a:buFont typeface="Open Sans"/>
                <a:buNone/>
              </a:pPr>
              <a:r>
                <a:rPr lang="mn-MN" sz="1600" b="1" i="0" u="none" strike="noStrike" cap="none">
                  <a:solidFill>
                    <a:srgbClr val="00144F"/>
                  </a:solidFill>
                  <a:latin typeface="+mj-lt"/>
                  <a:ea typeface="Open Sans"/>
                  <a:cs typeface="Open Sans"/>
                  <a:sym typeface="Open Sans"/>
                </a:rPr>
                <a:t>Агуулга</a:t>
              </a:r>
              <a:endParaRPr sz="1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314DE88-354F-C761-87B4-1AFC6B5A60D5}"/>
              </a:ext>
            </a:extLst>
          </p:cNvPr>
          <p:cNvGrpSpPr/>
          <p:nvPr/>
        </p:nvGrpSpPr>
        <p:grpSpPr>
          <a:xfrm>
            <a:off x="7647172" y="5004693"/>
            <a:ext cx="3861720" cy="866898"/>
            <a:chOff x="7633462" y="2464994"/>
            <a:chExt cx="3861720" cy="866898"/>
          </a:xfrm>
        </p:grpSpPr>
        <p:sp>
          <p:nvSpPr>
            <p:cNvPr id="53" name="Google Shape;469;p8">
              <a:extLst>
                <a:ext uri="{FF2B5EF4-FFF2-40B4-BE49-F238E27FC236}">
                  <a16:creationId xmlns:a16="http://schemas.microsoft.com/office/drawing/2014/main" id="{C8401183-EE5B-376F-73AF-B5C7BA141AD0}"/>
                </a:ext>
              </a:extLst>
            </p:cNvPr>
            <p:cNvSpPr txBox="1"/>
            <p:nvPr/>
          </p:nvSpPr>
          <p:spPr>
            <a:xfrm flipH="1">
              <a:off x="7633462" y="2777894"/>
              <a:ext cx="3861720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44F"/>
                </a:buClr>
                <a:buSzPts val="1400"/>
                <a:buFont typeface="Open Sans"/>
                <a:buNone/>
              </a:pPr>
              <a:r>
                <a:rPr lang="mn-MN" sz="1200" b="0" i="0" u="none" strike="noStrike" cap="none">
                  <a:solidFill>
                    <a:srgbClr val="00144F"/>
                  </a:solidFill>
                  <a:latin typeface="+mj-lt"/>
                  <a:ea typeface="Open Sans"/>
                  <a:cs typeface="Open Sans"/>
                  <a:sym typeface="Open Sans"/>
                </a:rPr>
                <a:t>Шинэ боломжийг цаг алдалгүй ашиглана. Үр дүнд суурилсан шийдлийг санал болгоно. </a:t>
              </a:r>
              <a:endParaRPr sz="12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470;p8">
              <a:extLst>
                <a:ext uri="{FF2B5EF4-FFF2-40B4-BE49-F238E27FC236}">
                  <a16:creationId xmlns:a16="http://schemas.microsoft.com/office/drawing/2014/main" id="{BB6CA08C-B8CE-A887-E88F-532159D08E51}"/>
                </a:ext>
              </a:extLst>
            </p:cNvPr>
            <p:cNvSpPr txBox="1"/>
            <p:nvPr/>
          </p:nvSpPr>
          <p:spPr>
            <a:xfrm flipH="1">
              <a:off x="8569921" y="2464994"/>
              <a:ext cx="292526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44F"/>
                </a:buClr>
                <a:buSzPts val="1600"/>
                <a:buFont typeface="Open Sans"/>
                <a:buNone/>
              </a:pPr>
              <a:r>
                <a:rPr lang="mn-MN" sz="1600" b="1" i="0" u="none" strike="noStrike" cap="none">
                  <a:solidFill>
                    <a:srgbClr val="00144F"/>
                  </a:solidFill>
                  <a:latin typeface="+mj-lt"/>
                  <a:ea typeface="Open Sans"/>
                  <a:cs typeface="Open Sans"/>
                  <a:sym typeface="Open Sans"/>
                </a:rPr>
                <a:t>Санаа</a:t>
              </a:r>
              <a:endParaRPr sz="1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3BA921B-12D4-594A-14A4-DEDB788808F2}"/>
              </a:ext>
            </a:extLst>
          </p:cNvPr>
          <p:cNvGrpSpPr/>
          <p:nvPr/>
        </p:nvGrpSpPr>
        <p:grpSpPr>
          <a:xfrm flipH="1">
            <a:off x="683108" y="2351125"/>
            <a:ext cx="3861720" cy="3520466"/>
            <a:chOff x="2291658" y="2173325"/>
            <a:chExt cx="3861720" cy="3520466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D7014F6-F1AB-2C73-DA3F-EE07650BA88E}"/>
                </a:ext>
              </a:extLst>
            </p:cNvPr>
            <p:cNvGrpSpPr/>
            <p:nvPr/>
          </p:nvGrpSpPr>
          <p:grpSpPr>
            <a:xfrm>
              <a:off x="3228117" y="2173325"/>
              <a:ext cx="2925261" cy="866898"/>
              <a:chOff x="8569921" y="2464994"/>
              <a:chExt cx="2925261" cy="866898"/>
            </a:xfrm>
          </p:grpSpPr>
          <p:sp>
            <p:nvSpPr>
              <p:cNvPr id="56" name="Google Shape;469;p8">
                <a:extLst>
                  <a:ext uri="{FF2B5EF4-FFF2-40B4-BE49-F238E27FC236}">
                    <a16:creationId xmlns:a16="http://schemas.microsoft.com/office/drawing/2014/main" id="{D06BB773-D732-A4ED-4988-4C725A534E6A}"/>
                  </a:ext>
                </a:extLst>
              </p:cNvPr>
              <p:cNvSpPr txBox="1"/>
              <p:nvPr/>
            </p:nvSpPr>
            <p:spPr>
              <a:xfrm flipH="1">
                <a:off x="8569921" y="2777894"/>
                <a:ext cx="2925261" cy="553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44F"/>
                  </a:buClr>
                  <a:buSzPts val="1400"/>
                  <a:buFont typeface="Open Sans"/>
                  <a:buNone/>
                </a:pPr>
                <a:r>
                  <a:rPr lang="mn-MN" sz="1200" b="0" i="0" u="none" strike="noStrike" cap="none">
                    <a:solidFill>
                      <a:srgbClr val="00144F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Технологийн шинэчлэлийг тасралтгүй нэвтрүүлнэ. Энд гол санаагаа бичнэ үү. </a:t>
                </a:r>
                <a:endParaRPr sz="12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470;p8">
                <a:extLst>
                  <a:ext uri="{FF2B5EF4-FFF2-40B4-BE49-F238E27FC236}">
                    <a16:creationId xmlns:a16="http://schemas.microsoft.com/office/drawing/2014/main" id="{F9A08DCE-9E26-1CF2-2AAC-394B616193D5}"/>
                  </a:ext>
                </a:extLst>
              </p:cNvPr>
              <p:cNvSpPr txBox="1"/>
              <p:nvPr/>
            </p:nvSpPr>
            <p:spPr>
              <a:xfrm flipH="1">
                <a:off x="8569921" y="2464994"/>
                <a:ext cx="292526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44F"/>
                  </a:buClr>
                  <a:buSzPts val="1600"/>
                  <a:buFont typeface="Open Sans"/>
                  <a:buNone/>
                </a:pPr>
                <a:r>
                  <a:rPr lang="mn-MN" sz="1600" b="1" i="0" u="none" strike="noStrike" cap="none">
                    <a:solidFill>
                      <a:srgbClr val="00144F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Агуулга</a:t>
                </a:r>
                <a:endParaRPr sz="14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0D3998C-E471-428C-AB67-DB186BFD3215}"/>
                </a:ext>
              </a:extLst>
            </p:cNvPr>
            <p:cNvGrpSpPr/>
            <p:nvPr/>
          </p:nvGrpSpPr>
          <p:grpSpPr>
            <a:xfrm>
              <a:off x="2894664" y="3500109"/>
              <a:ext cx="3258714" cy="866898"/>
              <a:chOff x="8236468" y="2464994"/>
              <a:chExt cx="3258714" cy="866898"/>
            </a:xfrm>
          </p:grpSpPr>
          <p:sp>
            <p:nvSpPr>
              <p:cNvPr id="59" name="Google Shape;469;p8">
                <a:extLst>
                  <a:ext uri="{FF2B5EF4-FFF2-40B4-BE49-F238E27FC236}">
                    <a16:creationId xmlns:a16="http://schemas.microsoft.com/office/drawing/2014/main" id="{C8F79980-22BD-DDB6-18A1-04333CE8F821}"/>
                  </a:ext>
                </a:extLst>
              </p:cNvPr>
              <p:cNvSpPr txBox="1"/>
              <p:nvPr/>
            </p:nvSpPr>
            <p:spPr>
              <a:xfrm flipH="1">
                <a:off x="8236468" y="2777894"/>
                <a:ext cx="3258714" cy="553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44F"/>
                  </a:buClr>
                  <a:buSzPts val="1400"/>
                  <a:buFont typeface="Open Sans"/>
                  <a:buNone/>
                </a:pPr>
                <a:r>
                  <a:rPr lang="mn-MN" sz="1200" b="0" i="0" u="none" strike="noStrike" cap="none">
                    <a:solidFill>
                      <a:srgbClr val="00144F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Үзэгчдэд хэрэгтэй мэдээллийг өгнө. Тоо баримт, жишээ ашиглавал илүү үр дүнтэй. </a:t>
                </a:r>
                <a:endParaRPr sz="12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470;p8">
                <a:extLst>
                  <a:ext uri="{FF2B5EF4-FFF2-40B4-BE49-F238E27FC236}">
                    <a16:creationId xmlns:a16="http://schemas.microsoft.com/office/drawing/2014/main" id="{1F49F153-3810-5E42-721C-B7EED9263840}"/>
                  </a:ext>
                </a:extLst>
              </p:cNvPr>
              <p:cNvSpPr txBox="1"/>
              <p:nvPr/>
            </p:nvSpPr>
            <p:spPr>
              <a:xfrm flipH="1">
                <a:off x="8569921" y="2464994"/>
                <a:ext cx="292526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44F"/>
                  </a:buClr>
                  <a:buSzPts val="1600"/>
                  <a:buFont typeface="Open Sans"/>
                  <a:buNone/>
                </a:pPr>
                <a:r>
                  <a:rPr lang="mn-MN" sz="1600" b="1" i="0" u="none" strike="noStrike" cap="none">
                    <a:solidFill>
                      <a:srgbClr val="00144F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Санаа</a:t>
                </a:r>
                <a:endParaRPr sz="14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68E55DB-F2EF-E6BC-A4A5-609306C8709D}"/>
                </a:ext>
              </a:extLst>
            </p:cNvPr>
            <p:cNvGrpSpPr/>
            <p:nvPr/>
          </p:nvGrpSpPr>
          <p:grpSpPr>
            <a:xfrm>
              <a:off x="2291658" y="4826893"/>
              <a:ext cx="3861720" cy="866898"/>
              <a:chOff x="7633462" y="2464994"/>
              <a:chExt cx="3861720" cy="866898"/>
            </a:xfrm>
          </p:grpSpPr>
          <p:sp>
            <p:nvSpPr>
              <p:cNvPr id="62" name="Google Shape;469;p8">
                <a:extLst>
                  <a:ext uri="{FF2B5EF4-FFF2-40B4-BE49-F238E27FC236}">
                    <a16:creationId xmlns:a16="http://schemas.microsoft.com/office/drawing/2014/main" id="{B6486F39-7890-1750-A0F3-8E50FDA56B2F}"/>
                  </a:ext>
                </a:extLst>
              </p:cNvPr>
              <p:cNvSpPr txBox="1"/>
              <p:nvPr/>
            </p:nvSpPr>
            <p:spPr>
              <a:xfrm flipH="1">
                <a:off x="7633462" y="2777894"/>
                <a:ext cx="3861720" cy="553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44F"/>
                  </a:buClr>
                  <a:buSzPts val="1400"/>
                  <a:buFont typeface="Open Sans"/>
                  <a:buNone/>
                </a:pPr>
                <a:r>
                  <a:rPr lang="mn-MN" sz="1200" b="0" i="0" u="none" strike="noStrike" cap="none">
                    <a:solidFill>
                      <a:srgbClr val="00144F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Төслийн явц, үр дүнг энд харуулна. Багаараа хамтран шинэ шийдэл хэрэгжүүлнэ. </a:t>
                </a:r>
                <a:endParaRPr sz="12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470;p8">
                <a:extLst>
                  <a:ext uri="{FF2B5EF4-FFF2-40B4-BE49-F238E27FC236}">
                    <a16:creationId xmlns:a16="http://schemas.microsoft.com/office/drawing/2014/main" id="{7CF2E214-B8BA-76F4-A42B-F2C1C8FA67BE}"/>
                  </a:ext>
                </a:extLst>
              </p:cNvPr>
              <p:cNvSpPr txBox="1"/>
              <p:nvPr/>
            </p:nvSpPr>
            <p:spPr>
              <a:xfrm flipH="1">
                <a:off x="8569921" y="2464994"/>
                <a:ext cx="292526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44F"/>
                  </a:buClr>
                  <a:buSzPts val="1600"/>
                  <a:buFont typeface="Open Sans"/>
                  <a:buNone/>
                </a:pPr>
                <a:r>
                  <a:rPr lang="mn-MN" sz="1600" b="1" i="0" u="none" strike="noStrike" cap="none">
                    <a:solidFill>
                      <a:srgbClr val="00144F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Агуулга</a:t>
                </a:r>
                <a:endParaRPr sz="14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536944B-DAAE-9BE2-6BB5-FE589967353A}"/>
              </a:ext>
            </a:extLst>
          </p:cNvPr>
          <p:cNvGrpSpPr>
            <a:grpSpLocks noChangeAspect="1"/>
          </p:cNvGrpSpPr>
          <p:nvPr/>
        </p:nvGrpSpPr>
        <p:grpSpPr>
          <a:xfrm>
            <a:off x="5824371" y="2867839"/>
            <a:ext cx="547854" cy="547854"/>
            <a:chOff x="5268894" y="4791308"/>
            <a:chExt cx="450000" cy="450000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D704BCF-A964-14A0-07CB-D95A3A0D34AC}"/>
                </a:ext>
              </a:extLst>
            </p:cNvPr>
            <p:cNvSpPr/>
            <p:nvPr/>
          </p:nvSpPr>
          <p:spPr>
            <a:xfrm>
              <a:off x="5325144" y="4847558"/>
              <a:ext cx="337500" cy="337500"/>
            </a:xfrm>
            <a:custGeom>
              <a:avLst/>
              <a:gdLst>
                <a:gd name="connsiteX0" fmla="*/ 168750 w 337500"/>
                <a:gd name="connsiteY0" fmla="*/ 337500 h 337500"/>
                <a:gd name="connsiteX1" fmla="*/ 337500 w 337500"/>
                <a:gd name="connsiteY1" fmla="*/ 168750 h 337500"/>
                <a:gd name="connsiteX2" fmla="*/ 168750 w 337500"/>
                <a:gd name="connsiteY2" fmla="*/ 0 h 337500"/>
                <a:gd name="connsiteX3" fmla="*/ 0 w 337500"/>
                <a:gd name="connsiteY3" fmla="*/ 168750 h 337500"/>
                <a:gd name="connsiteX4" fmla="*/ 168750 w 337500"/>
                <a:gd name="connsiteY4" fmla="*/ 337500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0" h="337500">
                  <a:moveTo>
                    <a:pt x="168750" y="337500"/>
                  </a:moveTo>
                  <a:cubicBezTo>
                    <a:pt x="261947" y="337500"/>
                    <a:pt x="337500" y="261947"/>
                    <a:pt x="337500" y="168750"/>
                  </a:cubicBezTo>
                  <a:cubicBezTo>
                    <a:pt x="337500" y="75552"/>
                    <a:pt x="261947" y="0"/>
                    <a:pt x="168750" y="0"/>
                  </a:cubicBezTo>
                  <a:cubicBezTo>
                    <a:pt x="75552" y="0"/>
                    <a:pt x="0" y="75552"/>
                    <a:pt x="0" y="168750"/>
                  </a:cubicBezTo>
                  <a:cubicBezTo>
                    <a:pt x="0" y="261947"/>
                    <a:pt x="75552" y="337500"/>
                    <a:pt x="168750" y="337500"/>
                  </a:cubicBezTo>
                  <a:close/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70E83FD-74EA-734F-8E85-1D55E3A5849F}"/>
                </a:ext>
              </a:extLst>
            </p:cNvPr>
            <p:cNvSpPr/>
            <p:nvPr/>
          </p:nvSpPr>
          <p:spPr>
            <a:xfrm>
              <a:off x="5426394" y="4948808"/>
              <a:ext cx="135000" cy="135000"/>
            </a:xfrm>
            <a:custGeom>
              <a:avLst/>
              <a:gdLst>
                <a:gd name="connsiteX0" fmla="*/ 67500 w 135000"/>
                <a:gd name="connsiteY0" fmla="*/ 135000 h 135000"/>
                <a:gd name="connsiteX1" fmla="*/ 135000 w 135000"/>
                <a:gd name="connsiteY1" fmla="*/ 67500 h 135000"/>
                <a:gd name="connsiteX2" fmla="*/ 67500 w 135000"/>
                <a:gd name="connsiteY2" fmla="*/ 0 h 135000"/>
                <a:gd name="connsiteX3" fmla="*/ 0 w 135000"/>
                <a:gd name="connsiteY3" fmla="*/ 67500 h 135000"/>
                <a:gd name="connsiteX4" fmla="*/ 67500 w 135000"/>
                <a:gd name="connsiteY4" fmla="*/ 135000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000" h="135000">
                  <a:moveTo>
                    <a:pt x="67500" y="135000"/>
                  </a:moveTo>
                  <a:cubicBezTo>
                    <a:pt x="104780" y="135000"/>
                    <a:pt x="135000" y="104780"/>
                    <a:pt x="135000" y="67500"/>
                  </a:cubicBezTo>
                  <a:cubicBezTo>
                    <a:pt x="135000" y="30220"/>
                    <a:pt x="104780" y="0"/>
                    <a:pt x="67500" y="0"/>
                  </a:cubicBezTo>
                  <a:cubicBezTo>
                    <a:pt x="30220" y="0"/>
                    <a:pt x="0" y="30220"/>
                    <a:pt x="0" y="67500"/>
                  </a:cubicBezTo>
                  <a:cubicBezTo>
                    <a:pt x="0" y="104780"/>
                    <a:pt x="30220" y="135000"/>
                    <a:pt x="67500" y="135000"/>
                  </a:cubicBezTo>
                  <a:close/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9A96E51-E040-9B0E-08CF-B77D207029EE}"/>
                </a:ext>
              </a:extLst>
            </p:cNvPr>
            <p:cNvSpPr/>
            <p:nvPr/>
          </p:nvSpPr>
          <p:spPr>
            <a:xfrm>
              <a:off x="5493894" y="4791308"/>
              <a:ext cx="22500" cy="45000"/>
            </a:xfrm>
            <a:custGeom>
              <a:avLst/>
              <a:gdLst>
                <a:gd name="connsiteX0" fmla="*/ 0 w 22500"/>
                <a:gd name="connsiteY0" fmla="*/ 45000 h 45000"/>
                <a:gd name="connsiteX1" fmla="*/ 0 w 22500"/>
                <a:gd name="connsiteY1" fmla="*/ 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45000">
                  <a:moveTo>
                    <a:pt x="0" y="450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5670B66-5A98-0EF1-1122-F6AA2EAE23E0}"/>
                </a:ext>
              </a:extLst>
            </p:cNvPr>
            <p:cNvSpPr/>
            <p:nvPr/>
          </p:nvSpPr>
          <p:spPr>
            <a:xfrm>
              <a:off x="5268894" y="5016308"/>
              <a:ext cx="45000" cy="22500"/>
            </a:xfrm>
            <a:custGeom>
              <a:avLst/>
              <a:gdLst>
                <a:gd name="connsiteX0" fmla="*/ 45000 w 45000"/>
                <a:gd name="connsiteY0" fmla="*/ 0 h 22500"/>
                <a:gd name="connsiteX1" fmla="*/ 0 w 45000"/>
                <a:gd name="connsiteY1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2500">
                  <a:moveTo>
                    <a:pt x="45000" y="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A5B73B4-F01C-0BE3-2D2E-863E10E4B94D}"/>
                </a:ext>
              </a:extLst>
            </p:cNvPr>
            <p:cNvSpPr/>
            <p:nvPr/>
          </p:nvSpPr>
          <p:spPr>
            <a:xfrm>
              <a:off x="5493894" y="5196308"/>
              <a:ext cx="22500" cy="45000"/>
            </a:xfrm>
            <a:custGeom>
              <a:avLst/>
              <a:gdLst>
                <a:gd name="connsiteX0" fmla="*/ 0 w 22500"/>
                <a:gd name="connsiteY0" fmla="*/ 0 h 45000"/>
                <a:gd name="connsiteX1" fmla="*/ 0 w 22500"/>
                <a:gd name="connsiteY1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45000">
                  <a:moveTo>
                    <a:pt x="0" y="0"/>
                  </a:moveTo>
                  <a:lnTo>
                    <a:pt x="0" y="45000"/>
                  </a:lnTo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8411289-71A5-36E4-ABB7-95051AAF01DD}"/>
                </a:ext>
              </a:extLst>
            </p:cNvPr>
            <p:cNvSpPr/>
            <p:nvPr/>
          </p:nvSpPr>
          <p:spPr>
            <a:xfrm>
              <a:off x="5673894" y="5016308"/>
              <a:ext cx="45000" cy="22500"/>
            </a:xfrm>
            <a:custGeom>
              <a:avLst/>
              <a:gdLst>
                <a:gd name="connsiteX0" fmla="*/ 0 w 45000"/>
                <a:gd name="connsiteY0" fmla="*/ 0 h 22500"/>
                <a:gd name="connsiteX1" fmla="*/ 45000 w 45000"/>
                <a:gd name="connsiteY1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2500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2B0B550-FA55-020C-24DE-C9F1EE386DF6}"/>
              </a:ext>
            </a:extLst>
          </p:cNvPr>
          <p:cNvGrpSpPr>
            <a:grpSpLocks noChangeAspect="1"/>
          </p:cNvGrpSpPr>
          <p:nvPr/>
        </p:nvGrpSpPr>
        <p:grpSpPr>
          <a:xfrm>
            <a:off x="4357192" y="3924186"/>
            <a:ext cx="211176" cy="302392"/>
            <a:chOff x="3146127" y="3913103"/>
            <a:chExt cx="311284" cy="445727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DEEC0E7-9EF5-F9F0-A7B7-199EBCFD0226}"/>
                </a:ext>
              </a:extLst>
            </p:cNvPr>
            <p:cNvSpPr/>
            <p:nvPr/>
          </p:nvSpPr>
          <p:spPr>
            <a:xfrm>
              <a:off x="3354811" y="4262528"/>
              <a:ext cx="102600" cy="68399"/>
            </a:xfrm>
            <a:custGeom>
              <a:avLst/>
              <a:gdLst>
                <a:gd name="connsiteX0" fmla="*/ 0 w 102600"/>
                <a:gd name="connsiteY0" fmla="*/ 34200 h 68399"/>
                <a:gd name="connsiteX1" fmla="*/ 34200 w 102600"/>
                <a:gd name="connsiteY1" fmla="*/ 68400 h 68399"/>
                <a:gd name="connsiteX2" fmla="*/ 102600 w 102600"/>
                <a:gd name="connsiteY2" fmla="*/ 0 h 68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600" h="68399">
                  <a:moveTo>
                    <a:pt x="0" y="34200"/>
                  </a:moveTo>
                  <a:lnTo>
                    <a:pt x="34200" y="68400"/>
                  </a:lnTo>
                  <a:lnTo>
                    <a:pt x="10260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0DA35E3-BC52-C937-8EF1-14E22A1A87D7}"/>
                </a:ext>
              </a:extLst>
            </p:cNvPr>
            <p:cNvSpPr/>
            <p:nvPr/>
          </p:nvSpPr>
          <p:spPr>
            <a:xfrm>
              <a:off x="3200012" y="3913103"/>
              <a:ext cx="199576" cy="199574"/>
            </a:xfrm>
            <a:custGeom>
              <a:avLst/>
              <a:gdLst>
                <a:gd name="connsiteX0" fmla="*/ 103502 w 199576"/>
                <a:gd name="connsiteY0" fmla="*/ 199575 h 199574"/>
                <a:gd name="connsiteX1" fmla="*/ 96077 w 199576"/>
                <a:gd name="connsiteY1" fmla="*/ 199575 h 199574"/>
                <a:gd name="connsiteX2" fmla="*/ 1 w 199576"/>
                <a:gd name="connsiteY2" fmla="*/ 99900 h 199574"/>
                <a:gd name="connsiteX3" fmla="*/ 99677 w 199576"/>
                <a:gd name="connsiteY3" fmla="*/ 0 h 199574"/>
                <a:gd name="connsiteX4" fmla="*/ 199577 w 199576"/>
                <a:gd name="connsiteY4" fmla="*/ 99900 h 199574"/>
                <a:gd name="connsiteX5" fmla="*/ 103502 w 199576"/>
                <a:gd name="connsiteY5" fmla="*/ 199575 h 199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576" h="199574">
                  <a:moveTo>
                    <a:pt x="103502" y="199575"/>
                  </a:moveTo>
                  <a:cubicBezTo>
                    <a:pt x="101252" y="199350"/>
                    <a:pt x="98552" y="199350"/>
                    <a:pt x="96077" y="199575"/>
                  </a:cubicBezTo>
                  <a:cubicBezTo>
                    <a:pt x="42526" y="197775"/>
                    <a:pt x="1" y="153900"/>
                    <a:pt x="1" y="99900"/>
                  </a:cubicBezTo>
                  <a:cubicBezTo>
                    <a:pt x="-224" y="44775"/>
                    <a:pt x="44551" y="0"/>
                    <a:pt x="99677" y="0"/>
                  </a:cubicBezTo>
                  <a:cubicBezTo>
                    <a:pt x="154802" y="0"/>
                    <a:pt x="199577" y="44775"/>
                    <a:pt x="199577" y="99900"/>
                  </a:cubicBezTo>
                  <a:cubicBezTo>
                    <a:pt x="199577" y="153900"/>
                    <a:pt x="156827" y="197775"/>
                    <a:pt x="103502" y="199575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100F1A8-28BA-2E0F-9E5A-ECE41587CF78}"/>
                </a:ext>
              </a:extLst>
            </p:cNvPr>
            <p:cNvSpPr/>
            <p:nvPr/>
          </p:nvSpPr>
          <p:spPr>
            <a:xfrm>
              <a:off x="3146127" y="4164655"/>
              <a:ext cx="266061" cy="194175"/>
            </a:xfrm>
            <a:custGeom>
              <a:avLst/>
              <a:gdLst>
                <a:gd name="connsiteX0" fmla="*/ 153562 w 266061"/>
                <a:gd name="connsiteY0" fmla="*/ 194175 h 194175"/>
                <a:gd name="connsiteX1" fmla="*/ 40838 w 266061"/>
                <a:gd name="connsiteY1" fmla="*/ 163125 h 194175"/>
                <a:gd name="connsiteX2" fmla="*/ 40838 w 266061"/>
                <a:gd name="connsiteY2" fmla="*/ 31050 h 194175"/>
                <a:gd name="connsiteX3" fmla="*/ 266062 w 266061"/>
                <a:gd name="connsiteY3" fmla="*/ 31050 h 19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061" h="194175">
                  <a:moveTo>
                    <a:pt x="153562" y="194175"/>
                  </a:moveTo>
                  <a:cubicBezTo>
                    <a:pt x="112612" y="194175"/>
                    <a:pt x="71887" y="183825"/>
                    <a:pt x="40838" y="163125"/>
                  </a:cubicBezTo>
                  <a:cubicBezTo>
                    <a:pt x="-13613" y="126675"/>
                    <a:pt x="-13613" y="67275"/>
                    <a:pt x="40838" y="31050"/>
                  </a:cubicBezTo>
                  <a:cubicBezTo>
                    <a:pt x="102712" y="-10350"/>
                    <a:pt x="204187" y="-10350"/>
                    <a:pt x="266062" y="31050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56DF59C-07ED-9D5A-296F-F8B929D20CE2}"/>
              </a:ext>
            </a:extLst>
          </p:cNvPr>
          <p:cNvGrpSpPr>
            <a:grpSpLocks noChangeAspect="1"/>
          </p:cNvGrpSpPr>
          <p:nvPr/>
        </p:nvGrpSpPr>
        <p:grpSpPr>
          <a:xfrm>
            <a:off x="5299797" y="4753393"/>
            <a:ext cx="302390" cy="302390"/>
            <a:chOff x="856558" y="1330018"/>
            <a:chExt cx="450000" cy="450000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F4A8FD1-16DF-D5A3-E651-5B3619BE2C01}"/>
                </a:ext>
              </a:extLst>
            </p:cNvPr>
            <p:cNvSpPr/>
            <p:nvPr/>
          </p:nvSpPr>
          <p:spPr>
            <a:xfrm>
              <a:off x="928333" y="1330018"/>
              <a:ext cx="81450" cy="81675"/>
            </a:xfrm>
            <a:custGeom>
              <a:avLst/>
              <a:gdLst>
                <a:gd name="connsiteX0" fmla="*/ 81450 w 81450"/>
                <a:gd name="connsiteY0" fmla="*/ 0 h 81675"/>
                <a:gd name="connsiteX1" fmla="*/ 0 w 81450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50" h="81675">
                  <a:moveTo>
                    <a:pt x="81450" y="0"/>
                  </a:moveTo>
                  <a:lnTo>
                    <a:pt x="0" y="816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C469AD5-C538-A641-46F4-37EF83415EAC}"/>
                </a:ext>
              </a:extLst>
            </p:cNvPr>
            <p:cNvSpPr/>
            <p:nvPr/>
          </p:nvSpPr>
          <p:spPr>
            <a:xfrm>
              <a:off x="1153332" y="1330018"/>
              <a:ext cx="81449" cy="81675"/>
            </a:xfrm>
            <a:custGeom>
              <a:avLst/>
              <a:gdLst>
                <a:gd name="connsiteX0" fmla="*/ 0 w 81449"/>
                <a:gd name="connsiteY0" fmla="*/ 0 h 81675"/>
                <a:gd name="connsiteX1" fmla="*/ 81450 w 81449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49" h="81675">
                  <a:moveTo>
                    <a:pt x="0" y="0"/>
                  </a:moveTo>
                  <a:lnTo>
                    <a:pt x="81450" y="816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4C10F01-F893-E0F0-0C53-1019A36D1D35}"/>
                </a:ext>
              </a:extLst>
            </p:cNvPr>
            <p:cNvSpPr/>
            <p:nvPr/>
          </p:nvSpPr>
          <p:spPr>
            <a:xfrm>
              <a:off x="856558" y="1416642"/>
              <a:ext cx="450000" cy="90050"/>
            </a:xfrm>
            <a:custGeom>
              <a:avLst/>
              <a:gdLst>
                <a:gd name="connsiteX0" fmla="*/ 0 w 450000"/>
                <a:gd name="connsiteY0" fmla="*/ 45000 h 90050"/>
                <a:gd name="connsiteX1" fmla="*/ 49950 w 450000"/>
                <a:gd name="connsiteY1" fmla="*/ 0 h 90050"/>
                <a:gd name="connsiteX2" fmla="*/ 400050 w 450000"/>
                <a:gd name="connsiteY2" fmla="*/ 0 h 90050"/>
                <a:gd name="connsiteX3" fmla="*/ 450000 w 450000"/>
                <a:gd name="connsiteY3" fmla="*/ 45000 h 90050"/>
                <a:gd name="connsiteX4" fmla="*/ 400050 w 450000"/>
                <a:gd name="connsiteY4" fmla="*/ 90000 h 90050"/>
                <a:gd name="connsiteX5" fmla="*/ 49950 w 450000"/>
                <a:gd name="connsiteY5" fmla="*/ 90000 h 90050"/>
                <a:gd name="connsiteX6" fmla="*/ 0 w 450000"/>
                <a:gd name="connsiteY6" fmla="*/ 45000 h 9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000" h="90050">
                  <a:moveTo>
                    <a:pt x="0" y="45000"/>
                  </a:moveTo>
                  <a:cubicBezTo>
                    <a:pt x="0" y="3375"/>
                    <a:pt x="22275" y="0"/>
                    <a:pt x="49950" y="0"/>
                  </a:cubicBezTo>
                  <a:lnTo>
                    <a:pt x="400050" y="0"/>
                  </a:lnTo>
                  <a:cubicBezTo>
                    <a:pt x="427725" y="0"/>
                    <a:pt x="450000" y="3375"/>
                    <a:pt x="450000" y="45000"/>
                  </a:cubicBezTo>
                  <a:cubicBezTo>
                    <a:pt x="450000" y="93375"/>
                    <a:pt x="427725" y="90000"/>
                    <a:pt x="400050" y="90000"/>
                  </a:cubicBezTo>
                  <a:lnTo>
                    <a:pt x="49950" y="90000"/>
                  </a:lnTo>
                  <a:cubicBezTo>
                    <a:pt x="22275" y="90000"/>
                    <a:pt x="0" y="93375"/>
                    <a:pt x="0" y="45000"/>
                  </a:cubicBezTo>
                  <a:close/>
                </a:path>
              </a:pathLst>
            </a:custGeom>
            <a:noFill/>
            <a:ln w="19050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714F8C2-F499-66BF-5B9F-9EB20971DC51}"/>
                </a:ext>
              </a:extLst>
            </p:cNvPr>
            <p:cNvSpPr/>
            <p:nvPr/>
          </p:nvSpPr>
          <p:spPr>
            <a:xfrm>
              <a:off x="1031158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3EDDBBA-B877-563E-8F4D-D2F4C2B0E0BF}"/>
                </a:ext>
              </a:extLst>
            </p:cNvPr>
            <p:cNvSpPr/>
            <p:nvPr/>
          </p:nvSpPr>
          <p:spPr>
            <a:xfrm>
              <a:off x="1134657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5E91E36-D5D0-6DF9-C159-CEBB7D2DED0D}"/>
                </a:ext>
              </a:extLst>
            </p:cNvPr>
            <p:cNvSpPr/>
            <p:nvPr/>
          </p:nvSpPr>
          <p:spPr>
            <a:xfrm>
              <a:off x="890308" y="1510018"/>
              <a:ext cx="382500" cy="270000"/>
            </a:xfrm>
            <a:custGeom>
              <a:avLst/>
              <a:gdLst>
                <a:gd name="connsiteX0" fmla="*/ 0 w 382500"/>
                <a:gd name="connsiteY0" fmla="*/ 0 h 270000"/>
                <a:gd name="connsiteX1" fmla="*/ 31725 w 382500"/>
                <a:gd name="connsiteY1" fmla="*/ 194400 h 270000"/>
                <a:gd name="connsiteX2" fmla="*/ 120600 w 382500"/>
                <a:gd name="connsiteY2" fmla="*/ 270000 h 270000"/>
                <a:gd name="connsiteX3" fmla="*/ 256275 w 382500"/>
                <a:gd name="connsiteY3" fmla="*/ 270000 h 270000"/>
                <a:gd name="connsiteX4" fmla="*/ 344700 w 382500"/>
                <a:gd name="connsiteY4" fmla="*/ 197100 h 270000"/>
                <a:gd name="connsiteX5" fmla="*/ 382500 w 382500"/>
                <a:gd name="connsiteY5" fmla="*/ 0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500" h="270000">
                  <a:moveTo>
                    <a:pt x="0" y="0"/>
                  </a:moveTo>
                  <a:lnTo>
                    <a:pt x="31725" y="194400"/>
                  </a:lnTo>
                  <a:cubicBezTo>
                    <a:pt x="38925" y="238050"/>
                    <a:pt x="56250" y="270000"/>
                    <a:pt x="120600" y="270000"/>
                  </a:cubicBezTo>
                  <a:lnTo>
                    <a:pt x="256275" y="270000"/>
                  </a:lnTo>
                  <a:cubicBezTo>
                    <a:pt x="326250" y="270000"/>
                    <a:pt x="336600" y="239400"/>
                    <a:pt x="344700" y="197100"/>
                  </a:cubicBezTo>
                  <a:lnTo>
                    <a:pt x="38250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99CE1E8-321E-67EA-967A-0B603289ADD9}"/>
              </a:ext>
            </a:extLst>
          </p:cNvPr>
          <p:cNvGrpSpPr>
            <a:grpSpLocks noChangeAspect="1"/>
          </p:cNvGrpSpPr>
          <p:nvPr/>
        </p:nvGrpSpPr>
        <p:grpSpPr>
          <a:xfrm>
            <a:off x="7577966" y="3924187"/>
            <a:ext cx="302508" cy="302390"/>
            <a:chOff x="7520839" y="2156860"/>
            <a:chExt cx="450085" cy="449906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B2179F5-0145-EDB2-D47D-FCAEE534C71E}"/>
                </a:ext>
              </a:extLst>
            </p:cNvPr>
            <p:cNvSpPr/>
            <p:nvPr/>
          </p:nvSpPr>
          <p:spPr>
            <a:xfrm>
              <a:off x="7520839" y="2156860"/>
              <a:ext cx="450085" cy="449906"/>
            </a:xfrm>
            <a:custGeom>
              <a:avLst/>
              <a:gdLst>
                <a:gd name="connsiteX0" fmla="*/ 400333 w 450085"/>
                <a:gd name="connsiteY0" fmla="*/ 290755 h 449906"/>
                <a:gd name="connsiteX1" fmla="*/ 229333 w 450085"/>
                <a:gd name="connsiteY1" fmla="*/ 332830 h 449906"/>
                <a:gd name="connsiteX2" fmla="*/ 123358 w 450085"/>
                <a:gd name="connsiteY2" fmla="*/ 438580 h 449906"/>
                <a:gd name="connsiteX3" fmla="*/ 89833 w 450085"/>
                <a:gd name="connsiteY3" fmla="*/ 449605 h 449906"/>
                <a:gd name="connsiteX4" fmla="*/ 40783 w 450085"/>
                <a:gd name="connsiteY4" fmla="*/ 442855 h 449906"/>
                <a:gd name="connsiteX5" fmla="*/ 7033 w 450085"/>
                <a:gd name="connsiteY5" fmla="*/ 409105 h 449906"/>
                <a:gd name="connsiteX6" fmla="*/ 283 w 450085"/>
                <a:gd name="connsiteY6" fmla="*/ 360055 h 449906"/>
                <a:gd name="connsiteX7" fmla="*/ 11308 w 450085"/>
                <a:gd name="connsiteY7" fmla="*/ 326530 h 449906"/>
                <a:gd name="connsiteX8" fmla="*/ 117058 w 450085"/>
                <a:gd name="connsiteY8" fmla="*/ 220780 h 449906"/>
                <a:gd name="connsiteX9" fmla="*/ 159358 w 450085"/>
                <a:gd name="connsiteY9" fmla="*/ 49781 h 449906"/>
                <a:gd name="connsiteX10" fmla="*/ 400108 w 450085"/>
                <a:gd name="connsiteY10" fmla="*/ 49781 h 449906"/>
                <a:gd name="connsiteX11" fmla="*/ 400333 w 450085"/>
                <a:gd name="connsiteY11" fmla="*/ 290755 h 44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0085" h="449906">
                  <a:moveTo>
                    <a:pt x="400333" y="290755"/>
                  </a:moveTo>
                  <a:cubicBezTo>
                    <a:pt x="353983" y="336880"/>
                    <a:pt x="287608" y="351055"/>
                    <a:pt x="229333" y="332830"/>
                  </a:cubicBezTo>
                  <a:lnTo>
                    <a:pt x="123358" y="438580"/>
                  </a:lnTo>
                  <a:cubicBezTo>
                    <a:pt x="115708" y="446455"/>
                    <a:pt x="100633" y="451180"/>
                    <a:pt x="89833" y="449605"/>
                  </a:cubicBezTo>
                  <a:lnTo>
                    <a:pt x="40783" y="442855"/>
                  </a:lnTo>
                  <a:cubicBezTo>
                    <a:pt x="24583" y="440605"/>
                    <a:pt x="9508" y="425305"/>
                    <a:pt x="7033" y="409105"/>
                  </a:cubicBezTo>
                  <a:lnTo>
                    <a:pt x="283" y="360055"/>
                  </a:lnTo>
                  <a:cubicBezTo>
                    <a:pt x="-1292" y="349255"/>
                    <a:pt x="3883" y="334180"/>
                    <a:pt x="11308" y="326530"/>
                  </a:cubicBezTo>
                  <a:lnTo>
                    <a:pt x="117058" y="220780"/>
                  </a:lnTo>
                  <a:cubicBezTo>
                    <a:pt x="99058" y="162281"/>
                    <a:pt x="113008" y="95906"/>
                    <a:pt x="159358" y="49781"/>
                  </a:cubicBezTo>
                  <a:cubicBezTo>
                    <a:pt x="225733" y="-16594"/>
                    <a:pt x="333508" y="-16594"/>
                    <a:pt x="400108" y="49781"/>
                  </a:cubicBezTo>
                  <a:cubicBezTo>
                    <a:pt x="466708" y="116156"/>
                    <a:pt x="466708" y="224380"/>
                    <a:pt x="400333" y="290755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1C5D12F-B3F9-DB75-BA33-EBC8881C95BB}"/>
                </a:ext>
              </a:extLst>
            </p:cNvPr>
            <p:cNvSpPr/>
            <p:nvPr/>
          </p:nvSpPr>
          <p:spPr>
            <a:xfrm>
              <a:off x="7630922" y="2505217"/>
              <a:ext cx="51750" cy="51750"/>
            </a:xfrm>
            <a:custGeom>
              <a:avLst/>
              <a:gdLst>
                <a:gd name="connsiteX0" fmla="*/ 0 w 51750"/>
                <a:gd name="connsiteY0" fmla="*/ 0 h 51750"/>
                <a:gd name="connsiteX1" fmla="*/ 51750 w 51750"/>
                <a:gd name="connsiteY1" fmla="*/ 51750 h 5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50" h="51750">
                  <a:moveTo>
                    <a:pt x="0" y="0"/>
                  </a:moveTo>
                  <a:lnTo>
                    <a:pt x="51750" y="517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75FE091-F594-53DB-1F38-015DF9789179}"/>
                </a:ext>
              </a:extLst>
            </p:cNvPr>
            <p:cNvSpPr/>
            <p:nvPr/>
          </p:nvSpPr>
          <p:spPr>
            <a:xfrm>
              <a:off x="7768397" y="2291693"/>
              <a:ext cx="67500" cy="67500"/>
            </a:xfrm>
            <a:custGeom>
              <a:avLst/>
              <a:gdLst>
                <a:gd name="connsiteX0" fmla="*/ 33750 w 67500"/>
                <a:gd name="connsiteY0" fmla="*/ 67500 h 67500"/>
                <a:gd name="connsiteX1" fmla="*/ 67500 w 67500"/>
                <a:gd name="connsiteY1" fmla="*/ 33750 h 67500"/>
                <a:gd name="connsiteX2" fmla="*/ 33750 w 67500"/>
                <a:gd name="connsiteY2" fmla="*/ 0 h 67500"/>
                <a:gd name="connsiteX3" fmla="*/ 0 w 67500"/>
                <a:gd name="connsiteY3" fmla="*/ 33750 h 67500"/>
                <a:gd name="connsiteX4" fmla="*/ 33750 w 67500"/>
                <a:gd name="connsiteY4" fmla="*/ 67500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0" h="67500">
                  <a:moveTo>
                    <a:pt x="33750" y="67500"/>
                  </a:moveTo>
                  <a:cubicBezTo>
                    <a:pt x="52389" y="67500"/>
                    <a:pt x="67500" y="52389"/>
                    <a:pt x="67500" y="33750"/>
                  </a:cubicBezTo>
                  <a:cubicBezTo>
                    <a:pt x="67500" y="15110"/>
                    <a:pt x="52389" y="0"/>
                    <a:pt x="33750" y="0"/>
                  </a:cubicBezTo>
                  <a:cubicBezTo>
                    <a:pt x="15111" y="0"/>
                    <a:pt x="0" y="15110"/>
                    <a:pt x="0" y="33750"/>
                  </a:cubicBezTo>
                  <a:cubicBezTo>
                    <a:pt x="0" y="52389"/>
                    <a:pt x="15111" y="67500"/>
                    <a:pt x="33750" y="675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F4B62F6-C48E-F5E9-8705-0CF16982FA45}"/>
              </a:ext>
            </a:extLst>
          </p:cNvPr>
          <p:cNvGrpSpPr>
            <a:grpSpLocks noChangeAspect="1"/>
          </p:cNvGrpSpPr>
          <p:nvPr/>
        </p:nvGrpSpPr>
        <p:grpSpPr>
          <a:xfrm>
            <a:off x="4091343" y="2653767"/>
            <a:ext cx="294856" cy="302390"/>
            <a:chOff x="1965976" y="2159393"/>
            <a:chExt cx="465112" cy="477000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48CA72-858B-9F14-DAC1-8ED5CF84AAEE}"/>
                </a:ext>
              </a:extLst>
            </p:cNvPr>
            <p:cNvSpPr/>
            <p:nvPr/>
          </p:nvSpPr>
          <p:spPr>
            <a:xfrm>
              <a:off x="1965976" y="2254793"/>
              <a:ext cx="465112" cy="381600"/>
            </a:xfrm>
            <a:custGeom>
              <a:avLst/>
              <a:gdLst>
                <a:gd name="connsiteX0" fmla="*/ 137157 w 465112"/>
                <a:gd name="connsiteY0" fmla="*/ 381600 h 381600"/>
                <a:gd name="connsiteX1" fmla="*/ 327955 w 465112"/>
                <a:gd name="connsiteY1" fmla="*/ 381600 h 381600"/>
                <a:gd name="connsiteX2" fmla="*/ 446013 w 465112"/>
                <a:gd name="connsiteY2" fmla="*/ 296456 h 381600"/>
                <a:gd name="connsiteX3" fmla="*/ 463900 w 465112"/>
                <a:gd name="connsiteY3" fmla="*/ 105656 h 381600"/>
                <a:gd name="connsiteX4" fmla="*/ 351806 w 465112"/>
                <a:gd name="connsiteY4" fmla="*/ 0 h 381600"/>
                <a:gd name="connsiteX5" fmla="*/ 113307 w 465112"/>
                <a:gd name="connsiteY5" fmla="*/ 0 h 381600"/>
                <a:gd name="connsiteX6" fmla="*/ 1212 w 465112"/>
                <a:gd name="connsiteY6" fmla="*/ 105656 h 381600"/>
                <a:gd name="connsiteX7" fmla="*/ 19099 w 465112"/>
                <a:gd name="connsiteY7" fmla="*/ 296456 h 381600"/>
                <a:gd name="connsiteX8" fmla="*/ 137157 w 465112"/>
                <a:gd name="connsiteY8" fmla="*/ 381600 h 3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5112" h="381600">
                  <a:moveTo>
                    <a:pt x="137157" y="381600"/>
                  </a:moveTo>
                  <a:lnTo>
                    <a:pt x="327955" y="381600"/>
                  </a:lnTo>
                  <a:cubicBezTo>
                    <a:pt x="423832" y="381600"/>
                    <a:pt x="441004" y="343202"/>
                    <a:pt x="446013" y="296456"/>
                  </a:cubicBezTo>
                  <a:lnTo>
                    <a:pt x="463900" y="105656"/>
                  </a:lnTo>
                  <a:cubicBezTo>
                    <a:pt x="470340" y="47461"/>
                    <a:pt x="453645" y="0"/>
                    <a:pt x="351806" y="0"/>
                  </a:cubicBezTo>
                  <a:lnTo>
                    <a:pt x="113307" y="0"/>
                  </a:lnTo>
                  <a:cubicBezTo>
                    <a:pt x="11467" y="0"/>
                    <a:pt x="-5228" y="47461"/>
                    <a:pt x="1212" y="105656"/>
                  </a:cubicBezTo>
                  <a:lnTo>
                    <a:pt x="19099" y="296456"/>
                  </a:lnTo>
                  <a:cubicBezTo>
                    <a:pt x="24108" y="343202"/>
                    <a:pt x="41280" y="381600"/>
                    <a:pt x="137157" y="3816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0B08D84-9080-8C63-1C84-193E38992F2F}"/>
                </a:ext>
              </a:extLst>
            </p:cNvPr>
            <p:cNvSpPr/>
            <p:nvPr/>
          </p:nvSpPr>
          <p:spPr>
            <a:xfrm>
              <a:off x="2103134" y="2159393"/>
              <a:ext cx="190800" cy="95400"/>
            </a:xfrm>
            <a:custGeom>
              <a:avLst/>
              <a:gdLst>
                <a:gd name="connsiteX0" fmla="*/ 0 w 190800"/>
                <a:gd name="connsiteY0" fmla="*/ 95400 h 95400"/>
                <a:gd name="connsiteX1" fmla="*/ 0 w 190800"/>
                <a:gd name="connsiteY1" fmla="*/ 76320 h 95400"/>
                <a:gd name="connsiteX2" fmla="*/ 76320 w 190800"/>
                <a:gd name="connsiteY2" fmla="*/ 0 h 95400"/>
                <a:gd name="connsiteX3" fmla="*/ 114480 w 190800"/>
                <a:gd name="connsiteY3" fmla="*/ 0 h 95400"/>
                <a:gd name="connsiteX4" fmla="*/ 190800 w 190800"/>
                <a:gd name="connsiteY4" fmla="*/ 76320 h 95400"/>
                <a:gd name="connsiteX5" fmla="*/ 190800 w 190800"/>
                <a:gd name="connsiteY5" fmla="*/ 9540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800" h="95400">
                  <a:moveTo>
                    <a:pt x="0" y="95400"/>
                  </a:moveTo>
                  <a:lnTo>
                    <a:pt x="0" y="76320"/>
                  </a:lnTo>
                  <a:cubicBezTo>
                    <a:pt x="0" y="34106"/>
                    <a:pt x="0" y="0"/>
                    <a:pt x="76320" y="0"/>
                  </a:cubicBezTo>
                  <a:lnTo>
                    <a:pt x="114480" y="0"/>
                  </a:lnTo>
                  <a:cubicBezTo>
                    <a:pt x="190800" y="0"/>
                    <a:pt x="190800" y="34106"/>
                    <a:pt x="190800" y="76320"/>
                  </a:cubicBezTo>
                  <a:lnTo>
                    <a:pt x="190800" y="9540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1E4A9E3C-E4F2-12EC-5040-C164C012B209}"/>
                </a:ext>
              </a:extLst>
            </p:cNvPr>
            <p:cNvSpPr/>
            <p:nvPr/>
          </p:nvSpPr>
          <p:spPr>
            <a:xfrm>
              <a:off x="2150834" y="2397893"/>
              <a:ext cx="95400" cy="95400"/>
            </a:xfrm>
            <a:custGeom>
              <a:avLst/>
              <a:gdLst>
                <a:gd name="connsiteX0" fmla="*/ 95400 w 95400"/>
                <a:gd name="connsiteY0" fmla="*/ 23850 h 95400"/>
                <a:gd name="connsiteX1" fmla="*/ 95400 w 95400"/>
                <a:gd name="connsiteY1" fmla="*/ 47700 h 95400"/>
                <a:gd name="connsiteX2" fmla="*/ 95400 w 95400"/>
                <a:gd name="connsiteY2" fmla="*/ 48177 h 95400"/>
                <a:gd name="connsiteX3" fmla="*/ 47700 w 95400"/>
                <a:gd name="connsiteY3" fmla="*/ 95400 h 95400"/>
                <a:gd name="connsiteX4" fmla="*/ 0 w 95400"/>
                <a:gd name="connsiteY4" fmla="*/ 48415 h 95400"/>
                <a:gd name="connsiteX5" fmla="*/ 0 w 95400"/>
                <a:gd name="connsiteY5" fmla="*/ 23850 h 95400"/>
                <a:gd name="connsiteX6" fmla="*/ 23850 w 95400"/>
                <a:gd name="connsiteY6" fmla="*/ 0 h 95400"/>
                <a:gd name="connsiteX7" fmla="*/ 71550 w 95400"/>
                <a:gd name="connsiteY7" fmla="*/ 0 h 95400"/>
                <a:gd name="connsiteX8" fmla="*/ 95400 w 95400"/>
                <a:gd name="connsiteY8" fmla="*/ 2385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400" h="95400">
                  <a:moveTo>
                    <a:pt x="95400" y="23850"/>
                  </a:moveTo>
                  <a:lnTo>
                    <a:pt x="95400" y="47700"/>
                  </a:lnTo>
                  <a:cubicBezTo>
                    <a:pt x="95400" y="47939"/>
                    <a:pt x="95400" y="47939"/>
                    <a:pt x="95400" y="48177"/>
                  </a:cubicBezTo>
                  <a:cubicBezTo>
                    <a:pt x="95400" y="74173"/>
                    <a:pt x="95161" y="95400"/>
                    <a:pt x="47700" y="95400"/>
                  </a:cubicBezTo>
                  <a:cubicBezTo>
                    <a:pt x="477" y="95400"/>
                    <a:pt x="0" y="74412"/>
                    <a:pt x="0" y="48415"/>
                  </a:cubicBezTo>
                  <a:lnTo>
                    <a:pt x="0" y="23850"/>
                  </a:lnTo>
                  <a:cubicBezTo>
                    <a:pt x="0" y="0"/>
                    <a:pt x="0" y="0"/>
                    <a:pt x="23850" y="0"/>
                  </a:cubicBezTo>
                  <a:lnTo>
                    <a:pt x="71550" y="0"/>
                  </a:lnTo>
                  <a:cubicBezTo>
                    <a:pt x="95400" y="0"/>
                    <a:pt x="95400" y="0"/>
                    <a:pt x="95400" y="2385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470C38A-C07F-A1C2-BC67-9102773D7B88}"/>
                </a:ext>
              </a:extLst>
            </p:cNvPr>
            <p:cNvSpPr/>
            <p:nvPr/>
          </p:nvSpPr>
          <p:spPr>
            <a:xfrm>
              <a:off x="2246234" y="2374043"/>
              <a:ext cx="182452" cy="72027"/>
            </a:xfrm>
            <a:custGeom>
              <a:avLst/>
              <a:gdLst>
                <a:gd name="connsiteX0" fmla="*/ 182452 w 182452"/>
                <a:gd name="connsiteY0" fmla="*/ 0 h 72027"/>
                <a:gd name="connsiteX1" fmla="*/ 0 w 182452"/>
                <a:gd name="connsiteY1" fmla="*/ 72027 h 72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2" h="72027">
                  <a:moveTo>
                    <a:pt x="182452" y="0"/>
                  </a:moveTo>
                  <a:cubicBezTo>
                    <a:pt x="127359" y="40068"/>
                    <a:pt x="64395" y="63918"/>
                    <a:pt x="0" y="72027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176D5427-FBCB-F98D-3DA9-2BDA09CB00F6}"/>
                </a:ext>
              </a:extLst>
            </p:cNvPr>
            <p:cNvSpPr/>
            <p:nvPr/>
          </p:nvSpPr>
          <p:spPr>
            <a:xfrm>
              <a:off x="1974820" y="2380482"/>
              <a:ext cx="176013" cy="65825"/>
            </a:xfrm>
            <a:custGeom>
              <a:avLst/>
              <a:gdLst>
                <a:gd name="connsiteX0" fmla="*/ 0 w 176013"/>
                <a:gd name="connsiteY0" fmla="*/ 0 h 65825"/>
                <a:gd name="connsiteX1" fmla="*/ 176013 w 176013"/>
                <a:gd name="connsiteY1" fmla="*/ 65826 h 6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6013" h="65825">
                  <a:moveTo>
                    <a:pt x="0" y="0"/>
                  </a:moveTo>
                  <a:cubicBezTo>
                    <a:pt x="53663" y="36729"/>
                    <a:pt x="114242" y="58909"/>
                    <a:pt x="176013" y="65826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AC80C7A-5237-7C69-D032-C9FC7AB83FD3}"/>
              </a:ext>
            </a:extLst>
          </p:cNvPr>
          <p:cNvGrpSpPr>
            <a:grpSpLocks noChangeAspect="1"/>
          </p:cNvGrpSpPr>
          <p:nvPr/>
        </p:nvGrpSpPr>
        <p:grpSpPr>
          <a:xfrm>
            <a:off x="7833970" y="2653766"/>
            <a:ext cx="238518" cy="302392"/>
            <a:chOff x="2015647" y="1278394"/>
            <a:chExt cx="355024" cy="450093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B051CCD-FC08-A7BA-5E85-B5367B976FE3}"/>
                </a:ext>
              </a:extLst>
            </p:cNvPr>
            <p:cNvSpPr/>
            <p:nvPr/>
          </p:nvSpPr>
          <p:spPr>
            <a:xfrm>
              <a:off x="2166803" y="1411010"/>
              <a:ext cx="52552" cy="117450"/>
            </a:xfrm>
            <a:custGeom>
              <a:avLst/>
              <a:gdLst>
                <a:gd name="connsiteX0" fmla="*/ 26369 w 52552"/>
                <a:gd name="connsiteY0" fmla="*/ 0 h 117450"/>
                <a:gd name="connsiteX1" fmla="*/ 2294 w 52552"/>
                <a:gd name="connsiteY1" fmla="*/ 41850 h 117450"/>
                <a:gd name="connsiteX2" fmla="*/ 11969 w 52552"/>
                <a:gd name="connsiteY2" fmla="*/ 58725 h 117450"/>
                <a:gd name="connsiteX3" fmla="*/ 40544 w 52552"/>
                <a:gd name="connsiteY3" fmla="*/ 58725 h 117450"/>
                <a:gd name="connsiteX4" fmla="*/ 50219 w 52552"/>
                <a:gd name="connsiteY4" fmla="*/ 75600 h 117450"/>
                <a:gd name="connsiteX5" fmla="*/ 26369 w 52552"/>
                <a:gd name="connsiteY5" fmla="*/ 117450 h 117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552" h="117450">
                  <a:moveTo>
                    <a:pt x="26369" y="0"/>
                  </a:moveTo>
                  <a:lnTo>
                    <a:pt x="2294" y="41850"/>
                  </a:lnTo>
                  <a:cubicBezTo>
                    <a:pt x="-3106" y="51075"/>
                    <a:pt x="1394" y="58725"/>
                    <a:pt x="11969" y="58725"/>
                  </a:cubicBezTo>
                  <a:lnTo>
                    <a:pt x="40544" y="58725"/>
                  </a:lnTo>
                  <a:cubicBezTo>
                    <a:pt x="51344" y="58725"/>
                    <a:pt x="55619" y="66375"/>
                    <a:pt x="50219" y="75600"/>
                  </a:cubicBezTo>
                  <a:lnTo>
                    <a:pt x="26369" y="1174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27A2DC0-A3E0-DE01-9B8C-031BE785FCEF}"/>
                </a:ext>
              </a:extLst>
            </p:cNvPr>
            <p:cNvSpPr/>
            <p:nvPr/>
          </p:nvSpPr>
          <p:spPr>
            <a:xfrm>
              <a:off x="2015647" y="1278394"/>
              <a:ext cx="355024" cy="382370"/>
            </a:xfrm>
            <a:custGeom>
              <a:avLst/>
              <a:gdLst>
                <a:gd name="connsiteX0" fmla="*/ 94275 w 355024"/>
                <a:gd name="connsiteY0" fmla="*/ 360991 h 382370"/>
                <a:gd name="connsiteX1" fmla="*/ 94275 w 355024"/>
                <a:gd name="connsiteY1" fmla="*/ 334891 h 382370"/>
                <a:gd name="connsiteX2" fmla="*/ 0 w 355024"/>
                <a:gd name="connsiteY2" fmla="*/ 177842 h 382370"/>
                <a:gd name="connsiteX3" fmla="*/ 218025 w 355024"/>
                <a:gd name="connsiteY3" fmla="*/ 4367 h 382370"/>
                <a:gd name="connsiteX4" fmla="*/ 336600 w 355024"/>
                <a:gd name="connsiteY4" fmla="*/ 95942 h 382370"/>
                <a:gd name="connsiteX5" fmla="*/ 261450 w 355024"/>
                <a:gd name="connsiteY5" fmla="*/ 334666 h 382370"/>
                <a:gd name="connsiteX6" fmla="*/ 261450 w 355024"/>
                <a:gd name="connsiteY6" fmla="*/ 360766 h 382370"/>
                <a:gd name="connsiteX7" fmla="*/ 239850 w 355024"/>
                <a:gd name="connsiteY7" fmla="*/ 382366 h 382370"/>
                <a:gd name="connsiteX8" fmla="*/ 115875 w 355024"/>
                <a:gd name="connsiteY8" fmla="*/ 382366 h 382370"/>
                <a:gd name="connsiteX9" fmla="*/ 94275 w 355024"/>
                <a:gd name="connsiteY9" fmla="*/ 360991 h 38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5024" h="382370">
                  <a:moveTo>
                    <a:pt x="94275" y="360991"/>
                  </a:moveTo>
                  <a:lnTo>
                    <a:pt x="94275" y="334891"/>
                  </a:lnTo>
                  <a:cubicBezTo>
                    <a:pt x="42525" y="303616"/>
                    <a:pt x="0" y="242641"/>
                    <a:pt x="0" y="177842"/>
                  </a:cubicBezTo>
                  <a:cubicBezTo>
                    <a:pt x="0" y="66467"/>
                    <a:pt x="102375" y="-20833"/>
                    <a:pt x="218025" y="4367"/>
                  </a:cubicBezTo>
                  <a:cubicBezTo>
                    <a:pt x="268875" y="15617"/>
                    <a:pt x="313425" y="49367"/>
                    <a:pt x="336600" y="95942"/>
                  </a:cubicBezTo>
                  <a:cubicBezTo>
                    <a:pt x="383625" y="190441"/>
                    <a:pt x="334125" y="290791"/>
                    <a:pt x="261450" y="334666"/>
                  </a:cubicBezTo>
                  <a:lnTo>
                    <a:pt x="261450" y="360766"/>
                  </a:lnTo>
                  <a:cubicBezTo>
                    <a:pt x="261450" y="367291"/>
                    <a:pt x="263925" y="382366"/>
                    <a:pt x="239850" y="382366"/>
                  </a:cubicBezTo>
                  <a:lnTo>
                    <a:pt x="115875" y="382366"/>
                  </a:lnTo>
                  <a:cubicBezTo>
                    <a:pt x="91125" y="382591"/>
                    <a:pt x="94275" y="372916"/>
                    <a:pt x="94275" y="360991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B1C17FE-1D28-E846-D76A-BDE1B2EEAB42}"/>
                </a:ext>
              </a:extLst>
            </p:cNvPr>
            <p:cNvSpPr/>
            <p:nvPr/>
          </p:nvSpPr>
          <p:spPr>
            <a:xfrm>
              <a:off x="2114420" y="1717519"/>
              <a:ext cx="157500" cy="10968"/>
            </a:xfrm>
            <a:custGeom>
              <a:avLst/>
              <a:gdLst>
                <a:gd name="connsiteX0" fmla="*/ 0 w 157500"/>
                <a:gd name="connsiteY0" fmla="*/ 10969 h 10968"/>
                <a:gd name="connsiteX1" fmla="*/ 157500 w 157500"/>
                <a:gd name="connsiteY1" fmla="*/ 10969 h 1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500" h="10968">
                  <a:moveTo>
                    <a:pt x="0" y="10969"/>
                  </a:moveTo>
                  <a:cubicBezTo>
                    <a:pt x="51525" y="-3656"/>
                    <a:pt x="105975" y="-3656"/>
                    <a:pt x="157500" y="10969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F75A237-7E64-A787-21AB-8C7CEFD480A1}"/>
              </a:ext>
            </a:extLst>
          </p:cNvPr>
          <p:cNvGrpSpPr>
            <a:grpSpLocks noChangeAspect="1"/>
          </p:cNvGrpSpPr>
          <p:nvPr/>
        </p:nvGrpSpPr>
        <p:grpSpPr>
          <a:xfrm>
            <a:off x="6581810" y="4745389"/>
            <a:ext cx="318398" cy="318398"/>
            <a:chOff x="848274" y="4791308"/>
            <a:chExt cx="450000" cy="450000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E591C458-DE40-C656-F11C-440086D74B3C}"/>
                </a:ext>
              </a:extLst>
            </p:cNvPr>
            <p:cNvSpPr/>
            <p:nvPr/>
          </p:nvSpPr>
          <p:spPr>
            <a:xfrm>
              <a:off x="848274" y="4791308"/>
              <a:ext cx="450000" cy="450000"/>
            </a:xfrm>
            <a:custGeom>
              <a:avLst/>
              <a:gdLst>
                <a:gd name="connsiteX0" fmla="*/ 225000 w 450000"/>
                <a:gd name="connsiteY0" fmla="*/ 450000 h 450000"/>
                <a:gd name="connsiteX1" fmla="*/ 450000 w 450000"/>
                <a:gd name="connsiteY1" fmla="*/ 225000 h 450000"/>
                <a:gd name="connsiteX2" fmla="*/ 225000 w 450000"/>
                <a:gd name="connsiteY2" fmla="*/ 0 h 450000"/>
                <a:gd name="connsiteX3" fmla="*/ 0 w 450000"/>
                <a:gd name="connsiteY3" fmla="*/ 225000 h 450000"/>
                <a:gd name="connsiteX4" fmla="*/ 225000 w 450000"/>
                <a:gd name="connsiteY4" fmla="*/ 450000 h 45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0" h="450000">
                  <a:moveTo>
                    <a:pt x="225000" y="450000"/>
                  </a:moveTo>
                  <a:cubicBezTo>
                    <a:pt x="349263" y="450000"/>
                    <a:pt x="450000" y="349263"/>
                    <a:pt x="450000" y="225000"/>
                  </a:cubicBezTo>
                  <a:cubicBezTo>
                    <a:pt x="450000" y="100736"/>
                    <a:pt x="349263" y="0"/>
                    <a:pt x="225000" y="0"/>
                  </a:cubicBezTo>
                  <a:cubicBezTo>
                    <a:pt x="100736" y="0"/>
                    <a:pt x="0" y="100736"/>
                    <a:pt x="0" y="225000"/>
                  </a:cubicBezTo>
                  <a:cubicBezTo>
                    <a:pt x="0" y="349263"/>
                    <a:pt x="100736" y="450000"/>
                    <a:pt x="225000" y="450000"/>
                  </a:cubicBezTo>
                  <a:close/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D9AD287-BB45-9DC3-D68F-C4DDAE6B5BD0}"/>
                </a:ext>
              </a:extLst>
            </p:cNvPr>
            <p:cNvSpPr/>
            <p:nvPr/>
          </p:nvSpPr>
          <p:spPr>
            <a:xfrm>
              <a:off x="972867" y="4813808"/>
              <a:ext cx="32906" cy="405000"/>
            </a:xfrm>
            <a:custGeom>
              <a:avLst/>
              <a:gdLst>
                <a:gd name="connsiteX0" fmla="*/ 10406 w 32906"/>
                <a:gd name="connsiteY0" fmla="*/ 0 h 405000"/>
                <a:gd name="connsiteX1" fmla="*/ 32906 w 32906"/>
                <a:gd name="connsiteY1" fmla="*/ 0 h 405000"/>
                <a:gd name="connsiteX2" fmla="*/ 32906 w 32906"/>
                <a:gd name="connsiteY2" fmla="*/ 405000 h 405000"/>
                <a:gd name="connsiteX3" fmla="*/ 10406 w 32906"/>
                <a:gd name="connsiteY3" fmla="*/ 40500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6" h="405000">
                  <a:moveTo>
                    <a:pt x="10406" y="0"/>
                  </a:moveTo>
                  <a:lnTo>
                    <a:pt x="32906" y="0"/>
                  </a:lnTo>
                  <a:cubicBezTo>
                    <a:pt x="-10969" y="131400"/>
                    <a:pt x="-10969" y="273600"/>
                    <a:pt x="32906" y="405000"/>
                  </a:cubicBezTo>
                  <a:lnTo>
                    <a:pt x="10406" y="40500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2CEB8B5-B1F8-8EE8-EF94-7179F31FFDB6}"/>
                </a:ext>
              </a:extLst>
            </p:cNvPr>
            <p:cNvSpPr/>
            <p:nvPr/>
          </p:nvSpPr>
          <p:spPr>
            <a:xfrm>
              <a:off x="1140774" y="4813808"/>
              <a:ext cx="32906" cy="405000"/>
            </a:xfrm>
            <a:custGeom>
              <a:avLst/>
              <a:gdLst>
                <a:gd name="connsiteX0" fmla="*/ 0 w 32906"/>
                <a:gd name="connsiteY0" fmla="*/ 0 h 405000"/>
                <a:gd name="connsiteX1" fmla="*/ 0 w 32906"/>
                <a:gd name="connsiteY1" fmla="*/ 40500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906" h="405000">
                  <a:moveTo>
                    <a:pt x="0" y="0"/>
                  </a:moveTo>
                  <a:cubicBezTo>
                    <a:pt x="43875" y="131400"/>
                    <a:pt x="43875" y="273600"/>
                    <a:pt x="0" y="405000"/>
                  </a:cubicBez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21C800C9-AA06-88CA-90A5-7D8068C154FF}"/>
                </a:ext>
              </a:extLst>
            </p:cNvPr>
            <p:cNvSpPr/>
            <p:nvPr/>
          </p:nvSpPr>
          <p:spPr>
            <a:xfrm>
              <a:off x="870774" y="5083808"/>
              <a:ext cx="405000" cy="32906"/>
            </a:xfrm>
            <a:custGeom>
              <a:avLst/>
              <a:gdLst>
                <a:gd name="connsiteX0" fmla="*/ 0 w 405000"/>
                <a:gd name="connsiteY0" fmla="*/ 22500 h 32906"/>
                <a:gd name="connsiteX1" fmla="*/ 0 w 405000"/>
                <a:gd name="connsiteY1" fmla="*/ 0 h 32906"/>
                <a:gd name="connsiteX2" fmla="*/ 405000 w 405000"/>
                <a:gd name="connsiteY2" fmla="*/ 0 h 32906"/>
                <a:gd name="connsiteX3" fmla="*/ 405000 w 405000"/>
                <a:gd name="connsiteY3" fmla="*/ 22500 h 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000" h="32906">
                  <a:moveTo>
                    <a:pt x="0" y="22500"/>
                  </a:moveTo>
                  <a:lnTo>
                    <a:pt x="0" y="0"/>
                  </a:lnTo>
                  <a:cubicBezTo>
                    <a:pt x="131400" y="43875"/>
                    <a:pt x="273600" y="43875"/>
                    <a:pt x="405000" y="0"/>
                  </a:cubicBezTo>
                  <a:lnTo>
                    <a:pt x="405000" y="22500"/>
                  </a:ln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73BB812-28E3-83B8-239D-D91D97E20271}"/>
                </a:ext>
              </a:extLst>
            </p:cNvPr>
            <p:cNvSpPr/>
            <p:nvPr/>
          </p:nvSpPr>
          <p:spPr>
            <a:xfrm>
              <a:off x="870774" y="4915903"/>
              <a:ext cx="405000" cy="32906"/>
            </a:xfrm>
            <a:custGeom>
              <a:avLst/>
              <a:gdLst>
                <a:gd name="connsiteX0" fmla="*/ 0 w 405000"/>
                <a:gd name="connsiteY0" fmla="*/ 32906 h 32906"/>
                <a:gd name="connsiteX1" fmla="*/ 405000 w 405000"/>
                <a:gd name="connsiteY1" fmla="*/ 32906 h 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000" h="32906">
                  <a:moveTo>
                    <a:pt x="0" y="32906"/>
                  </a:moveTo>
                  <a:cubicBezTo>
                    <a:pt x="131400" y="-10969"/>
                    <a:pt x="273600" y="-10969"/>
                    <a:pt x="405000" y="32906"/>
                  </a:cubicBezTo>
                </a:path>
              </a:pathLst>
            </a:custGeom>
            <a:noFill/>
            <a:ln w="1270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463615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5F7EB25-8050-0EFE-89F4-9961AC861FFA}"/>
              </a:ext>
            </a:extLst>
          </p:cNvPr>
          <p:cNvSpPr/>
          <p:nvPr/>
        </p:nvSpPr>
        <p:spPr>
          <a:xfrm>
            <a:off x="0" y="4203700"/>
            <a:ext cx="12192000" cy="26543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CA5A2-31E7-3894-074E-8575F758E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 b="1" dirty="0">
                <a:solidFill>
                  <a:schemeClr val="bg1"/>
                </a:solidFill>
              </a:rPr>
              <a:t>Зорилтуудын илтгэлийн </a:t>
            </a:r>
            <a:r>
              <a:rPr lang="mn-MN" dirty="0">
                <a:solidFill>
                  <a:schemeClr val="bg1"/>
                </a:solidFill>
              </a:rPr>
              <a:t>загвар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A0CB96B-9967-6229-EB76-799FE9925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03263"/>
            <a:ext cx="11233150" cy="649287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mn-MN">
                <a:solidFill>
                  <a:schemeClr val="tx2"/>
                </a:solidFill>
                <a:sym typeface="Open Sans"/>
              </a:rPr>
              <a:t>Гол зорилтууд</a:t>
            </a:r>
            <a:endParaRPr lang="en-US">
              <a:solidFill>
                <a:schemeClr val="tx2"/>
              </a:solidFill>
              <a:sym typeface="Calibri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FE097A5-76F4-E497-7638-76AAB1419EAF}"/>
              </a:ext>
            </a:extLst>
          </p:cNvPr>
          <p:cNvSpPr/>
          <p:nvPr/>
        </p:nvSpPr>
        <p:spPr>
          <a:xfrm>
            <a:off x="479425" y="2266950"/>
            <a:ext cx="2225556" cy="895350"/>
          </a:xfrm>
          <a:prstGeom prst="roundRect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A67F443-D69D-2426-13C3-A973BF1187DC}"/>
              </a:ext>
            </a:extLst>
          </p:cNvPr>
          <p:cNvSpPr/>
          <p:nvPr/>
        </p:nvSpPr>
        <p:spPr>
          <a:xfrm>
            <a:off x="479425" y="2761948"/>
            <a:ext cx="2456726" cy="2851151"/>
          </a:xfrm>
          <a:prstGeom prst="roundRect">
            <a:avLst>
              <a:gd name="adj" fmla="val 653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582CD8FC-53B7-2C17-61A1-3AAC0DCD0C29}"/>
              </a:ext>
            </a:extLst>
          </p:cNvPr>
          <p:cNvSpPr/>
          <p:nvPr/>
        </p:nvSpPr>
        <p:spPr>
          <a:xfrm>
            <a:off x="710596" y="2019300"/>
            <a:ext cx="851504" cy="742649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F07FA7-8CE0-212E-9951-5F9C2AC228C7}"/>
              </a:ext>
            </a:extLst>
          </p:cNvPr>
          <p:cNvSpPr txBox="1"/>
          <p:nvPr/>
        </p:nvSpPr>
        <p:spPr>
          <a:xfrm>
            <a:off x="2252130" y="2329784"/>
            <a:ext cx="33236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400" b="1">
                <a:solidFill>
                  <a:schemeClr val="bg1">
                    <a:alpha val="31000"/>
                  </a:schemeClr>
                </a:solidFill>
              </a:rPr>
              <a:t>01</a:t>
            </a:r>
            <a:endParaRPr lang="en-ID" sz="2400" b="1">
              <a:solidFill>
                <a:schemeClr val="bg1">
                  <a:alpha val="31000"/>
                </a:schemeClr>
              </a:solidFill>
            </a:endParaRPr>
          </a:p>
        </p:txBody>
      </p:sp>
      <p:sp>
        <p:nvSpPr>
          <p:cNvPr id="54" name="Google Shape;571;p9">
            <a:extLst>
              <a:ext uri="{FF2B5EF4-FFF2-40B4-BE49-F238E27FC236}">
                <a16:creationId xmlns:a16="http://schemas.microsoft.com/office/drawing/2014/main" id="{C5FBFB11-6345-BAE6-C233-8C40230DE3A7}"/>
              </a:ext>
            </a:extLst>
          </p:cNvPr>
          <p:cNvSpPr/>
          <p:nvPr/>
        </p:nvSpPr>
        <p:spPr>
          <a:xfrm>
            <a:off x="622254" y="4052697"/>
            <a:ext cx="21552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Бид хэрэглэгчдэдээ үнэ цэн бүтээхийг зорьдог. </a:t>
            </a:r>
            <a:b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</a:b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Зорилтын нэр энд</a:t>
            </a:r>
            <a:endParaRPr sz="1400" b="0" i="0" u="none" strike="noStrike" cap="none">
              <a:solidFill>
                <a:schemeClr val="tx2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72;p9">
            <a:extLst>
              <a:ext uri="{FF2B5EF4-FFF2-40B4-BE49-F238E27FC236}">
                <a16:creationId xmlns:a16="http://schemas.microsoft.com/office/drawing/2014/main" id="{9F4A52AF-1E78-FC05-4DBB-975B43A7E07A}"/>
              </a:ext>
            </a:extLst>
          </p:cNvPr>
          <p:cNvSpPr/>
          <p:nvPr/>
        </p:nvSpPr>
        <p:spPr>
          <a:xfrm>
            <a:off x="622255" y="3175046"/>
            <a:ext cx="2155200" cy="615553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20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Гарчиг </a:t>
            </a:r>
            <a:br>
              <a:rPr lang="mn-MN" sz="20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</a:br>
            <a:r>
              <a:rPr lang="mn-MN" sz="20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Агуулга</a:t>
            </a:r>
            <a:endParaRPr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A51703F-FAD2-8FF3-5846-A8E553666A04}"/>
              </a:ext>
            </a:extLst>
          </p:cNvPr>
          <p:cNvSpPr/>
          <p:nvPr/>
        </p:nvSpPr>
        <p:spPr>
          <a:xfrm>
            <a:off x="3404900" y="2266950"/>
            <a:ext cx="2225556" cy="895350"/>
          </a:xfrm>
          <a:prstGeom prst="roundRect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3" name="Rectangle: Top Corners Rounded 42">
            <a:extLst>
              <a:ext uri="{FF2B5EF4-FFF2-40B4-BE49-F238E27FC236}">
                <a16:creationId xmlns:a16="http://schemas.microsoft.com/office/drawing/2014/main" id="{498670C3-B0D8-18E5-F41D-CC9897712ED4}"/>
              </a:ext>
            </a:extLst>
          </p:cNvPr>
          <p:cNvSpPr/>
          <p:nvPr/>
        </p:nvSpPr>
        <p:spPr>
          <a:xfrm>
            <a:off x="3636070" y="2019300"/>
            <a:ext cx="851504" cy="742649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6859656-7DCA-7BE7-3AAC-3AB1E07FEEE7}"/>
              </a:ext>
            </a:extLst>
          </p:cNvPr>
          <p:cNvSpPr/>
          <p:nvPr/>
        </p:nvSpPr>
        <p:spPr>
          <a:xfrm>
            <a:off x="3404900" y="2761948"/>
            <a:ext cx="2456726" cy="2851151"/>
          </a:xfrm>
          <a:prstGeom prst="roundRect">
            <a:avLst>
              <a:gd name="adj" fmla="val 653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5E8164-4197-CF79-C1B4-DD032F741AA7}"/>
              </a:ext>
            </a:extLst>
          </p:cNvPr>
          <p:cNvSpPr txBox="1"/>
          <p:nvPr/>
        </p:nvSpPr>
        <p:spPr>
          <a:xfrm>
            <a:off x="5177605" y="2329784"/>
            <a:ext cx="33236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400" b="1">
                <a:solidFill>
                  <a:schemeClr val="bg1">
                    <a:alpha val="31000"/>
                  </a:schemeClr>
                </a:solidFill>
              </a:rPr>
              <a:t>02</a:t>
            </a:r>
            <a:endParaRPr lang="en-ID" sz="2400" b="1">
              <a:solidFill>
                <a:schemeClr val="bg1">
                  <a:alpha val="31000"/>
                </a:schemeClr>
              </a:solidFill>
            </a:endParaRPr>
          </a:p>
        </p:txBody>
      </p:sp>
      <p:sp>
        <p:nvSpPr>
          <p:cNvPr id="58" name="Google Shape;571;p9">
            <a:extLst>
              <a:ext uri="{FF2B5EF4-FFF2-40B4-BE49-F238E27FC236}">
                <a16:creationId xmlns:a16="http://schemas.microsoft.com/office/drawing/2014/main" id="{BC7085F7-2782-3972-C7FA-97AED0C667EA}"/>
              </a:ext>
            </a:extLst>
          </p:cNvPr>
          <p:cNvSpPr/>
          <p:nvPr/>
        </p:nvSpPr>
        <p:spPr>
          <a:xfrm>
            <a:off x="3550374" y="4052697"/>
            <a:ext cx="21552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Дараагийн алхмуудаа тодорхой төлөвлөнө. </a:t>
            </a:r>
            <a:b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</a:b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Зорилтын нэр энд</a:t>
            </a:r>
            <a:endParaRPr sz="1400" b="0" i="0" u="none" strike="noStrike" cap="none">
              <a:solidFill>
                <a:schemeClr val="tx2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72;p9">
            <a:extLst>
              <a:ext uri="{FF2B5EF4-FFF2-40B4-BE49-F238E27FC236}">
                <a16:creationId xmlns:a16="http://schemas.microsoft.com/office/drawing/2014/main" id="{F58E1BD5-2140-E8A6-2984-C718AA77CCF2}"/>
              </a:ext>
            </a:extLst>
          </p:cNvPr>
          <p:cNvSpPr/>
          <p:nvPr/>
        </p:nvSpPr>
        <p:spPr>
          <a:xfrm>
            <a:off x="3550375" y="3175047"/>
            <a:ext cx="2155200" cy="615553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mn-MN" sz="2000" b="1">
                <a:solidFill>
                  <a:schemeClr val="tx2"/>
                </a:solidFill>
                <a:latin typeface="+mj-lt"/>
                <a:sym typeface="Open Sans"/>
              </a:rPr>
              <a:t>Санаа </a:t>
            </a:r>
            <a:br>
              <a:rPr lang="mn-MN" sz="2000" b="1">
                <a:solidFill>
                  <a:schemeClr val="tx2"/>
                </a:solidFill>
                <a:latin typeface="+mj-lt"/>
                <a:sym typeface="Open Sans"/>
              </a:rPr>
            </a:br>
            <a:r>
              <a:rPr lang="mn-MN" sz="2000" b="1">
                <a:solidFill>
                  <a:schemeClr val="tx2"/>
                </a:solidFill>
                <a:latin typeface="+mj-lt"/>
                <a:sym typeface="Open Sans"/>
              </a:rPr>
              <a:t>Үр дүн</a:t>
            </a:r>
            <a:endParaRPr sz="2000" b="1">
              <a:solidFill>
                <a:schemeClr val="tx2"/>
              </a:solidFill>
              <a:latin typeface="+mj-lt"/>
              <a:sym typeface="Arial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0A28EEE-0262-A89E-0276-74517B5E627E}"/>
              </a:ext>
            </a:extLst>
          </p:cNvPr>
          <p:cNvSpPr/>
          <p:nvPr/>
        </p:nvSpPr>
        <p:spPr>
          <a:xfrm>
            <a:off x="6330375" y="2266950"/>
            <a:ext cx="2225556" cy="895350"/>
          </a:xfrm>
          <a:prstGeom prst="roundRect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Rectangle: Top Corners Rounded 43">
            <a:extLst>
              <a:ext uri="{FF2B5EF4-FFF2-40B4-BE49-F238E27FC236}">
                <a16:creationId xmlns:a16="http://schemas.microsoft.com/office/drawing/2014/main" id="{5835F3AB-EE13-AEA3-4D3F-D02A4AB14A4F}"/>
              </a:ext>
            </a:extLst>
          </p:cNvPr>
          <p:cNvSpPr/>
          <p:nvPr/>
        </p:nvSpPr>
        <p:spPr>
          <a:xfrm>
            <a:off x="6561544" y="2019300"/>
            <a:ext cx="851504" cy="742649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D1A81D3-AE0E-4CB5-7A42-71BEE0804143}"/>
              </a:ext>
            </a:extLst>
          </p:cNvPr>
          <p:cNvSpPr/>
          <p:nvPr/>
        </p:nvSpPr>
        <p:spPr>
          <a:xfrm>
            <a:off x="6330375" y="2761948"/>
            <a:ext cx="2456726" cy="2851151"/>
          </a:xfrm>
          <a:prstGeom prst="roundRect">
            <a:avLst>
              <a:gd name="adj" fmla="val 653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411F7C-4939-3CF4-61D1-DCDCE36946D5}"/>
              </a:ext>
            </a:extLst>
          </p:cNvPr>
          <p:cNvSpPr txBox="1"/>
          <p:nvPr/>
        </p:nvSpPr>
        <p:spPr>
          <a:xfrm>
            <a:off x="8103080" y="2329784"/>
            <a:ext cx="33236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400" b="1">
                <a:solidFill>
                  <a:schemeClr val="bg1">
                    <a:alpha val="31000"/>
                  </a:schemeClr>
                </a:solidFill>
              </a:rPr>
              <a:t>03</a:t>
            </a:r>
            <a:endParaRPr lang="en-ID" sz="2400" b="1">
              <a:solidFill>
                <a:schemeClr val="bg1">
                  <a:alpha val="31000"/>
                </a:schemeClr>
              </a:solidFill>
            </a:endParaRPr>
          </a:p>
        </p:txBody>
      </p:sp>
      <p:sp>
        <p:nvSpPr>
          <p:cNvPr id="61" name="Google Shape;571;p9">
            <a:extLst>
              <a:ext uri="{FF2B5EF4-FFF2-40B4-BE49-F238E27FC236}">
                <a16:creationId xmlns:a16="http://schemas.microsoft.com/office/drawing/2014/main" id="{AC6222F7-16EC-ECE9-5D12-895D5F4B8DF0}"/>
              </a:ext>
            </a:extLst>
          </p:cNvPr>
          <p:cNvSpPr/>
          <p:nvPr/>
        </p:nvSpPr>
        <p:spPr>
          <a:xfrm>
            <a:off x="6478494" y="4052697"/>
            <a:ext cx="21552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Хэрэглэгчийн хэрэгцээг нарийн судална. </a:t>
            </a:r>
            <a:b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</a:b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Зорилтын нэр энд</a:t>
            </a:r>
            <a:endParaRPr sz="1400" b="0" i="0" u="none" strike="noStrike" cap="none">
              <a:solidFill>
                <a:schemeClr val="tx2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572;p9">
            <a:extLst>
              <a:ext uri="{FF2B5EF4-FFF2-40B4-BE49-F238E27FC236}">
                <a16:creationId xmlns:a16="http://schemas.microsoft.com/office/drawing/2014/main" id="{4834E6D6-4EA5-2150-7E45-F998EA969FD7}"/>
              </a:ext>
            </a:extLst>
          </p:cNvPr>
          <p:cNvSpPr/>
          <p:nvPr/>
        </p:nvSpPr>
        <p:spPr>
          <a:xfrm>
            <a:off x="6478495" y="3175047"/>
            <a:ext cx="2155200" cy="615553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mn-MN" sz="2000" b="1">
                <a:solidFill>
                  <a:schemeClr val="tx2"/>
                </a:solidFill>
                <a:latin typeface="+mj-lt"/>
                <a:sym typeface="Open Sans"/>
              </a:rPr>
              <a:t>Тайлбар </a:t>
            </a:r>
            <a:br>
              <a:rPr lang="mn-MN" sz="2000" b="1">
                <a:solidFill>
                  <a:schemeClr val="tx2"/>
                </a:solidFill>
                <a:latin typeface="+mj-lt"/>
                <a:sym typeface="Open Sans"/>
              </a:rPr>
            </a:br>
            <a:r>
              <a:rPr lang="mn-MN" sz="2000" b="1">
                <a:solidFill>
                  <a:schemeClr val="tx2"/>
                </a:solidFill>
                <a:latin typeface="+mj-lt"/>
                <a:sym typeface="Open Sans"/>
              </a:rPr>
              <a:t>Зорилт</a:t>
            </a:r>
            <a:endParaRPr sz="2000" b="1">
              <a:solidFill>
                <a:schemeClr val="tx2"/>
              </a:solidFill>
              <a:latin typeface="+mj-lt"/>
              <a:sym typeface="Arial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20B9936-BEE8-2972-497A-33ECEEF856F0}"/>
              </a:ext>
            </a:extLst>
          </p:cNvPr>
          <p:cNvSpPr/>
          <p:nvPr/>
        </p:nvSpPr>
        <p:spPr>
          <a:xfrm>
            <a:off x="9255849" y="2266950"/>
            <a:ext cx="2225556" cy="895350"/>
          </a:xfrm>
          <a:prstGeom prst="roundRect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909B16DC-0A52-3B79-B8CE-D5CD5F204EBE}"/>
              </a:ext>
            </a:extLst>
          </p:cNvPr>
          <p:cNvSpPr/>
          <p:nvPr/>
        </p:nvSpPr>
        <p:spPr>
          <a:xfrm>
            <a:off x="9487017" y="2019300"/>
            <a:ext cx="851504" cy="742649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621310F-723A-E3D6-2234-6BCF263C2B15}"/>
              </a:ext>
            </a:extLst>
          </p:cNvPr>
          <p:cNvSpPr/>
          <p:nvPr/>
        </p:nvSpPr>
        <p:spPr>
          <a:xfrm>
            <a:off x="9255849" y="2761948"/>
            <a:ext cx="2456726" cy="2851151"/>
          </a:xfrm>
          <a:prstGeom prst="roundRect">
            <a:avLst>
              <a:gd name="adj" fmla="val 6531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975D09-85F4-60F7-BCF8-4F8C27280FB9}"/>
              </a:ext>
            </a:extLst>
          </p:cNvPr>
          <p:cNvSpPr txBox="1"/>
          <p:nvPr/>
        </p:nvSpPr>
        <p:spPr>
          <a:xfrm>
            <a:off x="11028554" y="2329784"/>
            <a:ext cx="33236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400" b="1">
                <a:solidFill>
                  <a:schemeClr val="bg1">
                    <a:alpha val="31000"/>
                  </a:schemeClr>
                </a:solidFill>
              </a:rPr>
              <a:t>04</a:t>
            </a:r>
            <a:endParaRPr lang="en-ID" sz="2400" b="1">
              <a:solidFill>
                <a:schemeClr val="bg1">
                  <a:alpha val="31000"/>
                </a:schemeClr>
              </a:solidFill>
            </a:endParaRPr>
          </a:p>
        </p:txBody>
      </p:sp>
      <p:sp>
        <p:nvSpPr>
          <p:cNvPr id="64" name="Google Shape;571;p9">
            <a:extLst>
              <a:ext uri="{FF2B5EF4-FFF2-40B4-BE49-F238E27FC236}">
                <a16:creationId xmlns:a16="http://schemas.microsoft.com/office/drawing/2014/main" id="{A12E105B-2C55-40E8-0267-6E5D025D2BF0}"/>
              </a:ext>
            </a:extLst>
          </p:cNvPr>
          <p:cNvSpPr/>
          <p:nvPr/>
        </p:nvSpPr>
        <p:spPr>
          <a:xfrm>
            <a:off x="9406612" y="4052697"/>
            <a:ext cx="21552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Харилцагчидтайгаа урт хугацааны түншлэл тогтооно. </a:t>
            </a:r>
            <a:b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</a:b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Зорилтын нэр энд</a:t>
            </a:r>
            <a:endParaRPr sz="1400" b="0" i="0" u="none" strike="noStrike" cap="none">
              <a:solidFill>
                <a:schemeClr val="tx2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572;p9">
            <a:extLst>
              <a:ext uri="{FF2B5EF4-FFF2-40B4-BE49-F238E27FC236}">
                <a16:creationId xmlns:a16="http://schemas.microsoft.com/office/drawing/2014/main" id="{A0E28D16-020E-8A7E-756D-FE9DB873BB0D}"/>
              </a:ext>
            </a:extLst>
          </p:cNvPr>
          <p:cNvSpPr/>
          <p:nvPr/>
        </p:nvSpPr>
        <p:spPr>
          <a:xfrm>
            <a:off x="9406613" y="3175047"/>
            <a:ext cx="2155200" cy="615553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mn-MN" sz="2000" b="1">
                <a:solidFill>
                  <a:schemeClr val="tx2"/>
                </a:solidFill>
                <a:latin typeface="+mj-lt"/>
                <a:sym typeface="Open Sans"/>
              </a:rPr>
              <a:t>Гарчиг </a:t>
            </a:r>
            <a:br>
              <a:rPr lang="mn-MN" sz="2000" b="1">
                <a:solidFill>
                  <a:schemeClr val="tx2"/>
                </a:solidFill>
                <a:latin typeface="+mj-lt"/>
                <a:sym typeface="Open Sans"/>
              </a:rPr>
            </a:br>
            <a:r>
              <a:rPr lang="mn-MN" sz="2000" b="1">
                <a:solidFill>
                  <a:schemeClr val="tx2"/>
                </a:solidFill>
                <a:latin typeface="+mj-lt"/>
                <a:sym typeface="Open Sans"/>
              </a:rPr>
              <a:t>Агуулга</a:t>
            </a:r>
            <a:endParaRPr sz="2000" b="1">
              <a:solidFill>
                <a:schemeClr val="tx2"/>
              </a:solidFill>
              <a:latin typeface="+mj-lt"/>
              <a:sym typeface="Arial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A23DD34-A819-39A2-3591-B1AC9A27A69D}"/>
              </a:ext>
            </a:extLst>
          </p:cNvPr>
          <p:cNvSpPr/>
          <p:nvPr/>
        </p:nvSpPr>
        <p:spPr>
          <a:xfrm>
            <a:off x="11379199" y="6372225"/>
            <a:ext cx="333376" cy="33337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565E9-5FA6-FA22-9B91-1C52E41D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>
                <a:solidFill>
                  <a:schemeClr val="tx1"/>
                </a:solidFill>
              </a:rPr>
              <a:pPr/>
              <a:t>7</a:t>
            </a:fld>
            <a:endParaRPr lang="en-ID">
              <a:solidFill>
                <a:schemeClr val="tx1"/>
              </a:solidFill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D8C1985-0820-C7AF-69F5-4609F2D27980}"/>
              </a:ext>
            </a:extLst>
          </p:cNvPr>
          <p:cNvGrpSpPr>
            <a:grpSpLocks noChangeAspect="1"/>
          </p:cNvGrpSpPr>
          <p:nvPr/>
        </p:nvGrpSpPr>
        <p:grpSpPr>
          <a:xfrm>
            <a:off x="6845955" y="2242867"/>
            <a:ext cx="282682" cy="341804"/>
            <a:chOff x="884606" y="5668573"/>
            <a:chExt cx="382875" cy="462951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9DED797-9806-C351-A75E-DCBBF2848D85}"/>
                </a:ext>
              </a:extLst>
            </p:cNvPr>
            <p:cNvSpPr/>
            <p:nvPr/>
          </p:nvSpPr>
          <p:spPr>
            <a:xfrm>
              <a:off x="884606" y="5668573"/>
              <a:ext cx="382875" cy="308644"/>
            </a:xfrm>
            <a:custGeom>
              <a:avLst/>
              <a:gdLst>
                <a:gd name="connsiteX0" fmla="*/ 67372 w 382875"/>
                <a:gd name="connsiteY0" fmla="*/ 165576 h 308644"/>
                <a:gd name="connsiteX1" fmla="*/ 67372 w 382875"/>
                <a:gd name="connsiteY1" fmla="*/ 308641 h 308644"/>
                <a:gd name="connsiteX2" fmla="*/ 280318 w 382875"/>
                <a:gd name="connsiteY2" fmla="*/ 308641 h 308644"/>
                <a:gd name="connsiteX3" fmla="*/ 350198 w 382875"/>
                <a:gd name="connsiteY3" fmla="*/ 281747 h 308644"/>
                <a:gd name="connsiteX4" fmla="*/ 296410 w 382875"/>
                <a:gd name="connsiteY4" fmla="*/ 105836 h 308644"/>
                <a:gd name="connsiteX5" fmla="*/ 68254 w 382875"/>
                <a:gd name="connsiteY5" fmla="*/ 165576 h 30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875" h="308644">
                  <a:moveTo>
                    <a:pt x="67372" y="165576"/>
                  </a:moveTo>
                  <a:cubicBezTo>
                    <a:pt x="-22568" y="171969"/>
                    <a:pt x="-22347" y="302248"/>
                    <a:pt x="67372" y="308641"/>
                  </a:cubicBezTo>
                  <a:lnTo>
                    <a:pt x="280318" y="308641"/>
                  </a:lnTo>
                  <a:cubicBezTo>
                    <a:pt x="306110" y="308862"/>
                    <a:pt x="331020" y="299162"/>
                    <a:pt x="350198" y="281747"/>
                  </a:cubicBezTo>
                  <a:cubicBezTo>
                    <a:pt x="413244" y="226637"/>
                    <a:pt x="379516" y="116417"/>
                    <a:pt x="296410" y="105836"/>
                  </a:cubicBezTo>
                  <a:cubicBezTo>
                    <a:pt x="266651" y="-73602"/>
                    <a:pt x="6751" y="-5486"/>
                    <a:pt x="68254" y="165576"/>
                  </a:cubicBez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E6D5356-45CB-E9FA-437F-A539BAD4F0B5}"/>
                </a:ext>
              </a:extLst>
            </p:cNvPr>
            <p:cNvSpPr/>
            <p:nvPr/>
          </p:nvSpPr>
          <p:spPr>
            <a:xfrm>
              <a:off x="1076087" y="5977216"/>
              <a:ext cx="22044" cy="66132"/>
            </a:xfrm>
            <a:custGeom>
              <a:avLst/>
              <a:gdLst>
                <a:gd name="connsiteX0" fmla="*/ 0 w 22044"/>
                <a:gd name="connsiteY0" fmla="*/ 0 h 66132"/>
                <a:gd name="connsiteX1" fmla="*/ 0 w 22044"/>
                <a:gd name="connsiteY1" fmla="*/ 66132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66132">
                  <a:moveTo>
                    <a:pt x="0" y="0"/>
                  </a:moveTo>
                  <a:lnTo>
                    <a:pt x="0" y="66132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0D9024B2-C7C6-262F-B37F-0AEA1E747B2D}"/>
                </a:ext>
              </a:extLst>
            </p:cNvPr>
            <p:cNvSpPr/>
            <p:nvPr/>
          </p:nvSpPr>
          <p:spPr>
            <a:xfrm>
              <a:off x="1031999" y="6043348"/>
              <a:ext cx="88176" cy="88176"/>
            </a:xfrm>
            <a:custGeom>
              <a:avLst/>
              <a:gdLst>
                <a:gd name="connsiteX0" fmla="*/ 44088 w 88176"/>
                <a:gd name="connsiteY0" fmla="*/ 88176 h 88176"/>
                <a:gd name="connsiteX1" fmla="*/ 88176 w 88176"/>
                <a:gd name="connsiteY1" fmla="*/ 44088 h 88176"/>
                <a:gd name="connsiteX2" fmla="*/ 44088 w 88176"/>
                <a:gd name="connsiteY2" fmla="*/ 0 h 88176"/>
                <a:gd name="connsiteX3" fmla="*/ 0 w 88176"/>
                <a:gd name="connsiteY3" fmla="*/ 44088 h 88176"/>
                <a:gd name="connsiteX4" fmla="*/ 44088 w 88176"/>
                <a:gd name="connsiteY4" fmla="*/ 88176 h 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76" h="88176">
                  <a:moveTo>
                    <a:pt x="44088" y="88176"/>
                  </a:moveTo>
                  <a:cubicBezTo>
                    <a:pt x="68438" y="88176"/>
                    <a:pt x="88176" y="68438"/>
                    <a:pt x="88176" y="44088"/>
                  </a:cubicBezTo>
                  <a:cubicBezTo>
                    <a:pt x="88176" y="19738"/>
                    <a:pt x="68438" y="0"/>
                    <a:pt x="44088" y="0"/>
                  </a:cubicBezTo>
                  <a:cubicBezTo>
                    <a:pt x="19738" y="0"/>
                    <a:pt x="0" y="19738"/>
                    <a:pt x="0" y="44088"/>
                  </a:cubicBezTo>
                  <a:cubicBezTo>
                    <a:pt x="0" y="68438"/>
                    <a:pt x="19738" y="88176"/>
                    <a:pt x="44088" y="88176"/>
                  </a:cubicBezTo>
                  <a:close/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7D6A28C-35CC-9884-E617-6085F54B2694}"/>
                </a:ext>
              </a:extLst>
            </p:cNvPr>
            <p:cNvSpPr/>
            <p:nvPr/>
          </p:nvSpPr>
          <p:spPr>
            <a:xfrm>
              <a:off x="1120175" y="6087436"/>
              <a:ext cx="88176" cy="22044"/>
            </a:xfrm>
            <a:custGeom>
              <a:avLst/>
              <a:gdLst>
                <a:gd name="connsiteX0" fmla="*/ 88176 w 88176"/>
                <a:gd name="connsiteY0" fmla="*/ 0 h 22044"/>
                <a:gd name="connsiteX1" fmla="*/ 0 w 88176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176" h="22044">
                  <a:moveTo>
                    <a:pt x="88176" y="0"/>
                  </a:move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FA92253-17E1-3BC9-91C3-D979FAE6BF28}"/>
                </a:ext>
              </a:extLst>
            </p:cNvPr>
            <p:cNvSpPr/>
            <p:nvPr/>
          </p:nvSpPr>
          <p:spPr>
            <a:xfrm>
              <a:off x="943823" y="6087436"/>
              <a:ext cx="88176" cy="22044"/>
            </a:xfrm>
            <a:custGeom>
              <a:avLst/>
              <a:gdLst>
                <a:gd name="connsiteX0" fmla="*/ 88176 w 88176"/>
                <a:gd name="connsiteY0" fmla="*/ 0 h 22044"/>
                <a:gd name="connsiteX1" fmla="*/ 0 w 88176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176" h="22044">
                  <a:moveTo>
                    <a:pt x="88176" y="0"/>
                  </a:move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B3BD106-477F-2113-2BB4-591024E2E11C}"/>
              </a:ext>
            </a:extLst>
          </p:cNvPr>
          <p:cNvGrpSpPr>
            <a:grpSpLocks noChangeAspect="1"/>
          </p:cNvGrpSpPr>
          <p:nvPr/>
        </p:nvGrpSpPr>
        <p:grpSpPr>
          <a:xfrm>
            <a:off x="3890920" y="2242867"/>
            <a:ext cx="341804" cy="341804"/>
            <a:chOff x="8636924" y="1277575"/>
            <a:chExt cx="440880" cy="440880"/>
          </a:xfrm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5DF0B6D-7988-D07F-C1EB-B517CFD7D8AF}"/>
                </a:ext>
              </a:extLst>
            </p:cNvPr>
            <p:cNvSpPr/>
            <p:nvPr/>
          </p:nvSpPr>
          <p:spPr>
            <a:xfrm>
              <a:off x="8865520" y="1429235"/>
              <a:ext cx="115731" cy="22044"/>
            </a:xfrm>
            <a:custGeom>
              <a:avLst/>
              <a:gdLst>
                <a:gd name="connsiteX0" fmla="*/ 0 w 115731"/>
                <a:gd name="connsiteY0" fmla="*/ 0 h 22044"/>
                <a:gd name="connsiteX1" fmla="*/ 115731 w 115731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731" h="22044">
                  <a:moveTo>
                    <a:pt x="0" y="0"/>
                  </a:moveTo>
                  <a:lnTo>
                    <a:pt x="115731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300C75A-1353-61A5-709F-3B537863544B}"/>
                </a:ext>
              </a:extLst>
            </p:cNvPr>
            <p:cNvSpPr/>
            <p:nvPr/>
          </p:nvSpPr>
          <p:spPr>
            <a:xfrm>
              <a:off x="8733476" y="1396169"/>
              <a:ext cx="66132" cy="49599"/>
            </a:xfrm>
            <a:custGeom>
              <a:avLst/>
              <a:gdLst>
                <a:gd name="connsiteX0" fmla="*/ 0 w 66132"/>
                <a:gd name="connsiteY0" fmla="*/ 33066 h 49599"/>
                <a:gd name="connsiteX1" fmla="*/ 16533 w 66132"/>
                <a:gd name="connsiteY1" fmla="*/ 49599 h 49599"/>
                <a:gd name="connsiteX2" fmla="*/ 66132 w 66132"/>
                <a:gd name="connsiteY2" fmla="*/ 0 h 4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32" h="49599">
                  <a:moveTo>
                    <a:pt x="0" y="33066"/>
                  </a:moveTo>
                  <a:lnTo>
                    <a:pt x="16533" y="49599"/>
                  </a:lnTo>
                  <a:lnTo>
                    <a:pt x="66132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528FA78-019E-43D1-A0AE-543B52577CB3}"/>
                </a:ext>
              </a:extLst>
            </p:cNvPr>
            <p:cNvSpPr/>
            <p:nvPr/>
          </p:nvSpPr>
          <p:spPr>
            <a:xfrm>
              <a:off x="8865520" y="1583544"/>
              <a:ext cx="115731" cy="22044"/>
            </a:xfrm>
            <a:custGeom>
              <a:avLst/>
              <a:gdLst>
                <a:gd name="connsiteX0" fmla="*/ 0 w 115731"/>
                <a:gd name="connsiteY0" fmla="*/ 0 h 22044"/>
                <a:gd name="connsiteX1" fmla="*/ 115731 w 115731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731" h="22044">
                  <a:moveTo>
                    <a:pt x="0" y="0"/>
                  </a:moveTo>
                  <a:lnTo>
                    <a:pt x="115731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1948D81-8404-ADF3-D978-9EFD9BEFCCC9}"/>
                </a:ext>
              </a:extLst>
            </p:cNvPr>
            <p:cNvSpPr/>
            <p:nvPr/>
          </p:nvSpPr>
          <p:spPr>
            <a:xfrm>
              <a:off x="8733476" y="1550478"/>
              <a:ext cx="66132" cy="49599"/>
            </a:xfrm>
            <a:custGeom>
              <a:avLst/>
              <a:gdLst>
                <a:gd name="connsiteX0" fmla="*/ 0 w 66132"/>
                <a:gd name="connsiteY0" fmla="*/ 33066 h 49599"/>
                <a:gd name="connsiteX1" fmla="*/ 16533 w 66132"/>
                <a:gd name="connsiteY1" fmla="*/ 49599 h 49599"/>
                <a:gd name="connsiteX2" fmla="*/ 66132 w 66132"/>
                <a:gd name="connsiteY2" fmla="*/ 0 h 49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132" h="49599">
                  <a:moveTo>
                    <a:pt x="0" y="33066"/>
                  </a:moveTo>
                  <a:lnTo>
                    <a:pt x="16533" y="49599"/>
                  </a:lnTo>
                  <a:lnTo>
                    <a:pt x="66132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E3B628CC-2CC3-CE1C-739A-871BE1714528}"/>
                </a:ext>
              </a:extLst>
            </p:cNvPr>
            <p:cNvSpPr/>
            <p:nvPr/>
          </p:nvSpPr>
          <p:spPr>
            <a:xfrm>
              <a:off x="8636924" y="1277575"/>
              <a:ext cx="440880" cy="440880"/>
            </a:xfrm>
            <a:custGeom>
              <a:avLst/>
              <a:gdLst>
                <a:gd name="connsiteX0" fmla="*/ 154308 w 440880"/>
                <a:gd name="connsiteY0" fmla="*/ 440881 h 440880"/>
                <a:gd name="connsiteX1" fmla="*/ 286573 w 440880"/>
                <a:gd name="connsiteY1" fmla="*/ 440881 h 440880"/>
                <a:gd name="connsiteX2" fmla="*/ 440881 w 440880"/>
                <a:gd name="connsiteY2" fmla="*/ 286573 h 440880"/>
                <a:gd name="connsiteX3" fmla="*/ 440881 w 440880"/>
                <a:gd name="connsiteY3" fmla="*/ 154308 h 440880"/>
                <a:gd name="connsiteX4" fmla="*/ 286573 w 440880"/>
                <a:gd name="connsiteY4" fmla="*/ 0 h 440880"/>
                <a:gd name="connsiteX5" fmla="*/ 154308 w 440880"/>
                <a:gd name="connsiteY5" fmla="*/ 0 h 440880"/>
                <a:gd name="connsiteX6" fmla="*/ 0 w 440880"/>
                <a:gd name="connsiteY6" fmla="*/ 154308 h 440880"/>
                <a:gd name="connsiteX7" fmla="*/ 0 w 440880"/>
                <a:gd name="connsiteY7" fmla="*/ 286573 h 440880"/>
                <a:gd name="connsiteX8" fmla="*/ 154308 w 440880"/>
                <a:gd name="connsiteY8" fmla="*/ 440881 h 44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0880" h="440880">
                  <a:moveTo>
                    <a:pt x="154308" y="440881"/>
                  </a:moveTo>
                  <a:lnTo>
                    <a:pt x="286573" y="440881"/>
                  </a:lnTo>
                  <a:cubicBezTo>
                    <a:pt x="396793" y="440881"/>
                    <a:pt x="440881" y="396793"/>
                    <a:pt x="440881" y="286573"/>
                  </a:cubicBezTo>
                  <a:lnTo>
                    <a:pt x="440881" y="154308"/>
                  </a:lnTo>
                  <a:cubicBezTo>
                    <a:pt x="440881" y="44088"/>
                    <a:pt x="396793" y="0"/>
                    <a:pt x="286573" y="0"/>
                  </a:cubicBezTo>
                  <a:lnTo>
                    <a:pt x="154308" y="0"/>
                  </a:lnTo>
                  <a:cubicBezTo>
                    <a:pt x="44088" y="0"/>
                    <a:pt x="0" y="44088"/>
                    <a:pt x="0" y="154308"/>
                  </a:cubicBezTo>
                  <a:lnTo>
                    <a:pt x="0" y="286573"/>
                  </a:lnTo>
                  <a:cubicBezTo>
                    <a:pt x="0" y="396793"/>
                    <a:pt x="44088" y="440881"/>
                    <a:pt x="154308" y="440881"/>
                  </a:cubicBezTo>
                  <a:close/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6B3CA12-E121-4BDF-0002-8DB06ECB0F59}"/>
              </a:ext>
            </a:extLst>
          </p:cNvPr>
          <p:cNvGrpSpPr>
            <a:grpSpLocks noChangeAspect="1"/>
          </p:cNvGrpSpPr>
          <p:nvPr/>
        </p:nvGrpSpPr>
        <p:grpSpPr>
          <a:xfrm>
            <a:off x="9750651" y="2242865"/>
            <a:ext cx="324236" cy="341808"/>
            <a:chOff x="6414583" y="3033986"/>
            <a:chExt cx="439118" cy="462924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86BB6B8-E247-BB84-E1DD-1ED04C31B9A6}"/>
                </a:ext>
              </a:extLst>
            </p:cNvPr>
            <p:cNvSpPr/>
            <p:nvPr/>
          </p:nvSpPr>
          <p:spPr>
            <a:xfrm>
              <a:off x="6637449" y="3353624"/>
              <a:ext cx="22044" cy="46292"/>
            </a:xfrm>
            <a:custGeom>
              <a:avLst/>
              <a:gdLst>
                <a:gd name="connsiteX0" fmla="*/ 0 w 22044"/>
                <a:gd name="connsiteY0" fmla="*/ 0 h 46292"/>
                <a:gd name="connsiteX1" fmla="*/ 0 w 22044"/>
                <a:gd name="connsiteY1" fmla="*/ 46292 h 46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46292">
                  <a:moveTo>
                    <a:pt x="0" y="0"/>
                  </a:moveTo>
                  <a:lnTo>
                    <a:pt x="0" y="46292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E2DA443-15DF-9FCE-01BF-1BA51F096EF7}"/>
                </a:ext>
              </a:extLst>
            </p:cNvPr>
            <p:cNvSpPr/>
            <p:nvPr/>
          </p:nvSpPr>
          <p:spPr>
            <a:xfrm>
              <a:off x="6527229" y="3408734"/>
              <a:ext cx="220439" cy="66132"/>
            </a:xfrm>
            <a:custGeom>
              <a:avLst/>
              <a:gdLst>
                <a:gd name="connsiteX0" fmla="*/ 0 w 220439"/>
                <a:gd name="connsiteY0" fmla="*/ 66132 h 66132"/>
                <a:gd name="connsiteX1" fmla="*/ 220440 w 220439"/>
                <a:gd name="connsiteY1" fmla="*/ 66132 h 66132"/>
                <a:gd name="connsiteX2" fmla="*/ 220440 w 220439"/>
                <a:gd name="connsiteY2" fmla="*/ 44088 h 66132"/>
                <a:gd name="connsiteX3" fmla="*/ 176352 w 220439"/>
                <a:gd name="connsiteY3" fmla="*/ 0 h 66132"/>
                <a:gd name="connsiteX4" fmla="*/ 44088 w 220439"/>
                <a:gd name="connsiteY4" fmla="*/ 0 h 66132"/>
                <a:gd name="connsiteX5" fmla="*/ 0 w 220439"/>
                <a:gd name="connsiteY5" fmla="*/ 44088 h 66132"/>
                <a:gd name="connsiteX6" fmla="*/ 0 w 220439"/>
                <a:gd name="connsiteY6" fmla="*/ 66132 h 66132"/>
                <a:gd name="connsiteX7" fmla="*/ 0 w 220439"/>
                <a:gd name="connsiteY7" fmla="*/ 66132 h 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9" h="66132">
                  <a:moveTo>
                    <a:pt x="0" y="66132"/>
                  </a:moveTo>
                  <a:lnTo>
                    <a:pt x="220440" y="66132"/>
                  </a:lnTo>
                  <a:lnTo>
                    <a:pt x="220440" y="44088"/>
                  </a:lnTo>
                  <a:cubicBezTo>
                    <a:pt x="220440" y="19840"/>
                    <a:pt x="200600" y="0"/>
                    <a:pt x="176352" y="0"/>
                  </a:cubicBezTo>
                  <a:lnTo>
                    <a:pt x="44088" y="0"/>
                  </a:lnTo>
                  <a:cubicBezTo>
                    <a:pt x="19840" y="0"/>
                    <a:pt x="0" y="19840"/>
                    <a:pt x="0" y="44088"/>
                  </a:cubicBezTo>
                  <a:lnTo>
                    <a:pt x="0" y="66132"/>
                  </a:lnTo>
                  <a:lnTo>
                    <a:pt x="0" y="66132"/>
                  </a:lnTo>
                  <a:close/>
                </a:path>
              </a:pathLst>
            </a:custGeom>
            <a:noFill/>
            <a:ln w="22225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A13B975-CF99-FF72-23BC-B1E5EBAD3614}"/>
                </a:ext>
              </a:extLst>
            </p:cNvPr>
            <p:cNvSpPr/>
            <p:nvPr/>
          </p:nvSpPr>
          <p:spPr>
            <a:xfrm>
              <a:off x="6505185" y="3474866"/>
              <a:ext cx="264528" cy="22044"/>
            </a:xfrm>
            <a:custGeom>
              <a:avLst/>
              <a:gdLst>
                <a:gd name="connsiteX0" fmla="*/ 0 w 264528"/>
                <a:gd name="connsiteY0" fmla="*/ 0 h 22044"/>
                <a:gd name="connsiteX1" fmla="*/ 264528 w 264528"/>
                <a:gd name="connsiteY1" fmla="*/ 0 h 2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528" h="22044">
                  <a:moveTo>
                    <a:pt x="0" y="0"/>
                  </a:moveTo>
                  <a:lnTo>
                    <a:pt x="264528" y="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BD59131-B62B-1EB5-D576-2E629E9E096C}"/>
                </a:ext>
              </a:extLst>
            </p:cNvPr>
            <p:cNvSpPr/>
            <p:nvPr/>
          </p:nvSpPr>
          <p:spPr>
            <a:xfrm>
              <a:off x="6479834" y="3033986"/>
              <a:ext cx="308616" cy="308616"/>
            </a:xfrm>
            <a:custGeom>
              <a:avLst/>
              <a:gdLst>
                <a:gd name="connsiteX0" fmla="*/ 154308 w 308616"/>
                <a:gd name="connsiteY0" fmla="*/ 308617 h 308616"/>
                <a:gd name="connsiteX1" fmla="*/ 0 w 308616"/>
                <a:gd name="connsiteY1" fmla="*/ 154308 h 308616"/>
                <a:gd name="connsiteX2" fmla="*/ 0 w 308616"/>
                <a:gd name="connsiteY2" fmla="*/ 88176 h 308616"/>
                <a:gd name="connsiteX3" fmla="*/ 88176 w 308616"/>
                <a:gd name="connsiteY3" fmla="*/ 0 h 308616"/>
                <a:gd name="connsiteX4" fmla="*/ 220440 w 308616"/>
                <a:gd name="connsiteY4" fmla="*/ 0 h 308616"/>
                <a:gd name="connsiteX5" fmla="*/ 308617 w 308616"/>
                <a:gd name="connsiteY5" fmla="*/ 88176 h 308616"/>
                <a:gd name="connsiteX6" fmla="*/ 308617 w 308616"/>
                <a:gd name="connsiteY6" fmla="*/ 154308 h 308616"/>
                <a:gd name="connsiteX7" fmla="*/ 154308 w 308616"/>
                <a:gd name="connsiteY7" fmla="*/ 308617 h 308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8616" h="308616">
                  <a:moveTo>
                    <a:pt x="154308" y="308617"/>
                  </a:moveTo>
                  <a:cubicBezTo>
                    <a:pt x="68998" y="308617"/>
                    <a:pt x="0" y="239619"/>
                    <a:pt x="0" y="154308"/>
                  </a:cubicBezTo>
                  <a:lnTo>
                    <a:pt x="0" y="88176"/>
                  </a:lnTo>
                  <a:cubicBezTo>
                    <a:pt x="0" y="39459"/>
                    <a:pt x="39459" y="0"/>
                    <a:pt x="88176" y="0"/>
                  </a:cubicBezTo>
                  <a:lnTo>
                    <a:pt x="220440" y="0"/>
                  </a:lnTo>
                  <a:cubicBezTo>
                    <a:pt x="269158" y="0"/>
                    <a:pt x="308617" y="39459"/>
                    <a:pt x="308617" y="88176"/>
                  </a:cubicBezTo>
                  <a:lnTo>
                    <a:pt x="308617" y="154308"/>
                  </a:lnTo>
                  <a:cubicBezTo>
                    <a:pt x="308617" y="239619"/>
                    <a:pt x="239619" y="308617"/>
                    <a:pt x="154308" y="308617"/>
                  </a:cubicBezTo>
                  <a:close/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6E79883-4411-6749-8FA7-6EEDC87533BB}"/>
                </a:ext>
              </a:extLst>
            </p:cNvPr>
            <p:cNvSpPr/>
            <p:nvPr/>
          </p:nvSpPr>
          <p:spPr>
            <a:xfrm>
              <a:off x="6414583" y="3085789"/>
              <a:ext cx="75611" cy="160921"/>
            </a:xfrm>
            <a:custGeom>
              <a:avLst/>
              <a:gdLst>
                <a:gd name="connsiteX0" fmla="*/ 75611 w 75611"/>
                <a:gd name="connsiteY0" fmla="*/ 160922 h 160921"/>
                <a:gd name="connsiteX1" fmla="*/ 33066 w 75611"/>
                <a:gd name="connsiteY1" fmla="*/ 134469 h 160921"/>
                <a:gd name="connsiteX2" fmla="*/ 0 w 75611"/>
                <a:gd name="connsiteY2" fmla="*/ 55110 h 160921"/>
                <a:gd name="connsiteX3" fmla="*/ 55110 w 75611"/>
                <a:gd name="connsiteY3" fmla="*/ 0 h 160921"/>
                <a:gd name="connsiteX4" fmla="*/ 69439 w 75611"/>
                <a:gd name="connsiteY4" fmla="*/ 0 h 160921"/>
                <a:gd name="connsiteX5" fmla="*/ 62826 w 75611"/>
                <a:gd name="connsiteY5" fmla="*/ 33066 h 160921"/>
                <a:gd name="connsiteX6" fmla="*/ 62826 w 75611"/>
                <a:gd name="connsiteY6" fmla="*/ 99198 h 160921"/>
                <a:gd name="connsiteX7" fmla="*/ 75611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75611" y="160922"/>
                  </a:moveTo>
                  <a:cubicBezTo>
                    <a:pt x="59078" y="155631"/>
                    <a:pt x="44529" y="145932"/>
                    <a:pt x="33066" y="134469"/>
                  </a:cubicBezTo>
                  <a:cubicBezTo>
                    <a:pt x="13226" y="112425"/>
                    <a:pt x="0" y="85972"/>
                    <a:pt x="0" y="55110"/>
                  </a:cubicBezTo>
                  <a:cubicBezTo>
                    <a:pt x="0" y="24248"/>
                    <a:pt x="24248" y="0"/>
                    <a:pt x="55110" y="0"/>
                  </a:cubicBezTo>
                  <a:lnTo>
                    <a:pt x="69439" y="0"/>
                  </a:lnTo>
                  <a:cubicBezTo>
                    <a:pt x="65030" y="10140"/>
                    <a:pt x="62826" y="21383"/>
                    <a:pt x="62826" y="33066"/>
                  </a:cubicBezTo>
                  <a:lnTo>
                    <a:pt x="62826" y="99198"/>
                  </a:lnTo>
                  <a:cubicBezTo>
                    <a:pt x="62826" y="121242"/>
                    <a:pt x="67455" y="141964"/>
                    <a:pt x="75611" y="160922"/>
                  </a:cubicBezTo>
                  <a:close/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B96B7B9-6BAA-D9F8-9995-2CE86BA389CA}"/>
                </a:ext>
              </a:extLst>
            </p:cNvPr>
            <p:cNvSpPr/>
            <p:nvPr/>
          </p:nvSpPr>
          <p:spPr>
            <a:xfrm>
              <a:off x="6778090" y="3085789"/>
              <a:ext cx="75611" cy="160921"/>
            </a:xfrm>
            <a:custGeom>
              <a:avLst/>
              <a:gdLst>
                <a:gd name="connsiteX0" fmla="*/ 0 w 75611"/>
                <a:gd name="connsiteY0" fmla="*/ 160922 h 160921"/>
                <a:gd name="connsiteX1" fmla="*/ 42545 w 75611"/>
                <a:gd name="connsiteY1" fmla="*/ 134469 h 160921"/>
                <a:gd name="connsiteX2" fmla="*/ 75611 w 75611"/>
                <a:gd name="connsiteY2" fmla="*/ 55110 h 160921"/>
                <a:gd name="connsiteX3" fmla="*/ 20501 w 75611"/>
                <a:gd name="connsiteY3" fmla="*/ 0 h 160921"/>
                <a:gd name="connsiteX4" fmla="*/ 6172 w 75611"/>
                <a:gd name="connsiteY4" fmla="*/ 0 h 160921"/>
                <a:gd name="connsiteX5" fmla="*/ 12786 w 75611"/>
                <a:gd name="connsiteY5" fmla="*/ 33066 h 160921"/>
                <a:gd name="connsiteX6" fmla="*/ 12786 w 75611"/>
                <a:gd name="connsiteY6" fmla="*/ 99198 h 160921"/>
                <a:gd name="connsiteX7" fmla="*/ 0 w 75611"/>
                <a:gd name="connsiteY7" fmla="*/ 160922 h 1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611" h="160921">
                  <a:moveTo>
                    <a:pt x="0" y="160922"/>
                  </a:moveTo>
                  <a:cubicBezTo>
                    <a:pt x="16533" y="155631"/>
                    <a:pt x="31082" y="145932"/>
                    <a:pt x="42545" y="134469"/>
                  </a:cubicBezTo>
                  <a:cubicBezTo>
                    <a:pt x="62385" y="112425"/>
                    <a:pt x="75611" y="85972"/>
                    <a:pt x="75611" y="55110"/>
                  </a:cubicBezTo>
                  <a:cubicBezTo>
                    <a:pt x="75611" y="24248"/>
                    <a:pt x="51363" y="0"/>
                    <a:pt x="20501" y="0"/>
                  </a:cubicBezTo>
                  <a:lnTo>
                    <a:pt x="6172" y="0"/>
                  </a:lnTo>
                  <a:cubicBezTo>
                    <a:pt x="10581" y="10140"/>
                    <a:pt x="12786" y="21383"/>
                    <a:pt x="12786" y="33066"/>
                  </a:cubicBezTo>
                  <a:lnTo>
                    <a:pt x="12786" y="99198"/>
                  </a:lnTo>
                  <a:cubicBezTo>
                    <a:pt x="12786" y="121242"/>
                    <a:pt x="8156" y="141964"/>
                    <a:pt x="0" y="160922"/>
                  </a:cubicBezTo>
                  <a:close/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1E774E7-9FAD-4677-7680-D03137D60E56}"/>
              </a:ext>
            </a:extLst>
          </p:cNvPr>
          <p:cNvGrpSpPr>
            <a:grpSpLocks noChangeAspect="1"/>
          </p:cNvGrpSpPr>
          <p:nvPr/>
        </p:nvGrpSpPr>
        <p:grpSpPr>
          <a:xfrm>
            <a:off x="965446" y="2242867"/>
            <a:ext cx="341804" cy="341804"/>
            <a:chOff x="848274" y="4791308"/>
            <a:chExt cx="450000" cy="450000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E3F2425-3274-6B63-854A-0AC2B1B7CBFB}"/>
                </a:ext>
              </a:extLst>
            </p:cNvPr>
            <p:cNvSpPr/>
            <p:nvPr/>
          </p:nvSpPr>
          <p:spPr>
            <a:xfrm>
              <a:off x="848274" y="4791308"/>
              <a:ext cx="450000" cy="450000"/>
            </a:xfrm>
            <a:custGeom>
              <a:avLst/>
              <a:gdLst>
                <a:gd name="connsiteX0" fmla="*/ 225000 w 450000"/>
                <a:gd name="connsiteY0" fmla="*/ 450000 h 450000"/>
                <a:gd name="connsiteX1" fmla="*/ 450000 w 450000"/>
                <a:gd name="connsiteY1" fmla="*/ 225000 h 450000"/>
                <a:gd name="connsiteX2" fmla="*/ 225000 w 450000"/>
                <a:gd name="connsiteY2" fmla="*/ 0 h 450000"/>
                <a:gd name="connsiteX3" fmla="*/ 0 w 450000"/>
                <a:gd name="connsiteY3" fmla="*/ 225000 h 450000"/>
                <a:gd name="connsiteX4" fmla="*/ 225000 w 450000"/>
                <a:gd name="connsiteY4" fmla="*/ 450000 h 45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0" h="450000">
                  <a:moveTo>
                    <a:pt x="225000" y="450000"/>
                  </a:moveTo>
                  <a:cubicBezTo>
                    <a:pt x="349263" y="450000"/>
                    <a:pt x="450000" y="349263"/>
                    <a:pt x="450000" y="225000"/>
                  </a:cubicBezTo>
                  <a:cubicBezTo>
                    <a:pt x="450000" y="100736"/>
                    <a:pt x="349263" y="0"/>
                    <a:pt x="225000" y="0"/>
                  </a:cubicBezTo>
                  <a:cubicBezTo>
                    <a:pt x="100736" y="0"/>
                    <a:pt x="0" y="100736"/>
                    <a:pt x="0" y="225000"/>
                  </a:cubicBezTo>
                  <a:cubicBezTo>
                    <a:pt x="0" y="349263"/>
                    <a:pt x="100736" y="450000"/>
                    <a:pt x="225000" y="450000"/>
                  </a:cubicBezTo>
                  <a:close/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EEDA06CE-7E1B-0D4F-C0DD-8B00FB2F06A9}"/>
                </a:ext>
              </a:extLst>
            </p:cNvPr>
            <p:cNvSpPr/>
            <p:nvPr/>
          </p:nvSpPr>
          <p:spPr>
            <a:xfrm>
              <a:off x="972867" y="4813808"/>
              <a:ext cx="32906" cy="405000"/>
            </a:xfrm>
            <a:custGeom>
              <a:avLst/>
              <a:gdLst>
                <a:gd name="connsiteX0" fmla="*/ 10406 w 32906"/>
                <a:gd name="connsiteY0" fmla="*/ 0 h 405000"/>
                <a:gd name="connsiteX1" fmla="*/ 32906 w 32906"/>
                <a:gd name="connsiteY1" fmla="*/ 0 h 405000"/>
                <a:gd name="connsiteX2" fmla="*/ 32906 w 32906"/>
                <a:gd name="connsiteY2" fmla="*/ 405000 h 405000"/>
                <a:gd name="connsiteX3" fmla="*/ 10406 w 32906"/>
                <a:gd name="connsiteY3" fmla="*/ 40500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6" h="405000">
                  <a:moveTo>
                    <a:pt x="10406" y="0"/>
                  </a:moveTo>
                  <a:lnTo>
                    <a:pt x="32906" y="0"/>
                  </a:lnTo>
                  <a:cubicBezTo>
                    <a:pt x="-10969" y="131400"/>
                    <a:pt x="-10969" y="273600"/>
                    <a:pt x="32906" y="405000"/>
                  </a:cubicBezTo>
                  <a:lnTo>
                    <a:pt x="10406" y="40500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BEBB061-4969-8213-FC4C-9E73F0832B3C}"/>
                </a:ext>
              </a:extLst>
            </p:cNvPr>
            <p:cNvSpPr/>
            <p:nvPr/>
          </p:nvSpPr>
          <p:spPr>
            <a:xfrm>
              <a:off x="1140774" y="4813808"/>
              <a:ext cx="32906" cy="405000"/>
            </a:xfrm>
            <a:custGeom>
              <a:avLst/>
              <a:gdLst>
                <a:gd name="connsiteX0" fmla="*/ 0 w 32906"/>
                <a:gd name="connsiteY0" fmla="*/ 0 h 405000"/>
                <a:gd name="connsiteX1" fmla="*/ 0 w 32906"/>
                <a:gd name="connsiteY1" fmla="*/ 405000 h 4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906" h="405000">
                  <a:moveTo>
                    <a:pt x="0" y="0"/>
                  </a:moveTo>
                  <a:cubicBezTo>
                    <a:pt x="43875" y="131400"/>
                    <a:pt x="43875" y="273600"/>
                    <a:pt x="0" y="405000"/>
                  </a:cubicBez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0EBA251-4D0A-1DF0-7A6F-4E5E4D16B6E3}"/>
                </a:ext>
              </a:extLst>
            </p:cNvPr>
            <p:cNvSpPr/>
            <p:nvPr/>
          </p:nvSpPr>
          <p:spPr>
            <a:xfrm>
              <a:off x="870774" y="5083808"/>
              <a:ext cx="405000" cy="32906"/>
            </a:xfrm>
            <a:custGeom>
              <a:avLst/>
              <a:gdLst>
                <a:gd name="connsiteX0" fmla="*/ 0 w 405000"/>
                <a:gd name="connsiteY0" fmla="*/ 22500 h 32906"/>
                <a:gd name="connsiteX1" fmla="*/ 0 w 405000"/>
                <a:gd name="connsiteY1" fmla="*/ 0 h 32906"/>
                <a:gd name="connsiteX2" fmla="*/ 405000 w 405000"/>
                <a:gd name="connsiteY2" fmla="*/ 0 h 32906"/>
                <a:gd name="connsiteX3" fmla="*/ 405000 w 405000"/>
                <a:gd name="connsiteY3" fmla="*/ 22500 h 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000" h="32906">
                  <a:moveTo>
                    <a:pt x="0" y="22500"/>
                  </a:moveTo>
                  <a:lnTo>
                    <a:pt x="0" y="0"/>
                  </a:lnTo>
                  <a:cubicBezTo>
                    <a:pt x="131400" y="43875"/>
                    <a:pt x="273600" y="43875"/>
                    <a:pt x="405000" y="0"/>
                  </a:cubicBezTo>
                  <a:lnTo>
                    <a:pt x="405000" y="22500"/>
                  </a:ln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617651A-10F2-06D2-5034-97AAA6D2E73B}"/>
                </a:ext>
              </a:extLst>
            </p:cNvPr>
            <p:cNvSpPr/>
            <p:nvPr/>
          </p:nvSpPr>
          <p:spPr>
            <a:xfrm>
              <a:off x="870774" y="4915903"/>
              <a:ext cx="405000" cy="32906"/>
            </a:xfrm>
            <a:custGeom>
              <a:avLst/>
              <a:gdLst>
                <a:gd name="connsiteX0" fmla="*/ 0 w 405000"/>
                <a:gd name="connsiteY0" fmla="*/ 32906 h 32906"/>
                <a:gd name="connsiteX1" fmla="*/ 405000 w 405000"/>
                <a:gd name="connsiteY1" fmla="*/ 32906 h 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5000" h="32906">
                  <a:moveTo>
                    <a:pt x="0" y="32906"/>
                  </a:moveTo>
                  <a:cubicBezTo>
                    <a:pt x="131400" y="-10969"/>
                    <a:pt x="273600" y="-10969"/>
                    <a:pt x="405000" y="32906"/>
                  </a:cubicBezTo>
                </a:path>
              </a:pathLst>
            </a:custGeom>
            <a:noFill/>
            <a:ln w="22225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508675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1346-AC28-C531-D171-515D78765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C54C6-CDB1-BAE8-643B-6350AC3AF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8</a:t>
            </a:fld>
            <a:endParaRPr lang="en-ID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979468FE-5DE4-167C-4DCF-0D90A77F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25" y="6448426"/>
            <a:ext cx="4114800" cy="180974"/>
          </a:xfrm>
        </p:spPr>
        <p:txBody>
          <a:bodyPr/>
          <a:lstStyle/>
          <a:p>
            <a:r>
              <a:rPr lang="mn-MN" b="1" dirty="0">
                <a:solidFill>
                  <a:schemeClr val="tx2"/>
                </a:solidFill>
                <a:latin typeface="+mj-lt"/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  <a:latin typeface="+mj-lt"/>
              </a:rPr>
              <a:t>загвар</a:t>
            </a:r>
          </a:p>
        </p:txBody>
      </p:sp>
      <p:sp>
        <p:nvSpPr>
          <p:cNvPr id="3" name="Google Shape;615;p10">
            <a:extLst>
              <a:ext uri="{FF2B5EF4-FFF2-40B4-BE49-F238E27FC236}">
                <a16:creationId xmlns:a16="http://schemas.microsoft.com/office/drawing/2014/main" id="{D67C0F61-0272-C24A-51B0-CFE5668270F1}"/>
              </a:ext>
            </a:extLst>
          </p:cNvPr>
          <p:cNvSpPr/>
          <p:nvPr/>
        </p:nvSpPr>
        <p:spPr>
          <a:xfrm rot="5400000">
            <a:off x="4953634" y="-1488121"/>
            <a:ext cx="869952" cy="1077722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Calibr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F0FB53-802C-402F-C06F-097A16F4D774}"/>
              </a:ext>
            </a:extLst>
          </p:cNvPr>
          <p:cNvSpPr/>
          <p:nvPr/>
        </p:nvSpPr>
        <p:spPr>
          <a:xfrm>
            <a:off x="1548117" y="3599511"/>
            <a:ext cx="601954" cy="6019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918F48-D44F-B56D-CADA-963A29621D56}"/>
              </a:ext>
            </a:extLst>
          </p:cNvPr>
          <p:cNvSpPr/>
          <p:nvPr/>
        </p:nvSpPr>
        <p:spPr>
          <a:xfrm>
            <a:off x="3246879" y="3599511"/>
            <a:ext cx="601954" cy="6019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2EA149C-7481-4EAA-20DB-C55C31E02C53}"/>
              </a:ext>
            </a:extLst>
          </p:cNvPr>
          <p:cNvSpPr/>
          <p:nvPr/>
        </p:nvSpPr>
        <p:spPr>
          <a:xfrm>
            <a:off x="4945641" y="3599511"/>
            <a:ext cx="601954" cy="6019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783E11-17CA-BADE-06AA-AAD898017D57}"/>
              </a:ext>
            </a:extLst>
          </p:cNvPr>
          <p:cNvSpPr/>
          <p:nvPr/>
        </p:nvSpPr>
        <p:spPr>
          <a:xfrm>
            <a:off x="6644403" y="3599511"/>
            <a:ext cx="601954" cy="6019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F182751-E34D-E8A6-C508-BCF1E8189C3C}"/>
              </a:ext>
            </a:extLst>
          </p:cNvPr>
          <p:cNvSpPr/>
          <p:nvPr/>
        </p:nvSpPr>
        <p:spPr>
          <a:xfrm>
            <a:off x="8343165" y="3599511"/>
            <a:ext cx="601954" cy="6019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6C52A5-B393-D905-4FFC-79A6E25DDFC2}"/>
              </a:ext>
            </a:extLst>
          </p:cNvPr>
          <p:cNvSpPr/>
          <p:nvPr/>
        </p:nvSpPr>
        <p:spPr>
          <a:xfrm>
            <a:off x="10041928" y="3599511"/>
            <a:ext cx="601954" cy="6019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ABC79BD2-5ACE-5F77-758B-63538B2B2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03263"/>
            <a:ext cx="11233150" cy="649287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mn-MN">
                <a:solidFill>
                  <a:schemeClr val="tx2"/>
                </a:solidFill>
                <a:sym typeface="Open Sans"/>
              </a:rPr>
              <a:t>Гол зорилтууд</a:t>
            </a:r>
            <a:endParaRPr lang="en-US">
              <a:solidFill>
                <a:schemeClr val="tx2"/>
              </a:solidFill>
              <a:sym typeface="Calibri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D03684B-532A-1349-72A9-48107FD16898}"/>
              </a:ext>
            </a:extLst>
          </p:cNvPr>
          <p:cNvGrpSpPr/>
          <p:nvPr/>
        </p:nvGrpSpPr>
        <p:grpSpPr>
          <a:xfrm>
            <a:off x="479424" y="1773239"/>
            <a:ext cx="2739340" cy="1462154"/>
            <a:chOff x="479424" y="1773239"/>
            <a:chExt cx="2739340" cy="146215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67A3AE2-42F3-EB9F-A9DF-FB2C28770261}"/>
                </a:ext>
              </a:extLst>
            </p:cNvPr>
            <p:cNvSpPr/>
            <p:nvPr/>
          </p:nvSpPr>
          <p:spPr>
            <a:xfrm>
              <a:off x="479424" y="1773239"/>
              <a:ext cx="2739340" cy="1406826"/>
            </a:xfrm>
            <a:prstGeom prst="roundRect">
              <a:avLst>
                <a:gd name="adj" fmla="val 6531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A4B01DF-A4B8-675F-FC6D-5EBBE864CF39}"/>
                </a:ext>
              </a:extLst>
            </p:cNvPr>
            <p:cNvSpPr/>
            <p:nvPr/>
          </p:nvSpPr>
          <p:spPr>
            <a:xfrm rot="2700000">
              <a:off x="1690344" y="2899631"/>
              <a:ext cx="317500" cy="354024"/>
            </a:xfrm>
            <a:prstGeom prst="roundRect">
              <a:avLst>
                <a:gd name="adj" fmla="val 9773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4" name="Google Shape;697;p10">
              <a:extLst>
                <a:ext uri="{FF2B5EF4-FFF2-40B4-BE49-F238E27FC236}">
                  <a16:creationId xmlns:a16="http://schemas.microsoft.com/office/drawing/2014/main" id="{86510AF2-7CCA-730B-5654-33BAFFADE328}"/>
                </a:ext>
              </a:extLst>
            </p:cNvPr>
            <p:cNvSpPr/>
            <p:nvPr/>
          </p:nvSpPr>
          <p:spPr>
            <a:xfrm>
              <a:off x="732421" y="2205805"/>
              <a:ext cx="223334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mn-MN" sz="1400" b="0" i="0" u="none" strike="noStrike" cap="none">
                  <a:solidFill>
                    <a:schemeClr val="dk1"/>
                  </a:solidFill>
                  <a:latin typeface="+mj-lt"/>
                  <a:ea typeface="Open Sans"/>
                  <a:cs typeface="Open Sans"/>
                  <a:sym typeface="Open Sans"/>
                </a:rPr>
                <a:t>Үзэгчдэд хэрэгтэй мэдээллийг өгнө.</a:t>
              </a:r>
              <a:endParaRPr sz="12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32E7BD8-8F83-62F3-288D-CF9AE6E1A8F2}"/>
              </a:ext>
            </a:extLst>
          </p:cNvPr>
          <p:cNvGrpSpPr/>
          <p:nvPr/>
        </p:nvGrpSpPr>
        <p:grpSpPr>
          <a:xfrm>
            <a:off x="7274472" y="1773239"/>
            <a:ext cx="2739340" cy="1462155"/>
            <a:chOff x="8308253" y="1773239"/>
            <a:chExt cx="2739340" cy="146215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10A3B35-53A0-D59F-7948-C1429A7EB080}"/>
                </a:ext>
              </a:extLst>
            </p:cNvPr>
            <p:cNvGrpSpPr/>
            <p:nvPr/>
          </p:nvGrpSpPr>
          <p:grpSpPr>
            <a:xfrm>
              <a:off x="8308253" y="1773239"/>
              <a:ext cx="2739340" cy="1462155"/>
              <a:chOff x="7500565" y="1773239"/>
              <a:chExt cx="2456726" cy="1462155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C4D26F4F-1A3D-491C-AE1E-2DA850D473FE}"/>
                  </a:ext>
                </a:extLst>
              </p:cNvPr>
              <p:cNvSpPr/>
              <p:nvPr/>
            </p:nvSpPr>
            <p:spPr>
              <a:xfrm>
                <a:off x="7500565" y="1773239"/>
                <a:ext cx="2456726" cy="1406826"/>
              </a:xfrm>
              <a:prstGeom prst="roundRect">
                <a:avLst>
                  <a:gd name="adj" fmla="val 6531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29C061EA-3AD4-E3F5-8C48-9C2566641519}"/>
                  </a:ext>
                </a:extLst>
              </p:cNvPr>
              <p:cNvSpPr/>
              <p:nvPr/>
            </p:nvSpPr>
            <p:spPr>
              <a:xfrm rot="2700000">
                <a:off x="8570178" y="2917894"/>
                <a:ext cx="317500" cy="317500"/>
              </a:xfrm>
              <a:prstGeom prst="roundRect">
                <a:avLst>
                  <a:gd name="adj" fmla="val 9773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sp>
          <p:nvSpPr>
            <p:cNvPr id="36" name="Google Shape;699;p10">
              <a:extLst>
                <a:ext uri="{FF2B5EF4-FFF2-40B4-BE49-F238E27FC236}">
                  <a16:creationId xmlns:a16="http://schemas.microsoft.com/office/drawing/2014/main" id="{5CC6381A-8B91-14B6-2FEB-C7C3895E3800}"/>
                </a:ext>
              </a:extLst>
            </p:cNvPr>
            <p:cNvSpPr/>
            <p:nvPr/>
          </p:nvSpPr>
          <p:spPr>
            <a:xfrm>
              <a:off x="8463010" y="2205805"/>
              <a:ext cx="223334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mn-MN" sz="1400" b="0" i="0" u="none" strike="noStrike" cap="none">
                  <a:solidFill>
                    <a:schemeClr val="dk1"/>
                  </a:solidFill>
                  <a:latin typeface="+mj-lt"/>
                  <a:ea typeface="Open Sans"/>
                  <a:cs typeface="Open Sans"/>
                  <a:sym typeface="Open Sans"/>
                </a:rPr>
                <a:t>Тоо баримт, жишээ ашиглавал илүү үр дүнтэй.</a:t>
              </a:r>
              <a:endParaRPr sz="12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40EFDEEB-6271-790B-187E-E6317B3B022F}"/>
              </a:ext>
            </a:extLst>
          </p:cNvPr>
          <p:cNvSpPr/>
          <p:nvPr/>
        </p:nvSpPr>
        <p:spPr>
          <a:xfrm flipV="1">
            <a:off x="1352789" y="1773239"/>
            <a:ext cx="992610" cy="11837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22FD61B-3014-6551-7ADD-E2B815EE51E7}"/>
              </a:ext>
            </a:extLst>
          </p:cNvPr>
          <p:cNvGrpSpPr/>
          <p:nvPr/>
        </p:nvGrpSpPr>
        <p:grpSpPr>
          <a:xfrm>
            <a:off x="3876948" y="1773239"/>
            <a:ext cx="2739340" cy="1462154"/>
            <a:chOff x="3876948" y="1773239"/>
            <a:chExt cx="2739340" cy="146215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041A045-796A-06DD-20D5-6FF93FC55FBA}"/>
                </a:ext>
              </a:extLst>
            </p:cNvPr>
            <p:cNvGrpSpPr/>
            <p:nvPr/>
          </p:nvGrpSpPr>
          <p:grpSpPr>
            <a:xfrm>
              <a:off x="3876948" y="1773239"/>
              <a:ext cx="2739340" cy="1462154"/>
              <a:chOff x="4393839" y="1773239"/>
              <a:chExt cx="2739340" cy="1462154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F1F6DEF6-AA08-8853-AE29-986E255D1E38}"/>
                  </a:ext>
                </a:extLst>
              </p:cNvPr>
              <p:cNvSpPr/>
              <p:nvPr/>
            </p:nvSpPr>
            <p:spPr>
              <a:xfrm>
                <a:off x="4393839" y="1773239"/>
                <a:ext cx="2739340" cy="1406826"/>
              </a:xfrm>
              <a:prstGeom prst="roundRect">
                <a:avLst>
                  <a:gd name="adj" fmla="val 6531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531139F0-0C96-CEFA-D231-CEB236FF0889}"/>
                  </a:ext>
                </a:extLst>
              </p:cNvPr>
              <p:cNvSpPr/>
              <p:nvPr/>
            </p:nvSpPr>
            <p:spPr>
              <a:xfrm rot="2700000">
                <a:off x="5604758" y="2899631"/>
                <a:ext cx="317500" cy="354024"/>
              </a:xfrm>
              <a:prstGeom prst="roundRect">
                <a:avLst>
                  <a:gd name="adj" fmla="val 9773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35" name="Google Shape;698;p10">
                <a:extLst>
                  <a:ext uri="{FF2B5EF4-FFF2-40B4-BE49-F238E27FC236}">
                    <a16:creationId xmlns:a16="http://schemas.microsoft.com/office/drawing/2014/main" id="{85CF43E7-10C1-0D8E-504B-A0A15E0E8D32}"/>
                  </a:ext>
                </a:extLst>
              </p:cNvPr>
              <p:cNvSpPr/>
              <p:nvPr/>
            </p:nvSpPr>
            <p:spPr>
              <a:xfrm>
                <a:off x="4646836" y="2205805"/>
                <a:ext cx="223334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mn-MN" sz="1400" b="0" i="0" u="none" strike="noStrike" cap="none">
                    <a:solidFill>
                      <a:schemeClr val="dk1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Бид хэрэглэгчдэдээ үнэ цэн бүтээхийг зорьдог.</a:t>
                </a:r>
                <a:endParaRPr sz="12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" name="Rectangle: Top Corners Rounded 40">
              <a:extLst>
                <a:ext uri="{FF2B5EF4-FFF2-40B4-BE49-F238E27FC236}">
                  <a16:creationId xmlns:a16="http://schemas.microsoft.com/office/drawing/2014/main" id="{E3D67089-4CFC-A9FF-39F1-52A7134D9F54}"/>
                </a:ext>
              </a:extLst>
            </p:cNvPr>
            <p:cNvSpPr/>
            <p:nvPr/>
          </p:nvSpPr>
          <p:spPr>
            <a:xfrm flipV="1">
              <a:off x="4750313" y="1773239"/>
              <a:ext cx="992610" cy="11837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1565DCED-6337-6A9E-0454-EAD29C577373}"/>
              </a:ext>
            </a:extLst>
          </p:cNvPr>
          <p:cNvSpPr/>
          <p:nvPr/>
        </p:nvSpPr>
        <p:spPr>
          <a:xfrm flipV="1">
            <a:off x="8147837" y="1773239"/>
            <a:ext cx="992610" cy="11837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C60DAB3-6F84-85BF-3998-62315A92FFD7}"/>
              </a:ext>
            </a:extLst>
          </p:cNvPr>
          <p:cNvGrpSpPr/>
          <p:nvPr/>
        </p:nvGrpSpPr>
        <p:grpSpPr>
          <a:xfrm>
            <a:off x="2178186" y="4692582"/>
            <a:ext cx="2739340" cy="1462155"/>
            <a:chOff x="2436631" y="4692582"/>
            <a:chExt cx="2739340" cy="1462155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7A4C9B0-1FDC-D0BC-0A94-760BA7073E45}"/>
                </a:ext>
              </a:extLst>
            </p:cNvPr>
            <p:cNvGrpSpPr/>
            <p:nvPr/>
          </p:nvGrpSpPr>
          <p:grpSpPr>
            <a:xfrm>
              <a:off x="2436631" y="4692582"/>
              <a:ext cx="2739340" cy="1462155"/>
              <a:chOff x="2436631" y="4692582"/>
              <a:chExt cx="2739340" cy="1462155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845C1BA-08AA-026B-F866-A4B67CDA297F}"/>
                  </a:ext>
                </a:extLst>
              </p:cNvPr>
              <p:cNvGrpSpPr/>
              <p:nvPr/>
            </p:nvGrpSpPr>
            <p:grpSpPr>
              <a:xfrm flipV="1">
                <a:off x="2436631" y="4692582"/>
                <a:ext cx="2739340" cy="1462155"/>
                <a:chOff x="7500565" y="1773239"/>
                <a:chExt cx="2456726" cy="1462155"/>
              </a:xfrm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8387696B-FA6B-A0D0-2F03-13F0341B33D3}"/>
                    </a:ext>
                  </a:extLst>
                </p:cNvPr>
                <p:cNvSpPr/>
                <p:nvPr/>
              </p:nvSpPr>
              <p:spPr>
                <a:xfrm>
                  <a:off x="7500565" y="1773239"/>
                  <a:ext cx="2456726" cy="1406826"/>
                </a:xfrm>
                <a:prstGeom prst="roundRect">
                  <a:avLst>
                    <a:gd name="adj" fmla="val 6531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77F3A680-655B-A0DF-1D26-AC6F598020C5}"/>
                    </a:ext>
                  </a:extLst>
                </p:cNvPr>
                <p:cNvSpPr/>
                <p:nvPr/>
              </p:nvSpPr>
              <p:spPr>
                <a:xfrm rot="2700000">
                  <a:off x="8570178" y="2917894"/>
                  <a:ext cx="317500" cy="317500"/>
                </a:xfrm>
                <a:prstGeom prst="roundRect">
                  <a:avLst>
                    <a:gd name="adj" fmla="val 9773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</p:grpSp>
          <p:sp>
            <p:nvSpPr>
              <p:cNvPr id="37" name="Google Shape;700;p10">
                <a:extLst>
                  <a:ext uri="{FF2B5EF4-FFF2-40B4-BE49-F238E27FC236}">
                    <a16:creationId xmlns:a16="http://schemas.microsoft.com/office/drawing/2014/main" id="{1920B6BB-90FA-8AA8-6FF8-6749E8DC4696}"/>
                  </a:ext>
                </a:extLst>
              </p:cNvPr>
              <p:cNvSpPr/>
              <p:nvPr/>
            </p:nvSpPr>
            <p:spPr>
              <a:xfrm>
                <a:off x="2689629" y="5075839"/>
                <a:ext cx="223334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mn-MN" sz="1400" b="0" i="0" u="none" strike="noStrike" cap="none">
                    <a:solidFill>
                      <a:schemeClr val="dk1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Төслийн явц, үр дүнг энд харуулна.</a:t>
                </a:r>
                <a:endParaRPr sz="12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" name="Rectangle: Top Corners Rounded 44">
              <a:extLst>
                <a:ext uri="{FF2B5EF4-FFF2-40B4-BE49-F238E27FC236}">
                  <a16:creationId xmlns:a16="http://schemas.microsoft.com/office/drawing/2014/main" id="{955E78CF-698B-28F8-C5CB-9B37FFF192E3}"/>
                </a:ext>
              </a:extLst>
            </p:cNvPr>
            <p:cNvSpPr/>
            <p:nvPr/>
          </p:nvSpPr>
          <p:spPr>
            <a:xfrm>
              <a:off x="3255799" y="6036359"/>
              <a:ext cx="992610" cy="11837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7021F5C-AFC2-9F73-D067-7ED6696159F3}"/>
              </a:ext>
            </a:extLst>
          </p:cNvPr>
          <p:cNvGrpSpPr/>
          <p:nvPr/>
        </p:nvGrpSpPr>
        <p:grpSpPr>
          <a:xfrm>
            <a:off x="5575710" y="4692582"/>
            <a:ext cx="2739340" cy="1462155"/>
            <a:chOff x="6351046" y="4692582"/>
            <a:chExt cx="2739340" cy="146215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4A1C5D8-6BD9-AFAB-1730-1E9C596BF74D}"/>
                </a:ext>
              </a:extLst>
            </p:cNvPr>
            <p:cNvGrpSpPr/>
            <p:nvPr/>
          </p:nvGrpSpPr>
          <p:grpSpPr>
            <a:xfrm flipV="1">
              <a:off x="6351046" y="4692582"/>
              <a:ext cx="2739340" cy="1462155"/>
              <a:chOff x="7500565" y="1773239"/>
              <a:chExt cx="2456726" cy="1462155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F188C4B6-8F17-E6B9-B09C-DBA510BC12BC}"/>
                  </a:ext>
                </a:extLst>
              </p:cNvPr>
              <p:cNvSpPr/>
              <p:nvPr/>
            </p:nvSpPr>
            <p:spPr>
              <a:xfrm>
                <a:off x="7500565" y="1773239"/>
                <a:ext cx="2456726" cy="1406826"/>
              </a:xfrm>
              <a:prstGeom prst="roundRect">
                <a:avLst>
                  <a:gd name="adj" fmla="val 6531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F8CAD9AE-1FCE-7124-944A-C2BCE5A71557}"/>
                  </a:ext>
                </a:extLst>
              </p:cNvPr>
              <p:cNvSpPr/>
              <p:nvPr/>
            </p:nvSpPr>
            <p:spPr>
              <a:xfrm rot="2700000">
                <a:off x="8570178" y="2917894"/>
                <a:ext cx="317500" cy="317500"/>
              </a:xfrm>
              <a:prstGeom prst="roundRect">
                <a:avLst>
                  <a:gd name="adj" fmla="val 9773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sp>
          <p:nvSpPr>
            <p:cNvPr id="38" name="Google Shape;701;p10">
              <a:extLst>
                <a:ext uri="{FF2B5EF4-FFF2-40B4-BE49-F238E27FC236}">
                  <a16:creationId xmlns:a16="http://schemas.microsoft.com/office/drawing/2014/main" id="{B39A9041-5038-94BD-555C-1DC1AF02CC7C}"/>
                </a:ext>
              </a:extLst>
            </p:cNvPr>
            <p:cNvSpPr/>
            <p:nvPr/>
          </p:nvSpPr>
          <p:spPr>
            <a:xfrm>
              <a:off x="6604043" y="5075839"/>
              <a:ext cx="223334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mn-MN" sz="1400" b="0" i="0" u="none" strike="noStrike" cap="none">
                  <a:solidFill>
                    <a:schemeClr val="dk1"/>
                  </a:solidFill>
                  <a:latin typeface="+mj-lt"/>
                  <a:ea typeface="Open Sans"/>
                  <a:cs typeface="Open Sans"/>
                  <a:sym typeface="Open Sans"/>
                </a:rPr>
                <a:t>Багаараа хамтран шинэ шийдэл хэрэгжүүлнэ.</a:t>
              </a:r>
              <a:endParaRPr sz="12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Rectangle: Top Corners Rounded 45">
              <a:extLst>
                <a:ext uri="{FF2B5EF4-FFF2-40B4-BE49-F238E27FC236}">
                  <a16:creationId xmlns:a16="http://schemas.microsoft.com/office/drawing/2014/main" id="{938CCDA7-63F4-93A4-2170-D1DD0428471C}"/>
                </a:ext>
              </a:extLst>
            </p:cNvPr>
            <p:cNvSpPr/>
            <p:nvPr/>
          </p:nvSpPr>
          <p:spPr>
            <a:xfrm>
              <a:off x="7170213" y="6036359"/>
              <a:ext cx="992610" cy="11837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8C54008-114F-38E8-0079-7EF4FE95FC4E}"/>
              </a:ext>
            </a:extLst>
          </p:cNvPr>
          <p:cNvGrpSpPr/>
          <p:nvPr/>
        </p:nvGrpSpPr>
        <p:grpSpPr>
          <a:xfrm>
            <a:off x="8973235" y="4692582"/>
            <a:ext cx="2739340" cy="1462155"/>
            <a:chOff x="10265459" y="4692582"/>
            <a:chExt cx="2739340" cy="146215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F8185F9-C13A-5FB0-F605-F893105C24EF}"/>
                </a:ext>
              </a:extLst>
            </p:cNvPr>
            <p:cNvGrpSpPr/>
            <p:nvPr/>
          </p:nvGrpSpPr>
          <p:grpSpPr>
            <a:xfrm>
              <a:off x="10265459" y="4692582"/>
              <a:ext cx="2739340" cy="1462155"/>
              <a:chOff x="10265459" y="4692582"/>
              <a:chExt cx="2739340" cy="146215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9281763-8E8A-BCF6-C8FA-97958670232C}"/>
                  </a:ext>
                </a:extLst>
              </p:cNvPr>
              <p:cNvGrpSpPr/>
              <p:nvPr/>
            </p:nvGrpSpPr>
            <p:grpSpPr>
              <a:xfrm flipV="1">
                <a:off x="10265459" y="4692582"/>
                <a:ext cx="2739340" cy="1462155"/>
                <a:chOff x="7500565" y="1773239"/>
                <a:chExt cx="2456726" cy="1462155"/>
              </a:xfrm>
            </p:grpSpPr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B85B5400-599C-6F89-4DD6-9E4C223E4820}"/>
                    </a:ext>
                  </a:extLst>
                </p:cNvPr>
                <p:cNvSpPr/>
                <p:nvPr/>
              </p:nvSpPr>
              <p:spPr>
                <a:xfrm>
                  <a:off x="7500565" y="1773239"/>
                  <a:ext cx="2456726" cy="1406826"/>
                </a:xfrm>
                <a:prstGeom prst="roundRect">
                  <a:avLst>
                    <a:gd name="adj" fmla="val 6531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992DD69D-BD7C-06A6-7527-6F3071A797B5}"/>
                    </a:ext>
                  </a:extLst>
                </p:cNvPr>
                <p:cNvSpPr/>
                <p:nvPr/>
              </p:nvSpPr>
              <p:spPr>
                <a:xfrm rot="2700000">
                  <a:off x="8570178" y="2917894"/>
                  <a:ext cx="317500" cy="317500"/>
                </a:xfrm>
                <a:prstGeom prst="roundRect">
                  <a:avLst>
                    <a:gd name="adj" fmla="val 9773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</p:grpSp>
          <p:sp>
            <p:nvSpPr>
              <p:cNvPr id="39" name="Google Shape;702;p10">
                <a:extLst>
                  <a:ext uri="{FF2B5EF4-FFF2-40B4-BE49-F238E27FC236}">
                    <a16:creationId xmlns:a16="http://schemas.microsoft.com/office/drawing/2014/main" id="{E0732850-10BA-6B54-913D-A34AEE2492F7}"/>
                  </a:ext>
                </a:extLst>
              </p:cNvPr>
              <p:cNvSpPr/>
              <p:nvPr/>
            </p:nvSpPr>
            <p:spPr>
              <a:xfrm>
                <a:off x="10518457" y="5075839"/>
                <a:ext cx="223334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mn-MN" sz="1400" b="0" i="0" u="none" strike="noStrike" cap="none">
                    <a:solidFill>
                      <a:schemeClr val="dk1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Зах зээлийн судалгаанд үндэслэн шийдвэр гаргана.</a:t>
                </a:r>
                <a:endParaRPr sz="12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" name="Rectangle: Top Corners Rounded 46">
              <a:extLst>
                <a:ext uri="{FF2B5EF4-FFF2-40B4-BE49-F238E27FC236}">
                  <a16:creationId xmlns:a16="http://schemas.microsoft.com/office/drawing/2014/main" id="{2BFDDC83-5368-E95C-E38D-E6CBE48B1282}"/>
                </a:ext>
              </a:extLst>
            </p:cNvPr>
            <p:cNvSpPr/>
            <p:nvPr/>
          </p:nvSpPr>
          <p:spPr>
            <a:xfrm>
              <a:off x="11084628" y="6036359"/>
              <a:ext cx="992610" cy="11837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5F3B477-68B8-72C9-4897-52F690525864}"/>
              </a:ext>
            </a:extLst>
          </p:cNvPr>
          <p:cNvGrpSpPr>
            <a:grpSpLocks noChangeAspect="1"/>
          </p:cNvGrpSpPr>
          <p:nvPr/>
        </p:nvGrpSpPr>
        <p:grpSpPr>
          <a:xfrm>
            <a:off x="1698397" y="3749791"/>
            <a:ext cx="301394" cy="301394"/>
            <a:chOff x="3086685" y="3913103"/>
            <a:chExt cx="450000" cy="450000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B983EAA-AD12-7975-9291-EB553A5CF27E}"/>
                </a:ext>
              </a:extLst>
            </p:cNvPr>
            <p:cNvSpPr/>
            <p:nvPr/>
          </p:nvSpPr>
          <p:spPr>
            <a:xfrm>
              <a:off x="3255435" y="4059127"/>
              <a:ext cx="112725" cy="157725"/>
            </a:xfrm>
            <a:custGeom>
              <a:avLst/>
              <a:gdLst>
                <a:gd name="connsiteX0" fmla="*/ 0 w 112725"/>
                <a:gd name="connsiteY0" fmla="*/ 118350 h 157725"/>
                <a:gd name="connsiteX1" fmla="*/ 37575 w 112725"/>
                <a:gd name="connsiteY1" fmla="*/ 157725 h 157725"/>
                <a:gd name="connsiteX2" fmla="*/ 79875 w 112725"/>
                <a:gd name="connsiteY2" fmla="*/ 157725 h 157725"/>
                <a:gd name="connsiteX3" fmla="*/ 112500 w 112725"/>
                <a:gd name="connsiteY3" fmla="*/ 123300 h 157725"/>
                <a:gd name="connsiteX4" fmla="*/ 90225 w 112725"/>
                <a:gd name="connsiteY4" fmla="*/ 90675 h 157725"/>
                <a:gd name="connsiteX5" fmla="*/ 22500 w 112725"/>
                <a:gd name="connsiteY5" fmla="*/ 67050 h 157725"/>
                <a:gd name="connsiteX6" fmla="*/ 225 w 112725"/>
                <a:gd name="connsiteY6" fmla="*/ 34425 h 157725"/>
                <a:gd name="connsiteX7" fmla="*/ 32850 w 112725"/>
                <a:gd name="connsiteY7" fmla="*/ 0 h 157725"/>
                <a:gd name="connsiteX8" fmla="*/ 75150 w 112725"/>
                <a:gd name="connsiteY8" fmla="*/ 0 h 157725"/>
                <a:gd name="connsiteX9" fmla="*/ 112725 w 112725"/>
                <a:gd name="connsiteY9" fmla="*/ 39375 h 15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725" h="157725">
                  <a:moveTo>
                    <a:pt x="0" y="118350"/>
                  </a:moveTo>
                  <a:cubicBezTo>
                    <a:pt x="0" y="140175"/>
                    <a:pt x="16875" y="157725"/>
                    <a:pt x="37575" y="157725"/>
                  </a:cubicBezTo>
                  <a:lnTo>
                    <a:pt x="79875" y="157725"/>
                  </a:lnTo>
                  <a:cubicBezTo>
                    <a:pt x="97875" y="157725"/>
                    <a:pt x="112500" y="142425"/>
                    <a:pt x="112500" y="123300"/>
                  </a:cubicBezTo>
                  <a:cubicBezTo>
                    <a:pt x="112500" y="102825"/>
                    <a:pt x="103500" y="95400"/>
                    <a:pt x="90225" y="90675"/>
                  </a:cubicBezTo>
                  <a:lnTo>
                    <a:pt x="22500" y="67050"/>
                  </a:lnTo>
                  <a:cubicBezTo>
                    <a:pt x="9225" y="62325"/>
                    <a:pt x="225" y="55125"/>
                    <a:pt x="225" y="34425"/>
                  </a:cubicBezTo>
                  <a:cubicBezTo>
                    <a:pt x="225" y="15525"/>
                    <a:pt x="14850" y="0"/>
                    <a:pt x="32850" y="0"/>
                  </a:cubicBezTo>
                  <a:lnTo>
                    <a:pt x="75150" y="0"/>
                  </a:lnTo>
                  <a:cubicBezTo>
                    <a:pt x="95850" y="0"/>
                    <a:pt x="112725" y="17550"/>
                    <a:pt x="112725" y="39375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6EA35C7-99EE-1693-A25A-6F17BC4E3227}"/>
                </a:ext>
              </a:extLst>
            </p:cNvPr>
            <p:cNvSpPr/>
            <p:nvPr/>
          </p:nvSpPr>
          <p:spPr>
            <a:xfrm>
              <a:off x="3311685" y="4036853"/>
              <a:ext cx="22500" cy="202500"/>
            </a:xfrm>
            <a:custGeom>
              <a:avLst/>
              <a:gdLst>
                <a:gd name="connsiteX0" fmla="*/ 0 w 22500"/>
                <a:gd name="connsiteY0" fmla="*/ 0 h 202500"/>
                <a:gd name="connsiteX1" fmla="*/ 0 w 22500"/>
                <a:gd name="connsiteY1" fmla="*/ 202500 h 2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202500">
                  <a:moveTo>
                    <a:pt x="0" y="0"/>
                  </a:moveTo>
                  <a:lnTo>
                    <a:pt x="0" y="20250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A63DD4-FF91-3C14-4984-0CCBF808CAB1}"/>
                </a:ext>
              </a:extLst>
            </p:cNvPr>
            <p:cNvSpPr/>
            <p:nvPr/>
          </p:nvSpPr>
          <p:spPr>
            <a:xfrm>
              <a:off x="3086685" y="3913103"/>
              <a:ext cx="450000" cy="450000"/>
            </a:xfrm>
            <a:custGeom>
              <a:avLst/>
              <a:gdLst>
                <a:gd name="connsiteX0" fmla="*/ 450000 w 450000"/>
                <a:gd name="connsiteY0" fmla="*/ 225000 h 450000"/>
                <a:gd name="connsiteX1" fmla="*/ 225000 w 450000"/>
                <a:gd name="connsiteY1" fmla="*/ 450000 h 450000"/>
                <a:gd name="connsiteX2" fmla="*/ 0 w 450000"/>
                <a:gd name="connsiteY2" fmla="*/ 225000 h 450000"/>
                <a:gd name="connsiteX3" fmla="*/ 225000 w 450000"/>
                <a:gd name="connsiteY3" fmla="*/ 0 h 45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0000" h="450000">
                  <a:moveTo>
                    <a:pt x="450000" y="225000"/>
                  </a:moveTo>
                  <a:cubicBezTo>
                    <a:pt x="450000" y="349200"/>
                    <a:pt x="349200" y="450000"/>
                    <a:pt x="225000" y="450000"/>
                  </a:cubicBezTo>
                  <a:cubicBezTo>
                    <a:pt x="100800" y="450000"/>
                    <a:pt x="0" y="349200"/>
                    <a:pt x="0" y="225000"/>
                  </a:cubicBezTo>
                  <a:cubicBezTo>
                    <a:pt x="0" y="100800"/>
                    <a:pt x="100800" y="0"/>
                    <a:pt x="225000" y="0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B4EBD40-715B-57D7-B344-B6E20DD42C21}"/>
                </a:ext>
              </a:extLst>
            </p:cNvPr>
            <p:cNvSpPr/>
            <p:nvPr/>
          </p:nvSpPr>
          <p:spPr>
            <a:xfrm>
              <a:off x="3446685" y="3913103"/>
              <a:ext cx="90000" cy="90000"/>
            </a:xfrm>
            <a:custGeom>
              <a:avLst/>
              <a:gdLst>
                <a:gd name="connsiteX0" fmla="*/ 90000 w 90000"/>
                <a:gd name="connsiteY0" fmla="*/ 90000 h 90000"/>
                <a:gd name="connsiteX1" fmla="*/ 90000 w 90000"/>
                <a:gd name="connsiteY1" fmla="*/ 0 h 90000"/>
                <a:gd name="connsiteX2" fmla="*/ 0 w 90000"/>
                <a:gd name="connsiteY2" fmla="*/ 0 h 9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000" h="90000">
                  <a:moveTo>
                    <a:pt x="90000" y="90000"/>
                  </a:moveTo>
                  <a:lnTo>
                    <a:pt x="90000" y="0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6D1C708-91C4-E8FF-7984-B6730771DE62}"/>
                </a:ext>
              </a:extLst>
            </p:cNvPr>
            <p:cNvSpPr/>
            <p:nvPr/>
          </p:nvSpPr>
          <p:spPr>
            <a:xfrm>
              <a:off x="3424185" y="3913103"/>
              <a:ext cx="112500" cy="112500"/>
            </a:xfrm>
            <a:custGeom>
              <a:avLst/>
              <a:gdLst>
                <a:gd name="connsiteX0" fmla="*/ 0 w 112500"/>
                <a:gd name="connsiteY0" fmla="*/ 112500 h 112500"/>
                <a:gd name="connsiteX1" fmla="*/ 112500 w 112500"/>
                <a:gd name="connsiteY1" fmla="*/ 0 h 11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500" h="112500">
                  <a:moveTo>
                    <a:pt x="0" y="112500"/>
                  </a:moveTo>
                  <a:lnTo>
                    <a:pt x="1125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08A935F-7163-EAAD-6999-4FBE3C2B7001}"/>
              </a:ext>
            </a:extLst>
          </p:cNvPr>
          <p:cNvGrpSpPr>
            <a:grpSpLocks noChangeAspect="1"/>
          </p:cNvGrpSpPr>
          <p:nvPr/>
        </p:nvGrpSpPr>
        <p:grpSpPr>
          <a:xfrm>
            <a:off x="3397159" y="3749791"/>
            <a:ext cx="301394" cy="301394"/>
            <a:chOff x="7527076" y="3913674"/>
            <a:chExt cx="449324" cy="449325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F204B83-3EC4-C432-F10D-DB253214995D}"/>
                </a:ext>
              </a:extLst>
            </p:cNvPr>
            <p:cNvSpPr/>
            <p:nvPr/>
          </p:nvSpPr>
          <p:spPr>
            <a:xfrm>
              <a:off x="7527076" y="3913674"/>
              <a:ext cx="449324" cy="449325"/>
            </a:xfrm>
            <a:custGeom>
              <a:avLst/>
              <a:gdLst>
                <a:gd name="connsiteX0" fmla="*/ 44662 w 449324"/>
                <a:gd name="connsiteY0" fmla="*/ 284288 h 449325"/>
                <a:gd name="connsiteX1" fmla="*/ 10463 w 449324"/>
                <a:gd name="connsiteY1" fmla="*/ 250088 h 449325"/>
                <a:gd name="connsiteX2" fmla="*/ 10463 w 449324"/>
                <a:gd name="connsiteY2" fmla="*/ 199238 h 449325"/>
                <a:gd name="connsiteX3" fmla="*/ 44662 w 449324"/>
                <a:gd name="connsiteY3" fmla="*/ 165037 h 449325"/>
                <a:gd name="connsiteX4" fmla="*/ 55237 w 449324"/>
                <a:gd name="connsiteY4" fmla="*/ 139612 h 449325"/>
                <a:gd name="connsiteX5" fmla="*/ 55237 w 449324"/>
                <a:gd name="connsiteY5" fmla="*/ 91237 h 449325"/>
                <a:gd name="connsiteX6" fmla="*/ 91237 w 449324"/>
                <a:gd name="connsiteY6" fmla="*/ 55237 h 449325"/>
                <a:gd name="connsiteX7" fmla="*/ 139612 w 449324"/>
                <a:gd name="connsiteY7" fmla="*/ 55237 h 449325"/>
                <a:gd name="connsiteX8" fmla="*/ 165037 w 449324"/>
                <a:gd name="connsiteY8" fmla="*/ 44663 h 449325"/>
                <a:gd name="connsiteX9" fmla="*/ 199237 w 449324"/>
                <a:gd name="connsiteY9" fmla="*/ 10463 h 449325"/>
                <a:gd name="connsiteX10" fmla="*/ 250087 w 449324"/>
                <a:gd name="connsiteY10" fmla="*/ 10463 h 449325"/>
                <a:gd name="connsiteX11" fmla="*/ 284287 w 449324"/>
                <a:gd name="connsiteY11" fmla="*/ 44663 h 449325"/>
                <a:gd name="connsiteX12" fmla="*/ 309712 w 449324"/>
                <a:gd name="connsiteY12" fmla="*/ 55237 h 449325"/>
                <a:gd name="connsiteX13" fmla="*/ 358087 w 449324"/>
                <a:gd name="connsiteY13" fmla="*/ 55237 h 449325"/>
                <a:gd name="connsiteX14" fmla="*/ 394087 w 449324"/>
                <a:gd name="connsiteY14" fmla="*/ 91237 h 449325"/>
                <a:gd name="connsiteX15" fmla="*/ 394087 w 449324"/>
                <a:gd name="connsiteY15" fmla="*/ 139612 h 449325"/>
                <a:gd name="connsiteX16" fmla="*/ 404662 w 449324"/>
                <a:gd name="connsiteY16" fmla="*/ 165037 h 449325"/>
                <a:gd name="connsiteX17" fmla="*/ 438862 w 449324"/>
                <a:gd name="connsiteY17" fmla="*/ 199238 h 449325"/>
                <a:gd name="connsiteX18" fmla="*/ 438862 w 449324"/>
                <a:gd name="connsiteY18" fmla="*/ 250088 h 449325"/>
                <a:gd name="connsiteX19" fmla="*/ 404662 w 449324"/>
                <a:gd name="connsiteY19" fmla="*/ 284288 h 449325"/>
                <a:gd name="connsiteX20" fmla="*/ 394087 w 449324"/>
                <a:gd name="connsiteY20" fmla="*/ 309713 h 449325"/>
                <a:gd name="connsiteX21" fmla="*/ 394087 w 449324"/>
                <a:gd name="connsiteY21" fmla="*/ 358085 h 449325"/>
                <a:gd name="connsiteX22" fmla="*/ 358087 w 449324"/>
                <a:gd name="connsiteY22" fmla="*/ 394088 h 449325"/>
                <a:gd name="connsiteX23" fmla="*/ 309712 w 449324"/>
                <a:gd name="connsiteY23" fmla="*/ 394088 h 449325"/>
                <a:gd name="connsiteX24" fmla="*/ 284287 w 449324"/>
                <a:gd name="connsiteY24" fmla="*/ 404663 h 449325"/>
                <a:gd name="connsiteX25" fmla="*/ 250087 w 449324"/>
                <a:gd name="connsiteY25" fmla="*/ 438863 h 449325"/>
                <a:gd name="connsiteX26" fmla="*/ 199237 w 449324"/>
                <a:gd name="connsiteY26" fmla="*/ 438863 h 449325"/>
                <a:gd name="connsiteX27" fmla="*/ 165037 w 449324"/>
                <a:gd name="connsiteY27" fmla="*/ 404663 h 449325"/>
                <a:gd name="connsiteX28" fmla="*/ 139612 w 449324"/>
                <a:gd name="connsiteY28" fmla="*/ 394088 h 449325"/>
                <a:gd name="connsiteX29" fmla="*/ 91237 w 449324"/>
                <a:gd name="connsiteY29" fmla="*/ 394088 h 449325"/>
                <a:gd name="connsiteX30" fmla="*/ 55237 w 449324"/>
                <a:gd name="connsiteY30" fmla="*/ 358085 h 449325"/>
                <a:gd name="connsiteX31" fmla="*/ 55237 w 449324"/>
                <a:gd name="connsiteY31" fmla="*/ 309713 h 449325"/>
                <a:gd name="connsiteX32" fmla="*/ 44662 w 449324"/>
                <a:gd name="connsiteY32" fmla="*/ 284288 h 4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49324" h="449325">
                  <a:moveTo>
                    <a:pt x="44662" y="284288"/>
                  </a:moveTo>
                  <a:lnTo>
                    <a:pt x="10463" y="250088"/>
                  </a:lnTo>
                  <a:cubicBezTo>
                    <a:pt x="-3488" y="236138"/>
                    <a:pt x="-3488" y="213188"/>
                    <a:pt x="10463" y="199238"/>
                  </a:cubicBezTo>
                  <a:lnTo>
                    <a:pt x="44662" y="165037"/>
                  </a:lnTo>
                  <a:cubicBezTo>
                    <a:pt x="50512" y="159188"/>
                    <a:pt x="55237" y="147712"/>
                    <a:pt x="55237" y="139612"/>
                  </a:cubicBezTo>
                  <a:lnTo>
                    <a:pt x="55237" y="91237"/>
                  </a:lnTo>
                  <a:cubicBezTo>
                    <a:pt x="55237" y="71437"/>
                    <a:pt x="71437" y="55237"/>
                    <a:pt x="91237" y="55237"/>
                  </a:cubicBezTo>
                  <a:lnTo>
                    <a:pt x="139612" y="55237"/>
                  </a:lnTo>
                  <a:cubicBezTo>
                    <a:pt x="147712" y="55237"/>
                    <a:pt x="159187" y="50513"/>
                    <a:pt x="165037" y="44663"/>
                  </a:cubicBezTo>
                  <a:lnTo>
                    <a:pt x="199237" y="10463"/>
                  </a:lnTo>
                  <a:cubicBezTo>
                    <a:pt x="213187" y="-3488"/>
                    <a:pt x="236137" y="-3488"/>
                    <a:pt x="250087" y="10463"/>
                  </a:cubicBezTo>
                  <a:lnTo>
                    <a:pt x="284287" y="44663"/>
                  </a:lnTo>
                  <a:cubicBezTo>
                    <a:pt x="290137" y="50513"/>
                    <a:pt x="301612" y="55237"/>
                    <a:pt x="309712" y="55237"/>
                  </a:cubicBezTo>
                  <a:lnTo>
                    <a:pt x="358087" y="55237"/>
                  </a:lnTo>
                  <a:cubicBezTo>
                    <a:pt x="377887" y="55237"/>
                    <a:pt x="394087" y="71437"/>
                    <a:pt x="394087" y="91237"/>
                  </a:cubicBezTo>
                  <a:lnTo>
                    <a:pt x="394087" y="139612"/>
                  </a:lnTo>
                  <a:cubicBezTo>
                    <a:pt x="394087" y="147712"/>
                    <a:pt x="398812" y="159188"/>
                    <a:pt x="404662" y="165037"/>
                  </a:cubicBezTo>
                  <a:lnTo>
                    <a:pt x="438862" y="199238"/>
                  </a:lnTo>
                  <a:cubicBezTo>
                    <a:pt x="452812" y="213188"/>
                    <a:pt x="452812" y="236138"/>
                    <a:pt x="438862" y="250088"/>
                  </a:cubicBezTo>
                  <a:lnTo>
                    <a:pt x="404662" y="284288"/>
                  </a:lnTo>
                  <a:cubicBezTo>
                    <a:pt x="398812" y="290138"/>
                    <a:pt x="394087" y="301613"/>
                    <a:pt x="394087" y="309713"/>
                  </a:cubicBezTo>
                  <a:lnTo>
                    <a:pt x="394087" y="358085"/>
                  </a:lnTo>
                  <a:cubicBezTo>
                    <a:pt x="394087" y="377885"/>
                    <a:pt x="377887" y="394088"/>
                    <a:pt x="358087" y="394088"/>
                  </a:cubicBezTo>
                  <a:lnTo>
                    <a:pt x="309712" y="394088"/>
                  </a:lnTo>
                  <a:cubicBezTo>
                    <a:pt x="301612" y="394088"/>
                    <a:pt x="290137" y="398813"/>
                    <a:pt x="284287" y="404663"/>
                  </a:cubicBezTo>
                  <a:lnTo>
                    <a:pt x="250087" y="438863"/>
                  </a:lnTo>
                  <a:cubicBezTo>
                    <a:pt x="236137" y="452813"/>
                    <a:pt x="213187" y="452813"/>
                    <a:pt x="199237" y="438863"/>
                  </a:cubicBezTo>
                  <a:lnTo>
                    <a:pt x="165037" y="404663"/>
                  </a:lnTo>
                  <a:cubicBezTo>
                    <a:pt x="159187" y="398813"/>
                    <a:pt x="147712" y="394088"/>
                    <a:pt x="139612" y="394088"/>
                  </a:cubicBezTo>
                  <a:lnTo>
                    <a:pt x="91237" y="394088"/>
                  </a:lnTo>
                  <a:cubicBezTo>
                    <a:pt x="71437" y="394088"/>
                    <a:pt x="55237" y="377885"/>
                    <a:pt x="55237" y="358085"/>
                  </a:cubicBezTo>
                  <a:lnTo>
                    <a:pt x="55237" y="309713"/>
                  </a:lnTo>
                  <a:cubicBezTo>
                    <a:pt x="55237" y="301388"/>
                    <a:pt x="50512" y="289913"/>
                    <a:pt x="44662" y="284288"/>
                  </a:cubicBezTo>
                  <a:close/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A7AD83F-D0F2-C831-9F6E-B079F8582BF7}"/>
                </a:ext>
              </a:extLst>
            </p:cNvPr>
            <p:cNvSpPr/>
            <p:nvPr/>
          </p:nvSpPr>
          <p:spPr>
            <a:xfrm>
              <a:off x="7684489" y="4070603"/>
              <a:ext cx="135000" cy="135000"/>
            </a:xfrm>
            <a:custGeom>
              <a:avLst/>
              <a:gdLst>
                <a:gd name="connsiteX0" fmla="*/ 0 w 135000"/>
                <a:gd name="connsiteY0" fmla="*/ 135000 h 135000"/>
                <a:gd name="connsiteX1" fmla="*/ 135000 w 135000"/>
                <a:gd name="connsiteY1" fmla="*/ 0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5000" h="135000">
                  <a:moveTo>
                    <a:pt x="0" y="135000"/>
                  </a:moveTo>
                  <a:lnTo>
                    <a:pt x="1350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385021C-F764-2B38-0DD5-5F9FB17F68F6}"/>
                </a:ext>
              </a:extLst>
            </p:cNvPr>
            <p:cNvSpPr/>
            <p:nvPr/>
          </p:nvSpPr>
          <p:spPr>
            <a:xfrm>
              <a:off x="7808115" y="4194353"/>
              <a:ext cx="202" cy="22500"/>
            </a:xfrm>
            <a:custGeom>
              <a:avLst/>
              <a:gdLst>
                <a:gd name="connsiteX0" fmla="*/ 0 w 202"/>
                <a:gd name="connsiteY0" fmla="*/ 0 h 22500"/>
                <a:gd name="connsiteX1" fmla="*/ 202 w 202"/>
                <a:gd name="connsiteY1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" h="22500">
                  <a:moveTo>
                    <a:pt x="0" y="0"/>
                  </a:moveTo>
                  <a:lnTo>
                    <a:pt x="202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641FF38-83AF-6046-70C2-607F154E1634}"/>
                </a:ext>
              </a:extLst>
            </p:cNvPr>
            <p:cNvSpPr/>
            <p:nvPr/>
          </p:nvSpPr>
          <p:spPr>
            <a:xfrm>
              <a:off x="7695615" y="4081853"/>
              <a:ext cx="202" cy="22500"/>
            </a:xfrm>
            <a:custGeom>
              <a:avLst/>
              <a:gdLst>
                <a:gd name="connsiteX0" fmla="*/ 0 w 202"/>
                <a:gd name="connsiteY0" fmla="*/ 0 h 22500"/>
                <a:gd name="connsiteX1" fmla="*/ 202 w 202"/>
                <a:gd name="connsiteY1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" h="22500">
                  <a:moveTo>
                    <a:pt x="0" y="0"/>
                  </a:moveTo>
                  <a:lnTo>
                    <a:pt x="202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2AEC624-2BD3-E011-EFB5-3CB040DC2C67}"/>
              </a:ext>
            </a:extLst>
          </p:cNvPr>
          <p:cNvGrpSpPr>
            <a:grpSpLocks noChangeAspect="1"/>
          </p:cNvGrpSpPr>
          <p:nvPr/>
        </p:nvGrpSpPr>
        <p:grpSpPr>
          <a:xfrm>
            <a:off x="5095921" y="3749791"/>
            <a:ext cx="301394" cy="301394"/>
            <a:chOff x="5268894" y="4791308"/>
            <a:chExt cx="450000" cy="450000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9DFA648-985B-2C57-762B-0E2A3E6630AB}"/>
                </a:ext>
              </a:extLst>
            </p:cNvPr>
            <p:cNvSpPr/>
            <p:nvPr/>
          </p:nvSpPr>
          <p:spPr>
            <a:xfrm>
              <a:off x="5325144" y="4847558"/>
              <a:ext cx="337500" cy="337500"/>
            </a:xfrm>
            <a:custGeom>
              <a:avLst/>
              <a:gdLst>
                <a:gd name="connsiteX0" fmla="*/ 168750 w 337500"/>
                <a:gd name="connsiteY0" fmla="*/ 337500 h 337500"/>
                <a:gd name="connsiteX1" fmla="*/ 337500 w 337500"/>
                <a:gd name="connsiteY1" fmla="*/ 168750 h 337500"/>
                <a:gd name="connsiteX2" fmla="*/ 168750 w 337500"/>
                <a:gd name="connsiteY2" fmla="*/ 0 h 337500"/>
                <a:gd name="connsiteX3" fmla="*/ 0 w 337500"/>
                <a:gd name="connsiteY3" fmla="*/ 168750 h 337500"/>
                <a:gd name="connsiteX4" fmla="*/ 168750 w 337500"/>
                <a:gd name="connsiteY4" fmla="*/ 337500 h 33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500" h="337500">
                  <a:moveTo>
                    <a:pt x="168750" y="337500"/>
                  </a:moveTo>
                  <a:cubicBezTo>
                    <a:pt x="261947" y="337500"/>
                    <a:pt x="337500" y="261947"/>
                    <a:pt x="337500" y="168750"/>
                  </a:cubicBezTo>
                  <a:cubicBezTo>
                    <a:pt x="337500" y="75552"/>
                    <a:pt x="261947" y="0"/>
                    <a:pt x="168750" y="0"/>
                  </a:cubicBezTo>
                  <a:cubicBezTo>
                    <a:pt x="75552" y="0"/>
                    <a:pt x="0" y="75552"/>
                    <a:pt x="0" y="168750"/>
                  </a:cubicBezTo>
                  <a:cubicBezTo>
                    <a:pt x="0" y="261947"/>
                    <a:pt x="75552" y="337500"/>
                    <a:pt x="168750" y="337500"/>
                  </a:cubicBezTo>
                  <a:close/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59A75D8-11EB-EE69-155B-4D7BB206EDCE}"/>
                </a:ext>
              </a:extLst>
            </p:cNvPr>
            <p:cNvSpPr/>
            <p:nvPr/>
          </p:nvSpPr>
          <p:spPr>
            <a:xfrm>
              <a:off x="5426394" y="4948808"/>
              <a:ext cx="135000" cy="135000"/>
            </a:xfrm>
            <a:custGeom>
              <a:avLst/>
              <a:gdLst>
                <a:gd name="connsiteX0" fmla="*/ 67500 w 135000"/>
                <a:gd name="connsiteY0" fmla="*/ 135000 h 135000"/>
                <a:gd name="connsiteX1" fmla="*/ 135000 w 135000"/>
                <a:gd name="connsiteY1" fmla="*/ 67500 h 135000"/>
                <a:gd name="connsiteX2" fmla="*/ 67500 w 135000"/>
                <a:gd name="connsiteY2" fmla="*/ 0 h 135000"/>
                <a:gd name="connsiteX3" fmla="*/ 0 w 135000"/>
                <a:gd name="connsiteY3" fmla="*/ 67500 h 135000"/>
                <a:gd name="connsiteX4" fmla="*/ 67500 w 135000"/>
                <a:gd name="connsiteY4" fmla="*/ 135000 h 1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000" h="135000">
                  <a:moveTo>
                    <a:pt x="67500" y="135000"/>
                  </a:moveTo>
                  <a:cubicBezTo>
                    <a:pt x="104780" y="135000"/>
                    <a:pt x="135000" y="104780"/>
                    <a:pt x="135000" y="67500"/>
                  </a:cubicBezTo>
                  <a:cubicBezTo>
                    <a:pt x="135000" y="30220"/>
                    <a:pt x="104780" y="0"/>
                    <a:pt x="67500" y="0"/>
                  </a:cubicBezTo>
                  <a:cubicBezTo>
                    <a:pt x="30220" y="0"/>
                    <a:pt x="0" y="30220"/>
                    <a:pt x="0" y="67500"/>
                  </a:cubicBezTo>
                  <a:cubicBezTo>
                    <a:pt x="0" y="104780"/>
                    <a:pt x="30220" y="135000"/>
                    <a:pt x="67500" y="135000"/>
                  </a:cubicBezTo>
                  <a:close/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3CF871F-B930-5DDB-950D-D8EF97992518}"/>
                </a:ext>
              </a:extLst>
            </p:cNvPr>
            <p:cNvSpPr/>
            <p:nvPr/>
          </p:nvSpPr>
          <p:spPr>
            <a:xfrm>
              <a:off x="5493894" y="4791308"/>
              <a:ext cx="22500" cy="45000"/>
            </a:xfrm>
            <a:custGeom>
              <a:avLst/>
              <a:gdLst>
                <a:gd name="connsiteX0" fmla="*/ 0 w 22500"/>
                <a:gd name="connsiteY0" fmla="*/ 45000 h 45000"/>
                <a:gd name="connsiteX1" fmla="*/ 0 w 22500"/>
                <a:gd name="connsiteY1" fmla="*/ 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45000">
                  <a:moveTo>
                    <a:pt x="0" y="4500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871A7C-EA40-1F20-9BF1-DDCE4193DF8A}"/>
                </a:ext>
              </a:extLst>
            </p:cNvPr>
            <p:cNvSpPr/>
            <p:nvPr/>
          </p:nvSpPr>
          <p:spPr>
            <a:xfrm>
              <a:off x="5268894" y="5016308"/>
              <a:ext cx="45000" cy="22500"/>
            </a:xfrm>
            <a:custGeom>
              <a:avLst/>
              <a:gdLst>
                <a:gd name="connsiteX0" fmla="*/ 45000 w 45000"/>
                <a:gd name="connsiteY0" fmla="*/ 0 h 22500"/>
                <a:gd name="connsiteX1" fmla="*/ 0 w 45000"/>
                <a:gd name="connsiteY1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2500">
                  <a:moveTo>
                    <a:pt x="45000" y="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F2370D7-6912-58FC-A387-84AD1B54344A}"/>
                </a:ext>
              </a:extLst>
            </p:cNvPr>
            <p:cNvSpPr/>
            <p:nvPr/>
          </p:nvSpPr>
          <p:spPr>
            <a:xfrm>
              <a:off x="5493894" y="5196308"/>
              <a:ext cx="22500" cy="45000"/>
            </a:xfrm>
            <a:custGeom>
              <a:avLst/>
              <a:gdLst>
                <a:gd name="connsiteX0" fmla="*/ 0 w 22500"/>
                <a:gd name="connsiteY0" fmla="*/ 0 h 45000"/>
                <a:gd name="connsiteX1" fmla="*/ 0 w 22500"/>
                <a:gd name="connsiteY1" fmla="*/ 450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45000">
                  <a:moveTo>
                    <a:pt x="0" y="0"/>
                  </a:moveTo>
                  <a:lnTo>
                    <a:pt x="0" y="4500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288F41D-B602-B13A-981A-ED225C661D90}"/>
                </a:ext>
              </a:extLst>
            </p:cNvPr>
            <p:cNvSpPr/>
            <p:nvPr/>
          </p:nvSpPr>
          <p:spPr>
            <a:xfrm>
              <a:off x="5673894" y="5016308"/>
              <a:ext cx="45000" cy="22500"/>
            </a:xfrm>
            <a:custGeom>
              <a:avLst/>
              <a:gdLst>
                <a:gd name="connsiteX0" fmla="*/ 0 w 45000"/>
                <a:gd name="connsiteY0" fmla="*/ 0 h 22500"/>
                <a:gd name="connsiteX1" fmla="*/ 45000 w 45000"/>
                <a:gd name="connsiteY1" fmla="*/ 0 h 2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2500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sp>
        <p:nvSpPr>
          <p:cNvPr id="77" name="Graphic 582">
            <a:extLst>
              <a:ext uri="{FF2B5EF4-FFF2-40B4-BE49-F238E27FC236}">
                <a16:creationId xmlns:a16="http://schemas.microsoft.com/office/drawing/2014/main" id="{99E8ECC3-CED8-766C-03F1-6EFACF4A55E5}"/>
              </a:ext>
            </a:extLst>
          </p:cNvPr>
          <p:cNvSpPr>
            <a:spLocks noChangeAspect="1"/>
          </p:cNvSpPr>
          <p:nvPr/>
        </p:nvSpPr>
        <p:spPr>
          <a:xfrm>
            <a:off x="6835727" y="3749791"/>
            <a:ext cx="219306" cy="301394"/>
          </a:xfrm>
          <a:custGeom>
            <a:avLst/>
            <a:gdLst>
              <a:gd name="connsiteX0" fmla="*/ 30166 w 320825"/>
              <a:gd name="connsiteY0" fmla="*/ 248676 h 440918"/>
              <a:gd name="connsiteX1" fmla="*/ 98282 w 320825"/>
              <a:gd name="connsiteY1" fmla="*/ 248676 h 440918"/>
              <a:gd name="connsiteX2" fmla="*/ 98282 w 320825"/>
              <a:gd name="connsiteY2" fmla="*/ 407393 h 440918"/>
              <a:gd name="connsiteX3" fmla="*/ 142811 w 320825"/>
              <a:gd name="connsiteY3" fmla="*/ 424146 h 440918"/>
              <a:gd name="connsiteX4" fmla="*/ 309684 w 320825"/>
              <a:gd name="connsiteY4" fmla="*/ 234567 h 440918"/>
              <a:gd name="connsiteX5" fmla="*/ 290506 w 320825"/>
              <a:gd name="connsiteY5" fmla="*/ 192243 h 440918"/>
              <a:gd name="connsiteX6" fmla="*/ 222390 w 320825"/>
              <a:gd name="connsiteY6" fmla="*/ 192243 h 440918"/>
              <a:gd name="connsiteX7" fmla="*/ 222390 w 320825"/>
              <a:gd name="connsiteY7" fmla="*/ 33526 h 440918"/>
              <a:gd name="connsiteX8" fmla="*/ 177861 w 320825"/>
              <a:gd name="connsiteY8" fmla="*/ 16773 h 440918"/>
              <a:gd name="connsiteX9" fmla="*/ 10987 w 320825"/>
              <a:gd name="connsiteY9" fmla="*/ 206351 h 440918"/>
              <a:gd name="connsiteX10" fmla="*/ 30166 w 320825"/>
              <a:gd name="connsiteY10" fmla="*/ 248676 h 4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0825" h="440918">
                <a:moveTo>
                  <a:pt x="30166" y="248676"/>
                </a:moveTo>
                <a:lnTo>
                  <a:pt x="98282" y="248676"/>
                </a:lnTo>
                <a:lnTo>
                  <a:pt x="98282" y="407393"/>
                </a:lnTo>
                <a:cubicBezTo>
                  <a:pt x="98282" y="444427"/>
                  <a:pt x="118342" y="451922"/>
                  <a:pt x="142811" y="424146"/>
                </a:cubicBezTo>
                <a:lnTo>
                  <a:pt x="309684" y="234567"/>
                </a:lnTo>
                <a:cubicBezTo>
                  <a:pt x="330185" y="211421"/>
                  <a:pt x="321588" y="192243"/>
                  <a:pt x="290506" y="192243"/>
                </a:cubicBezTo>
                <a:lnTo>
                  <a:pt x="222390" y="192243"/>
                </a:lnTo>
                <a:lnTo>
                  <a:pt x="222390" y="33526"/>
                </a:lnTo>
                <a:cubicBezTo>
                  <a:pt x="222390" y="-3508"/>
                  <a:pt x="202330" y="-11003"/>
                  <a:pt x="177861" y="16773"/>
                </a:cubicBezTo>
                <a:lnTo>
                  <a:pt x="10987" y="206351"/>
                </a:lnTo>
                <a:cubicBezTo>
                  <a:pt x="-9293" y="229718"/>
                  <a:pt x="-696" y="248676"/>
                  <a:pt x="30166" y="248676"/>
                </a:cubicBezTo>
                <a:close/>
              </a:path>
            </a:pathLst>
          </a:custGeom>
          <a:noFill/>
          <a:ln w="1905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0DC97D5-B754-AC64-FBDE-4967373182B2}"/>
              </a:ext>
            </a:extLst>
          </p:cNvPr>
          <p:cNvGrpSpPr/>
          <p:nvPr/>
        </p:nvGrpSpPr>
        <p:grpSpPr>
          <a:xfrm>
            <a:off x="8496269" y="3749792"/>
            <a:ext cx="295746" cy="301394"/>
            <a:chOff x="1975855" y="3044902"/>
            <a:chExt cx="423906" cy="440742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0E09245-AAA7-6A77-D04A-F551956842D2}"/>
                </a:ext>
              </a:extLst>
            </p:cNvPr>
            <p:cNvSpPr/>
            <p:nvPr/>
          </p:nvSpPr>
          <p:spPr>
            <a:xfrm>
              <a:off x="1993050" y="3164847"/>
              <a:ext cx="387974" cy="112644"/>
            </a:xfrm>
            <a:custGeom>
              <a:avLst/>
              <a:gdLst>
                <a:gd name="connsiteX0" fmla="*/ 0 w 387974"/>
                <a:gd name="connsiteY0" fmla="*/ 0 h 112644"/>
                <a:gd name="connsiteX1" fmla="*/ 194648 w 387974"/>
                <a:gd name="connsiteY1" fmla="*/ 112644 h 112644"/>
                <a:gd name="connsiteX2" fmla="*/ 387974 w 387974"/>
                <a:gd name="connsiteY2" fmla="*/ 661 h 112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74" h="112644">
                  <a:moveTo>
                    <a:pt x="0" y="0"/>
                  </a:moveTo>
                  <a:lnTo>
                    <a:pt x="194648" y="112644"/>
                  </a:lnTo>
                  <a:lnTo>
                    <a:pt x="387974" y="661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2BE194A-2EF4-20B1-5B76-7D531305D7CF}"/>
                </a:ext>
              </a:extLst>
            </p:cNvPr>
            <p:cNvSpPr/>
            <p:nvPr/>
          </p:nvSpPr>
          <p:spPr>
            <a:xfrm>
              <a:off x="2187698" y="3277273"/>
              <a:ext cx="22044" cy="199939"/>
            </a:xfrm>
            <a:custGeom>
              <a:avLst/>
              <a:gdLst>
                <a:gd name="connsiteX0" fmla="*/ 0 w 22044"/>
                <a:gd name="connsiteY0" fmla="*/ 199939 h 199939"/>
                <a:gd name="connsiteX1" fmla="*/ 0 w 22044"/>
                <a:gd name="connsiteY1" fmla="*/ 0 h 19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044" h="199939">
                  <a:moveTo>
                    <a:pt x="0" y="199939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3C9CE5E-3F82-8EFB-1AD8-347D69C6CB1B}"/>
                </a:ext>
              </a:extLst>
            </p:cNvPr>
            <p:cNvSpPr/>
            <p:nvPr/>
          </p:nvSpPr>
          <p:spPr>
            <a:xfrm>
              <a:off x="1975855" y="3044902"/>
              <a:ext cx="423906" cy="440742"/>
            </a:xfrm>
            <a:custGeom>
              <a:avLst/>
              <a:gdLst>
                <a:gd name="connsiteX0" fmla="*/ 166212 w 423906"/>
                <a:gd name="connsiteY0" fmla="*/ 10609 h 440742"/>
                <a:gd name="connsiteX1" fmla="*/ 48497 w 423906"/>
                <a:gd name="connsiteY1" fmla="*/ 75859 h 440742"/>
                <a:gd name="connsiteX2" fmla="*/ 0 w 423906"/>
                <a:gd name="connsiteY2" fmla="*/ 158084 h 440742"/>
                <a:gd name="connsiteX3" fmla="*/ 0 w 423906"/>
                <a:gd name="connsiteY3" fmla="*/ 282631 h 440742"/>
                <a:gd name="connsiteX4" fmla="*/ 48497 w 423906"/>
                <a:gd name="connsiteY4" fmla="*/ 364856 h 440742"/>
                <a:gd name="connsiteX5" fmla="*/ 166212 w 423906"/>
                <a:gd name="connsiteY5" fmla="*/ 430327 h 440742"/>
                <a:gd name="connsiteX6" fmla="*/ 257695 w 423906"/>
                <a:gd name="connsiteY6" fmla="*/ 430327 h 440742"/>
                <a:gd name="connsiteX7" fmla="*/ 375410 w 423906"/>
                <a:gd name="connsiteY7" fmla="*/ 364856 h 440742"/>
                <a:gd name="connsiteX8" fmla="*/ 423907 w 423906"/>
                <a:gd name="connsiteY8" fmla="*/ 282631 h 440742"/>
                <a:gd name="connsiteX9" fmla="*/ 423907 w 423906"/>
                <a:gd name="connsiteY9" fmla="*/ 158084 h 440742"/>
                <a:gd name="connsiteX10" fmla="*/ 375410 w 423906"/>
                <a:gd name="connsiteY10" fmla="*/ 75859 h 440742"/>
                <a:gd name="connsiteX11" fmla="*/ 257695 w 423906"/>
                <a:gd name="connsiteY11" fmla="*/ 10388 h 440742"/>
                <a:gd name="connsiteX12" fmla="*/ 166212 w 423906"/>
                <a:gd name="connsiteY12" fmla="*/ 10609 h 44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3906" h="440742">
                  <a:moveTo>
                    <a:pt x="166212" y="10609"/>
                  </a:moveTo>
                  <a:lnTo>
                    <a:pt x="48497" y="75859"/>
                  </a:lnTo>
                  <a:cubicBezTo>
                    <a:pt x="21824" y="90629"/>
                    <a:pt x="0" y="127663"/>
                    <a:pt x="0" y="158084"/>
                  </a:cubicBezTo>
                  <a:lnTo>
                    <a:pt x="0" y="282631"/>
                  </a:lnTo>
                  <a:cubicBezTo>
                    <a:pt x="0" y="313052"/>
                    <a:pt x="21824" y="350086"/>
                    <a:pt x="48497" y="364856"/>
                  </a:cubicBezTo>
                  <a:lnTo>
                    <a:pt x="166212" y="430327"/>
                  </a:lnTo>
                  <a:cubicBezTo>
                    <a:pt x="191342" y="444214"/>
                    <a:pt x="232564" y="444214"/>
                    <a:pt x="257695" y="430327"/>
                  </a:cubicBezTo>
                  <a:lnTo>
                    <a:pt x="375410" y="364856"/>
                  </a:lnTo>
                  <a:cubicBezTo>
                    <a:pt x="402083" y="350086"/>
                    <a:pt x="423907" y="313052"/>
                    <a:pt x="423907" y="282631"/>
                  </a:cubicBezTo>
                  <a:lnTo>
                    <a:pt x="423907" y="158084"/>
                  </a:lnTo>
                  <a:cubicBezTo>
                    <a:pt x="423907" y="127663"/>
                    <a:pt x="402083" y="90629"/>
                    <a:pt x="375410" y="75859"/>
                  </a:cubicBezTo>
                  <a:lnTo>
                    <a:pt x="257695" y="10388"/>
                  </a:lnTo>
                  <a:cubicBezTo>
                    <a:pt x="232344" y="-3499"/>
                    <a:pt x="191342" y="-3499"/>
                    <a:pt x="166212" y="10609"/>
                  </a:cubicBezTo>
                  <a:close/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B474096-1D73-7BC9-0104-77D52A9D8015}"/>
              </a:ext>
            </a:extLst>
          </p:cNvPr>
          <p:cNvGrpSpPr>
            <a:grpSpLocks noChangeAspect="1"/>
          </p:cNvGrpSpPr>
          <p:nvPr/>
        </p:nvGrpSpPr>
        <p:grpSpPr>
          <a:xfrm>
            <a:off x="10192208" y="3749791"/>
            <a:ext cx="301394" cy="301394"/>
            <a:chOff x="1967258" y="3028448"/>
            <a:chExt cx="446418" cy="446418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0B24545-40D9-673E-07E0-4FEEB6CB108F}"/>
                </a:ext>
              </a:extLst>
            </p:cNvPr>
            <p:cNvSpPr/>
            <p:nvPr/>
          </p:nvSpPr>
          <p:spPr>
            <a:xfrm>
              <a:off x="1967258" y="3033986"/>
              <a:ext cx="440880" cy="440880"/>
            </a:xfrm>
            <a:custGeom>
              <a:avLst/>
              <a:gdLst>
                <a:gd name="connsiteX0" fmla="*/ 198396 w 440880"/>
                <a:gd name="connsiteY0" fmla="*/ 0 h 440880"/>
                <a:gd name="connsiteX1" fmla="*/ 154308 w 440880"/>
                <a:gd name="connsiteY1" fmla="*/ 0 h 440880"/>
                <a:gd name="connsiteX2" fmla="*/ 0 w 440880"/>
                <a:gd name="connsiteY2" fmla="*/ 154308 h 440880"/>
                <a:gd name="connsiteX3" fmla="*/ 0 w 440880"/>
                <a:gd name="connsiteY3" fmla="*/ 286573 h 440880"/>
                <a:gd name="connsiteX4" fmla="*/ 154308 w 440880"/>
                <a:gd name="connsiteY4" fmla="*/ 440881 h 440880"/>
                <a:gd name="connsiteX5" fmla="*/ 286573 w 440880"/>
                <a:gd name="connsiteY5" fmla="*/ 440881 h 440880"/>
                <a:gd name="connsiteX6" fmla="*/ 440881 w 440880"/>
                <a:gd name="connsiteY6" fmla="*/ 286573 h 440880"/>
                <a:gd name="connsiteX7" fmla="*/ 440881 w 440880"/>
                <a:gd name="connsiteY7" fmla="*/ 242484 h 44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0880" h="440880">
                  <a:moveTo>
                    <a:pt x="198396" y="0"/>
                  </a:moveTo>
                  <a:lnTo>
                    <a:pt x="154308" y="0"/>
                  </a:lnTo>
                  <a:cubicBezTo>
                    <a:pt x="44088" y="0"/>
                    <a:pt x="0" y="44088"/>
                    <a:pt x="0" y="154308"/>
                  </a:cubicBezTo>
                  <a:lnTo>
                    <a:pt x="0" y="286573"/>
                  </a:lnTo>
                  <a:cubicBezTo>
                    <a:pt x="0" y="396793"/>
                    <a:pt x="44088" y="440881"/>
                    <a:pt x="154308" y="440881"/>
                  </a:cubicBezTo>
                  <a:lnTo>
                    <a:pt x="286573" y="440881"/>
                  </a:lnTo>
                  <a:cubicBezTo>
                    <a:pt x="396793" y="440881"/>
                    <a:pt x="440881" y="396793"/>
                    <a:pt x="440881" y="286573"/>
                  </a:cubicBezTo>
                  <a:lnTo>
                    <a:pt x="440881" y="242484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AE9547E-F057-4D8D-F6DF-0BA93600195B}"/>
                </a:ext>
              </a:extLst>
            </p:cNvPr>
            <p:cNvSpPr/>
            <p:nvPr/>
          </p:nvSpPr>
          <p:spPr>
            <a:xfrm>
              <a:off x="2078557" y="3028448"/>
              <a:ext cx="335119" cy="335071"/>
            </a:xfrm>
            <a:custGeom>
              <a:avLst/>
              <a:gdLst>
                <a:gd name="connsiteX0" fmla="*/ 198199 w 335119"/>
                <a:gd name="connsiteY0" fmla="*/ 28023 h 335071"/>
                <a:gd name="connsiteX1" fmla="*/ 24492 w 335119"/>
                <a:gd name="connsiteY1" fmla="*/ 201730 h 335071"/>
                <a:gd name="connsiteX2" fmla="*/ 9943 w 335119"/>
                <a:gd name="connsiteY2" fmla="*/ 230828 h 335071"/>
                <a:gd name="connsiteX3" fmla="*/ 464 w 335119"/>
                <a:gd name="connsiteY3" fmla="*/ 297181 h 335071"/>
                <a:gd name="connsiteX4" fmla="*/ 37939 w 335119"/>
                <a:gd name="connsiteY4" fmla="*/ 334655 h 335071"/>
                <a:gd name="connsiteX5" fmla="*/ 104291 w 335119"/>
                <a:gd name="connsiteY5" fmla="*/ 325177 h 335071"/>
                <a:gd name="connsiteX6" fmla="*/ 133390 w 335119"/>
                <a:gd name="connsiteY6" fmla="*/ 310627 h 335071"/>
                <a:gd name="connsiteX7" fmla="*/ 307097 w 335119"/>
                <a:gd name="connsiteY7" fmla="*/ 136921 h 335071"/>
                <a:gd name="connsiteX8" fmla="*/ 307097 w 335119"/>
                <a:gd name="connsiteY8" fmla="*/ 28023 h 335071"/>
                <a:gd name="connsiteX9" fmla="*/ 198199 w 335119"/>
                <a:gd name="connsiteY9" fmla="*/ 28023 h 335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5119" h="335071">
                  <a:moveTo>
                    <a:pt x="198199" y="28023"/>
                  </a:moveTo>
                  <a:lnTo>
                    <a:pt x="24492" y="201730"/>
                  </a:lnTo>
                  <a:cubicBezTo>
                    <a:pt x="17879" y="208343"/>
                    <a:pt x="11266" y="221349"/>
                    <a:pt x="9943" y="230828"/>
                  </a:cubicBezTo>
                  <a:lnTo>
                    <a:pt x="464" y="297181"/>
                  </a:lnTo>
                  <a:cubicBezTo>
                    <a:pt x="-3063" y="321209"/>
                    <a:pt x="13911" y="337962"/>
                    <a:pt x="37939" y="334655"/>
                  </a:cubicBezTo>
                  <a:lnTo>
                    <a:pt x="104291" y="325177"/>
                  </a:lnTo>
                  <a:cubicBezTo>
                    <a:pt x="113550" y="323854"/>
                    <a:pt x="126556" y="317241"/>
                    <a:pt x="133390" y="310627"/>
                  </a:cubicBezTo>
                  <a:lnTo>
                    <a:pt x="307097" y="136921"/>
                  </a:lnTo>
                  <a:cubicBezTo>
                    <a:pt x="337077" y="106941"/>
                    <a:pt x="351185" y="72111"/>
                    <a:pt x="307097" y="28023"/>
                  </a:cubicBezTo>
                  <a:cubicBezTo>
                    <a:pt x="263009" y="-16065"/>
                    <a:pt x="228179" y="-1957"/>
                    <a:pt x="198199" y="28023"/>
                  </a:cubicBezTo>
                  <a:close/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8098CFB-2E81-FEA3-775F-ECBB4B90FAE3}"/>
                </a:ext>
              </a:extLst>
            </p:cNvPr>
            <p:cNvSpPr/>
            <p:nvPr/>
          </p:nvSpPr>
          <p:spPr>
            <a:xfrm>
              <a:off x="2251846" y="3081378"/>
              <a:ext cx="108897" cy="108897"/>
            </a:xfrm>
            <a:custGeom>
              <a:avLst/>
              <a:gdLst>
                <a:gd name="connsiteX0" fmla="*/ 0 w 108897"/>
                <a:gd name="connsiteY0" fmla="*/ 0 h 108897"/>
                <a:gd name="connsiteX1" fmla="*/ 108898 w 108897"/>
                <a:gd name="connsiteY1" fmla="*/ 108898 h 108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897" h="108897">
                  <a:moveTo>
                    <a:pt x="0" y="0"/>
                  </a:moveTo>
                  <a:cubicBezTo>
                    <a:pt x="14770" y="52685"/>
                    <a:pt x="55992" y="93908"/>
                    <a:pt x="108898" y="108898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2116204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33B72-E7A8-DDA0-2925-A8DB96CB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1777B63C-1A5A-D79E-70C9-C7B22A356D9C}"/>
              </a:ext>
            </a:extLst>
          </p:cNvPr>
          <p:cNvSpPr/>
          <p:nvPr/>
        </p:nvSpPr>
        <p:spPr>
          <a:xfrm>
            <a:off x="4508500" y="1175996"/>
            <a:ext cx="848360" cy="664160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DACFA648-C791-7F86-340A-8C7B147364B8}"/>
              </a:ext>
            </a:extLst>
          </p:cNvPr>
          <p:cNvSpPr/>
          <p:nvPr/>
        </p:nvSpPr>
        <p:spPr>
          <a:xfrm>
            <a:off x="8408017" y="1175997"/>
            <a:ext cx="848360" cy="664160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5F94FAFC-5384-9C94-FD68-D8D56BAFAC6C}"/>
              </a:ext>
            </a:extLst>
          </p:cNvPr>
          <p:cNvSpPr/>
          <p:nvPr/>
        </p:nvSpPr>
        <p:spPr>
          <a:xfrm>
            <a:off x="4508500" y="3779498"/>
            <a:ext cx="848360" cy="664160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1D5CC920-E920-7EF3-D9EF-6775746C1624}"/>
              </a:ext>
            </a:extLst>
          </p:cNvPr>
          <p:cNvSpPr/>
          <p:nvPr/>
        </p:nvSpPr>
        <p:spPr>
          <a:xfrm>
            <a:off x="8408017" y="3779498"/>
            <a:ext cx="848360" cy="664160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12DCD031-729B-56ED-CC38-014593D7E996}"/>
              </a:ext>
            </a:extLst>
          </p:cNvPr>
          <p:cNvSpPr/>
          <p:nvPr/>
        </p:nvSpPr>
        <p:spPr>
          <a:xfrm>
            <a:off x="608983" y="3779498"/>
            <a:ext cx="848360" cy="664160"/>
          </a:xfrm>
          <a:prstGeom prst="round2Same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614B2-1402-20C2-0E2F-ABDD3445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9</a:t>
            </a:fld>
            <a:endParaRPr lang="en-ID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72580FBA-9149-38F1-72DF-64F9A9EA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25" y="6448426"/>
            <a:ext cx="4114800" cy="180974"/>
          </a:xfrm>
        </p:spPr>
        <p:txBody>
          <a:bodyPr/>
          <a:lstStyle/>
          <a:p>
            <a:r>
              <a:rPr lang="mn-MN" b="1" dirty="0">
                <a:solidFill>
                  <a:schemeClr val="tx2"/>
                </a:solidFill>
                <a:latin typeface="+mj-lt"/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  <a:latin typeface="+mj-lt"/>
              </a:rPr>
              <a:t>загвар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C52DD67F-541C-A5D9-8742-21C40CE44BBA}"/>
              </a:ext>
            </a:extLst>
          </p:cNvPr>
          <p:cNvSpPr/>
          <p:nvPr/>
        </p:nvSpPr>
        <p:spPr>
          <a:xfrm flipV="1">
            <a:off x="0" y="-1"/>
            <a:ext cx="3913541" cy="3465513"/>
          </a:xfrm>
          <a:prstGeom prst="round1Rect">
            <a:avLst>
              <a:gd name="adj" fmla="val 7408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09DB5F-5AEB-0EB2-DFB4-E1D729D9BC8F}"/>
              </a:ext>
            </a:extLst>
          </p:cNvPr>
          <p:cNvSpPr/>
          <p:nvPr/>
        </p:nvSpPr>
        <p:spPr>
          <a:xfrm>
            <a:off x="4378942" y="1320800"/>
            <a:ext cx="3434116" cy="2144713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CA849B-7C77-D5F3-F396-AA373FAC3B5B}"/>
              </a:ext>
            </a:extLst>
          </p:cNvPr>
          <p:cNvSpPr/>
          <p:nvPr/>
        </p:nvSpPr>
        <p:spPr>
          <a:xfrm>
            <a:off x="8278459" y="1320800"/>
            <a:ext cx="3434116" cy="2144713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F169BE-E12B-D8CA-6F17-5DD49D2E9D68}"/>
              </a:ext>
            </a:extLst>
          </p:cNvPr>
          <p:cNvSpPr/>
          <p:nvPr/>
        </p:nvSpPr>
        <p:spPr>
          <a:xfrm>
            <a:off x="4378942" y="3924301"/>
            <a:ext cx="3434116" cy="2144713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619622-2FDB-93B4-D0DA-519F37D828BB}"/>
              </a:ext>
            </a:extLst>
          </p:cNvPr>
          <p:cNvSpPr/>
          <p:nvPr/>
        </p:nvSpPr>
        <p:spPr>
          <a:xfrm>
            <a:off x="8278459" y="3924301"/>
            <a:ext cx="3434116" cy="2144713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97D79D-1C12-25EF-91C4-AEEFB99E21CB}"/>
              </a:ext>
            </a:extLst>
          </p:cNvPr>
          <p:cNvSpPr/>
          <p:nvPr/>
        </p:nvSpPr>
        <p:spPr>
          <a:xfrm>
            <a:off x="479425" y="3924301"/>
            <a:ext cx="3434116" cy="2144713"/>
          </a:xfrm>
          <a:prstGeom prst="roundRect">
            <a:avLst>
              <a:gd name="adj" fmla="val 653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BD023A9-274C-0575-33E6-27D2D43EA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320800"/>
            <a:ext cx="2654300" cy="128270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mn-MN">
                <a:solidFill>
                  <a:schemeClr val="bg1"/>
                </a:solidFill>
                <a:sym typeface="Open Sans"/>
              </a:rPr>
              <a:t>Гол </a:t>
            </a:r>
            <a:br>
              <a:rPr lang="mn-MN">
                <a:solidFill>
                  <a:schemeClr val="bg1"/>
                </a:solidFill>
                <a:sym typeface="Open Sans"/>
              </a:rPr>
            </a:br>
            <a:r>
              <a:rPr lang="mn-MN">
                <a:solidFill>
                  <a:schemeClr val="bg1"/>
                </a:solidFill>
                <a:sym typeface="Open Sans"/>
              </a:rPr>
              <a:t>зорилтууд</a:t>
            </a:r>
            <a:endParaRPr lang="en-US">
              <a:solidFill>
                <a:schemeClr val="bg1"/>
              </a:solidFill>
              <a:sym typeface="Calibri"/>
            </a:endParaRP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ABCB17AF-42BC-FFC8-4BCA-0D7492190855}"/>
              </a:ext>
            </a:extLst>
          </p:cNvPr>
          <p:cNvSpPr/>
          <p:nvPr/>
        </p:nvSpPr>
        <p:spPr>
          <a:xfrm flipV="1">
            <a:off x="4593871" y="1177924"/>
            <a:ext cx="695663" cy="664160"/>
          </a:xfrm>
          <a:prstGeom prst="round2Same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72816C7F-08AA-53E9-3E27-CB0F7F39567F}"/>
              </a:ext>
            </a:extLst>
          </p:cNvPr>
          <p:cNvSpPr/>
          <p:nvPr/>
        </p:nvSpPr>
        <p:spPr>
          <a:xfrm flipV="1">
            <a:off x="8493388" y="1177925"/>
            <a:ext cx="695663" cy="664160"/>
          </a:xfrm>
          <a:prstGeom prst="round2Same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6907B82D-D51F-D362-7A5B-148CACE5E11F}"/>
              </a:ext>
            </a:extLst>
          </p:cNvPr>
          <p:cNvSpPr/>
          <p:nvPr/>
        </p:nvSpPr>
        <p:spPr>
          <a:xfrm flipV="1">
            <a:off x="4593871" y="3781426"/>
            <a:ext cx="695663" cy="664160"/>
          </a:xfrm>
          <a:prstGeom prst="round2Same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8CCCCBF9-4FD6-F5B2-736C-3CDDD29D5697}"/>
              </a:ext>
            </a:extLst>
          </p:cNvPr>
          <p:cNvSpPr/>
          <p:nvPr/>
        </p:nvSpPr>
        <p:spPr>
          <a:xfrm flipV="1">
            <a:off x="8493388" y="3781426"/>
            <a:ext cx="695663" cy="664160"/>
          </a:xfrm>
          <a:prstGeom prst="round2Same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FDA077B7-7605-B5E3-0D1F-A95CAF60C6A0}"/>
              </a:ext>
            </a:extLst>
          </p:cNvPr>
          <p:cNvSpPr/>
          <p:nvPr/>
        </p:nvSpPr>
        <p:spPr>
          <a:xfrm flipV="1">
            <a:off x="694354" y="3781426"/>
            <a:ext cx="695663" cy="664160"/>
          </a:xfrm>
          <a:prstGeom prst="round2Same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Google Shape;716;p11">
            <a:extLst>
              <a:ext uri="{FF2B5EF4-FFF2-40B4-BE49-F238E27FC236}">
                <a16:creationId xmlns:a16="http://schemas.microsoft.com/office/drawing/2014/main" id="{D963B4FD-7481-A6BF-3C73-461D03A94464}"/>
              </a:ext>
            </a:extLst>
          </p:cNvPr>
          <p:cNvSpPr txBox="1"/>
          <p:nvPr/>
        </p:nvSpPr>
        <p:spPr>
          <a:xfrm>
            <a:off x="4621036" y="1983031"/>
            <a:ext cx="2949929" cy="3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6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Тайлбар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3" name="Google Shape;717;p11">
            <a:extLst>
              <a:ext uri="{FF2B5EF4-FFF2-40B4-BE49-F238E27FC236}">
                <a16:creationId xmlns:a16="http://schemas.microsoft.com/office/drawing/2014/main" id="{A156A9C8-A69A-AF92-E434-BAD3CBDCB1AC}"/>
              </a:ext>
            </a:extLst>
          </p:cNvPr>
          <p:cNvSpPr txBox="1"/>
          <p:nvPr/>
        </p:nvSpPr>
        <p:spPr>
          <a:xfrm>
            <a:off x="4621036" y="2311664"/>
            <a:ext cx="294992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Үр дүнд суурилсан шийдлийг санал болгоно. Харилцагчидтайгаа урт хугацааны түншлэл тогтооно.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4" name="Google Shape;716;p11">
            <a:extLst>
              <a:ext uri="{FF2B5EF4-FFF2-40B4-BE49-F238E27FC236}">
                <a16:creationId xmlns:a16="http://schemas.microsoft.com/office/drawing/2014/main" id="{372D7B27-A8F4-BAB9-6896-47218221FCCD}"/>
              </a:ext>
            </a:extLst>
          </p:cNvPr>
          <p:cNvSpPr txBox="1"/>
          <p:nvPr/>
        </p:nvSpPr>
        <p:spPr>
          <a:xfrm>
            <a:off x="8520553" y="1983031"/>
            <a:ext cx="2949929" cy="3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6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Үр дүн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5" name="Google Shape;717;p11">
            <a:extLst>
              <a:ext uri="{FF2B5EF4-FFF2-40B4-BE49-F238E27FC236}">
                <a16:creationId xmlns:a16="http://schemas.microsoft.com/office/drawing/2014/main" id="{660B3FF6-A620-12C7-3332-3B233A461301}"/>
              </a:ext>
            </a:extLst>
          </p:cNvPr>
          <p:cNvSpPr txBox="1"/>
          <p:nvPr/>
        </p:nvSpPr>
        <p:spPr>
          <a:xfrm>
            <a:off x="8520553" y="2311664"/>
            <a:ext cx="294992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Энд гол санаагаа бичнэ үү. Товч бөгөөд ойлгомжтой тайлбар. Үзэгчдэд хэрэгтэй мэдээллийг өгнө.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6" name="Google Shape;716;p11">
            <a:extLst>
              <a:ext uri="{FF2B5EF4-FFF2-40B4-BE49-F238E27FC236}">
                <a16:creationId xmlns:a16="http://schemas.microsoft.com/office/drawing/2014/main" id="{83076CE0-F05E-00C1-EFFF-951C2B814487}"/>
              </a:ext>
            </a:extLst>
          </p:cNvPr>
          <p:cNvSpPr txBox="1"/>
          <p:nvPr/>
        </p:nvSpPr>
        <p:spPr>
          <a:xfrm>
            <a:off x="4621036" y="4593528"/>
            <a:ext cx="2949929" cy="3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6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Зорилт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7" name="Google Shape;717;p11">
            <a:extLst>
              <a:ext uri="{FF2B5EF4-FFF2-40B4-BE49-F238E27FC236}">
                <a16:creationId xmlns:a16="http://schemas.microsoft.com/office/drawing/2014/main" id="{BB2B78CD-FCF9-1EA5-578B-BCC0EC1288AD}"/>
              </a:ext>
            </a:extLst>
          </p:cNvPr>
          <p:cNvSpPr txBox="1"/>
          <p:nvPr/>
        </p:nvSpPr>
        <p:spPr>
          <a:xfrm>
            <a:off x="4621036" y="4922161"/>
            <a:ext cx="294992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Бид хэрэглэгчдэдээ үнэ цэн бүтээхийг зорьдог. Төслийн явц, үр дүнг энд харуулна.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8" name="Google Shape;716;p11">
            <a:extLst>
              <a:ext uri="{FF2B5EF4-FFF2-40B4-BE49-F238E27FC236}">
                <a16:creationId xmlns:a16="http://schemas.microsoft.com/office/drawing/2014/main" id="{961AED9C-CD5D-88C7-2EB1-8D2AEC25654E}"/>
              </a:ext>
            </a:extLst>
          </p:cNvPr>
          <p:cNvSpPr txBox="1"/>
          <p:nvPr/>
        </p:nvSpPr>
        <p:spPr>
          <a:xfrm>
            <a:off x="8520553" y="4593528"/>
            <a:ext cx="2949929" cy="3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6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Гарчиг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9" name="Google Shape;717;p11">
            <a:extLst>
              <a:ext uri="{FF2B5EF4-FFF2-40B4-BE49-F238E27FC236}">
                <a16:creationId xmlns:a16="http://schemas.microsoft.com/office/drawing/2014/main" id="{CE8DCE46-5CA2-77E6-4FA9-67E81A0F295D}"/>
              </a:ext>
            </a:extLst>
          </p:cNvPr>
          <p:cNvSpPr txBox="1"/>
          <p:nvPr/>
        </p:nvSpPr>
        <p:spPr>
          <a:xfrm>
            <a:off x="8520553" y="4922161"/>
            <a:ext cx="294992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Зах зээлийн судалгаанд үндэслэн шийдвэр гаргана. Дараагийн алхмуудаа тодорхой төлөвлөнө.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0" name="Google Shape;716;p11">
            <a:extLst>
              <a:ext uri="{FF2B5EF4-FFF2-40B4-BE49-F238E27FC236}">
                <a16:creationId xmlns:a16="http://schemas.microsoft.com/office/drawing/2014/main" id="{E72EA21E-E02C-EF26-C9C8-239E0E1BF6E3}"/>
              </a:ext>
            </a:extLst>
          </p:cNvPr>
          <p:cNvSpPr txBox="1"/>
          <p:nvPr/>
        </p:nvSpPr>
        <p:spPr>
          <a:xfrm>
            <a:off x="721519" y="4593528"/>
            <a:ext cx="2949929" cy="38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mn-MN" sz="1600" b="1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Зорилт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1" name="Google Shape;717;p11">
            <a:extLst>
              <a:ext uri="{FF2B5EF4-FFF2-40B4-BE49-F238E27FC236}">
                <a16:creationId xmlns:a16="http://schemas.microsoft.com/office/drawing/2014/main" id="{5B4E4C4D-B6AF-9295-D275-B2062AA0F293}"/>
              </a:ext>
            </a:extLst>
          </p:cNvPr>
          <p:cNvSpPr txBox="1"/>
          <p:nvPr/>
        </p:nvSpPr>
        <p:spPr>
          <a:xfrm>
            <a:off x="721519" y="4922161"/>
            <a:ext cx="294992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mn-MN" sz="14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Энэ хэсэгт өөрийн текстээ оруулна уу. Гол үзүүлэлтүүдээ товч дурдана.</a:t>
            </a:r>
            <a:endParaRPr sz="1200" b="0" i="0" u="none" strike="noStrike" cap="none">
              <a:solidFill>
                <a:schemeClr val="tx2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72A2280D-29F5-EF2E-262E-398516906F65}"/>
              </a:ext>
            </a:extLst>
          </p:cNvPr>
          <p:cNvSpPr/>
          <p:nvPr/>
        </p:nvSpPr>
        <p:spPr>
          <a:xfrm>
            <a:off x="608983" y="3346450"/>
            <a:ext cx="848360" cy="11906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EAB79CD-6CC8-103B-F83A-66EAE84FB19C}"/>
              </a:ext>
            </a:extLst>
          </p:cNvPr>
          <p:cNvGrpSpPr>
            <a:grpSpLocks noChangeAspect="1"/>
          </p:cNvGrpSpPr>
          <p:nvPr/>
        </p:nvGrpSpPr>
        <p:grpSpPr>
          <a:xfrm>
            <a:off x="8735631" y="1358809"/>
            <a:ext cx="211176" cy="302392"/>
            <a:chOff x="3146127" y="3913103"/>
            <a:chExt cx="311284" cy="445727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0EB9037-24CD-8718-4A69-9AF9860C0282}"/>
                </a:ext>
              </a:extLst>
            </p:cNvPr>
            <p:cNvSpPr/>
            <p:nvPr/>
          </p:nvSpPr>
          <p:spPr>
            <a:xfrm>
              <a:off x="3354811" y="4262528"/>
              <a:ext cx="102600" cy="68399"/>
            </a:xfrm>
            <a:custGeom>
              <a:avLst/>
              <a:gdLst>
                <a:gd name="connsiteX0" fmla="*/ 0 w 102600"/>
                <a:gd name="connsiteY0" fmla="*/ 34200 h 68399"/>
                <a:gd name="connsiteX1" fmla="*/ 34200 w 102600"/>
                <a:gd name="connsiteY1" fmla="*/ 68400 h 68399"/>
                <a:gd name="connsiteX2" fmla="*/ 102600 w 102600"/>
                <a:gd name="connsiteY2" fmla="*/ 0 h 68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600" h="68399">
                  <a:moveTo>
                    <a:pt x="0" y="34200"/>
                  </a:moveTo>
                  <a:lnTo>
                    <a:pt x="34200" y="68400"/>
                  </a:lnTo>
                  <a:lnTo>
                    <a:pt x="10260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F6F7D57-13F2-2BF1-D56F-45463F96D1F9}"/>
                </a:ext>
              </a:extLst>
            </p:cNvPr>
            <p:cNvSpPr/>
            <p:nvPr/>
          </p:nvSpPr>
          <p:spPr>
            <a:xfrm>
              <a:off x="3200012" y="3913103"/>
              <a:ext cx="199576" cy="199574"/>
            </a:xfrm>
            <a:custGeom>
              <a:avLst/>
              <a:gdLst>
                <a:gd name="connsiteX0" fmla="*/ 103502 w 199576"/>
                <a:gd name="connsiteY0" fmla="*/ 199575 h 199574"/>
                <a:gd name="connsiteX1" fmla="*/ 96077 w 199576"/>
                <a:gd name="connsiteY1" fmla="*/ 199575 h 199574"/>
                <a:gd name="connsiteX2" fmla="*/ 1 w 199576"/>
                <a:gd name="connsiteY2" fmla="*/ 99900 h 199574"/>
                <a:gd name="connsiteX3" fmla="*/ 99677 w 199576"/>
                <a:gd name="connsiteY3" fmla="*/ 0 h 199574"/>
                <a:gd name="connsiteX4" fmla="*/ 199577 w 199576"/>
                <a:gd name="connsiteY4" fmla="*/ 99900 h 199574"/>
                <a:gd name="connsiteX5" fmla="*/ 103502 w 199576"/>
                <a:gd name="connsiteY5" fmla="*/ 199575 h 199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576" h="199574">
                  <a:moveTo>
                    <a:pt x="103502" y="199575"/>
                  </a:moveTo>
                  <a:cubicBezTo>
                    <a:pt x="101252" y="199350"/>
                    <a:pt x="98552" y="199350"/>
                    <a:pt x="96077" y="199575"/>
                  </a:cubicBezTo>
                  <a:cubicBezTo>
                    <a:pt x="42526" y="197775"/>
                    <a:pt x="1" y="153900"/>
                    <a:pt x="1" y="99900"/>
                  </a:cubicBezTo>
                  <a:cubicBezTo>
                    <a:pt x="-224" y="44775"/>
                    <a:pt x="44551" y="0"/>
                    <a:pt x="99677" y="0"/>
                  </a:cubicBezTo>
                  <a:cubicBezTo>
                    <a:pt x="154802" y="0"/>
                    <a:pt x="199577" y="44775"/>
                    <a:pt x="199577" y="99900"/>
                  </a:cubicBezTo>
                  <a:cubicBezTo>
                    <a:pt x="199577" y="153900"/>
                    <a:pt x="156827" y="197775"/>
                    <a:pt x="103502" y="199575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DD71140-1FFC-CDAB-C28B-9F4BEDFBF386}"/>
                </a:ext>
              </a:extLst>
            </p:cNvPr>
            <p:cNvSpPr/>
            <p:nvPr/>
          </p:nvSpPr>
          <p:spPr>
            <a:xfrm>
              <a:off x="3146127" y="4164655"/>
              <a:ext cx="266061" cy="194175"/>
            </a:xfrm>
            <a:custGeom>
              <a:avLst/>
              <a:gdLst>
                <a:gd name="connsiteX0" fmla="*/ 153562 w 266061"/>
                <a:gd name="connsiteY0" fmla="*/ 194175 h 194175"/>
                <a:gd name="connsiteX1" fmla="*/ 40838 w 266061"/>
                <a:gd name="connsiteY1" fmla="*/ 163125 h 194175"/>
                <a:gd name="connsiteX2" fmla="*/ 40838 w 266061"/>
                <a:gd name="connsiteY2" fmla="*/ 31050 h 194175"/>
                <a:gd name="connsiteX3" fmla="*/ 266062 w 266061"/>
                <a:gd name="connsiteY3" fmla="*/ 31050 h 19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061" h="194175">
                  <a:moveTo>
                    <a:pt x="153562" y="194175"/>
                  </a:moveTo>
                  <a:cubicBezTo>
                    <a:pt x="112612" y="194175"/>
                    <a:pt x="71887" y="183825"/>
                    <a:pt x="40838" y="163125"/>
                  </a:cubicBezTo>
                  <a:cubicBezTo>
                    <a:pt x="-13613" y="126675"/>
                    <a:pt x="-13613" y="67275"/>
                    <a:pt x="40838" y="31050"/>
                  </a:cubicBezTo>
                  <a:cubicBezTo>
                    <a:pt x="102712" y="-10350"/>
                    <a:pt x="204187" y="-10350"/>
                    <a:pt x="266062" y="31050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B1E7116-8647-89AE-DD04-664CC50AEBA5}"/>
              </a:ext>
            </a:extLst>
          </p:cNvPr>
          <p:cNvGrpSpPr>
            <a:grpSpLocks noChangeAspect="1"/>
          </p:cNvGrpSpPr>
          <p:nvPr/>
        </p:nvGrpSpPr>
        <p:grpSpPr>
          <a:xfrm>
            <a:off x="890990" y="3962311"/>
            <a:ext cx="302390" cy="302390"/>
            <a:chOff x="856558" y="1330018"/>
            <a:chExt cx="450000" cy="45000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57C1C20-0742-1F7C-798D-961F34055E60}"/>
                </a:ext>
              </a:extLst>
            </p:cNvPr>
            <p:cNvSpPr/>
            <p:nvPr/>
          </p:nvSpPr>
          <p:spPr>
            <a:xfrm>
              <a:off x="928333" y="1330018"/>
              <a:ext cx="81450" cy="81675"/>
            </a:xfrm>
            <a:custGeom>
              <a:avLst/>
              <a:gdLst>
                <a:gd name="connsiteX0" fmla="*/ 81450 w 81450"/>
                <a:gd name="connsiteY0" fmla="*/ 0 h 81675"/>
                <a:gd name="connsiteX1" fmla="*/ 0 w 81450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50" h="81675">
                  <a:moveTo>
                    <a:pt x="81450" y="0"/>
                  </a:moveTo>
                  <a:lnTo>
                    <a:pt x="0" y="816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8D0DF11-5E1B-A2C5-EEAB-AB18D22D9270}"/>
                </a:ext>
              </a:extLst>
            </p:cNvPr>
            <p:cNvSpPr/>
            <p:nvPr/>
          </p:nvSpPr>
          <p:spPr>
            <a:xfrm>
              <a:off x="1153332" y="1330018"/>
              <a:ext cx="81449" cy="81675"/>
            </a:xfrm>
            <a:custGeom>
              <a:avLst/>
              <a:gdLst>
                <a:gd name="connsiteX0" fmla="*/ 0 w 81449"/>
                <a:gd name="connsiteY0" fmla="*/ 0 h 81675"/>
                <a:gd name="connsiteX1" fmla="*/ 81450 w 81449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49" h="81675">
                  <a:moveTo>
                    <a:pt x="0" y="0"/>
                  </a:moveTo>
                  <a:lnTo>
                    <a:pt x="81450" y="816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E63C04E-E7F7-35AC-63BC-336F1701C932}"/>
                </a:ext>
              </a:extLst>
            </p:cNvPr>
            <p:cNvSpPr/>
            <p:nvPr/>
          </p:nvSpPr>
          <p:spPr>
            <a:xfrm>
              <a:off x="856558" y="1416642"/>
              <a:ext cx="450000" cy="90050"/>
            </a:xfrm>
            <a:custGeom>
              <a:avLst/>
              <a:gdLst>
                <a:gd name="connsiteX0" fmla="*/ 0 w 450000"/>
                <a:gd name="connsiteY0" fmla="*/ 45000 h 90050"/>
                <a:gd name="connsiteX1" fmla="*/ 49950 w 450000"/>
                <a:gd name="connsiteY1" fmla="*/ 0 h 90050"/>
                <a:gd name="connsiteX2" fmla="*/ 400050 w 450000"/>
                <a:gd name="connsiteY2" fmla="*/ 0 h 90050"/>
                <a:gd name="connsiteX3" fmla="*/ 450000 w 450000"/>
                <a:gd name="connsiteY3" fmla="*/ 45000 h 90050"/>
                <a:gd name="connsiteX4" fmla="*/ 400050 w 450000"/>
                <a:gd name="connsiteY4" fmla="*/ 90000 h 90050"/>
                <a:gd name="connsiteX5" fmla="*/ 49950 w 450000"/>
                <a:gd name="connsiteY5" fmla="*/ 90000 h 90050"/>
                <a:gd name="connsiteX6" fmla="*/ 0 w 450000"/>
                <a:gd name="connsiteY6" fmla="*/ 45000 h 9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000" h="90050">
                  <a:moveTo>
                    <a:pt x="0" y="45000"/>
                  </a:moveTo>
                  <a:cubicBezTo>
                    <a:pt x="0" y="3375"/>
                    <a:pt x="22275" y="0"/>
                    <a:pt x="49950" y="0"/>
                  </a:cubicBezTo>
                  <a:lnTo>
                    <a:pt x="400050" y="0"/>
                  </a:lnTo>
                  <a:cubicBezTo>
                    <a:pt x="427725" y="0"/>
                    <a:pt x="450000" y="3375"/>
                    <a:pt x="450000" y="45000"/>
                  </a:cubicBezTo>
                  <a:cubicBezTo>
                    <a:pt x="450000" y="93375"/>
                    <a:pt x="427725" y="90000"/>
                    <a:pt x="400050" y="90000"/>
                  </a:cubicBezTo>
                  <a:lnTo>
                    <a:pt x="49950" y="90000"/>
                  </a:lnTo>
                  <a:cubicBezTo>
                    <a:pt x="22275" y="90000"/>
                    <a:pt x="0" y="93375"/>
                    <a:pt x="0" y="45000"/>
                  </a:cubicBezTo>
                  <a:close/>
                </a:path>
              </a:pathLst>
            </a:custGeom>
            <a:noFill/>
            <a:ln w="19050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40F8DEF-AB98-D4A1-5A74-02648F99C78A}"/>
                </a:ext>
              </a:extLst>
            </p:cNvPr>
            <p:cNvSpPr/>
            <p:nvPr/>
          </p:nvSpPr>
          <p:spPr>
            <a:xfrm>
              <a:off x="1031158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E5C1558-A25E-F7CD-20BD-E008FFF0B902}"/>
                </a:ext>
              </a:extLst>
            </p:cNvPr>
            <p:cNvSpPr/>
            <p:nvPr/>
          </p:nvSpPr>
          <p:spPr>
            <a:xfrm>
              <a:off x="1134657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2D64A05-AE22-4490-07F7-1211BACBC222}"/>
                </a:ext>
              </a:extLst>
            </p:cNvPr>
            <p:cNvSpPr/>
            <p:nvPr/>
          </p:nvSpPr>
          <p:spPr>
            <a:xfrm>
              <a:off x="890308" y="1510018"/>
              <a:ext cx="382500" cy="270000"/>
            </a:xfrm>
            <a:custGeom>
              <a:avLst/>
              <a:gdLst>
                <a:gd name="connsiteX0" fmla="*/ 0 w 382500"/>
                <a:gd name="connsiteY0" fmla="*/ 0 h 270000"/>
                <a:gd name="connsiteX1" fmla="*/ 31725 w 382500"/>
                <a:gd name="connsiteY1" fmla="*/ 194400 h 270000"/>
                <a:gd name="connsiteX2" fmla="*/ 120600 w 382500"/>
                <a:gd name="connsiteY2" fmla="*/ 270000 h 270000"/>
                <a:gd name="connsiteX3" fmla="*/ 256275 w 382500"/>
                <a:gd name="connsiteY3" fmla="*/ 270000 h 270000"/>
                <a:gd name="connsiteX4" fmla="*/ 344700 w 382500"/>
                <a:gd name="connsiteY4" fmla="*/ 197100 h 270000"/>
                <a:gd name="connsiteX5" fmla="*/ 382500 w 382500"/>
                <a:gd name="connsiteY5" fmla="*/ 0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500" h="270000">
                  <a:moveTo>
                    <a:pt x="0" y="0"/>
                  </a:moveTo>
                  <a:lnTo>
                    <a:pt x="31725" y="194400"/>
                  </a:lnTo>
                  <a:cubicBezTo>
                    <a:pt x="38925" y="238050"/>
                    <a:pt x="56250" y="270000"/>
                    <a:pt x="120600" y="270000"/>
                  </a:cubicBezTo>
                  <a:lnTo>
                    <a:pt x="256275" y="270000"/>
                  </a:lnTo>
                  <a:cubicBezTo>
                    <a:pt x="326250" y="270000"/>
                    <a:pt x="336600" y="239400"/>
                    <a:pt x="344700" y="197100"/>
                  </a:cubicBezTo>
                  <a:lnTo>
                    <a:pt x="382500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C50687C-6324-DE6F-4E76-984EB73A2044}"/>
              </a:ext>
            </a:extLst>
          </p:cNvPr>
          <p:cNvGrpSpPr>
            <a:grpSpLocks noChangeAspect="1"/>
          </p:cNvGrpSpPr>
          <p:nvPr/>
        </p:nvGrpSpPr>
        <p:grpSpPr>
          <a:xfrm>
            <a:off x="4790448" y="3962311"/>
            <a:ext cx="302508" cy="302390"/>
            <a:chOff x="7520839" y="2156860"/>
            <a:chExt cx="450085" cy="449906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2F4DF64-7DD9-AA67-A8A3-CD339023E304}"/>
                </a:ext>
              </a:extLst>
            </p:cNvPr>
            <p:cNvSpPr/>
            <p:nvPr/>
          </p:nvSpPr>
          <p:spPr>
            <a:xfrm>
              <a:off x="7520839" y="2156860"/>
              <a:ext cx="450085" cy="449906"/>
            </a:xfrm>
            <a:custGeom>
              <a:avLst/>
              <a:gdLst>
                <a:gd name="connsiteX0" fmla="*/ 400333 w 450085"/>
                <a:gd name="connsiteY0" fmla="*/ 290755 h 449906"/>
                <a:gd name="connsiteX1" fmla="*/ 229333 w 450085"/>
                <a:gd name="connsiteY1" fmla="*/ 332830 h 449906"/>
                <a:gd name="connsiteX2" fmla="*/ 123358 w 450085"/>
                <a:gd name="connsiteY2" fmla="*/ 438580 h 449906"/>
                <a:gd name="connsiteX3" fmla="*/ 89833 w 450085"/>
                <a:gd name="connsiteY3" fmla="*/ 449605 h 449906"/>
                <a:gd name="connsiteX4" fmla="*/ 40783 w 450085"/>
                <a:gd name="connsiteY4" fmla="*/ 442855 h 449906"/>
                <a:gd name="connsiteX5" fmla="*/ 7033 w 450085"/>
                <a:gd name="connsiteY5" fmla="*/ 409105 h 449906"/>
                <a:gd name="connsiteX6" fmla="*/ 283 w 450085"/>
                <a:gd name="connsiteY6" fmla="*/ 360055 h 449906"/>
                <a:gd name="connsiteX7" fmla="*/ 11308 w 450085"/>
                <a:gd name="connsiteY7" fmla="*/ 326530 h 449906"/>
                <a:gd name="connsiteX8" fmla="*/ 117058 w 450085"/>
                <a:gd name="connsiteY8" fmla="*/ 220780 h 449906"/>
                <a:gd name="connsiteX9" fmla="*/ 159358 w 450085"/>
                <a:gd name="connsiteY9" fmla="*/ 49781 h 449906"/>
                <a:gd name="connsiteX10" fmla="*/ 400108 w 450085"/>
                <a:gd name="connsiteY10" fmla="*/ 49781 h 449906"/>
                <a:gd name="connsiteX11" fmla="*/ 400333 w 450085"/>
                <a:gd name="connsiteY11" fmla="*/ 290755 h 44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0085" h="449906">
                  <a:moveTo>
                    <a:pt x="400333" y="290755"/>
                  </a:moveTo>
                  <a:cubicBezTo>
                    <a:pt x="353983" y="336880"/>
                    <a:pt x="287608" y="351055"/>
                    <a:pt x="229333" y="332830"/>
                  </a:cubicBezTo>
                  <a:lnTo>
                    <a:pt x="123358" y="438580"/>
                  </a:lnTo>
                  <a:cubicBezTo>
                    <a:pt x="115708" y="446455"/>
                    <a:pt x="100633" y="451180"/>
                    <a:pt x="89833" y="449605"/>
                  </a:cubicBezTo>
                  <a:lnTo>
                    <a:pt x="40783" y="442855"/>
                  </a:lnTo>
                  <a:cubicBezTo>
                    <a:pt x="24583" y="440605"/>
                    <a:pt x="9508" y="425305"/>
                    <a:pt x="7033" y="409105"/>
                  </a:cubicBezTo>
                  <a:lnTo>
                    <a:pt x="283" y="360055"/>
                  </a:lnTo>
                  <a:cubicBezTo>
                    <a:pt x="-1292" y="349255"/>
                    <a:pt x="3883" y="334180"/>
                    <a:pt x="11308" y="326530"/>
                  </a:cubicBezTo>
                  <a:lnTo>
                    <a:pt x="117058" y="220780"/>
                  </a:lnTo>
                  <a:cubicBezTo>
                    <a:pt x="99058" y="162281"/>
                    <a:pt x="113008" y="95906"/>
                    <a:pt x="159358" y="49781"/>
                  </a:cubicBezTo>
                  <a:cubicBezTo>
                    <a:pt x="225733" y="-16594"/>
                    <a:pt x="333508" y="-16594"/>
                    <a:pt x="400108" y="49781"/>
                  </a:cubicBezTo>
                  <a:cubicBezTo>
                    <a:pt x="466708" y="116156"/>
                    <a:pt x="466708" y="224380"/>
                    <a:pt x="400333" y="290755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59A81B3-46D9-0058-1F5A-C1F01A95D144}"/>
                </a:ext>
              </a:extLst>
            </p:cNvPr>
            <p:cNvSpPr/>
            <p:nvPr/>
          </p:nvSpPr>
          <p:spPr>
            <a:xfrm>
              <a:off x="7630922" y="2505217"/>
              <a:ext cx="51750" cy="51750"/>
            </a:xfrm>
            <a:custGeom>
              <a:avLst/>
              <a:gdLst>
                <a:gd name="connsiteX0" fmla="*/ 0 w 51750"/>
                <a:gd name="connsiteY0" fmla="*/ 0 h 51750"/>
                <a:gd name="connsiteX1" fmla="*/ 51750 w 51750"/>
                <a:gd name="connsiteY1" fmla="*/ 51750 h 5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750" h="51750">
                  <a:moveTo>
                    <a:pt x="0" y="0"/>
                  </a:moveTo>
                  <a:lnTo>
                    <a:pt x="51750" y="517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479A025-A7B5-AF53-FE6D-0F7BF685F57A}"/>
                </a:ext>
              </a:extLst>
            </p:cNvPr>
            <p:cNvSpPr/>
            <p:nvPr/>
          </p:nvSpPr>
          <p:spPr>
            <a:xfrm>
              <a:off x="7768397" y="2291693"/>
              <a:ext cx="67500" cy="67500"/>
            </a:xfrm>
            <a:custGeom>
              <a:avLst/>
              <a:gdLst>
                <a:gd name="connsiteX0" fmla="*/ 33750 w 67500"/>
                <a:gd name="connsiteY0" fmla="*/ 67500 h 67500"/>
                <a:gd name="connsiteX1" fmla="*/ 67500 w 67500"/>
                <a:gd name="connsiteY1" fmla="*/ 33750 h 67500"/>
                <a:gd name="connsiteX2" fmla="*/ 33750 w 67500"/>
                <a:gd name="connsiteY2" fmla="*/ 0 h 67500"/>
                <a:gd name="connsiteX3" fmla="*/ 0 w 67500"/>
                <a:gd name="connsiteY3" fmla="*/ 33750 h 67500"/>
                <a:gd name="connsiteX4" fmla="*/ 33750 w 67500"/>
                <a:gd name="connsiteY4" fmla="*/ 67500 h 6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0" h="67500">
                  <a:moveTo>
                    <a:pt x="33750" y="67500"/>
                  </a:moveTo>
                  <a:cubicBezTo>
                    <a:pt x="52389" y="67500"/>
                    <a:pt x="67500" y="52389"/>
                    <a:pt x="67500" y="33750"/>
                  </a:cubicBezTo>
                  <a:cubicBezTo>
                    <a:pt x="67500" y="15110"/>
                    <a:pt x="52389" y="0"/>
                    <a:pt x="33750" y="0"/>
                  </a:cubicBezTo>
                  <a:cubicBezTo>
                    <a:pt x="15111" y="0"/>
                    <a:pt x="0" y="15110"/>
                    <a:pt x="0" y="33750"/>
                  </a:cubicBezTo>
                  <a:cubicBezTo>
                    <a:pt x="0" y="52389"/>
                    <a:pt x="15111" y="67500"/>
                    <a:pt x="33750" y="675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DE6252B-4717-EA61-EAAC-328465E96C71}"/>
              </a:ext>
            </a:extLst>
          </p:cNvPr>
          <p:cNvGrpSpPr>
            <a:grpSpLocks noChangeAspect="1"/>
          </p:cNvGrpSpPr>
          <p:nvPr/>
        </p:nvGrpSpPr>
        <p:grpSpPr>
          <a:xfrm>
            <a:off x="4794274" y="1358809"/>
            <a:ext cx="294856" cy="302390"/>
            <a:chOff x="1965976" y="2159393"/>
            <a:chExt cx="465112" cy="477000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9DB8750-E4A0-BF10-4BB7-DA73EF463763}"/>
                </a:ext>
              </a:extLst>
            </p:cNvPr>
            <p:cNvSpPr/>
            <p:nvPr/>
          </p:nvSpPr>
          <p:spPr>
            <a:xfrm>
              <a:off x="1965976" y="2254793"/>
              <a:ext cx="465112" cy="381600"/>
            </a:xfrm>
            <a:custGeom>
              <a:avLst/>
              <a:gdLst>
                <a:gd name="connsiteX0" fmla="*/ 137157 w 465112"/>
                <a:gd name="connsiteY0" fmla="*/ 381600 h 381600"/>
                <a:gd name="connsiteX1" fmla="*/ 327955 w 465112"/>
                <a:gd name="connsiteY1" fmla="*/ 381600 h 381600"/>
                <a:gd name="connsiteX2" fmla="*/ 446013 w 465112"/>
                <a:gd name="connsiteY2" fmla="*/ 296456 h 381600"/>
                <a:gd name="connsiteX3" fmla="*/ 463900 w 465112"/>
                <a:gd name="connsiteY3" fmla="*/ 105656 h 381600"/>
                <a:gd name="connsiteX4" fmla="*/ 351806 w 465112"/>
                <a:gd name="connsiteY4" fmla="*/ 0 h 381600"/>
                <a:gd name="connsiteX5" fmla="*/ 113307 w 465112"/>
                <a:gd name="connsiteY5" fmla="*/ 0 h 381600"/>
                <a:gd name="connsiteX6" fmla="*/ 1212 w 465112"/>
                <a:gd name="connsiteY6" fmla="*/ 105656 h 381600"/>
                <a:gd name="connsiteX7" fmla="*/ 19099 w 465112"/>
                <a:gd name="connsiteY7" fmla="*/ 296456 h 381600"/>
                <a:gd name="connsiteX8" fmla="*/ 137157 w 465112"/>
                <a:gd name="connsiteY8" fmla="*/ 381600 h 3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5112" h="381600">
                  <a:moveTo>
                    <a:pt x="137157" y="381600"/>
                  </a:moveTo>
                  <a:lnTo>
                    <a:pt x="327955" y="381600"/>
                  </a:lnTo>
                  <a:cubicBezTo>
                    <a:pt x="423832" y="381600"/>
                    <a:pt x="441004" y="343202"/>
                    <a:pt x="446013" y="296456"/>
                  </a:cubicBezTo>
                  <a:lnTo>
                    <a:pt x="463900" y="105656"/>
                  </a:lnTo>
                  <a:cubicBezTo>
                    <a:pt x="470340" y="47461"/>
                    <a:pt x="453645" y="0"/>
                    <a:pt x="351806" y="0"/>
                  </a:cubicBezTo>
                  <a:lnTo>
                    <a:pt x="113307" y="0"/>
                  </a:lnTo>
                  <a:cubicBezTo>
                    <a:pt x="11467" y="0"/>
                    <a:pt x="-5228" y="47461"/>
                    <a:pt x="1212" y="105656"/>
                  </a:cubicBezTo>
                  <a:lnTo>
                    <a:pt x="19099" y="296456"/>
                  </a:lnTo>
                  <a:cubicBezTo>
                    <a:pt x="24108" y="343202"/>
                    <a:pt x="41280" y="381600"/>
                    <a:pt x="137157" y="38160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F152068-5ABA-DC2D-B8AA-D890DFECB351}"/>
                </a:ext>
              </a:extLst>
            </p:cNvPr>
            <p:cNvSpPr/>
            <p:nvPr/>
          </p:nvSpPr>
          <p:spPr>
            <a:xfrm>
              <a:off x="2103134" y="2159393"/>
              <a:ext cx="190800" cy="95400"/>
            </a:xfrm>
            <a:custGeom>
              <a:avLst/>
              <a:gdLst>
                <a:gd name="connsiteX0" fmla="*/ 0 w 190800"/>
                <a:gd name="connsiteY0" fmla="*/ 95400 h 95400"/>
                <a:gd name="connsiteX1" fmla="*/ 0 w 190800"/>
                <a:gd name="connsiteY1" fmla="*/ 76320 h 95400"/>
                <a:gd name="connsiteX2" fmla="*/ 76320 w 190800"/>
                <a:gd name="connsiteY2" fmla="*/ 0 h 95400"/>
                <a:gd name="connsiteX3" fmla="*/ 114480 w 190800"/>
                <a:gd name="connsiteY3" fmla="*/ 0 h 95400"/>
                <a:gd name="connsiteX4" fmla="*/ 190800 w 190800"/>
                <a:gd name="connsiteY4" fmla="*/ 76320 h 95400"/>
                <a:gd name="connsiteX5" fmla="*/ 190800 w 190800"/>
                <a:gd name="connsiteY5" fmla="*/ 9540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800" h="95400">
                  <a:moveTo>
                    <a:pt x="0" y="95400"/>
                  </a:moveTo>
                  <a:lnTo>
                    <a:pt x="0" y="76320"/>
                  </a:lnTo>
                  <a:cubicBezTo>
                    <a:pt x="0" y="34106"/>
                    <a:pt x="0" y="0"/>
                    <a:pt x="76320" y="0"/>
                  </a:cubicBezTo>
                  <a:lnTo>
                    <a:pt x="114480" y="0"/>
                  </a:lnTo>
                  <a:cubicBezTo>
                    <a:pt x="190800" y="0"/>
                    <a:pt x="190800" y="34106"/>
                    <a:pt x="190800" y="76320"/>
                  </a:cubicBezTo>
                  <a:lnTo>
                    <a:pt x="190800" y="9540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48D6E14-8E52-DB4B-B6EB-C57E462F763F}"/>
                </a:ext>
              </a:extLst>
            </p:cNvPr>
            <p:cNvSpPr/>
            <p:nvPr/>
          </p:nvSpPr>
          <p:spPr>
            <a:xfrm>
              <a:off x="2150834" y="2397893"/>
              <a:ext cx="95400" cy="95400"/>
            </a:xfrm>
            <a:custGeom>
              <a:avLst/>
              <a:gdLst>
                <a:gd name="connsiteX0" fmla="*/ 95400 w 95400"/>
                <a:gd name="connsiteY0" fmla="*/ 23850 h 95400"/>
                <a:gd name="connsiteX1" fmla="*/ 95400 w 95400"/>
                <a:gd name="connsiteY1" fmla="*/ 47700 h 95400"/>
                <a:gd name="connsiteX2" fmla="*/ 95400 w 95400"/>
                <a:gd name="connsiteY2" fmla="*/ 48177 h 95400"/>
                <a:gd name="connsiteX3" fmla="*/ 47700 w 95400"/>
                <a:gd name="connsiteY3" fmla="*/ 95400 h 95400"/>
                <a:gd name="connsiteX4" fmla="*/ 0 w 95400"/>
                <a:gd name="connsiteY4" fmla="*/ 48415 h 95400"/>
                <a:gd name="connsiteX5" fmla="*/ 0 w 95400"/>
                <a:gd name="connsiteY5" fmla="*/ 23850 h 95400"/>
                <a:gd name="connsiteX6" fmla="*/ 23850 w 95400"/>
                <a:gd name="connsiteY6" fmla="*/ 0 h 95400"/>
                <a:gd name="connsiteX7" fmla="*/ 71550 w 95400"/>
                <a:gd name="connsiteY7" fmla="*/ 0 h 95400"/>
                <a:gd name="connsiteX8" fmla="*/ 95400 w 95400"/>
                <a:gd name="connsiteY8" fmla="*/ 2385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400" h="95400">
                  <a:moveTo>
                    <a:pt x="95400" y="23850"/>
                  </a:moveTo>
                  <a:lnTo>
                    <a:pt x="95400" y="47700"/>
                  </a:lnTo>
                  <a:cubicBezTo>
                    <a:pt x="95400" y="47939"/>
                    <a:pt x="95400" y="47939"/>
                    <a:pt x="95400" y="48177"/>
                  </a:cubicBezTo>
                  <a:cubicBezTo>
                    <a:pt x="95400" y="74173"/>
                    <a:pt x="95161" y="95400"/>
                    <a:pt x="47700" y="95400"/>
                  </a:cubicBezTo>
                  <a:cubicBezTo>
                    <a:pt x="477" y="95400"/>
                    <a:pt x="0" y="74412"/>
                    <a:pt x="0" y="48415"/>
                  </a:cubicBezTo>
                  <a:lnTo>
                    <a:pt x="0" y="23850"/>
                  </a:lnTo>
                  <a:cubicBezTo>
                    <a:pt x="0" y="0"/>
                    <a:pt x="0" y="0"/>
                    <a:pt x="23850" y="0"/>
                  </a:cubicBezTo>
                  <a:lnTo>
                    <a:pt x="71550" y="0"/>
                  </a:lnTo>
                  <a:cubicBezTo>
                    <a:pt x="95400" y="0"/>
                    <a:pt x="95400" y="0"/>
                    <a:pt x="95400" y="23850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56CA3D3-8B0D-EFF3-7ECF-5499F7F44696}"/>
                </a:ext>
              </a:extLst>
            </p:cNvPr>
            <p:cNvSpPr/>
            <p:nvPr/>
          </p:nvSpPr>
          <p:spPr>
            <a:xfrm>
              <a:off x="2246234" y="2374043"/>
              <a:ext cx="182452" cy="72027"/>
            </a:xfrm>
            <a:custGeom>
              <a:avLst/>
              <a:gdLst>
                <a:gd name="connsiteX0" fmla="*/ 182452 w 182452"/>
                <a:gd name="connsiteY0" fmla="*/ 0 h 72027"/>
                <a:gd name="connsiteX1" fmla="*/ 0 w 182452"/>
                <a:gd name="connsiteY1" fmla="*/ 72027 h 72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2" h="72027">
                  <a:moveTo>
                    <a:pt x="182452" y="0"/>
                  </a:moveTo>
                  <a:cubicBezTo>
                    <a:pt x="127359" y="40068"/>
                    <a:pt x="64395" y="63918"/>
                    <a:pt x="0" y="72027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F328934-EE5C-483F-C47E-FEADD8791A30}"/>
                </a:ext>
              </a:extLst>
            </p:cNvPr>
            <p:cNvSpPr/>
            <p:nvPr/>
          </p:nvSpPr>
          <p:spPr>
            <a:xfrm>
              <a:off x="1974820" y="2380482"/>
              <a:ext cx="176013" cy="65825"/>
            </a:xfrm>
            <a:custGeom>
              <a:avLst/>
              <a:gdLst>
                <a:gd name="connsiteX0" fmla="*/ 0 w 176013"/>
                <a:gd name="connsiteY0" fmla="*/ 0 h 65825"/>
                <a:gd name="connsiteX1" fmla="*/ 176013 w 176013"/>
                <a:gd name="connsiteY1" fmla="*/ 65826 h 6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6013" h="65825">
                  <a:moveTo>
                    <a:pt x="0" y="0"/>
                  </a:moveTo>
                  <a:cubicBezTo>
                    <a:pt x="53663" y="36729"/>
                    <a:pt x="114242" y="58909"/>
                    <a:pt x="176013" y="65826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7319B69-55FD-8FC0-2030-CF3122DCCCB6}"/>
              </a:ext>
            </a:extLst>
          </p:cNvPr>
          <p:cNvGrpSpPr>
            <a:grpSpLocks noChangeAspect="1"/>
          </p:cNvGrpSpPr>
          <p:nvPr/>
        </p:nvGrpSpPr>
        <p:grpSpPr>
          <a:xfrm>
            <a:off x="8721960" y="3962310"/>
            <a:ext cx="238518" cy="302392"/>
            <a:chOff x="2015647" y="1278394"/>
            <a:chExt cx="355024" cy="450093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2BB9B8A-7A7E-4EA0-4B87-AFA90CD6A6D0}"/>
                </a:ext>
              </a:extLst>
            </p:cNvPr>
            <p:cNvSpPr/>
            <p:nvPr/>
          </p:nvSpPr>
          <p:spPr>
            <a:xfrm>
              <a:off x="2166803" y="1411010"/>
              <a:ext cx="52552" cy="117450"/>
            </a:xfrm>
            <a:custGeom>
              <a:avLst/>
              <a:gdLst>
                <a:gd name="connsiteX0" fmla="*/ 26369 w 52552"/>
                <a:gd name="connsiteY0" fmla="*/ 0 h 117450"/>
                <a:gd name="connsiteX1" fmla="*/ 2294 w 52552"/>
                <a:gd name="connsiteY1" fmla="*/ 41850 h 117450"/>
                <a:gd name="connsiteX2" fmla="*/ 11969 w 52552"/>
                <a:gd name="connsiteY2" fmla="*/ 58725 h 117450"/>
                <a:gd name="connsiteX3" fmla="*/ 40544 w 52552"/>
                <a:gd name="connsiteY3" fmla="*/ 58725 h 117450"/>
                <a:gd name="connsiteX4" fmla="*/ 50219 w 52552"/>
                <a:gd name="connsiteY4" fmla="*/ 75600 h 117450"/>
                <a:gd name="connsiteX5" fmla="*/ 26369 w 52552"/>
                <a:gd name="connsiteY5" fmla="*/ 117450 h 117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552" h="117450">
                  <a:moveTo>
                    <a:pt x="26369" y="0"/>
                  </a:moveTo>
                  <a:lnTo>
                    <a:pt x="2294" y="41850"/>
                  </a:lnTo>
                  <a:cubicBezTo>
                    <a:pt x="-3106" y="51075"/>
                    <a:pt x="1394" y="58725"/>
                    <a:pt x="11969" y="58725"/>
                  </a:cubicBezTo>
                  <a:lnTo>
                    <a:pt x="40544" y="58725"/>
                  </a:lnTo>
                  <a:cubicBezTo>
                    <a:pt x="51344" y="58725"/>
                    <a:pt x="55619" y="66375"/>
                    <a:pt x="50219" y="75600"/>
                  </a:cubicBezTo>
                  <a:lnTo>
                    <a:pt x="26369" y="11745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0748411-A7A7-8801-B0D2-0FB60DF65EBF}"/>
                </a:ext>
              </a:extLst>
            </p:cNvPr>
            <p:cNvSpPr/>
            <p:nvPr/>
          </p:nvSpPr>
          <p:spPr>
            <a:xfrm>
              <a:off x="2015647" y="1278394"/>
              <a:ext cx="355024" cy="382370"/>
            </a:xfrm>
            <a:custGeom>
              <a:avLst/>
              <a:gdLst>
                <a:gd name="connsiteX0" fmla="*/ 94275 w 355024"/>
                <a:gd name="connsiteY0" fmla="*/ 360991 h 382370"/>
                <a:gd name="connsiteX1" fmla="*/ 94275 w 355024"/>
                <a:gd name="connsiteY1" fmla="*/ 334891 h 382370"/>
                <a:gd name="connsiteX2" fmla="*/ 0 w 355024"/>
                <a:gd name="connsiteY2" fmla="*/ 177842 h 382370"/>
                <a:gd name="connsiteX3" fmla="*/ 218025 w 355024"/>
                <a:gd name="connsiteY3" fmla="*/ 4367 h 382370"/>
                <a:gd name="connsiteX4" fmla="*/ 336600 w 355024"/>
                <a:gd name="connsiteY4" fmla="*/ 95942 h 382370"/>
                <a:gd name="connsiteX5" fmla="*/ 261450 w 355024"/>
                <a:gd name="connsiteY5" fmla="*/ 334666 h 382370"/>
                <a:gd name="connsiteX6" fmla="*/ 261450 w 355024"/>
                <a:gd name="connsiteY6" fmla="*/ 360766 h 382370"/>
                <a:gd name="connsiteX7" fmla="*/ 239850 w 355024"/>
                <a:gd name="connsiteY7" fmla="*/ 382366 h 382370"/>
                <a:gd name="connsiteX8" fmla="*/ 115875 w 355024"/>
                <a:gd name="connsiteY8" fmla="*/ 382366 h 382370"/>
                <a:gd name="connsiteX9" fmla="*/ 94275 w 355024"/>
                <a:gd name="connsiteY9" fmla="*/ 360991 h 38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5024" h="382370">
                  <a:moveTo>
                    <a:pt x="94275" y="360991"/>
                  </a:moveTo>
                  <a:lnTo>
                    <a:pt x="94275" y="334891"/>
                  </a:lnTo>
                  <a:cubicBezTo>
                    <a:pt x="42525" y="303616"/>
                    <a:pt x="0" y="242641"/>
                    <a:pt x="0" y="177842"/>
                  </a:cubicBezTo>
                  <a:cubicBezTo>
                    <a:pt x="0" y="66467"/>
                    <a:pt x="102375" y="-20833"/>
                    <a:pt x="218025" y="4367"/>
                  </a:cubicBezTo>
                  <a:cubicBezTo>
                    <a:pt x="268875" y="15617"/>
                    <a:pt x="313425" y="49367"/>
                    <a:pt x="336600" y="95942"/>
                  </a:cubicBezTo>
                  <a:cubicBezTo>
                    <a:pt x="383625" y="190441"/>
                    <a:pt x="334125" y="290791"/>
                    <a:pt x="261450" y="334666"/>
                  </a:cubicBezTo>
                  <a:lnTo>
                    <a:pt x="261450" y="360766"/>
                  </a:lnTo>
                  <a:cubicBezTo>
                    <a:pt x="261450" y="367291"/>
                    <a:pt x="263925" y="382366"/>
                    <a:pt x="239850" y="382366"/>
                  </a:cubicBezTo>
                  <a:lnTo>
                    <a:pt x="115875" y="382366"/>
                  </a:lnTo>
                  <a:cubicBezTo>
                    <a:pt x="91125" y="382591"/>
                    <a:pt x="94275" y="372916"/>
                    <a:pt x="94275" y="360991"/>
                  </a:cubicBezTo>
                  <a:close/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BB2E93-B9DA-60EE-F529-AD6A692D1F5C}"/>
                </a:ext>
              </a:extLst>
            </p:cNvPr>
            <p:cNvSpPr/>
            <p:nvPr/>
          </p:nvSpPr>
          <p:spPr>
            <a:xfrm>
              <a:off x="2114420" y="1717519"/>
              <a:ext cx="157500" cy="10968"/>
            </a:xfrm>
            <a:custGeom>
              <a:avLst/>
              <a:gdLst>
                <a:gd name="connsiteX0" fmla="*/ 0 w 157500"/>
                <a:gd name="connsiteY0" fmla="*/ 10969 h 10968"/>
                <a:gd name="connsiteX1" fmla="*/ 157500 w 157500"/>
                <a:gd name="connsiteY1" fmla="*/ 10969 h 1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500" h="10968">
                  <a:moveTo>
                    <a:pt x="0" y="10969"/>
                  </a:moveTo>
                  <a:cubicBezTo>
                    <a:pt x="51525" y="-3656"/>
                    <a:pt x="105975" y="-3656"/>
                    <a:pt x="157500" y="10969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8E867EB-44CC-DA09-FB24-F67AC3EA2D39}"/>
              </a:ext>
            </a:extLst>
          </p:cNvPr>
          <p:cNvGrpSpPr/>
          <p:nvPr/>
        </p:nvGrpSpPr>
        <p:grpSpPr>
          <a:xfrm>
            <a:off x="479425" y="2581105"/>
            <a:ext cx="618607" cy="358776"/>
            <a:chOff x="2011154" y="5478462"/>
            <a:chExt cx="618607" cy="358776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A641DC1-0108-7CD8-529D-A35BE0C78B79}"/>
                </a:ext>
              </a:extLst>
            </p:cNvPr>
            <p:cNvCxnSpPr>
              <a:cxnSpLocks/>
            </p:cNvCxnSpPr>
            <p:nvPr/>
          </p:nvCxnSpPr>
          <p:spPr>
            <a:xfrm>
              <a:off x="2011154" y="5657850"/>
              <a:ext cx="618607" cy="0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C9EE127-05BB-D4FE-B206-985C641AE12F}"/>
                </a:ext>
              </a:extLst>
            </p:cNvPr>
            <p:cNvCxnSpPr>
              <a:cxnSpLocks/>
            </p:cNvCxnSpPr>
            <p:nvPr/>
          </p:nvCxnSpPr>
          <p:spPr>
            <a:xfrm>
              <a:off x="2450373" y="5478462"/>
              <a:ext cx="179388" cy="179388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44A153F-0769-F970-223B-FF8AE1392D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373" y="5657850"/>
              <a:ext cx="179388" cy="179388"/>
            </a:xfrm>
            <a:prstGeom prst="line">
              <a:avLst/>
            </a:prstGeom>
            <a:ln cap="rnd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6204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DD3A-DFB5-80BF-5847-BD4621E8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FFFDC6-D103-2CA7-DEF8-0599FBABA8D2}"/>
              </a:ext>
            </a:extLst>
          </p:cNvPr>
          <p:cNvSpPr/>
          <p:nvPr/>
        </p:nvSpPr>
        <p:spPr>
          <a:xfrm>
            <a:off x="247650" y="3301510"/>
            <a:ext cx="11696700" cy="1241122"/>
          </a:xfrm>
          <a:prstGeom prst="roundRect">
            <a:avLst>
              <a:gd name="adj" fmla="val 14206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5C5DE-94D3-7199-B857-6C842CEC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10</a:t>
            </a:fld>
            <a:endParaRPr lang="en-ID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D70B0A7-6860-8E70-565F-941D3D227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25" y="6448426"/>
            <a:ext cx="4114800" cy="180974"/>
          </a:xfrm>
        </p:spPr>
        <p:txBody>
          <a:bodyPr/>
          <a:lstStyle/>
          <a:p>
            <a:r>
              <a:rPr lang="mn-MN" b="1" dirty="0">
                <a:solidFill>
                  <a:schemeClr val="tx2"/>
                </a:solidFill>
                <a:latin typeface="+mj-lt"/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  <a:latin typeface="+mj-lt"/>
              </a:rPr>
              <a:t>загвар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2FE14-FBE5-D623-6235-CE510DA45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703263"/>
            <a:ext cx="11233150" cy="649287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mn-MN">
                <a:solidFill>
                  <a:schemeClr val="tx2"/>
                </a:solidFill>
                <a:sym typeface="Open Sans"/>
              </a:rPr>
              <a:t>Гол зорилтууд</a:t>
            </a:r>
            <a:endParaRPr lang="en-US">
              <a:solidFill>
                <a:schemeClr val="tx2"/>
              </a:solidFill>
              <a:sym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24EFFA-B238-A054-84C9-194355DF8EE7}"/>
              </a:ext>
            </a:extLst>
          </p:cNvPr>
          <p:cNvSpPr/>
          <p:nvPr/>
        </p:nvSpPr>
        <p:spPr>
          <a:xfrm>
            <a:off x="4867637" y="3228484"/>
            <a:ext cx="2456726" cy="1387174"/>
          </a:xfrm>
          <a:prstGeom prst="roundRect">
            <a:avLst>
              <a:gd name="adj" fmla="val 6531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BDA712-60D7-3401-8716-4B7061E1AFE8}"/>
              </a:ext>
            </a:extLst>
          </p:cNvPr>
          <p:cNvCxnSpPr>
            <a:cxnSpLocks/>
          </p:cNvCxnSpPr>
          <p:nvPr/>
        </p:nvCxnSpPr>
        <p:spPr>
          <a:xfrm>
            <a:off x="6096000" y="3482685"/>
            <a:ext cx="0" cy="878774"/>
          </a:xfrm>
          <a:prstGeom prst="line">
            <a:avLst/>
          </a:prstGeom>
          <a:ln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58BBF54-B806-7823-E730-4431DF55B5C4}"/>
              </a:ext>
            </a:extLst>
          </p:cNvPr>
          <p:cNvGrpSpPr/>
          <p:nvPr/>
        </p:nvGrpSpPr>
        <p:grpSpPr>
          <a:xfrm>
            <a:off x="487493" y="3482685"/>
            <a:ext cx="11217016" cy="870235"/>
            <a:chOff x="552709" y="3646688"/>
            <a:chExt cx="10675539" cy="870235"/>
          </a:xfrm>
        </p:grpSpPr>
        <p:grpSp>
          <p:nvGrpSpPr>
            <p:cNvPr id="33" name="Google Shape;803;p12">
              <a:extLst>
                <a:ext uri="{FF2B5EF4-FFF2-40B4-BE49-F238E27FC236}">
                  <a16:creationId xmlns:a16="http://schemas.microsoft.com/office/drawing/2014/main" id="{C49370B6-BE96-B713-554B-A646C49752AD}"/>
                </a:ext>
              </a:extLst>
            </p:cNvPr>
            <p:cNvGrpSpPr/>
            <p:nvPr/>
          </p:nvGrpSpPr>
          <p:grpSpPr>
            <a:xfrm>
              <a:off x="552709" y="3646688"/>
              <a:ext cx="3304544" cy="870235"/>
              <a:chOff x="446005" y="2010897"/>
              <a:chExt cx="3409343" cy="870235"/>
            </a:xfrm>
          </p:grpSpPr>
          <p:sp>
            <p:nvSpPr>
              <p:cNvPr id="34" name="Google Shape;804;p12">
                <a:extLst>
                  <a:ext uri="{FF2B5EF4-FFF2-40B4-BE49-F238E27FC236}">
                    <a16:creationId xmlns:a16="http://schemas.microsoft.com/office/drawing/2014/main" id="{BE686584-6AAB-6E87-5F19-F0B914AD41A3}"/>
                  </a:ext>
                </a:extLst>
              </p:cNvPr>
              <p:cNvSpPr txBox="1"/>
              <p:nvPr/>
            </p:nvSpPr>
            <p:spPr>
              <a:xfrm>
                <a:off x="454328" y="2010897"/>
                <a:ext cx="1696349" cy="387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mn-MN" sz="1600" b="1" i="0" u="none" strike="noStrike" cap="none">
                    <a:solidFill>
                      <a:schemeClr val="dk1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Үр дүн</a:t>
                </a:r>
                <a:endParaRPr sz="14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805;p12">
                <a:extLst>
                  <a:ext uri="{FF2B5EF4-FFF2-40B4-BE49-F238E27FC236}">
                    <a16:creationId xmlns:a16="http://schemas.microsoft.com/office/drawing/2014/main" id="{2F5205C1-A26B-E5FF-D53B-E4A994B6EDCC}"/>
                  </a:ext>
                </a:extLst>
              </p:cNvPr>
              <p:cNvSpPr txBox="1"/>
              <p:nvPr/>
            </p:nvSpPr>
            <p:spPr>
              <a:xfrm>
                <a:off x="446005" y="2339097"/>
                <a:ext cx="3409343" cy="542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mn-MN" sz="1400" b="0" i="0" u="none" strike="noStrike" cap="none">
                    <a:solidFill>
                      <a:schemeClr val="dk1"/>
                    </a:solidFill>
                    <a:latin typeface="+mj-lt"/>
                    <a:ea typeface="Open Sans"/>
                    <a:cs typeface="Open Sans"/>
                    <a:sym typeface="Open Sans"/>
                  </a:rPr>
                  <a:t>Хэрэглэгчийн хэрэгцээг нарийн судална </a:t>
                </a:r>
                <a:endParaRPr sz="1400" b="0" i="0" u="none" strike="noStrike" cap="none">
                  <a:solidFill>
                    <a:srgbClr val="000000"/>
                  </a:solidFill>
                  <a:latin typeface="+mj-lt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804;p12">
              <a:extLst>
                <a:ext uri="{FF2B5EF4-FFF2-40B4-BE49-F238E27FC236}">
                  <a16:creationId xmlns:a16="http://schemas.microsoft.com/office/drawing/2014/main" id="{375C06A4-ABAD-4663-4209-37AB59DC028F}"/>
                </a:ext>
              </a:extLst>
            </p:cNvPr>
            <p:cNvSpPr txBox="1"/>
            <p:nvPr/>
          </p:nvSpPr>
          <p:spPr>
            <a:xfrm>
              <a:off x="9584043" y="3646688"/>
              <a:ext cx="1644205" cy="387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mn-MN" sz="1600" b="1" i="0" u="none" strike="noStrike" cap="none">
                  <a:solidFill>
                    <a:schemeClr val="dk1"/>
                  </a:solidFill>
                  <a:latin typeface="+mj-lt"/>
                  <a:ea typeface="Open Sans"/>
                  <a:cs typeface="Open Sans"/>
                  <a:sym typeface="Open Sans"/>
                </a:rPr>
                <a:t>Агуулга</a:t>
              </a:r>
              <a:endParaRPr sz="1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805;p12">
              <a:extLst>
                <a:ext uri="{FF2B5EF4-FFF2-40B4-BE49-F238E27FC236}">
                  <a16:creationId xmlns:a16="http://schemas.microsoft.com/office/drawing/2014/main" id="{E515039E-D77B-56EE-601C-42B1AC6A926F}"/>
                </a:ext>
              </a:extLst>
            </p:cNvPr>
            <p:cNvSpPr txBox="1"/>
            <p:nvPr/>
          </p:nvSpPr>
          <p:spPr>
            <a:xfrm>
              <a:off x="7923704" y="3974888"/>
              <a:ext cx="3304544" cy="5420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mn-MN" sz="1400" b="0" i="0" u="none" strike="noStrike" cap="none">
                  <a:solidFill>
                    <a:schemeClr val="dk1"/>
                  </a:solidFill>
                  <a:latin typeface="+mj-lt"/>
                  <a:ea typeface="Open Sans"/>
                  <a:cs typeface="Open Sans"/>
                  <a:sym typeface="Open Sans"/>
                </a:rPr>
                <a:t>Шинэ боломжийг цаг алдалгүй ашиглана </a:t>
              </a:r>
              <a:endParaRPr sz="1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804;p12">
            <a:extLst>
              <a:ext uri="{FF2B5EF4-FFF2-40B4-BE49-F238E27FC236}">
                <a16:creationId xmlns:a16="http://schemas.microsoft.com/office/drawing/2014/main" id="{3784EEFC-62DB-A67D-5053-526868F256A6}"/>
              </a:ext>
            </a:extLst>
          </p:cNvPr>
          <p:cNvSpPr txBox="1"/>
          <p:nvPr/>
        </p:nvSpPr>
        <p:spPr>
          <a:xfrm>
            <a:off x="487492" y="2326848"/>
            <a:ext cx="164420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600" b="1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Зорилт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50" name="Google Shape;805;p12">
            <a:extLst>
              <a:ext uri="{FF2B5EF4-FFF2-40B4-BE49-F238E27FC236}">
                <a16:creationId xmlns:a16="http://schemas.microsoft.com/office/drawing/2014/main" id="{CF2EFA0E-46EA-2C8C-B421-E62C012AA61B}"/>
              </a:ext>
            </a:extLst>
          </p:cNvPr>
          <p:cNvSpPr txBox="1"/>
          <p:nvPr/>
        </p:nvSpPr>
        <p:spPr>
          <a:xfrm>
            <a:off x="479424" y="2655048"/>
            <a:ext cx="4388213" cy="2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Харилцагчидтайгаа урт хугацааны түншлэл тогтооно 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8B79254-5BE3-FC64-0B49-14B30205483E}"/>
              </a:ext>
            </a:extLst>
          </p:cNvPr>
          <p:cNvGrpSpPr/>
          <p:nvPr/>
        </p:nvGrpSpPr>
        <p:grpSpPr>
          <a:xfrm>
            <a:off x="479425" y="1768284"/>
            <a:ext cx="473075" cy="466875"/>
            <a:chOff x="479425" y="1768284"/>
            <a:chExt cx="473075" cy="466875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740DC398-F773-5572-8608-35366F2E852E}"/>
                </a:ext>
              </a:extLst>
            </p:cNvPr>
            <p:cNvSpPr/>
            <p:nvPr/>
          </p:nvSpPr>
          <p:spPr>
            <a:xfrm>
              <a:off x="479425" y="1768284"/>
              <a:ext cx="473075" cy="466875"/>
            </a:xfrm>
            <a:prstGeom prst="roundRect">
              <a:avLst>
                <a:gd name="adj" fmla="val 27977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  <a:gs pos="49000">
                  <a:schemeClr val="accent3">
                    <a:lumMod val="7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BA9D22E-8812-11F0-CB66-0BD544548C4D}"/>
                </a:ext>
              </a:extLst>
            </p:cNvPr>
            <p:cNvSpPr txBox="1"/>
            <p:nvPr/>
          </p:nvSpPr>
          <p:spPr>
            <a:xfrm>
              <a:off x="584516" y="1863222"/>
              <a:ext cx="26289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01</a:t>
              </a:r>
              <a:endParaRPr lang="en-ID" b="1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99719DD-7B01-0FA7-3277-9BBEAF52BBAF}"/>
              </a:ext>
            </a:extLst>
          </p:cNvPr>
          <p:cNvGrpSpPr>
            <a:grpSpLocks noChangeAspect="1"/>
          </p:cNvGrpSpPr>
          <p:nvPr/>
        </p:nvGrpSpPr>
        <p:grpSpPr>
          <a:xfrm>
            <a:off x="6416979" y="3563447"/>
            <a:ext cx="614326" cy="614324"/>
            <a:chOff x="4190480" y="3912191"/>
            <a:chExt cx="440880" cy="440880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6B336CD-F48B-685C-DF54-0932AE4D32CD}"/>
                </a:ext>
              </a:extLst>
            </p:cNvPr>
            <p:cNvSpPr/>
            <p:nvPr/>
          </p:nvSpPr>
          <p:spPr>
            <a:xfrm>
              <a:off x="4311722" y="4077521"/>
              <a:ext cx="198396" cy="110220"/>
            </a:xfrm>
            <a:custGeom>
              <a:avLst/>
              <a:gdLst>
                <a:gd name="connsiteX0" fmla="*/ 198396 w 198396"/>
                <a:gd name="connsiteY0" fmla="*/ 110220 h 110220"/>
                <a:gd name="connsiteX1" fmla="*/ 105811 w 198396"/>
                <a:gd name="connsiteY1" fmla="*/ 17635 h 110220"/>
                <a:gd name="connsiteX2" fmla="*/ 70541 w 198396"/>
                <a:gd name="connsiteY2" fmla="*/ 70541 h 110220"/>
                <a:gd name="connsiteX3" fmla="*/ 0 w 198396"/>
                <a:gd name="connsiteY3" fmla="*/ 0 h 110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396" h="110220">
                  <a:moveTo>
                    <a:pt x="198396" y="110220"/>
                  </a:moveTo>
                  <a:lnTo>
                    <a:pt x="105811" y="17635"/>
                  </a:lnTo>
                  <a:lnTo>
                    <a:pt x="70541" y="70541"/>
                  </a:ln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B36440-5269-FF07-16B6-E129D40B999B}"/>
                </a:ext>
              </a:extLst>
            </p:cNvPr>
            <p:cNvSpPr/>
            <p:nvPr/>
          </p:nvSpPr>
          <p:spPr>
            <a:xfrm>
              <a:off x="4466030" y="4143653"/>
              <a:ext cx="44088" cy="44088"/>
            </a:xfrm>
            <a:custGeom>
              <a:avLst/>
              <a:gdLst>
                <a:gd name="connsiteX0" fmla="*/ 0 w 44088"/>
                <a:gd name="connsiteY0" fmla="*/ 44088 h 44088"/>
                <a:gd name="connsiteX1" fmla="*/ 44088 w 44088"/>
                <a:gd name="connsiteY1" fmla="*/ 44088 h 44088"/>
                <a:gd name="connsiteX2" fmla="*/ 44088 w 44088"/>
                <a:gd name="connsiteY2" fmla="*/ 0 h 44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088" h="44088">
                  <a:moveTo>
                    <a:pt x="0" y="44088"/>
                  </a:moveTo>
                  <a:lnTo>
                    <a:pt x="44088" y="44088"/>
                  </a:lnTo>
                  <a:lnTo>
                    <a:pt x="44088" y="0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5BDBA99-39EF-4403-C6FB-B723CD628692}"/>
                </a:ext>
              </a:extLst>
            </p:cNvPr>
            <p:cNvSpPr/>
            <p:nvPr/>
          </p:nvSpPr>
          <p:spPr>
            <a:xfrm>
              <a:off x="4190480" y="3912191"/>
              <a:ext cx="440880" cy="440880"/>
            </a:xfrm>
            <a:custGeom>
              <a:avLst/>
              <a:gdLst>
                <a:gd name="connsiteX0" fmla="*/ 154308 w 440880"/>
                <a:gd name="connsiteY0" fmla="*/ 440881 h 440880"/>
                <a:gd name="connsiteX1" fmla="*/ 286573 w 440880"/>
                <a:gd name="connsiteY1" fmla="*/ 440881 h 440880"/>
                <a:gd name="connsiteX2" fmla="*/ 440881 w 440880"/>
                <a:gd name="connsiteY2" fmla="*/ 286573 h 440880"/>
                <a:gd name="connsiteX3" fmla="*/ 440881 w 440880"/>
                <a:gd name="connsiteY3" fmla="*/ 154308 h 440880"/>
                <a:gd name="connsiteX4" fmla="*/ 286573 w 440880"/>
                <a:gd name="connsiteY4" fmla="*/ 0 h 440880"/>
                <a:gd name="connsiteX5" fmla="*/ 154308 w 440880"/>
                <a:gd name="connsiteY5" fmla="*/ 0 h 440880"/>
                <a:gd name="connsiteX6" fmla="*/ 0 w 440880"/>
                <a:gd name="connsiteY6" fmla="*/ 154308 h 440880"/>
                <a:gd name="connsiteX7" fmla="*/ 0 w 440880"/>
                <a:gd name="connsiteY7" fmla="*/ 286573 h 440880"/>
                <a:gd name="connsiteX8" fmla="*/ 154308 w 440880"/>
                <a:gd name="connsiteY8" fmla="*/ 440881 h 44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0880" h="440880">
                  <a:moveTo>
                    <a:pt x="154308" y="440881"/>
                  </a:moveTo>
                  <a:lnTo>
                    <a:pt x="286573" y="440881"/>
                  </a:lnTo>
                  <a:cubicBezTo>
                    <a:pt x="396793" y="440881"/>
                    <a:pt x="440881" y="396793"/>
                    <a:pt x="440881" y="286573"/>
                  </a:cubicBezTo>
                  <a:lnTo>
                    <a:pt x="440881" y="154308"/>
                  </a:lnTo>
                  <a:cubicBezTo>
                    <a:pt x="440881" y="44088"/>
                    <a:pt x="396793" y="0"/>
                    <a:pt x="286573" y="0"/>
                  </a:cubicBezTo>
                  <a:lnTo>
                    <a:pt x="154308" y="0"/>
                  </a:lnTo>
                  <a:cubicBezTo>
                    <a:pt x="44088" y="0"/>
                    <a:pt x="0" y="44088"/>
                    <a:pt x="0" y="154308"/>
                  </a:cubicBezTo>
                  <a:lnTo>
                    <a:pt x="0" y="286573"/>
                  </a:lnTo>
                  <a:cubicBezTo>
                    <a:pt x="0" y="396793"/>
                    <a:pt x="44088" y="440881"/>
                    <a:pt x="154308" y="440881"/>
                  </a:cubicBezTo>
                  <a:close/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6FCF2FC-85FB-31CB-3C98-2BF9023E8061}"/>
              </a:ext>
            </a:extLst>
          </p:cNvPr>
          <p:cNvGrpSpPr>
            <a:grpSpLocks noChangeAspect="1"/>
          </p:cNvGrpSpPr>
          <p:nvPr/>
        </p:nvGrpSpPr>
        <p:grpSpPr>
          <a:xfrm>
            <a:off x="5160695" y="3563447"/>
            <a:ext cx="614326" cy="614324"/>
            <a:chOff x="3078869" y="3912191"/>
            <a:chExt cx="440880" cy="44088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3ECDA24-F531-2837-793E-3C2932DF025A}"/>
                </a:ext>
              </a:extLst>
            </p:cNvPr>
            <p:cNvSpPr/>
            <p:nvPr/>
          </p:nvSpPr>
          <p:spPr>
            <a:xfrm>
              <a:off x="3200111" y="4077521"/>
              <a:ext cx="198396" cy="110220"/>
            </a:xfrm>
            <a:custGeom>
              <a:avLst/>
              <a:gdLst>
                <a:gd name="connsiteX0" fmla="*/ 198396 w 198396"/>
                <a:gd name="connsiteY0" fmla="*/ 0 h 110220"/>
                <a:gd name="connsiteX1" fmla="*/ 105811 w 198396"/>
                <a:gd name="connsiteY1" fmla="*/ 92585 h 110220"/>
                <a:gd name="connsiteX2" fmla="*/ 70541 w 198396"/>
                <a:gd name="connsiteY2" fmla="*/ 39679 h 110220"/>
                <a:gd name="connsiteX3" fmla="*/ 0 w 198396"/>
                <a:gd name="connsiteY3" fmla="*/ 110220 h 110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396" h="110220">
                  <a:moveTo>
                    <a:pt x="198396" y="0"/>
                  </a:moveTo>
                  <a:lnTo>
                    <a:pt x="105811" y="92585"/>
                  </a:lnTo>
                  <a:lnTo>
                    <a:pt x="70541" y="39679"/>
                  </a:lnTo>
                  <a:lnTo>
                    <a:pt x="0" y="110220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4B31788-3E9F-F135-2869-2B492FAF68C9}"/>
                </a:ext>
              </a:extLst>
            </p:cNvPr>
            <p:cNvSpPr/>
            <p:nvPr/>
          </p:nvSpPr>
          <p:spPr>
            <a:xfrm>
              <a:off x="3354419" y="4077521"/>
              <a:ext cx="44088" cy="44088"/>
            </a:xfrm>
            <a:custGeom>
              <a:avLst/>
              <a:gdLst>
                <a:gd name="connsiteX0" fmla="*/ 0 w 44088"/>
                <a:gd name="connsiteY0" fmla="*/ 0 h 44088"/>
                <a:gd name="connsiteX1" fmla="*/ 44088 w 44088"/>
                <a:gd name="connsiteY1" fmla="*/ 0 h 44088"/>
                <a:gd name="connsiteX2" fmla="*/ 44088 w 44088"/>
                <a:gd name="connsiteY2" fmla="*/ 44088 h 44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088" h="44088">
                  <a:moveTo>
                    <a:pt x="0" y="0"/>
                  </a:moveTo>
                  <a:lnTo>
                    <a:pt x="44088" y="0"/>
                  </a:lnTo>
                  <a:lnTo>
                    <a:pt x="44088" y="44088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12BE2A4-8D2E-E361-D36C-A8F6D04E39A9}"/>
                </a:ext>
              </a:extLst>
            </p:cNvPr>
            <p:cNvSpPr/>
            <p:nvPr/>
          </p:nvSpPr>
          <p:spPr>
            <a:xfrm>
              <a:off x="3078869" y="3912191"/>
              <a:ext cx="440880" cy="440880"/>
            </a:xfrm>
            <a:custGeom>
              <a:avLst/>
              <a:gdLst>
                <a:gd name="connsiteX0" fmla="*/ 154308 w 440880"/>
                <a:gd name="connsiteY0" fmla="*/ 440881 h 440880"/>
                <a:gd name="connsiteX1" fmla="*/ 286573 w 440880"/>
                <a:gd name="connsiteY1" fmla="*/ 440881 h 440880"/>
                <a:gd name="connsiteX2" fmla="*/ 440881 w 440880"/>
                <a:gd name="connsiteY2" fmla="*/ 286573 h 440880"/>
                <a:gd name="connsiteX3" fmla="*/ 440881 w 440880"/>
                <a:gd name="connsiteY3" fmla="*/ 154308 h 440880"/>
                <a:gd name="connsiteX4" fmla="*/ 286573 w 440880"/>
                <a:gd name="connsiteY4" fmla="*/ 0 h 440880"/>
                <a:gd name="connsiteX5" fmla="*/ 154308 w 440880"/>
                <a:gd name="connsiteY5" fmla="*/ 0 h 440880"/>
                <a:gd name="connsiteX6" fmla="*/ 0 w 440880"/>
                <a:gd name="connsiteY6" fmla="*/ 154308 h 440880"/>
                <a:gd name="connsiteX7" fmla="*/ 0 w 440880"/>
                <a:gd name="connsiteY7" fmla="*/ 286573 h 440880"/>
                <a:gd name="connsiteX8" fmla="*/ 154308 w 440880"/>
                <a:gd name="connsiteY8" fmla="*/ 440881 h 440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0880" h="440880">
                  <a:moveTo>
                    <a:pt x="154308" y="440881"/>
                  </a:moveTo>
                  <a:lnTo>
                    <a:pt x="286573" y="440881"/>
                  </a:lnTo>
                  <a:cubicBezTo>
                    <a:pt x="396793" y="440881"/>
                    <a:pt x="440881" y="396793"/>
                    <a:pt x="440881" y="286573"/>
                  </a:cubicBezTo>
                  <a:lnTo>
                    <a:pt x="440881" y="154308"/>
                  </a:lnTo>
                  <a:cubicBezTo>
                    <a:pt x="440881" y="44088"/>
                    <a:pt x="396793" y="0"/>
                    <a:pt x="286573" y="0"/>
                  </a:cubicBezTo>
                  <a:lnTo>
                    <a:pt x="154308" y="0"/>
                  </a:lnTo>
                  <a:cubicBezTo>
                    <a:pt x="44088" y="0"/>
                    <a:pt x="0" y="44088"/>
                    <a:pt x="0" y="154308"/>
                  </a:cubicBezTo>
                  <a:lnTo>
                    <a:pt x="0" y="286573"/>
                  </a:lnTo>
                  <a:cubicBezTo>
                    <a:pt x="0" y="396793"/>
                    <a:pt x="44088" y="440881"/>
                    <a:pt x="154308" y="440881"/>
                  </a:cubicBezTo>
                  <a:close/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7" name="Google Shape;803;p12">
            <a:extLst>
              <a:ext uri="{FF2B5EF4-FFF2-40B4-BE49-F238E27FC236}">
                <a16:creationId xmlns:a16="http://schemas.microsoft.com/office/drawing/2014/main" id="{2DFC6F75-4568-414B-B696-280383868F49}"/>
              </a:ext>
            </a:extLst>
          </p:cNvPr>
          <p:cNvGrpSpPr/>
          <p:nvPr/>
        </p:nvGrpSpPr>
        <p:grpSpPr>
          <a:xfrm>
            <a:off x="479425" y="5348163"/>
            <a:ext cx="4388212" cy="543644"/>
            <a:chOff x="603886" y="2010897"/>
            <a:chExt cx="4527378" cy="543644"/>
          </a:xfrm>
        </p:grpSpPr>
        <p:sp>
          <p:nvSpPr>
            <p:cNvPr id="68" name="Google Shape;804;p12">
              <a:extLst>
                <a:ext uri="{FF2B5EF4-FFF2-40B4-BE49-F238E27FC236}">
                  <a16:creationId xmlns:a16="http://schemas.microsoft.com/office/drawing/2014/main" id="{EFB7B024-9265-6EA4-55E3-D5C459C0B3A1}"/>
                </a:ext>
              </a:extLst>
            </p:cNvPr>
            <p:cNvSpPr txBox="1"/>
            <p:nvPr/>
          </p:nvSpPr>
          <p:spPr>
            <a:xfrm>
              <a:off x="612209" y="2010897"/>
              <a:ext cx="1696349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defRPr sz="1600" b="1" i="0" u="none" strike="noStrike" cap="none">
                  <a:solidFill>
                    <a:schemeClr val="dk1"/>
                  </a:solidFill>
                  <a:latin typeface="+mj-lt"/>
                  <a:ea typeface="Open Sans"/>
                  <a:cs typeface="Open Sans"/>
                </a:defRPr>
              </a:lvl1pPr>
            </a:lstStyle>
            <a:p>
              <a:r>
                <a:rPr lang="mn-MN">
                  <a:sym typeface="Open Sans"/>
                </a:rPr>
                <a:t>Үр дүн</a:t>
              </a:r>
              <a:endParaRPr>
                <a:sym typeface="Arial"/>
              </a:endParaRPr>
            </a:p>
          </p:txBody>
        </p:sp>
        <p:sp>
          <p:nvSpPr>
            <p:cNvPr id="69" name="Google Shape;805;p12">
              <a:extLst>
                <a:ext uri="{FF2B5EF4-FFF2-40B4-BE49-F238E27FC236}">
                  <a16:creationId xmlns:a16="http://schemas.microsoft.com/office/drawing/2014/main" id="{363B7EEE-7394-BCD1-43EF-44F37F69D2C8}"/>
                </a:ext>
              </a:extLst>
            </p:cNvPr>
            <p:cNvSpPr txBox="1"/>
            <p:nvPr/>
          </p:nvSpPr>
          <p:spPr>
            <a:xfrm>
              <a:off x="603886" y="2339097"/>
              <a:ext cx="452737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R="0" lv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 sz="1400" b="0" i="0" u="none" strike="noStrike" cap="none">
                  <a:solidFill>
                    <a:schemeClr val="dk1"/>
                  </a:solidFill>
                  <a:latin typeface="+mj-lt"/>
                  <a:ea typeface="Open Sans"/>
                  <a:cs typeface="Open Sans"/>
                </a:defRPr>
              </a:lvl1pPr>
            </a:lstStyle>
            <a:p>
              <a:r>
                <a:rPr lang="mn-MN">
                  <a:sym typeface="Open Sans"/>
                </a:rPr>
                <a:t>Энд гол санаагаа бичнэ үү </a:t>
              </a:r>
              <a:endParaRPr>
                <a:sym typeface="Arial"/>
              </a:endParaRPr>
            </a:p>
          </p:txBody>
        </p:sp>
      </p:grpSp>
      <p:sp>
        <p:nvSpPr>
          <p:cNvPr id="70" name="Google Shape;804;p12">
            <a:extLst>
              <a:ext uri="{FF2B5EF4-FFF2-40B4-BE49-F238E27FC236}">
                <a16:creationId xmlns:a16="http://schemas.microsoft.com/office/drawing/2014/main" id="{1F4BE3C0-8E18-E6D5-ADD4-360E40297570}"/>
              </a:ext>
            </a:extLst>
          </p:cNvPr>
          <p:cNvSpPr txBox="1"/>
          <p:nvPr/>
        </p:nvSpPr>
        <p:spPr>
          <a:xfrm>
            <a:off x="10068370" y="5348163"/>
            <a:ext cx="164420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</a:defRPr>
            </a:lvl1pPr>
          </a:lstStyle>
          <a:p>
            <a:r>
              <a:rPr lang="mn-MN">
                <a:sym typeface="Open Sans"/>
              </a:rPr>
              <a:t>Агуулга</a:t>
            </a:r>
            <a:endParaRPr>
              <a:sym typeface="Arial"/>
            </a:endParaRPr>
          </a:p>
        </p:txBody>
      </p:sp>
      <p:sp>
        <p:nvSpPr>
          <p:cNvPr id="71" name="Google Shape;805;p12">
            <a:extLst>
              <a:ext uri="{FF2B5EF4-FFF2-40B4-BE49-F238E27FC236}">
                <a16:creationId xmlns:a16="http://schemas.microsoft.com/office/drawing/2014/main" id="{2AA612CE-1891-26BA-225A-A58106F01408}"/>
              </a:ext>
            </a:extLst>
          </p:cNvPr>
          <p:cNvSpPr txBox="1"/>
          <p:nvPr/>
        </p:nvSpPr>
        <p:spPr>
          <a:xfrm>
            <a:off x="7324363" y="5676363"/>
            <a:ext cx="438821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</a:defRPr>
            </a:lvl1pPr>
          </a:lstStyle>
          <a:p>
            <a:r>
              <a:rPr lang="mn-MN">
                <a:sym typeface="Open Sans"/>
              </a:rPr>
              <a:t>Үзэгчдэд хэрэгтэй мэдээллийг өгнө </a:t>
            </a:r>
            <a:endParaRPr>
              <a:sym typeface="Arial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8EBF10A-53B2-EEAE-73AA-6B83C0C29C49}"/>
              </a:ext>
            </a:extLst>
          </p:cNvPr>
          <p:cNvGrpSpPr/>
          <p:nvPr/>
        </p:nvGrpSpPr>
        <p:grpSpPr>
          <a:xfrm>
            <a:off x="11247567" y="1768284"/>
            <a:ext cx="473075" cy="466875"/>
            <a:chOff x="479425" y="1768284"/>
            <a:chExt cx="473075" cy="466875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0B07E261-BE01-2903-C2C1-265C6031EA52}"/>
                </a:ext>
              </a:extLst>
            </p:cNvPr>
            <p:cNvSpPr/>
            <p:nvPr/>
          </p:nvSpPr>
          <p:spPr>
            <a:xfrm>
              <a:off x="479425" y="1768284"/>
              <a:ext cx="473075" cy="466875"/>
            </a:xfrm>
            <a:prstGeom prst="roundRect">
              <a:avLst>
                <a:gd name="adj" fmla="val 27977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  <a:gs pos="49000">
                  <a:schemeClr val="accent3">
                    <a:lumMod val="7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11FC16C-F8F1-C340-8ED6-8C6A7319CCFA}"/>
                </a:ext>
              </a:extLst>
            </p:cNvPr>
            <p:cNvSpPr txBox="1"/>
            <p:nvPr/>
          </p:nvSpPr>
          <p:spPr>
            <a:xfrm>
              <a:off x="584516" y="1863222"/>
              <a:ext cx="26289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02</a:t>
              </a:r>
              <a:endParaRPr lang="en-ID" b="1">
                <a:solidFill>
                  <a:schemeClr val="bg1"/>
                </a:solidFill>
              </a:endParaRPr>
            </a:p>
          </p:txBody>
        </p:sp>
      </p:grpSp>
      <p:sp>
        <p:nvSpPr>
          <p:cNvPr id="82" name="Google Shape;804;p12">
            <a:extLst>
              <a:ext uri="{FF2B5EF4-FFF2-40B4-BE49-F238E27FC236}">
                <a16:creationId xmlns:a16="http://schemas.microsoft.com/office/drawing/2014/main" id="{BAF6CEEC-E705-7990-3455-047DAC6E3EEA}"/>
              </a:ext>
            </a:extLst>
          </p:cNvPr>
          <p:cNvSpPr txBox="1"/>
          <p:nvPr/>
        </p:nvSpPr>
        <p:spPr>
          <a:xfrm>
            <a:off x="10076437" y="2326848"/>
            <a:ext cx="164420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600" b="1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Зорилт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05;p12">
            <a:extLst>
              <a:ext uri="{FF2B5EF4-FFF2-40B4-BE49-F238E27FC236}">
                <a16:creationId xmlns:a16="http://schemas.microsoft.com/office/drawing/2014/main" id="{C870648F-0812-2709-68DA-134B826BB955}"/>
              </a:ext>
            </a:extLst>
          </p:cNvPr>
          <p:cNvSpPr txBox="1"/>
          <p:nvPr/>
        </p:nvSpPr>
        <p:spPr>
          <a:xfrm>
            <a:off x="7324363" y="2655048"/>
            <a:ext cx="439627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4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Бид хэрэглэгчдэдээ үнэ цэн бүтээхийг зорьдог 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6387FC9-1ED1-A557-F0D2-7C7A9D1010FC}"/>
              </a:ext>
            </a:extLst>
          </p:cNvPr>
          <p:cNvGrpSpPr/>
          <p:nvPr/>
        </p:nvGrpSpPr>
        <p:grpSpPr>
          <a:xfrm>
            <a:off x="479425" y="4817622"/>
            <a:ext cx="473075" cy="466875"/>
            <a:chOff x="479425" y="1768284"/>
            <a:chExt cx="473075" cy="466875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BA4E5566-EA07-5CF5-D681-70EB3520BDFB}"/>
                </a:ext>
              </a:extLst>
            </p:cNvPr>
            <p:cNvSpPr/>
            <p:nvPr/>
          </p:nvSpPr>
          <p:spPr>
            <a:xfrm>
              <a:off x="479425" y="1768284"/>
              <a:ext cx="473075" cy="466875"/>
            </a:xfrm>
            <a:prstGeom prst="roundRect">
              <a:avLst>
                <a:gd name="adj" fmla="val 27977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4533B81-DEEE-1E3F-0115-EE9F9CA06AFA}"/>
                </a:ext>
              </a:extLst>
            </p:cNvPr>
            <p:cNvSpPr txBox="1"/>
            <p:nvPr/>
          </p:nvSpPr>
          <p:spPr>
            <a:xfrm>
              <a:off x="584516" y="1863222"/>
              <a:ext cx="26289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2"/>
                  </a:solidFill>
                </a:rPr>
                <a:t>A</a:t>
              </a:r>
              <a:endParaRPr lang="en-ID" b="1">
                <a:solidFill>
                  <a:schemeClr val="tx2"/>
                </a:solidFill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9400443-FD9B-640B-C7E9-E90E7D47699C}"/>
              </a:ext>
            </a:extLst>
          </p:cNvPr>
          <p:cNvGrpSpPr/>
          <p:nvPr/>
        </p:nvGrpSpPr>
        <p:grpSpPr>
          <a:xfrm>
            <a:off x="11247567" y="4817622"/>
            <a:ext cx="473075" cy="466875"/>
            <a:chOff x="479425" y="1768284"/>
            <a:chExt cx="473075" cy="466875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1A39CD34-C40A-EA05-778A-1DDE7D4298DB}"/>
                </a:ext>
              </a:extLst>
            </p:cNvPr>
            <p:cNvSpPr/>
            <p:nvPr/>
          </p:nvSpPr>
          <p:spPr>
            <a:xfrm>
              <a:off x="479425" y="1768284"/>
              <a:ext cx="473075" cy="466875"/>
            </a:xfrm>
            <a:prstGeom prst="roundRect">
              <a:avLst>
                <a:gd name="adj" fmla="val 27977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01CBDCF-8F4D-E59A-84F8-74B86167D6CD}"/>
                </a:ext>
              </a:extLst>
            </p:cNvPr>
            <p:cNvSpPr txBox="1"/>
            <p:nvPr/>
          </p:nvSpPr>
          <p:spPr>
            <a:xfrm>
              <a:off x="584516" y="1863222"/>
              <a:ext cx="26289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b="1">
                  <a:solidFill>
                    <a:schemeClr val="tx2"/>
                  </a:solidFill>
                </a:rPr>
                <a:t>B</a:t>
              </a:r>
              <a:endParaRPr lang="en-ID" b="1">
                <a:solidFill>
                  <a:schemeClr val="tx2"/>
                </a:solidFill>
              </a:endParaRPr>
            </a:p>
          </p:txBody>
        </p:sp>
      </p:grp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9FFE0C4-D43D-945D-BAA6-E543D59B10E2}"/>
              </a:ext>
            </a:extLst>
          </p:cNvPr>
          <p:cNvCxnSpPr/>
          <p:nvPr/>
        </p:nvCxnSpPr>
        <p:spPr>
          <a:xfrm>
            <a:off x="1143000" y="2032000"/>
            <a:ext cx="372463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3F62B58-642E-8F40-13D7-220EE47623AB}"/>
              </a:ext>
            </a:extLst>
          </p:cNvPr>
          <p:cNvCxnSpPr>
            <a:cxnSpLocks/>
          </p:cNvCxnSpPr>
          <p:nvPr/>
        </p:nvCxnSpPr>
        <p:spPr>
          <a:xfrm>
            <a:off x="1143000" y="5051059"/>
            <a:ext cx="372463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36E27CF-D11F-32EE-1184-C6F2E10A0691}"/>
              </a:ext>
            </a:extLst>
          </p:cNvPr>
          <p:cNvCxnSpPr>
            <a:cxnSpLocks/>
          </p:cNvCxnSpPr>
          <p:nvPr/>
        </p:nvCxnSpPr>
        <p:spPr>
          <a:xfrm>
            <a:off x="7324363" y="2032000"/>
            <a:ext cx="372463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D956B85-0E59-43FE-13BF-47DFCF647C7A}"/>
              </a:ext>
            </a:extLst>
          </p:cNvPr>
          <p:cNvCxnSpPr>
            <a:cxnSpLocks/>
          </p:cNvCxnSpPr>
          <p:nvPr/>
        </p:nvCxnSpPr>
        <p:spPr>
          <a:xfrm>
            <a:off x="7324363" y="5051059"/>
            <a:ext cx="372463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49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C2149-D895-6615-1281-76D5042A9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: Top Corners Rounded 93">
            <a:extLst>
              <a:ext uri="{FF2B5EF4-FFF2-40B4-BE49-F238E27FC236}">
                <a16:creationId xmlns:a16="http://schemas.microsoft.com/office/drawing/2014/main" id="{27CBDC8F-C237-AB0A-1B14-26D573489A4F}"/>
              </a:ext>
            </a:extLst>
          </p:cNvPr>
          <p:cNvSpPr/>
          <p:nvPr/>
        </p:nvSpPr>
        <p:spPr>
          <a:xfrm flipH="1">
            <a:off x="10589556" y="3892552"/>
            <a:ext cx="848360" cy="664160"/>
          </a:xfrm>
          <a:prstGeom prst="round2SameRect">
            <a:avLst>
              <a:gd name="adj1" fmla="val 12006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5" name="Rectangle: Top Corners Rounded 94">
            <a:extLst>
              <a:ext uri="{FF2B5EF4-FFF2-40B4-BE49-F238E27FC236}">
                <a16:creationId xmlns:a16="http://schemas.microsoft.com/office/drawing/2014/main" id="{6D3F4262-6B0E-C1B4-9295-2F3EEC34D069}"/>
              </a:ext>
            </a:extLst>
          </p:cNvPr>
          <p:cNvSpPr/>
          <p:nvPr/>
        </p:nvSpPr>
        <p:spPr>
          <a:xfrm flipH="1">
            <a:off x="10589556" y="1810394"/>
            <a:ext cx="848360" cy="664160"/>
          </a:xfrm>
          <a:prstGeom prst="round2SameRect">
            <a:avLst>
              <a:gd name="adj1" fmla="val 12006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4" name="Rectangle: Top Corners Rounded 83">
            <a:extLst>
              <a:ext uri="{FF2B5EF4-FFF2-40B4-BE49-F238E27FC236}">
                <a16:creationId xmlns:a16="http://schemas.microsoft.com/office/drawing/2014/main" id="{E85E9FBC-9186-C55F-4372-8BDC6448DE39}"/>
              </a:ext>
            </a:extLst>
          </p:cNvPr>
          <p:cNvSpPr/>
          <p:nvPr/>
        </p:nvSpPr>
        <p:spPr>
          <a:xfrm>
            <a:off x="745608" y="3892552"/>
            <a:ext cx="848360" cy="664160"/>
          </a:xfrm>
          <a:prstGeom prst="round2SameRect">
            <a:avLst>
              <a:gd name="adj1" fmla="val 12006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6" name="Rectangle: Top Corners Rounded 75">
            <a:extLst>
              <a:ext uri="{FF2B5EF4-FFF2-40B4-BE49-F238E27FC236}">
                <a16:creationId xmlns:a16="http://schemas.microsoft.com/office/drawing/2014/main" id="{3B0C3A3E-72E5-7BAA-6792-0D470C9A3A8C}"/>
              </a:ext>
            </a:extLst>
          </p:cNvPr>
          <p:cNvSpPr/>
          <p:nvPr/>
        </p:nvSpPr>
        <p:spPr>
          <a:xfrm>
            <a:off x="745608" y="1810394"/>
            <a:ext cx="848360" cy="664160"/>
          </a:xfrm>
          <a:prstGeom prst="round2SameRect">
            <a:avLst>
              <a:gd name="adj1" fmla="val 12006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8C9B79-891E-F9C2-BCD8-217C69AE2D81}"/>
              </a:ext>
            </a:extLst>
          </p:cNvPr>
          <p:cNvGrpSpPr/>
          <p:nvPr/>
        </p:nvGrpSpPr>
        <p:grpSpPr>
          <a:xfrm>
            <a:off x="479424" y="4036473"/>
            <a:ext cx="11233152" cy="1698730"/>
            <a:chOff x="479425" y="1876156"/>
            <a:chExt cx="11233152" cy="1497264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4391F2A-FA32-DFAD-82BA-8655D703242F}"/>
                </a:ext>
              </a:extLst>
            </p:cNvPr>
            <p:cNvSpPr/>
            <p:nvPr/>
          </p:nvSpPr>
          <p:spPr>
            <a:xfrm>
              <a:off x="479425" y="1876156"/>
              <a:ext cx="5099736" cy="1497264"/>
            </a:xfrm>
            <a:prstGeom prst="roundRect">
              <a:avLst>
                <a:gd name="adj" fmla="val 11578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62D60F6-1278-C989-39FD-E1442F0F9176}"/>
                </a:ext>
              </a:extLst>
            </p:cNvPr>
            <p:cNvSpPr/>
            <p:nvPr/>
          </p:nvSpPr>
          <p:spPr>
            <a:xfrm>
              <a:off x="6612841" y="1876156"/>
              <a:ext cx="5099736" cy="1497264"/>
            </a:xfrm>
            <a:prstGeom prst="roundRect">
              <a:avLst>
                <a:gd name="adj" fmla="val 11578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2AC77C4-7FA8-8586-06A8-B61B3EB6658E}"/>
              </a:ext>
            </a:extLst>
          </p:cNvPr>
          <p:cNvGrpSpPr/>
          <p:nvPr/>
        </p:nvGrpSpPr>
        <p:grpSpPr>
          <a:xfrm>
            <a:off x="479424" y="1958988"/>
            <a:ext cx="11233152" cy="1698730"/>
            <a:chOff x="479425" y="1876156"/>
            <a:chExt cx="11233152" cy="1497264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C1D69C6-1950-86DA-9F28-92353D45BA39}"/>
                </a:ext>
              </a:extLst>
            </p:cNvPr>
            <p:cNvSpPr/>
            <p:nvPr/>
          </p:nvSpPr>
          <p:spPr>
            <a:xfrm>
              <a:off x="479425" y="1876156"/>
              <a:ext cx="5099736" cy="1497264"/>
            </a:xfrm>
            <a:prstGeom prst="roundRect">
              <a:avLst>
                <a:gd name="adj" fmla="val 11578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B05CF71-A31B-7720-D97E-E83BD9D8ACA4}"/>
                </a:ext>
              </a:extLst>
            </p:cNvPr>
            <p:cNvSpPr/>
            <p:nvPr/>
          </p:nvSpPr>
          <p:spPr>
            <a:xfrm>
              <a:off x="6612841" y="1876156"/>
              <a:ext cx="5099736" cy="1497264"/>
            </a:xfrm>
            <a:prstGeom prst="roundRect">
              <a:avLst>
                <a:gd name="adj" fmla="val 11578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044CFC-7DE1-93DC-4AB6-0D5C1F67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>
                <a:solidFill>
                  <a:schemeClr val="tx2"/>
                </a:solidFill>
                <a:sym typeface="Open Sans"/>
              </a:rPr>
              <a:t>Гол зорилтууд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FCEBD-FB53-DFA0-E54B-85D5C183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11</a:t>
            </a:fld>
            <a:endParaRPr lang="en-ID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08E95E1-2CFB-3F3E-87A0-22EE07D97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25" y="6448426"/>
            <a:ext cx="4114800" cy="180974"/>
          </a:xfrm>
        </p:spPr>
        <p:txBody>
          <a:bodyPr/>
          <a:lstStyle/>
          <a:p>
            <a:r>
              <a:rPr lang="mn-MN" b="1" dirty="0">
                <a:solidFill>
                  <a:schemeClr val="tx2"/>
                </a:solidFill>
                <a:latin typeface="+mj-lt"/>
              </a:rPr>
              <a:t>Зорилтуудын илтгэлийн </a:t>
            </a:r>
            <a:r>
              <a:rPr lang="mn-MN" dirty="0">
                <a:solidFill>
                  <a:schemeClr val="tx2"/>
                </a:solidFill>
                <a:latin typeface="+mj-lt"/>
              </a:rPr>
              <a:t>загвар</a:t>
            </a:r>
          </a:p>
        </p:txBody>
      </p:sp>
      <p:sp>
        <p:nvSpPr>
          <p:cNvPr id="3" name="Google Shape;891;p13">
            <a:extLst>
              <a:ext uri="{FF2B5EF4-FFF2-40B4-BE49-F238E27FC236}">
                <a16:creationId xmlns:a16="http://schemas.microsoft.com/office/drawing/2014/main" id="{B55D183A-8545-A1FD-9CB7-5A5BDB0CD87B}"/>
              </a:ext>
            </a:extLst>
          </p:cNvPr>
          <p:cNvSpPr/>
          <p:nvPr/>
        </p:nvSpPr>
        <p:spPr>
          <a:xfrm>
            <a:off x="3925377" y="1687147"/>
            <a:ext cx="4341247" cy="434267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254000" algn="ctr" rotWithShape="0">
              <a:schemeClr val="accent1">
                <a:alpha val="15000"/>
              </a:scheme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 Nova" panose="020B05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892;p13">
            <a:extLst>
              <a:ext uri="{FF2B5EF4-FFF2-40B4-BE49-F238E27FC236}">
                <a16:creationId xmlns:a16="http://schemas.microsoft.com/office/drawing/2014/main" id="{7D83B3EC-1301-63C1-4F9D-0E6C145C14FC}"/>
              </a:ext>
            </a:extLst>
          </p:cNvPr>
          <p:cNvSpPr/>
          <p:nvPr/>
        </p:nvSpPr>
        <p:spPr>
          <a:xfrm>
            <a:off x="6096001" y="3851966"/>
            <a:ext cx="1849819" cy="1850966"/>
          </a:xfrm>
          <a:custGeom>
            <a:avLst/>
            <a:gdLst/>
            <a:ahLst/>
            <a:cxnLst/>
            <a:rect l="l" t="t" r="r" b="b"/>
            <a:pathLst>
              <a:path w="1364" h="1365" extrusionOk="0">
                <a:moveTo>
                  <a:pt x="829" y="0"/>
                </a:moveTo>
                <a:cubicBezTo>
                  <a:pt x="716" y="0"/>
                  <a:pt x="716" y="0"/>
                  <a:pt x="716" y="0"/>
                </a:cubicBezTo>
                <a:cubicBezTo>
                  <a:pt x="511" y="0"/>
                  <a:pt x="511" y="0"/>
                  <a:pt x="511" y="0"/>
                </a:cubicBezTo>
                <a:cubicBezTo>
                  <a:pt x="432" y="0"/>
                  <a:pt x="432" y="0"/>
                  <a:pt x="43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04"/>
                  <a:pt x="0" y="504"/>
                  <a:pt x="0" y="504"/>
                </a:cubicBezTo>
                <a:cubicBezTo>
                  <a:pt x="0" y="606"/>
                  <a:pt x="0" y="606"/>
                  <a:pt x="0" y="606"/>
                </a:cubicBezTo>
                <a:cubicBezTo>
                  <a:pt x="0" y="812"/>
                  <a:pt x="0" y="812"/>
                  <a:pt x="0" y="812"/>
                </a:cubicBezTo>
                <a:cubicBezTo>
                  <a:pt x="0" y="914"/>
                  <a:pt x="0" y="914"/>
                  <a:pt x="0" y="914"/>
                </a:cubicBezTo>
                <a:cubicBezTo>
                  <a:pt x="0" y="1365"/>
                  <a:pt x="0" y="1365"/>
                  <a:pt x="0" y="1365"/>
                </a:cubicBezTo>
                <a:cubicBezTo>
                  <a:pt x="753" y="1365"/>
                  <a:pt x="1364" y="754"/>
                  <a:pt x="1364" y="0"/>
                </a:cubicBezTo>
                <a:lnTo>
                  <a:pt x="829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Calibri"/>
            </a:endParaRPr>
          </a:p>
        </p:txBody>
      </p:sp>
      <p:sp>
        <p:nvSpPr>
          <p:cNvPr id="7" name="Google Shape;893;p13">
            <a:extLst>
              <a:ext uri="{FF2B5EF4-FFF2-40B4-BE49-F238E27FC236}">
                <a16:creationId xmlns:a16="http://schemas.microsoft.com/office/drawing/2014/main" id="{BF8851CB-FFF3-CEE2-CCBC-AF1F6B2BECCE}"/>
              </a:ext>
            </a:extLst>
          </p:cNvPr>
          <p:cNvSpPr/>
          <p:nvPr/>
        </p:nvSpPr>
        <p:spPr>
          <a:xfrm>
            <a:off x="6096001" y="2002722"/>
            <a:ext cx="1849819" cy="2265669"/>
          </a:xfrm>
          <a:custGeom>
            <a:avLst/>
            <a:gdLst/>
            <a:ahLst/>
            <a:cxnLst/>
            <a:rect l="l" t="t" r="r" b="b"/>
            <a:pathLst>
              <a:path w="1364" h="1671" extrusionOk="0">
                <a:moveTo>
                  <a:pt x="0" y="0"/>
                </a:moveTo>
                <a:cubicBezTo>
                  <a:pt x="0" y="1364"/>
                  <a:pt x="0" y="1364"/>
                  <a:pt x="0" y="1364"/>
                </a:cubicBezTo>
                <a:cubicBezTo>
                  <a:pt x="511" y="1364"/>
                  <a:pt x="511" y="1364"/>
                  <a:pt x="511" y="1364"/>
                </a:cubicBezTo>
                <a:cubicBezTo>
                  <a:pt x="511" y="1364"/>
                  <a:pt x="547" y="1393"/>
                  <a:pt x="517" y="1434"/>
                </a:cubicBezTo>
                <a:cubicBezTo>
                  <a:pt x="496" y="1462"/>
                  <a:pt x="476" y="1494"/>
                  <a:pt x="476" y="1532"/>
                </a:cubicBezTo>
                <a:cubicBezTo>
                  <a:pt x="476" y="1609"/>
                  <a:pt x="538" y="1671"/>
                  <a:pt x="615" y="1671"/>
                </a:cubicBezTo>
                <a:cubicBezTo>
                  <a:pt x="692" y="1671"/>
                  <a:pt x="754" y="1609"/>
                  <a:pt x="754" y="1532"/>
                </a:cubicBezTo>
                <a:cubicBezTo>
                  <a:pt x="754" y="1492"/>
                  <a:pt x="732" y="1461"/>
                  <a:pt x="710" y="1431"/>
                </a:cubicBezTo>
                <a:cubicBezTo>
                  <a:pt x="702" y="1420"/>
                  <a:pt x="691" y="1385"/>
                  <a:pt x="716" y="1364"/>
                </a:cubicBezTo>
                <a:cubicBezTo>
                  <a:pt x="1364" y="1364"/>
                  <a:pt x="1364" y="1364"/>
                  <a:pt x="1364" y="1364"/>
                </a:cubicBezTo>
                <a:cubicBezTo>
                  <a:pt x="1364" y="1364"/>
                  <a:pt x="1364" y="1364"/>
                  <a:pt x="1364" y="1364"/>
                </a:cubicBezTo>
                <a:cubicBezTo>
                  <a:pt x="1364" y="611"/>
                  <a:pt x="753" y="0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 Nova" panose="020B05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94;p13">
            <a:extLst>
              <a:ext uri="{FF2B5EF4-FFF2-40B4-BE49-F238E27FC236}">
                <a16:creationId xmlns:a16="http://schemas.microsoft.com/office/drawing/2014/main" id="{63942C12-53F8-2676-9535-722C7669B6F4}"/>
              </a:ext>
            </a:extLst>
          </p:cNvPr>
          <p:cNvSpPr/>
          <p:nvPr/>
        </p:nvSpPr>
        <p:spPr>
          <a:xfrm>
            <a:off x="4246756" y="3851966"/>
            <a:ext cx="2266815" cy="1850966"/>
          </a:xfrm>
          <a:custGeom>
            <a:avLst/>
            <a:gdLst/>
            <a:ahLst/>
            <a:cxnLst/>
            <a:rect l="l" t="t" r="r" b="b"/>
            <a:pathLst>
              <a:path w="1672" h="1365" extrusionOk="0">
                <a:moveTo>
                  <a:pt x="1533" y="570"/>
                </a:moveTo>
                <a:cubicBezTo>
                  <a:pt x="1493" y="570"/>
                  <a:pt x="1462" y="592"/>
                  <a:pt x="1432" y="614"/>
                </a:cubicBezTo>
                <a:cubicBezTo>
                  <a:pt x="1422" y="622"/>
                  <a:pt x="1387" y="634"/>
                  <a:pt x="1366" y="608"/>
                </a:cubicBezTo>
                <a:cubicBezTo>
                  <a:pt x="1365" y="607"/>
                  <a:pt x="1365" y="606"/>
                  <a:pt x="1364" y="606"/>
                </a:cubicBezTo>
                <a:cubicBezTo>
                  <a:pt x="1364" y="209"/>
                  <a:pt x="1364" y="209"/>
                  <a:pt x="1364" y="209"/>
                </a:cubicBezTo>
                <a:cubicBezTo>
                  <a:pt x="1364" y="0"/>
                  <a:pt x="1364" y="0"/>
                  <a:pt x="1364" y="0"/>
                </a:cubicBezTo>
                <a:cubicBezTo>
                  <a:pt x="1364" y="0"/>
                  <a:pt x="1364" y="0"/>
                  <a:pt x="136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754"/>
                  <a:pt x="611" y="1365"/>
                  <a:pt x="1364" y="1365"/>
                </a:cubicBezTo>
                <a:cubicBezTo>
                  <a:pt x="1364" y="812"/>
                  <a:pt x="1364" y="812"/>
                  <a:pt x="1364" y="812"/>
                </a:cubicBezTo>
                <a:cubicBezTo>
                  <a:pt x="1366" y="813"/>
                  <a:pt x="1366" y="813"/>
                  <a:pt x="1366" y="813"/>
                </a:cubicBezTo>
                <a:cubicBezTo>
                  <a:pt x="1366" y="813"/>
                  <a:pt x="1395" y="777"/>
                  <a:pt x="1435" y="807"/>
                </a:cubicBezTo>
                <a:cubicBezTo>
                  <a:pt x="1464" y="829"/>
                  <a:pt x="1495" y="848"/>
                  <a:pt x="1533" y="848"/>
                </a:cubicBezTo>
                <a:cubicBezTo>
                  <a:pt x="1610" y="848"/>
                  <a:pt x="1672" y="786"/>
                  <a:pt x="1672" y="709"/>
                </a:cubicBezTo>
                <a:cubicBezTo>
                  <a:pt x="1672" y="633"/>
                  <a:pt x="1610" y="570"/>
                  <a:pt x="1533" y="5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Arial Nova" panose="020B05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95;p13">
            <a:extLst>
              <a:ext uri="{FF2B5EF4-FFF2-40B4-BE49-F238E27FC236}">
                <a16:creationId xmlns:a16="http://schemas.microsoft.com/office/drawing/2014/main" id="{7284E16D-19EC-6192-5014-572C810ECC0D}"/>
              </a:ext>
            </a:extLst>
          </p:cNvPr>
          <p:cNvSpPr/>
          <p:nvPr/>
        </p:nvSpPr>
        <p:spPr>
          <a:xfrm>
            <a:off x="4246756" y="2002722"/>
            <a:ext cx="2266815" cy="2265669"/>
          </a:xfrm>
          <a:custGeom>
            <a:avLst/>
            <a:gdLst/>
            <a:ahLst/>
            <a:cxnLst/>
            <a:rect l="l" t="t" r="r" b="b"/>
            <a:pathLst>
              <a:path w="1672" h="1671" extrusionOk="0">
                <a:moveTo>
                  <a:pt x="1533" y="572"/>
                </a:moveTo>
                <a:cubicBezTo>
                  <a:pt x="1493" y="572"/>
                  <a:pt x="1462" y="594"/>
                  <a:pt x="1432" y="616"/>
                </a:cubicBezTo>
                <a:cubicBezTo>
                  <a:pt x="1422" y="624"/>
                  <a:pt x="1387" y="635"/>
                  <a:pt x="1366" y="609"/>
                </a:cubicBezTo>
                <a:cubicBezTo>
                  <a:pt x="1365" y="609"/>
                  <a:pt x="1365" y="608"/>
                  <a:pt x="1364" y="608"/>
                </a:cubicBezTo>
                <a:cubicBezTo>
                  <a:pt x="1364" y="0"/>
                  <a:pt x="1364" y="0"/>
                  <a:pt x="1364" y="0"/>
                </a:cubicBezTo>
                <a:cubicBezTo>
                  <a:pt x="611" y="0"/>
                  <a:pt x="0" y="611"/>
                  <a:pt x="0" y="1364"/>
                </a:cubicBezTo>
                <a:cubicBezTo>
                  <a:pt x="0" y="1364"/>
                  <a:pt x="0" y="1364"/>
                  <a:pt x="0" y="1364"/>
                </a:cubicBezTo>
                <a:cubicBezTo>
                  <a:pt x="586" y="1364"/>
                  <a:pt x="586" y="1364"/>
                  <a:pt x="586" y="1364"/>
                </a:cubicBezTo>
                <a:cubicBezTo>
                  <a:pt x="586" y="1364"/>
                  <a:pt x="622" y="1393"/>
                  <a:pt x="592" y="1434"/>
                </a:cubicBezTo>
                <a:cubicBezTo>
                  <a:pt x="570" y="1462"/>
                  <a:pt x="551" y="1494"/>
                  <a:pt x="551" y="1532"/>
                </a:cubicBezTo>
                <a:cubicBezTo>
                  <a:pt x="551" y="1609"/>
                  <a:pt x="613" y="1671"/>
                  <a:pt x="690" y="1671"/>
                </a:cubicBezTo>
                <a:cubicBezTo>
                  <a:pt x="766" y="1671"/>
                  <a:pt x="829" y="1609"/>
                  <a:pt x="829" y="1532"/>
                </a:cubicBezTo>
                <a:cubicBezTo>
                  <a:pt x="829" y="1492"/>
                  <a:pt x="807" y="1461"/>
                  <a:pt x="785" y="1431"/>
                </a:cubicBezTo>
                <a:cubicBezTo>
                  <a:pt x="777" y="1420"/>
                  <a:pt x="765" y="1385"/>
                  <a:pt x="791" y="1364"/>
                </a:cubicBezTo>
                <a:cubicBezTo>
                  <a:pt x="1364" y="1364"/>
                  <a:pt x="1364" y="1364"/>
                  <a:pt x="1364" y="1364"/>
                </a:cubicBezTo>
                <a:cubicBezTo>
                  <a:pt x="1364" y="814"/>
                  <a:pt x="1364" y="814"/>
                  <a:pt x="1364" y="814"/>
                </a:cubicBezTo>
                <a:cubicBezTo>
                  <a:pt x="1366" y="815"/>
                  <a:pt x="1366" y="815"/>
                  <a:pt x="1366" y="815"/>
                </a:cubicBezTo>
                <a:cubicBezTo>
                  <a:pt x="1366" y="815"/>
                  <a:pt x="1395" y="779"/>
                  <a:pt x="1435" y="809"/>
                </a:cubicBezTo>
                <a:cubicBezTo>
                  <a:pt x="1464" y="830"/>
                  <a:pt x="1495" y="850"/>
                  <a:pt x="1533" y="850"/>
                </a:cubicBezTo>
                <a:cubicBezTo>
                  <a:pt x="1610" y="850"/>
                  <a:pt x="1672" y="788"/>
                  <a:pt x="1672" y="711"/>
                </a:cubicBezTo>
                <a:cubicBezTo>
                  <a:pt x="1672" y="634"/>
                  <a:pt x="1610" y="572"/>
                  <a:pt x="1533" y="57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Calibri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5B335C2-7973-159F-2AEE-356BC18F5376}"/>
              </a:ext>
            </a:extLst>
          </p:cNvPr>
          <p:cNvGrpSpPr>
            <a:grpSpLocks noChangeAspect="1"/>
          </p:cNvGrpSpPr>
          <p:nvPr/>
        </p:nvGrpSpPr>
        <p:grpSpPr>
          <a:xfrm>
            <a:off x="6737016" y="2785381"/>
            <a:ext cx="317496" cy="454636"/>
            <a:chOff x="3146127" y="3913103"/>
            <a:chExt cx="311284" cy="445727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1AF4D47-8D79-675F-106B-E95A76759417}"/>
                </a:ext>
              </a:extLst>
            </p:cNvPr>
            <p:cNvSpPr/>
            <p:nvPr/>
          </p:nvSpPr>
          <p:spPr>
            <a:xfrm>
              <a:off x="3354811" y="4262528"/>
              <a:ext cx="102600" cy="68399"/>
            </a:xfrm>
            <a:custGeom>
              <a:avLst/>
              <a:gdLst>
                <a:gd name="connsiteX0" fmla="*/ 0 w 102600"/>
                <a:gd name="connsiteY0" fmla="*/ 34200 h 68399"/>
                <a:gd name="connsiteX1" fmla="*/ 34200 w 102600"/>
                <a:gd name="connsiteY1" fmla="*/ 68400 h 68399"/>
                <a:gd name="connsiteX2" fmla="*/ 102600 w 102600"/>
                <a:gd name="connsiteY2" fmla="*/ 0 h 68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600" h="68399">
                  <a:moveTo>
                    <a:pt x="0" y="34200"/>
                  </a:moveTo>
                  <a:lnTo>
                    <a:pt x="34200" y="68400"/>
                  </a:lnTo>
                  <a:lnTo>
                    <a:pt x="1026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DFFCE0D-1F0A-7785-1607-ED7DB26C3569}"/>
                </a:ext>
              </a:extLst>
            </p:cNvPr>
            <p:cNvSpPr/>
            <p:nvPr/>
          </p:nvSpPr>
          <p:spPr>
            <a:xfrm>
              <a:off x="3200012" y="3913103"/>
              <a:ext cx="199576" cy="199574"/>
            </a:xfrm>
            <a:custGeom>
              <a:avLst/>
              <a:gdLst>
                <a:gd name="connsiteX0" fmla="*/ 103502 w 199576"/>
                <a:gd name="connsiteY0" fmla="*/ 199575 h 199574"/>
                <a:gd name="connsiteX1" fmla="*/ 96077 w 199576"/>
                <a:gd name="connsiteY1" fmla="*/ 199575 h 199574"/>
                <a:gd name="connsiteX2" fmla="*/ 1 w 199576"/>
                <a:gd name="connsiteY2" fmla="*/ 99900 h 199574"/>
                <a:gd name="connsiteX3" fmla="*/ 99677 w 199576"/>
                <a:gd name="connsiteY3" fmla="*/ 0 h 199574"/>
                <a:gd name="connsiteX4" fmla="*/ 199577 w 199576"/>
                <a:gd name="connsiteY4" fmla="*/ 99900 h 199574"/>
                <a:gd name="connsiteX5" fmla="*/ 103502 w 199576"/>
                <a:gd name="connsiteY5" fmla="*/ 199575 h 199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576" h="199574">
                  <a:moveTo>
                    <a:pt x="103502" y="199575"/>
                  </a:moveTo>
                  <a:cubicBezTo>
                    <a:pt x="101252" y="199350"/>
                    <a:pt x="98552" y="199350"/>
                    <a:pt x="96077" y="199575"/>
                  </a:cubicBezTo>
                  <a:cubicBezTo>
                    <a:pt x="42526" y="197775"/>
                    <a:pt x="1" y="153900"/>
                    <a:pt x="1" y="99900"/>
                  </a:cubicBezTo>
                  <a:cubicBezTo>
                    <a:pt x="-224" y="44775"/>
                    <a:pt x="44551" y="0"/>
                    <a:pt x="99677" y="0"/>
                  </a:cubicBezTo>
                  <a:cubicBezTo>
                    <a:pt x="154802" y="0"/>
                    <a:pt x="199577" y="44775"/>
                    <a:pt x="199577" y="99900"/>
                  </a:cubicBezTo>
                  <a:cubicBezTo>
                    <a:pt x="199577" y="153900"/>
                    <a:pt x="156827" y="197775"/>
                    <a:pt x="103502" y="199575"/>
                  </a:cubicBezTo>
                  <a:close/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C901949-5C11-60CB-66CB-EC88AB0F59FF}"/>
                </a:ext>
              </a:extLst>
            </p:cNvPr>
            <p:cNvSpPr/>
            <p:nvPr/>
          </p:nvSpPr>
          <p:spPr>
            <a:xfrm>
              <a:off x="3146127" y="4164655"/>
              <a:ext cx="266061" cy="194175"/>
            </a:xfrm>
            <a:custGeom>
              <a:avLst/>
              <a:gdLst>
                <a:gd name="connsiteX0" fmla="*/ 153562 w 266061"/>
                <a:gd name="connsiteY0" fmla="*/ 194175 h 194175"/>
                <a:gd name="connsiteX1" fmla="*/ 40838 w 266061"/>
                <a:gd name="connsiteY1" fmla="*/ 163125 h 194175"/>
                <a:gd name="connsiteX2" fmla="*/ 40838 w 266061"/>
                <a:gd name="connsiteY2" fmla="*/ 31050 h 194175"/>
                <a:gd name="connsiteX3" fmla="*/ 266062 w 266061"/>
                <a:gd name="connsiteY3" fmla="*/ 31050 h 19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061" h="194175">
                  <a:moveTo>
                    <a:pt x="153562" y="194175"/>
                  </a:moveTo>
                  <a:cubicBezTo>
                    <a:pt x="112612" y="194175"/>
                    <a:pt x="71887" y="183825"/>
                    <a:pt x="40838" y="163125"/>
                  </a:cubicBezTo>
                  <a:cubicBezTo>
                    <a:pt x="-13613" y="126675"/>
                    <a:pt x="-13613" y="67275"/>
                    <a:pt x="40838" y="31050"/>
                  </a:cubicBezTo>
                  <a:cubicBezTo>
                    <a:pt x="102712" y="-10350"/>
                    <a:pt x="204187" y="-10350"/>
                    <a:pt x="266062" y="31050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A1B2DA4-048F-C937-B896-D1DABA3FB823}"/>
              </a:ext>
            </a:extLst>
          </p:cNvPr>
          <p:cNvGrpSpPr>
            <a:grpSpLocks noChangeAspect="1"/>
          </p:cNvGrpSpPr>
          <p:nvPr/>
        </p:nvGrpSpPr>
        <p:grpSpPr>
          <a:xfrm>
            <a:off x="5124526" y="4550132"/>
            <a:ext cx="454634" cy="454634"/>
            <a:chOff x="856558" y="1330018"/>
            <a:chExt cx="450000" cy="450000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DF74EB8-1B2D-57F4-8A8D-DB88D24DD93B}"/>
                </a:ext>
              </a:extLst>
            </p:cNvPr>
            <p:cNvSpPr/>
            <p:nvPr/>
          </p:nvSpPr>
          <p:spPr>
            <a:xfrm>
              <a:off x="928333" y="1330018"/>
              <a:ext cx="81450" cy="81675"/>
            </a:xfrm>
            <a:custGeom>
              <a:avLst/>
              <a:gdLst>
                <a:gd name="connsiteX0" fmla="*/ 81450 w 81450"/>
                <a:gd name="connsiteY0" fmla="*/ 0 h 81675"/>
                <a:gd name="connsiteX1" fmla="*/ 0 w 81450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50" h="81675">
                  <a:moveTo>
                    <a:pt x="81450" y="0"/>
                  </a:moveTo>
                  <a:lnTo>
                    <a:pt x="0" y="81675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594CB2C-A4CE-60F3-EE06-C5F67E214DE7}"/>
                </a:ext>
              </a:extLst>
            </p:cNvPr>
            <p:cNvSpPr/>
            <p:nvPr/>
          </p:nvSpPr>
          <p:spPr>
            <a:xfrm>
              <a:off x="1153332" y="1330018"/>
              <a:ext cx="81449" cy="81675"/>
            </a:xfrm>
            <a:custGeom>
              <a:avLst/>
              <a:gdLst>
                <a:gd name="connsiteX0" fmla="*/ 0 w 81449"/>
                <a:gd name="connsiteY0" fmla="*/ 0 h 81675"/>
                <a:gd name="connsiteX1" fmla="*/ 81450 w 81449"/>
                <a:gd name="connsiteY1" fmla="*/ 81675 h 8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449" h="81675">
                  <a:moveTo>
                    <a:pt x="0" y="0"/>
                  </a:moveTo>
                  <a:lnTo>
                    <a:pt x="81450" y="81675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C53C5CC-B888-7DF3-2DA0-314AC5B5099E}"/>
                </a:ext>
              </a:extLst>
            </p:cNvPr>
            <p:cNvSpPr/>
            <p:nvPr/>
          </p:nvSpPr>
          <p:spPr>
            <a:xfrm>
              <a:off x="856558" y="1416642"/>
              <a:ext cx="450000" cy="90050"/>
            </a:xfrm>
            <a:custGeom>
              <a:avLst/>
              <a:gdLst>
                <a:gd name="connsiteX0" fmla="*/ 0 w 450000"/>
                <a:gd name="connsiteY0" fmla="*/ 45000 h 90050"/>
                <a:gd name="connsiteX1" fmla="*/ 49950 w 450000"/>
                <a:gd name="connsiteY1" fmla="*/ 0 h 90050"/>
                <a:gd name="connsiteX2" fmla="*/ 400050 w 450000"/>
                <a:gd name="connsiteY2" fmla="*/ 0 h 90050"/>
                <a:gd name="connsiteX3" fmla="*/ 450000 w 450000"/>
                <a:gd name="connsiteY3" fmla="*/ 45000 h 90050"/>
                <a:gd name="connsiteX4" fmla="*/ 400050 w 450000"/>
                <a:gd name="connsiteY4" fmla="*/ 90000 h 90050"/>
                <a:gd name="connsiteX5" fmla="*/ 49950 w 450000"/>
                <a:gd name="connsiteY5" fmla="*/ 90000 h 90050"/>
                <a:gd name="connsiteX6" fmla="*/ 0 w 450000"/>
                <a:gd name="connsiteY6" fmla="*/ 45000 h 9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000" h="90050">
                  <a:moveTo>
                    <a:pt x="0" y="45000"/>
                  </a:moveTo>
                  <a:cubicBezTo>
                    <a:pt x="0" y="3375"/>
                    <a:pt x="22275" y="0"/>
                    <a:pt x="49950" y="0"/>
                  </a:cubicBezTo>
                  <a:lnTo>
                    <a:pt x="400050" y="0"/>
                  </a:lnTo>
                  <a:cubicBezTo>
                    <a:pt x="427725" y="0"/>
                    <a:pt x="450000" y="3375"/>
                    <a:pt x="450000" y="45000"/>
                  </a:cubicBezTo>
                  <a:cubicBezTo>
                    <a:pt x="450000" y="93375"/>
                    <a:pt x="427725" y="90000"/>
                    <a:pt x="400050" y="90000"/>
                  </a:cubicBezTo>
                  <a:lnTo>
                    <a:pt x="49950" y="90000"/>
                  </a:lnTo>
                  <a:cubicBezTo>
                    <a:pt x="22275" y="90000"/>
                    <a:pt x="0" y="93375"/>
                    <a:pt x="0" y="45000"/>
                  </a:cubicBezTo>
                  <a:close/>
                </a:path>
              </a:pathLst>
            </a:custGeom>
            <a:noFill/>
            <a:ln w="190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A87B836-65AF-BF2C-92D3-147A1A04849C}"/>
                </a:ext>
              </a:extLst>
            </p:cNvPr>
            <p:cNvSpPr/>
            <p:nvPr/>
          </p:nvSpPr>
          <p:spPr>
            <a:xfrm>
              <a:off x="1031158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917226D-A274-BEA6-CC10-B95131A6777F}"/>
                </a:ext>
              </a:extLst>
            </p:cNvPr>
            <p:cNvSpPr/>
            <p:nvPr/>
          </p:nvSpPr>
          <p:spPr>
            <a:xfrm>
              <a:off x="1134657" y="1600018"/>
              <a:ext cx="22500" cy="79874"/>
            </a:xfrm>
            <a:custGeom>
              <a:avLst/>
              <a:gdLst>
                <a:gd name="connsiteX0" fmla="*/ 0 w 22500"/>
                <a:gd name="connsiteY0" fmla="*/ 0 h 79874"/>
                <a:gd name="connsiteX1" fmla="*/ 0 w 22500"/>
                <a:gd name="connsiteY1" fmla="*/ 79875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0" h="79874">
                  <a:moveTo>
                    <a:pt x="0" y="0"/>
                  </a:moveTo>
                  <a:lnTo>
                    <a:pt x="0" y="79875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5F86B8E-467D-B777-847F-F2B517BE162E}"/>
                </a:ext>
              </a:extLst>
            </p:cNvPr>
            <p:cNvSpPr/>
            <p:nvPr/>
          </p:nvSpPr>
          <p:spPr>
            <a:xfrm>
              <a:off x="890308" y="1510018"/>
              <a:ext cx="382500" cy="270000"/>
            </a:xfrm>
            <a:custGeom>
              <a:avLst/>
              <a:gdLst>
                <a:gd name="connsiteX0" fmla="*/ 0 w 382500"/>
                <a:gd name="connsiteY0" fmla="*/ 0 h 270000"/>
                <a:gd name="connsiteX1" fmla="*/ 31725 w 382500"/>
                <a:gd name="connsiteY1" fmla="*/ 194400 h 270000"/>
                <a:gd name="connsiteX2" fmla="*/ 120600 w 382500"/>
                <a:gd name="connsiteY2" fmla="*/ 270000 h 270000"/>
                <a:gd name="connsiteX3" fmla="*/ 256275 w 382500"/>
                <a:gd name="connsiteY3" fmla="*/ 270000 h 270000"/>
                <a:gd name="connsiteX4" fmla="*/ 344700 w 382500"/>
                <a:gd name="connsiteY4" fmla="*/ 197100 h 270000"/>
                <a:gd name="connsiteX5" fmla="*/ 382500 w 382500"/>
                <a:gd name="connsiteY5" fmla="*/ 0 h 27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500" h="270000">
                  <a:moveTo>
                    <a:pt x="0" y="0"/>
                  </a:moveTo>
                  <a:lnTo>
                    <a:pt x="31725" y="194400"/>
                  </a:lnTo>
                  <a:cubicBezTo>
                    <a:pt x="38925" y="238050"/>
                    <a:pt x="56250" y="270000"/>
                    <a:pt x="120600" y="270000"/>
                  </a:cubicBezTo>
                  <a:lnTo>
                    <a:pt x="256275" y="270000"/>
                  </a:lnTo>
                  <a:cubicBezTo>
                    <a:pt x="326250" y="270000"/>
                    <a:pt x="336600" y="239400"/>
                    <a:pt x="344700" y="197100"/>
                  </a:cubicBezTo>
                  <a:lnTo>
                    <a:pt x="38250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D864A72-5B71-63C1-9A62-AAC76E7FADBD}"/>
              </a:ext>
            </a:extLst>
          </p:cNvPr>
          <p:cNvGrpSpPr>
            <a:grpSpLocks noChangeAspect="1"/>
          </p:cNvGrpSpPr>
          <p:nvPr/>
        </p:nvGrpSpPr>
        <p:grpSpPr>
          <a:xfrm>
            <a:off x="5133957" y="2785383"/>
            <a:ext cx="443306" cy="454634"/>
            <a:chOff x="1965976" y="2159393"/>
            <a:chExt cx="465112" cy="477000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5FE1A19-0359-6A58-8451-C7B9E961F2D5}"/>
                </a:ext>
              </a:extLst>
            </p:cNvPr>
            <p:cNvSpPr/>
            <p:nvPr/>
          </p:nvSpPr>
          <p:spPr>
            <a:xfrm>
              <a:off x="1965976" y="2254793"/>
              <a:ext cx="465112" cy="381600"/>
            </a:xfrm>
            <a:custGeom>
              <a:avLst/>
              <a:gdLst>
                <a:gd name="connsiteX0" fmla="*/ 137157 w 465112"/>
                <a:gd name="connsiteY0" fmla="*/ 381600 h 381600"/>
                <a:gd name="connsiteX1" fmla="*/ 327955 w 465112"/>
                <a:gd name="connsiteY1" fmla="*/ 381600 h 381600"/>
                <a:gd name="connsiteX2" fmla="*/ 446013 w 465112"/>
                <a:gd name="connsiteY2" fmla="*/ 296456 h 381600"/>
                <a:gd name="connsiteX3" fmla="*/ 463900 w 465112"/>
                <a:gd name="connsiteY3" fmla="*/ 105656 h 381600"/>
                <a:gd name="connsiteX4" fmla="*/ 351806 w 465112"/>
                <a:gd name="connsiteY4" fmla="*/ 0 h 381600"/>
                <a:gd name="connsiteX5" fmla="*/ 113307 w 465112"/>
                <a:gd name="connsiteY5" fmla="*/ 0 h 381600"/>
                <a:gd name="connsiteX6" fmla="*/ 1212 w 465112"/>
                <a:gd name="connsiteY6" fmla="*/ 105656 h 381600"/>
                <a:gd name="connsiteX7" fmla="*/ 19099 w 465112"/>
                <a:gd name="connsiteY7" fmla="*/ 296456 h 381600"/>
                <a:gd name="connsiteX8" fmla="*/ 137157 w 465112"/>
                <a:gd name="connsiteY8" fmla="*/ 381600 h 38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5112" h="381600">
                  <a:moveTo>
                    <a:pt x="137157" y="381600"/>
                  </a:moveTo>
                  <a:lnTo>
                    <a:pt x="327955" y="381600"/>
                  </a:lnTo>
                  <a:cubicBezTo>
                    <a:pt x="423832" y="381600"/>
                    <a:pt x="441004" y="343202"/>
                    <a:pt x="446013" y="296456"/>
                  </a:cubicBezTo>
                  <a:lnTo>
                    <a:pt x="463900" y="105656"/>
                  </a:lnTo>
                  <a:cubicBezTo>
                    <a:pt x="470340" y="47461"/>
                    <a:pt x="453645" y="0"/>
                    <a:pt x="351806" y="0"/>
                  </a:cubicBezTo>
                  <a:lnTo>
                    <a:pt x="113307" y="0"/>
                  </a:lnTo>
                  <a:cubicBezTo>
                    <a:pt x="11467" y="0"/>
                    <a:pt x="-5228" y="47461"/>
                    <a:pt x="1212" y="105656"/>
                  </a:cubicBezTo>
                  <a:lnTo>
                    <a:pt x="19099" y="296456"/>
                  </a:lnTo>
                  <a:cubicBezTo>
                    <a:pt x="24108" y="343202"/>
                    <a:pt x="41280" y="381600"/>
                    <a:pt x="137157" y="381600"/>
                  </a:cubicBezTo>
                  <a:close/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D2E508B-8F9C-A0D6-0BC3-1214AEBE9AB6}"/>
                </a:ext>
              </a:extLst>
            </p:cNvPr>
            <p:cNvSpPr/>
            <p:nvPr/>
          </p:nvSpPr>
          <p:spPr>
            <a:xfrm>
              <a:off x="2103134" y="2159393"/>
              <a:ext cx="190800" cy="95400"/>
            </a:xfrm>
            <a:custGeom>
              <a:avLst/>
              <a:gdLst>
                <a:gd name="connsiteX0" fmla="*/ 0 w 190800"/>
                <a:gd name="connsiteY0" fmla="*/ 95400 h 95400"/>
                <a:gd name="connsiteX1" fmla="*/ 0 w 190800"/>
                <a:gd name="connsiteY1" fmla="*/ 76320 h 95400"/>
                <a:gd name="connsiteX2" fmla="*/ 76320 w 190800"/>
                <a:gd name="connsiteY2" fmla="*/ 0 h 95400"/>
                <a:gd name="connsiteX3" fmla="*/ 114480 w 190800"/>
                <a:gd name="connsiteY3" fmla="*/ 0 h 95400"/>
                <a:gd name="connsiteX4" fmla="*/ 190800 w 190800"/>
                <a:gd name="connsiteY4" fmla="*/ 76320 h 95400"/>
                <a:gd name="connsiteX5" fmla="*/ 190800 w 190800"/>
                <a:gd name="connsiteY5" fmla="*/ 9540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800" h="95400">
                  <a:moveTo>
                    <a:pt x="0" y="95400"/>
                  </a:moveTo>
                  <a:lnTo>
                    <a:pt x="0" y="76320"/>
                  </a:lnTo>
                  <a:cubicBezTo>
                    <a:pt x="0" y="34106"/>
                    <a:pt x="0" y="0"/>
                    <a:pt x="76320" y="0"/>
                  </a:cubicBezTo>
                  <a:lnTo>
                    <a:pt x="114480" y="0"/>
                  </a:lnTo>
                  <a:cubicBezTo>
                    <a:pt x="190800" y="0"/>
                    <a:pt x="190800" y="34106"/>
                    <a:pt x="190800" y="76320"/>
                  </a:cubicBezTo>
                  <a:lnTo>
                    <a:pt x="190800" y="95400"/>
                  </a:ln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5A4F316-0A87-159B-6DD5-FA6A2422EA6E}"/>
                </a:ext>
              </a:extLst>
            </p:cNvPr>
            <p:cNvSpPr/>
            <p:nvPr/>
          </p:nvSpPr>
          <p:spPr>
            <a:xfrm>
              <a:off x="2150834" y="2397893"/>
              <a:ext cx="95400" cy="95400"/>
            </a:xfrm>
            <a:custGeom>
              <a:avLst/>
              <a:gdLst>
                <a:gd name="connsiteX0" fmla="*/ 95400 w 95400"/>
                <a:gd name="connsiteY0" fmla="*/ 23850 h 95400"/>
                <a:gd name="connsiteX1" fmla="*/ 95400 w 95400"/>
                <a:gd name="connsiteY1" fmla="*/ 47700 h 95400"/>
                <a:gd name="connsiteX2" fmla="*/ 95400 w 95400"/>
                <a:gd name="connsiteY2" fmla="*/ 48177 h 95400"/>
                <a:gd name="connsiteX3" fmla="*/ 47700 w 95400"/>
                <a:gd name="connsiteY3" fmla="*/ 95400 h 95400"/>
                <a:gd name="connsiteX4" fmla="*/ 0 w 95400"/>
                <a:gd name="connsiteY4" fmla="*/ 48415 h 95400"/>
                <a:gd name="connsiteX5" fmla="*/ 0 w 95400"/>
                <a:gd name="connsiteY5" fmla="*/ 23850 h 95400"/>
                <a:gd name="connsiteX6" fmla="*/ 23850 w 95400"/>
                <a:gd name="connsiteY6" fmla="*/ 0 h 95400"/>
                <a:gd name="connsiteX7" fmla="*/ 71550 w 95400"/>
                <a:gd name="connsiteY7" fmla="*/ 0 h 95400"/>
                <a:gd name="connsiteX8" fmla="*/ 95400 w 95400"/>
                <a:gd name="connsiteY8" fmla="*/ 23850 h 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400" h="95400">
                  <a:moveTo>
                    <a:pt x="95400" y="23850"/>
                  </a:moveTo>
                  <a:lnTo>
                    <a:pt x="95400" y="47700"/>
                  </a:lnTo>
                  <a:cubicBezTo>
                    <a:pt x="95400" y="47939"/>
                    <a:pt x="95400" y="47939"/>
                    <a:pt x="95400" y="48177"/>
                  </a:cubicBezTo>
                  <a:cubicBezTo>
                    <a:pt x="95400" y="74173"/>
                    <a:pt x="95161" y="95400"/>
                    <a:pt x="47700" y="95400"/>
                  </a:cubicBezTo>
                  <a:cubicBezTo>
                    <a:pt x="477" y="95400"/>
                    <a:pt x="0" y="74412"/>
                    <a:pt x="0" y="48415"/>
                  </a:cubicBezTo>
                  <a:lnTo>
                    <a:pt x="0" y="23850"/>
                  </a:lnTo>
                  <a:cubicBezTo>
                    <a:pt x="0" y="0"/>
                    <a:pt x="0" y="0"/>
                    <a:pt x="23850" y="0"/>
                  </a:cubicBezTo>
                  <a:lnTo>
                    <a:pt x="71550" y="0"/>
                  </a:lnTo>
                  <a:cubicBezTo>
                    <a:pt x="95400" y="0"/>
                    <a:pt x="95400" y="0"/>
                    <a:pt x="95400" y="23850"/>
                  </a:cubicBezTo>
                  <a:close/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2B659E5-822A-F5A8-E7E4-B12DCEDBEC73}"/>
                </a:ext>
              </a:extLst>
            </p:cNvPr>
            <p:cNvSpPr/>
            <p:nvPr/>
          </p:nvSpPr>
          <p:spPr>
            <a:xfrm>
              <a:off x="2246234" y="2374043"/>
              <a:ext cx="182452" cy="72027"/>
            </a:xfrm>
            <a:custGeom>
              <a:avLst/>
              <a:gdLst>
                <a:gd name="connsiteX0" fmla="*/ 182452 w 182452"/>
                <a:gd name="connsiteY0" fmla="*/ 0 h 72027"/>
                <a:gd name="connsiteX1" fmla="*/ 0 w 182452"/>
                <a:gd name="connsiteY1" fmla="*/ 72027 h 72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2452" h="72027">
                  <a:moveTo>
                    <a:pt x="182452" y="0"/>
                  </a:moveTo>
                  <a:cubicBezTo>
                    <a:pt x="127359" y="40068"/>
                    <a:pt x="64395" y="63918"/>
                    <a:pt x="0" y="72027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2FC1197-EC56-AA40-0796-287E5276A708}"/>
                </a:ext>
              </a:extLst>
            </p:cNvPr>
            <p:cNvSpPr/>
            <p:nvPr/>
          </p:nvSpPr>
          <p:spPr>
            <a:xfrm>
              <a:off x="1974820" y="2380482"/>
              <a:ext cx="176013" cy="65825"/>
            </a:xfrm>
            <a:custGeom>
              <a:avLst/>
              <a:gdLst>
                <a:gd name="connsiteX0" fmla="*/ 0 w 176013"/>
                <a:gd name="connsiteY0" fmla="*/ 0 h 65825"/>
                <a:gd name="connsiteX1" fmla="*/ 176013 w 176013"/>
                <a:gd name="connsiteY1" fmla="*/ 65826 h 6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6013" h="65825">
                  <a:moveTo>
                    <a:pt x="0" y="0"/>
                  </a:moveTo>
                  <a:cubicBezTo>
                    <a:pt x="53663" y="36729"/>
                    <a:pt x="114242" y="58909"/>
                    <a:pt x="176013" y="65826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452603E-6264-F21C-A74F-B8648C6F7396}"/>
              </a:ext>
            </a:extLst>
          </p:cNvPr>
          <p:cNvGrpSpPr>
            <a:grpSpLocks noChangeAspect="1"/>
          </p:cNvGrpSpPr>
          <p:nvPr/>
        </p:nvGrpSpPr>
        <p:grpSpPr>
          <a:xfrm>
            <a:off x="6730133" y="4550132"/>
            <a:ext cx="358604" cy="454636"/>
            <a:chOff x="2015647" y="1278394"/>
            <a:chExt cx="355024" cy="4500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F4715E9-4ADA-E2BB-7E87-A12C478AA699}"/>
                </a:ext>
              </a:extLst>
            </p:cNvPr>
            <p:cNvSpPr/>
            <p:nvPr/>
          </p:nvSpPr>
          <p:spPr>
            <a:xfrm>
              <a:off x="2166803" y="1411010"/>
              <a:ext cx="52552" cy="117450"/>
            </a:xfrm>
            <a:custGeom>
              <a:avLst/>
              <a:gdLst>
                <a:gd name="connsiteX0" fmla="*/ 26369 w 52552"/>
                <a:gd name="connsiteY0" fmla="*/ 0 h 117450"/>
                <a:gd name="connsiteX1" fmla="*/ 2294 w 52552"/>
                <a:gd name="connsiteY1" fmla="*/ 41850 h 117450"/>
                <a:gd name="connsiteX2" fmla="*/ 11969 w 52552"/>
                <a:gd name="connsiteY2" fmla="*/ 58725 h 117450"/>
                <a:gd name="connsiteX3" fmla="*/ 40544 w 52552"/>
                <a:gd name="connsiteY3" fmla="*/ 58725 h 117450"/>
                <a:gd name="connsiteX4" fmla="*/ 50219 w 52552"/>
                <a:gd name="connsiteY4" fmla="*/ 75600 h 117450"/>
                <a:gd name="connsiteX5" fmla="*/ 26369 w 52552"/>
                <a:gd name="connsiteY5" fmla="*/ 117450 h 117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552" h="117450">
                  <a:moveTo>
                    <a:pt x="26369" y="0"/>
                  </a:moveTo>
                  <a:lnTo>
                    <a:pt x="2294" y="41850"/>
                  </a:lnTo>
                  <a:cubicBezTo>
                    <a:pt x="-3106" y="51075"/>
                    <a:pt x="1394" y="58725"/>
                    <a:pt x="11969" y="58725"/>
                  </a:cubicBezTo>
                  <a:lnTo>
                    <a:pt x="40544" y="58725"/>
                  </a:lnTo>
                  <a:cubicBezTo>
                    <a:pt x="51344" y="58725"/>
                    <a:pt x="55619" y="66375"/>
                    <a:pt x="50219" y="75600"/>
                  </a:cubicBezTo>
                  <a:lnTo>
                    <a:pt x="26369" y="117450"/>
                  </a:ln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1CE3E5E-F8AC-4D36-140D-5739A19A318C}"/>
                </a:ext>
              </a:extLst>
            </p:cNvPr>
            <p:cNvSpPr/>
            <p:nvPr/>
          </p:nvSpPr>
          <p:spPr>
            <a:xfrm>
              <a:off x="2015647" y="1278394"/>
              <a:ext cx="355024" cy="382370"/>
            </a:xfrm>
            <a:custGeom>
              <a:avLst/>
              <a:gdLst>
                <a:gd name="connsiteX0" fmla="*/ 94275 w 355024"/>
                <a:gd name="connsiteY0" fmla="*/ 360991 h 382370"/>
                <a:gd name="connsiteX1" fmla="*/ 94275 w 355024"/>
                <a:gd name="connsiteY1" fmla="*/ 334891 h 382370"/>
                <a:gd name="connsiteX2" fmla="*/ 0 w 355024"/>
                <a:gd name="connsiteY2" fmla="*/ 177842 h 382370"/>
                <a:gd name="connsiteX3" fmla="*/ 218025 w 355024"/>
                <a:gd name="connsiteY3" fmla="*/ 4367 h 382370"/>
                <a:gd name="connsiteX4" fmla="*/ 336600 w 355024"/>
                <a:gd name="connsiteY4" fmla="*/ 95942 h 382370"/>
                <a:gd name="connsiteX5" fmla="*/ 261450 w 355024"/>
                <a:gd name="connsiteY5" fmla="*/ 334666 h 382370"/>
                <a:gd name="connsiteX6" fmla="*/ 261450 w 355024"/>
                <a:gd name="connsiteY6" fmla="*/ 360766 h 382370"/>
                <a:gd name="connsiteX7" fmla="*/ 239850 w 355024"/>
                <a:gd name="connsiteY7" fmla="*/ 382366 h 382370"/>
                <a:gd name="connsiteX8" fmla="*/ 115875 w 355024"/>
                <a:gd name="connsiteY8" fmla="*/ 382366 h 382370"/>
                <a:gd name="connsiteX9" fmla="*/ 94275 w 355024"/>
                <a:gd name="connsiteY9" fmla="*/ 360991 h 38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5024" h="382370">
                  <a:moveTo>
                    <a:pt x="94275" y="360991"/>
                  </a:moveTo>
                  <a:lnTo>
                    <a:pt x="94275" y="334891"/>
                  </a:lnTo>
                  <a:cubicBezTo>
                    <a:pt x="42525" y="303616"/>
                    <a:pt x="0" y="242641"/>
                    <a:pt x="0" y="177842"/>
                  </a:cubicBezTo>
                  <a:cubicBezTo>
                    <a:pt x="0" y="66467"/>
                    <a:pt x="102375" y="-20833"/>
                    <a:pt x="218025" y="4367"/>
                  </a:cubicBezTo>
                  <a:cubicBezTo>
                    <a:pt x="268875" y="15617"/>
                    <a:pt x="313425" y="49367"/>
                    <a:pt x="336600" y="95942"/>
                  </a:cubicBezTo>
                  <a:cubicBezTo>
                    <a:pt x="383625" y="190441"/>
                    <a:pt x="334125" y="290791"/>
                    <a:pt x="261450" y="334666"/>
                  </a:cubicBezTo>
                  <a:lnTo>
                    <a:pt x="261450" y="360766"/>
                  </a:lnTo>
                  <a:cubicBezTo>
                    <a:pt x="261450" y="367291"/>
                    <a:pt x="263925" y="382366"/>
                    <a:pt x="239850" y="382366"/>
                  </a:cubicBezTo>
                  <a:lnTo>
                    <a:pt x="115875" y="382366"/>
                  </a:lnTo>
                  <a:cubicBezTo>
                    <a:pt x="91125" y="382591"/>
                    <a:pt x="94275" y="372916"/>
                    <a:pt x="94275" y="360991"/>
                  </a:cubicBezTo>
                  <a:close/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3F96D39-8909-1B57-33C6-C8FB876AF0B0}"/>
                </a:ext>
              </a:extLst>
            </p:cNvPr>
            <p:cNvSpPr/>
            <p:nvPr/>
          </p:nvSpPr>
          <p:spPr>
            <a:xfrm>
              <a:off x="2114420" y="1717519"/>
              <a:ext cx="157500" cy="10968"/>
            </a:xfrm>
            <a:custGeom>
              <a:avLst/>
              <a:gdLst>
                <a:gd name="connsiteX0" fmla="*/ 0 w 157500"/>
                <a:gd name="connsiteY0" fmla="*/ 10969 h 10968"/>
                <a:gd name="connsiteX1" fmla="*/ 157500 w 157500"/>
                <a:gd name="connsiteY1" fmla="*/ 10969 h 1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500" h="10968">
                  <a:moveTo>
                    <a:pt x="0" y="10969"/>
                  </a:moveTo>
                  <a:cubicBezTo>
                    <a:pt x="51525" y="-3656"/>
                    <a:pt x="105975" y="-3656"/>
                    <a:pt x="157500" y="10969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/>
            </a:p>
          </p:txBody>
        </p:sp>
      </p:grpSp>
      <p:sp>
        <p:nvSpPr>
          <p:cNvPr id="74" name="Google Shape;804;p12">
            <a:extLst>
              <a:ext uri="{FF2B5EF4-FFF2-40B4-BE49-F238E27FC236}">
                <a16:creationId xmlns:a16="http://schemas.microsoft.com/office/drawing/2014/main" id="{829E6BDB-6C80-01F7-878A-3E80EC6CA2DC}"/>
              </a:ext>
            </a:extLst>
          </p:cNvPr>
          <p:cNvSpPr txBox="1"/>
          <p:nvPr/>
        </p:nvSpPr>
        <p:spPr>
          <a:xfrm>
            <a:off x="754084" y="2615403"/>
            <a:ext cx="172760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600" b="1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Гарчиг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75" name="Google Shape;805;p12">
            <a:extLst>
              <a:ext uri="{FF2B5EF4-FFF2-40B4-BE49-F238E27FC236}">
                <a16:creationId xmlns:a16="http://schemas.microsoft.com/office/drawing/2014/main" id="{436E7FB7-C9D4-F2FE-5F8F-F8EB9C7B68C2}"/>
              </a:ext>
            </a:extLst>
          </p:cNvPr>
          <p:cNvSpPr txBox="1"/>
          <p:nvPr/>
        </p:nvSpPr>
        <p:spPr>
          <a:xfrm>
            <a:off x="745609" y="2943603"/>
            <a:ext cx="266292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mn-MN" sz="12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Чанар, хурд, найдвартай байдлыг эрхэмлэнэ.</a:t>
            </a:r>
          </a:p>
        </p:txBody>
      </p:sp>
      <p:sp>
        <p:nvSpPr>
          <p:cNvPr id="77" name="Rectangle: Top Corners Rounded 76">
            <a:extLst>
              <a:ext uri="{FF2B5EF4-FFF2-40B4-BE49-F238E27FC236}">
                <a16:creationId xmlns:a16="http://schemas.microsoft.com/office/drawing/2014/main" id="{7A58EA9C-1A5C-298A-BBF4-52B4E8378F3A}"/>
              </a:ext>
            </a:extLst>
          </p:cNvPr>
          <p:cNvSpPr/>
          <p:nvPr/>
        </p:nvSpPr>
        <p:spPr>
          <a:xfrm>
            <a:off x="821957" y="1810394"/>
            <a:ext cx="695663" cy="664160"/>
          </a:xfrm>
          <a:prstGeom prst="round2SameRect">
            <a:avLst>
              <a:gd name="adj1" fmla="val 0"/>
              <a:gd name="adj2" fmla="val 14341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01</a:t>
            </a:r>
            <a:endParaRPr lang="en-ID" b="1"/>
          </a:p>
        </p:txBody>
      </p:sp>
      <p:sp>
        <p:nvSpPr>
          <p:cNvPr id="85" name="Google Shape;804;p12">
            <a:extLst>
              <a:ext uri="{FF2B5EF4-FFF2-40B4-BE49-F238E27FC236}">
                <a16:creationId xmlns:a16="http://schemas.microsoft.com/office/drawing/2014/main" id="{F576CDC6-BBD7-9092-4EEB-01307CCD29D9}"/>
              </a:ext>
            </a:extLst>
          </p:cNvPr>
          <p:cNvSpPr txBox="1"/>
          <p:nvPr/>
        </p:nvSpPr>
        <p:spPr>
          <a:xfrm>
            <a:off x="754084" y="4697561"/>
            <a:ext cx="172760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600" b="1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Тайлбар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05;p12">
            <a:extLst>
              <a:ext uri="{FF2B5EF4-FFF2-40B4-BE49-F238E27FC236}">
                <a16:creationId xmlns:a16="http://schemas.microsoft.com/office/drawing/2014/main" id="{BD3CD53A-07A5-216A-0F9E-FF20B1906FBC}"/>
              </a:ext>
            </a:extLst>
          </p:cNvPr>
          <p:cNvSpPr txBox="1"/>
          <p:nvPr/>
        </p:nvSpPr>
        <p:spPr>
          <a:xfrm>
            <a:off x="745609" y="5025761"/>
            <a:ext cx="266292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mn-MN" sz="12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Үр дүнд суурилсан шийдлийг санал болгоно.</a:t>
            </a:r>
          </a:p>
        </p:txBody>
      </p:sp>
      <p:sp>
        <p:nvSpPr>
          <p:cNvPr id="87" name="Rectangle: Top Corners Rounded 86">
            <a:extLst>
              <a:ext uri="{FF2B5EF4-FFF2-40B4-BE49-F238E27FC236}">
                <a16:creationId xmlns:a16="http://schemas.microsoft.com/office/drawing/2014/main" id="{75F28843-ED62-E76F-07E1-C8C09666C0E9}"/>
              </a:ext>
            </a:extLst>
          </p:cNvPr>
          <p:cNvSpPr/>
          <p:nvPr/>
        </p:nvSpPr>
        <p:spPr>
          <a:xfrm>
            <a:off x="821957" y="3892552"/>
            <a:ext cx="695663" cy="664160"/>
          </a:xfrm>
          <a:prstGeom prst="round2SameRect">
            <a:avLst>
              <a:gd name="adj1" fmla="val 0"/>
              <a:gd name="adj2" fmla="val 14341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04</a:t>
            </a:r>
            <a:endParaRPr lang="en-ID" b="1"/>
          </a:p>
        </p:txBody>
      </p:sp>
      <p:sp>
        <p:nvSpPr>
          <p:cNvPr id="96" name="Google Shape;804;p12">
            <a:extLst>
              <a:ext uri="{FF2B5EF4-FFF2-40B4-BE49-F238E27FC236}">
                <a16:creationId xmlns:a16="http://schemas.microsoft.com/office/drawing/2014/main" id="{D8687DE1-EFA0-7EA2-077D-3E934AC37C1B}"/>
              </a:ext>
            </a:extLst>
          </p:cNvPr>
          <p:cNvSpPr txBox="1"/>
          <p:nvPr/>
        </p:nvSpPr>
        <p:spPr>
          <a:xfrm flipH="1">
            <a:off x="9701838" y="2615403"/>
            <a:ext cx="172760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600" b="1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Санаа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97" name="Google Shape;805;p12">
            <a:extLst>
              <a:ext uri="{FF2B5EF4-FFF2-40B4-BE49-F238E27FC236}">
                <a16:creationId xmlns:a16="http://schemas.microsoft.com/office/drawing/2014/main" id="{52D7A846-606B-582E-A8D9-B23CB164F682}"/>
              </a:ext>
            </a:extLst>
          </p:cNvPr>
          <p:cNvSpPr txBox="1"/>
          <p:nvPr/>
        </p:nvSpPr>
        <p:spPr>
          <a:xfrm flipH="1">
            <a:off x="8766512" y="2943603"/>
            <a:ext cx="266292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buClr>
                <a:srgbClr val="000000"/>
              </a:buClr>
              <a:buSzPts val="1600"/>
            </a:pPr>
            <a:r>
              <a:rPr lang="mn-MN" sz="12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Технологийн шинэчлэлийг тасралтгүй нэвтрүүлнэ. Энд гол санаагаа бичнэ үү.</a:t>
            </a:r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28EE9945-63AD-D7CF-F68F-7E2D10415CFB}"/>
              </a:ext>
            </a:extLst>
          </p:cNvPr>
          <p:cNvSpPr/>
          <p:nvPr/>
        </p:nvSpPr>
        <p:spPr>
          <a:xfrm flipH="1">
            <a:off x="10665904" y="1810394"/>
            <a:ext cx="695663" cy="664160"/>
          </a:xfrm>
          <a:prstGeom prst="round2SameRect">
            <a:avLst>
              <a:gd name="adj1" fmla="val 0"/>
              <a:gd name="adj2" fmla="val 12907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02</a:t>
            </a:r>
            <a:endParaRPr lang="en-ID" b="1"/>
          </a:p>
        </p:txBody>
      </p:sp>
      <p:sp>
        <p:nvSpPr>
          <p:cNvPr id="105" name="Google Shape;804;p12">
            <a:extLst>
              <a:ext uri="{FF2B5EF4-FFF2-40B4-BE49-F238E27FC236}">
                <a16:creationId xmlns:a16="http://schemas.microsoft.com/office/drawing/2014/main" id="{E8BE2F58-E365-AC80-EC20-B03AAE40F327}"/>
              </a:ext>
            </a:extLst>
          </p:cNvPr>
          <p:cNvSpPr txBox="1"/>
          <p:nvPr/>
        </p:nvSpPr>
        <p:spPr>
          <a:xfrm flipH="1">
            <a:off x="9701838" y="4697561"/>
            <a:ext cx="172760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mn-MN" sz="1600" b="1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Агуулга</a:t>
            </a:r>
            <a:endParaRPr sz="1400" b="0" i="0" u="none" strike="noStrike" cap="none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805;p12">
            <a:extLst>
              <a:ext uri="{FF2B5EF4-FFF2-40B4-BE49-F238E27FC236}">
                <a16:creationId xmlns:a16="http://schemas.microsoft.com/office/drawing/2014/main" id="{2BEEE6DD-8B50-2374-DAD2-2862F9028F40}"/>
              </a:ext>
            </a:extLst>
          </p:cNvPr>
          <p:cNvSpPr txBox="1"/>
          <p:nvPr/>
        </p:nvSpPr>
        <p:spPr>
          <a:xfrm flipH="1">
            <a:off x="8766512" y="5025761"/>
            <a:ext cx="266292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buClr>
                <a:srgbClr val="000000"/>
              </a:buClr>
              <a:buSzPts val="1600"/>
            </a:pPr>
            <a:r>
              <a:rPr lang="mn-MN" sz="1200" b="0" i="0" u="none" strike="noStrike" cap="none">
                <a:solidFill>
                  <a:schemeClr val="tx2"/>
                </a:solidFill>
                <a:latin typeface="+mj-lt"/>
                <a:ea typeface="Open Sans"/>
                <a:cs typeface="Open Sans"/>
                <a:sym typeface="Open Sans"/>
              </a:rPr>
              <a:t>Үзэгчдэд хэрэгтэй мэдээллийг өгнө.</a:t>
            </a:r>
          </a:p>
        </p:txBody>
      </p:sp>
      <p:sp>
        <p:nvSpPr>
          <p:cNvPr id="107" name="Rectangle: Top Corners Rounded 106">
            <a:extLst>
              <a:ext uri="{FF2B5EF4-FFF2-40B4-BE49-F238E27FC236}">
                <a16:creationId xmlns:a16="http://schemas.microsoft.com/office/drawing/2014/main" id="{37F71875-F185-5D55-3CA6-AFE8F1853B73}"/>
              </a:ext>
            </a:extLst>
          </p:cNvPr>
          <p:cNvSpPr/>
          <p:nvPr/>
        </p:nvSpPr>
        <p:spPr>
          <a:xfrm flipH="1">
            <a:off x="10665904" y="3892552"/>
            <a:ext cx="695663" cy="664160"/>
          </a:xfrm>
          <a:prstGeom prst="round2SameRect">
            <a:avLst>
              <a:gd name="adj1" fmla="val 0"/>
              <a:gd name="adj2" fmla="val 14341"/>
            </a:avLst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03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1686589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7CA93E-3F7C-CDD8-2DF8-BFD4B1A9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Зорилтуудын илтгэлийн загвар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CAAFA-6111-1A19-DBFD-5B37343D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7CB7A-E662-4DE3-824A-75B898CACAB9}" type="slidenum">
              <a:rPr lang="en-ID" smtClean="0"/>
              <a:pPr/>
              <a:t>21</a:t>
            </a:fld>
            <a:endParaRPr lang="en-ID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757307-A0E6-8C2E-140D-45AE9C31FF7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54A9331-CE93-24A2-A39C-57539EC38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5000" y="0"/>
              <a:ext cx="10287000" cy="6858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6F4BE48-CCAE-005E-A95F-05BFD43B7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469"/>
            <a:stretch>
              <a:fillRect/>
            </a:stretch>
          </p:blipFill>
          <p:spPr>
            <a:xfrm>
              <a:off x="0" y="0"/>
              <a:ext cx="6794500" cy="6858000"/>
            </a:xfrm>
            <a:prstGeom prst="rect">
              <a:avLst/>
            </a:prstGeom>
          </p:spPr>
        </p:pic>
      </p:grp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E11FBF7D-9B93-A967-0339-6A2875E9CEDE}"/>
              </a:ext>
            </a:extLst>
          </p:cNvPr>
          <p:cNvSpPr/>
          <p:nvPr/>
        </p:nvSpPr>
        <p:spPr>
          <a:xfrm rot="16200000" flipV="1">
            <a:off x="693057" y="468085"/>
            <a:ext cx="4535716" cy="5921831"/>
          </a:xfrm>
          <a:prstGeom prst="round2SameRect">
            <a:avLst>
              <a:gd name="adj1" fmla="val 9627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  <a:gs pos="49000">
                <a:schemeClr val="accent3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1AB5B65-9E69-8AFC-7BA6-A533527BE6B3}"/>
              </a:ext>
            </a:extLst>
          </p:cNvPr>
          <p:cNvSpPr/>
          <p:nvPr/>
        </p:nvSpPr>
        <p:spPr>
          <a:xfrm>
            <a:off x="452224" y="4857729"/>
            <a:ext cx="1322262" cy="338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476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solidFill>
                <a:schemeClr val="accent1"/>
              </a:solidFill>
            </a:endParaRPr>
          </a:p>
        </p:txBody>
      </p:sp>
      <p:sp>
        <p:nvSpPr>
          <p:cNvPr id="15" name="Google Shape;1313;p23">
            <a:extLst>
              <a:ext uri="{FF2B5EF4-FFF2-40B4-BE49-F238E27FC236}">
                <a16:creationId xmlns:a16="http://schemas.microsoft.com/office/drawing/2014/main" id="{768E3952-DA8D-EC80-7859-3674CE8966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861" y="3141102"/>
            <a:ext cx="4137386" cy="57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</a:pPr>
            <a:r>
              <a:rPr lang="mn-MN" sz="4800" b="1" i="0" u="none" strike="noStrike" cap="none">
                <a:solidFill>
                  <a:schemeClr val="lt1"/>
                </a:solidFill>
                <a:ea typeface="Open Sans"/>
                <a:cs typeface="Open Sans"/>
                <a:sym typeface="Open Sans"/>
              </a:rPr>
              <a:t>Баярлалаа.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16" name="Google Shape;1314;p23">
            <a:extLst>
              <a:ext uri="{FF2B5EF4-FFF2-40B4-BE49-F238E27FC236}">
                <a16:creationId xmlns:a16="http://schemas.microsoft.com/office/drawing/2014/main" id="{97D0F82F-65F9-55AB-4822-F97180982ACE}"/>
              </a:ext>
            </a:extLst>
          </p:cNvPr>
          <p:cNvSpPr txBox="1"/>
          <p:nvPr/>
        </p:nvSpPr>
        <p:spPr>
          <a:xfrm>
            <a:off x="540861" y="4460751"/>
            <a:ext cx="3160640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AE18"/>
              </a:buClr>
              <a:buSzPts val="1800"/>
              <a:buFont typeface="Open Sans"/>
              <a:buNone/>
            </a:pPr>
            <a:r>
              <a:rPr lang="mn-MN" sz="1800" b="1" i="0" u="none" strike="noStrike" cap="none">
                <a:solidFill>
                  <a:schemeClr val="bg1"/>
                </a:solidFill>
                <a:latin typeface="+mj-lt"/>
                <a:ea typeface="Open Sans"/>
                <a:cs typeface="Open Sans"/>
                <a:sym typeface="Open Sans"/>
              </a:rPr>
              <a:t>Зорилтуудын илтгэл</a:t>
            </a:r>
            <a:endParaRPr sz="1400" b="0" i="0" u="none" strike="noStrike" cap="none">
              <a:solidFill>
                <a:schemeClr val="bg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314;p23">
            <a:extLst>
              <a:ext uri="{FF2B5EF4-FFF2-40B4-BE49-F238E27FC236}">
                <a16:creationId xmlns:a16="http://schemas.microsoft.com/office/drawing/2014/main" id="{D7C78FC0-65AA-3084-D49A-8FB12B11E77F}"/>
              </a:ext>
            </a:extLst>
          </p:cNvPr>
          <p:cNvSpPr txBox="1"/>
          <p:nvPr/>
        </p:nvSpPr>
        <p:spPr>
          <a:xfrm>
            <a:off x="691782" y="4929880"/>
            <a:ext cx="843147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90000"/>
              </a:lnSpc>
              <a:buClr>
                <a:srgbClr val="F5AE18"/>
              </a:buClr>
              <a:buSzPts val="1800"/>
            </a:pPr>
            <a:r>
              <a:rPr lang="mn-MN" sz="1400" b="1">
                <a:solidFill>
                  <a:schemeClr val="accent1"/>
                </a:solidFill>
                <a:ea typeface="Open Sans"/>
                <a:cs typeface="Open Sans"/>
                <a:sym typeface="Open Sans"/>
              </a:rPr>
              <a:t>Загвар</a:t>
            </a:r>
            <a:endParaRPr sz="1100" b="1" i="0" u="none" strike="noStrike" cap="none">
              <a:solidFill>
                <a:schemeClr val="accen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E33D7D-55D9-77D0-7CFD-EBC6FE81B603}"/>
              </a:ext>
            </a:extLst>
          </p:cNvPr>
          <p:cNvGrpSpPr/>
          <p:nvPr/>
        </p:nvGrpSpPr>
        <p:grpSpPr>
          <a:xfrm>
            <a:off x="540861" y="1689053"/>
            <a:ext cx="984514" cy="290908"/>
            <a:chOff x="2239771" y="2255780"/>
            <a:chExt cx="819004" cy="242003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70347F2-2E9B-12CF-B07A-AAD095ED516F}"/>
                </a:ext>
              </a:extLst>
            </p:cNvPr>
            <p:cNvSpPr/>
            <p:nvPr/>
          </p:nvSpPr>
          <p:spPr>
            <a:xfrm>
              <a:off x="2432282" y="2425409"/>
              <a:ext cx="102176" cy="19823"/>
            </a:xfrm>
            <a:custGeom>
              <a:avLst/>
              <a:gdLst>
                <a:gd name="csX0" fmla="*/ 0 w 102176"/>
                <a:gd name="csY0" fmla="*/ 0 h 19823"/>
                <a:gd name="csX1" fmla="*/ 102176 w 102176"/>
                <a:gd name="csY1" fmla="*/ 0 h 19823"/>
                <a:gd name="csX2" fmla="*/ 102176 w 102176"/>
                <a:gd name="csY2" fmla="*/ 19823 h 19823"/>
                <a:gd name="csX3" fmla="*/ 0 w 102176"/>
                <a:gd name="csY3" fmla="*/ 19823 h 1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2176" h="19823">
                  <a:moveTo>
                    <a:pt x="0" y="0"/>
                  </a:moveTo>
                  <a:lnTo>
                    <a:pt x="102176" y="0"/>
                  </a:lnTo>
                  <a:lnTo>
                    <a:pt x="102176" y="19823"/>
                  </a:lnTo>
                  <a:lnTo>
                    <a:pt x="0" y="19823"/>
                  </a:lnTo>
                  <a:close/>
                </a:path>
              </a:pathLst>
            </a:custGeom>
            <a:grpFill/>
            <a:ln w="132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FAD6F79-616D-5255-CE8C-ADD280EAAA75}"/>
                </a:ext>
              </a:extLst>
            </p:cNvPr>
            <p:cNvSpPr/>
            <p:nvPr/>
          </p:nvSpPr>
          <p:spPr>
            <a:xfrm>
              <a:off x="2239771" y="2256446"/>
              <a:ext cx="115348" cy="188786"/>
            </a:xfrm>
            <a:custGeom>
              <a:avLst/>
              <a:gdLst>
                <a:gd name="csX0" fmla="*/ 81821 w 115348"/>
                <a:gd name="csY0" fmla="*/ 93661 h 188786"/>
                <a:gd name="csX1" fmla="*/ 56942 w 115348"/>
                <a:gd name="csY1" fmla="*/ 110025 h 188786"/>
                <a:gd name="csX2" fmla="*/ 20755 w 115348"/>
                <a:gd name="csY2" fmla="*/ 163641 h 188786"/>
                <a:gd name="csX3" fmla="*/ 20755 w 115348"/>
                <a:gd name="csY3" fmla="*/ 168963 h 188786"/>
                <a:gd name="csX4" fmla="*/ 108030 w 115348"/>
                <a:gd name="csY4" fmla="*/ 168963 h 188786"/>
                <a:gd name="csX5" fmla="*/ 113218 w 115348"/>
                <a:gd name="csY5" fmla="*/ 173220 h 188786"/>
                <a:gd name="csX6" fmla="*/ 113218 w 115348"/>
                <a:gd name="csY6" fmla="*/ 184263 h 188786"/>
                <a:gd name="csX7" fmla="*/ 108030 w 115348"/>
                <a:gd name="csY7" fmla="*/ 188786 h 188786"/>
                <a:gd name="csX8" fmla="*/ 5189 w 115348"/>
                <a:gd name="csY8" fmla="*/ 188786 h 188786"/>
                <a:gd name="csX9" fmla="*/ 0 w 115348"/>
                <a:gd name="csY9" fmla="*/ 183997 h 188786"/>
                <a:gd name="csX10" fmla="*/ 0 w 115348"/>
                <a:gd name="csY10" fmla="*/ 163641 h 188786"/>
                <a:gd name="csX11" fmla="*/ 39646 w 115348"/>
                <a:gd name="csY11" fmla="*/ 97520 h 188786"/>
                <a:gd name="csX12" fmla="*/ 65723 w 115348"/>
                <a:gd name="csY12" fmla="*/ 80357 h 188786"/>
                <a:gd name="csX13" fmla="*/ 92331 w 115348"/>
                <a:gd name="csY13" fmla="*/ 45101 h 188786"/>
                <a:gd name="csX14" fmla="*/ 53483 w 115348"/>
                <a:gd name="csY14" fmla="*/ 19158 h 188786"/>
                <a:gd name="csX15" fmla="*/ 7716 w 115348"/>
                <a:gd name="csY15" fmla="*/ 22883 h 188786"/>
                <a:gd name="csX16" fmla="*/ 6652 w 115348"/>
                <a:gd name="csY16" fmla="*/ 22883 h 188786"/>
                <a:gd name="csX17" fmla="*/ 2528 w 115348"/>
                <a:gd name="csY17" fmla="*/ 18360 h 188786"/>
                <a:gd name="csX18" fmla="*/ 2528 w 115348"/>
                <a:gd name="csY18" fmla="*/ 9579 h 188786"/>
                <a:gd name="csX19" fmla="*/ 7450 w 115348"/>
                <a:gd name="csY19" fmla="*/ 5056 h 188786"/>
                <a:gd name="csX20" fmla="*/ 53483 w 115348"/>
                <a:gd name="csY20" fmla="*/ 0 h 188786"/>
                <a:gd name="csX21" fmla="*/ 115347 w 115348"/>
                <a:gd name="csY21" fmla="*/ 44968 h 188786"/>
                <a:gd name="csX22" fmla="*/ 81821 w 115348"/>
                <a:gd name="csY22" fmla="*/ 93661 h 188786"/>
                <a:gd name="csX23" fmla="*/ 81821 w 115348"/>
                <a:gd name="csY23" fmla="*/ 93661 h 188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5348" h="188786">
                  <a:moveTo>
                    <a:pt x="81821" y="93661"/>
                  </a:moveTo>
                  <a:lnTo>
                    <a:pt x="56942" y="110025"/>
                  </a:lnTo>
                  <a:cubicBezTo>
                    <a:pt x="28205" y="128917"/>
                    <a:pt x="20755" y="141689"/>
                    <a:pt x="20755" y="163641"/>
                  </a:cubicBezTo>
                  <a:lnTo>
                    <a:pt x="20755" y="168963"/>
                  </a:lnTo>
                  <a:lnTo>
                    <a:pt x="108030" y="168963"/>
                  </a:lnTo>
                  <a:cubicBezTo>
                    <a:pt x="110824" y="168963"/>
                    <a:pt x="113218" y="170426"/>
                    <a:pt x="113218" y="173220"/>
                  </a:cubicBezTo>
                  <a:lnTo>
                    <a:pt x="113218" y="184263"/>
                  </a:lnTo>
                  <a:cubicBezTo>
                    <a:pt x="113218" y="187057"/>
                    <a:pt x="110824" y="188786"/>
                    <a:pt x="108030" y="188786"/>
                  </a:cubicBezTo>
                  <a:lnTo>
                    <a:pt x="5189" y="188786"/>
                  </a:lnTo>
                  <a:cubicBezTo>
                    <a:pt x="2395" y="188786"/>
                    <a:pt x="0" y="186791"/>
                    <a:pt x="0" y="183997"/>
                  </a:cubicBezTo>
                  <a:lnTo>
                    <a:pt x="0" y="163641"/>
                  </a:lnTo>
                  <a:cubicBezTo>
                    <a:pt x="0" y="137432"/>
                    <a:pt x="11442" y="115879"/>
                    <a:pt x="39646" y="97520"/>
                  </a:cubicBezTo>
                  <a:lnTo>
                    <a:pt x="65723" y="80357"/>
                  </a:lnTo>
                  <a:cubicBezTo>
                    <a:pt x="87142" y="66255"/>
                    <a:pt x="92331" y="60268"/>
                    <a:pt x="92331" y="45101"/>
                  </a:cubicBezTo>
                  <a:cubicBezTo>
                    <a:pt x="92331" y="27007"/>
                    <a:pt x="81422" y="19158"/>
                    <a:pt x="53483" y="19158"/>
                  </a:cubicBezTo>
                  <a:cubicBezTo>
                    <a:pt x="40046" y="19158"/>
                    <a:pt x="22085" y="20888"/>
                    <a:pt x="7716" y="22883"/>
                  </a:cubicBezTo>
                  <a:lnTo>
                    <a:pt x="6652" y="22883"/>
                  </a:lnTo>
                  <a:cubicBezTo>
                    <a:pt x="4124" y="22883"/>
                    <a:pt x="2528" y="21154"/>
                    <a:pt x="2528" y="18360"/>
                  </a:cubicBezTo>
                  <a:lnTo>
                    <a:pt x="2528" y="9579"/>
                  </a:lnTo>
                  <a:cubicBezTo>
                    <a:pt x="2528" y="7051"/>
                    <a:pt x="4923" y="5588"/>
                    <a:pt x="7450" y="5056"/>
                  </a:cubicBezTo>
                  <a:cubicBezTo>
                    <a:pt x="20621" y="1730"/>
                    <a:pt x="38316" y="0"/>
                    <a:pt x="53483" y="0"/>
                  </a:cubicBezTo>
                  <a:cubicBezTo>
                    <a:pt x="95391" y="0"/>
                    <a:pt x="115347" y="14102"/>
                    <a:pt x="115347" y="44968"/>
                  </a:cubicBezTo>
                  <a:cubicBezTo>
                    <a:pt x="115480" y="64924"/>
                    <a:pt x="105901" y="77829"/>
                    <a:pt x="81821" y="93661"/>
                  </a:cubicBezTo>
                  <a:lnTo>
                    <a:pt x="81821" y="93661"/>
                  </a:lnTo>
                  <a:close/>
                </a:path>
              </a:pathLst>
            </a:custGeom>
            <a:grpFill/>
            <a:ln w="132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9650DA8-D63B-7C46-0CC8-EAF141A86FEA}"/>
                </a:ext>
              </a:extLst>
            </p:cNvPr>
            <p:cNvSpPr/>
            <p:nvPr/>
          </p:nvSpPr>
          <p:spPr>
            <a:xfrm>
              <a:off x="2304961" y="2301015"/>
              <a:ext cx="132509" cy="196768"/>
            </a:xfrm>
            <a:custGeom>
              <a:avLst/>
              <a:gdLst>
                <a:gd name="csX0" fmla="*/ 127587 w 132509"/>
                <a:gd name="csY0" fmla="*/ 144350 h 196768"/>
                <a:gd name="csX1" fmla="*/ 105768 w 132509"/>
                <a:gd name="csY1" fmla="*/ 144350 h 196768"/>
                <a:gd name="csX2" fmla="*/ 105768 w 132509"/>
                <a:gd name="csY2" fmla="*/ 191447 h 196768"/>
                <a:gd name="csX3" fmla="*/ 101511 w 132509"/>
                <a:gd name="csY3" fmla="*/ 196769 h 196768"/>
                <a:gd name="csX4" fmla="*/ 87009 w 132509"/>
                <a:gd name="csY4" fmla="*/ 196769 h 196768"/>
                <a:gd name="csX5" fmla="*/ 82752 w 132509"/>
                <a:gd name="csY5" fmla="*/ 191447 h 196768"/>
                <a:gd name="csX6" fmla="*/ 82752 w 132509"/>
                <a:gd name="csY6" fmla="*/ 144350 h 196768"/>
                <a:gd name="csX7" fmla="*/ 10244 w 132509"/>
                <a:gd name="csY7" fmla="*/ 144350 h 196768"/>
                <a:gd name="csX8" fmla="*/ 0 w 132509"/>
                <a:gd name="csY8" fmla="*/ 133973 h 196768"/>
                <a:gd name="csX9" fmla="*/ 0 w 132509"/>
                <a:gd name="csY9" fmla="*/ 123862 h 196768"/>
                <a:gd name="csX10" fmla="*/ 3060 w 132509"/>
                <a:gd name="csY10" fmla="*/ 114017 h 196768"/>
                <a:gd name="csX11" fmla="*/ 77297 w 132509"/>
                <a:gd name="csY11" fmla="*/ 4257 h 196768"/>
                <a:gd name="csX12" fmla="*/ 84615 w 132509"/>
                <a:gd name="csY12" fmla="*/ 0 h 196768"/>
                <a:gd name="csX13" fmla="*/ 99382 w 132509"/>
                <a:gd name="csY13" fmla="*/ 0 h 196768"/>
                <a:gd name="csX14" fmla="*/ 105901 w 132509"/>
                <a:gd name="csY14" fmla="*/ 5854 h 196768"/>
                <a:gd name="csX15" fmla="*/ 105901 w 132509"/>
                <a:gd name="csY15" fmla="*/ 123995 h 196768"/>
                <a:gd name="csX16" fmla="*/ 127720 w 132509"/>
                <a:gd name="csY16" fmla="*/ 123995 h 196768"/>
                <a:gd name="csX17" fmla="*/ 132510 w 132509"/>
                <a:gd name="csY17" fmla="*/ 128784 h 196768"/>
                <a:gd name="csX18" fmla="*/ 132510 w 132509"/>
                <a:gd name="csY18" fmla="*/ 139295 h 196768"/>
                <a:gd name="csX19" fmla="*/ 127587 w 132509"/>
                <a:gd name="csY19" fmla="*/ 144350 h 196768"/>
                <a:gd name="csX20" fmla="*/ 127587 w 132509"/>
                <a:gd name="csY20" fmla="*/ 144350 h 196768"/>
                <a:gd name="csX21" fmla="*/ 82885 w 132509"/>
                <a:gd name="csY21" fmla="*/ 33926 h 196768"/>
                <a:gd name="csX22" fmla="*/ 81821 w 132509"/>
                <a:gd name="csY22" fmla="*/ 32329 h 196768"/>
                <a:gd name="csX23" fmla="*/ 81688 w 132509"/>
                <a:gd name="csY23" fmla="*/ 32329 h 196768"/>
                <a:gd name="csX24" fmla="*/ 79692 w 132509"/>
                <a:gd name="csY24" fmla="*/ 33926 h 196768"/>
                <a:gd name="csX25" fmla="*/ 21686 w 132509"/>
                <a:gd name="csY25" fmla="*/ 120669 h 196768"/>
                <a:gd name="csX26" fmla="*/ 20888 w 132509"/>
                <a:gd name="csY26" fmla="*/ 122797 h 196768"/>
                <a:gd name="csX27" fmla="*/ 22883 w 132509"/>
                <a:gd name="csY27" fmla="*/ 124394 h 196768"/>
                <a:gd name="csX28" fmla="*/ 82885 w 132509"/>
                <a:gd name="csY28" fmla="*/ 124394 h 196768"/>
                <a:gd name="csX29" fmla="*/ 82885 w 132509"/>
                <a:gd name="csY29" fmla="*/ 33926 h 196768"/>
                <a:gd name="csX30" fmla="*/ 82885 w 132509"/>
                <a:gd name="csY30" fmla="*/ 33926 h 1967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32509" h="196768">
                  <a:moveTo>
                    <a:pt x="127587" y="144350"/>
                  </a:moveTo>
                  <a:lnTo>
                    <a:pt x="105768" y="144350"/>
                  </a:lnTo>
                  <a:lnTo>
                    <a:pt x="105768" y="191447"/>
                  </a:lnTo>
                  <a:cubicBezTo>
                    <a:pt x="105768" y="194108"/>
                    <a:pt x="104305" y="196769"/>
                    <a:pt x="101511" y="196769"/>
                  </a:cubicBezTo>
                  <a:lnTo>
                    <a:pt x="87009" y="196769"/>
                  </a:lnTo>
                  <a:cubicBezTo>
                    <a:pt x="84215" y="196769"/>
                    <a:pt x="82752" y="194374"/>
                    <a:pt x="82752" y="191447"/>
                  </a:cubicBezTo>
                  <a:lnTo>
                    <a:pt x="82752" y="144350"/>
                  </a:lnTo>
                  <a:lnTo>
                    <a:pt x="10244" y="144350"/>
                  </a:lnTo>
                  <a:cubicBezTo>
                    <a:pt x="2661" y="144350"/>
                    <a:pt x="0" y="141689"/>
                    <a:pt x="0" y="133973"/>
                  </a:cubicBezTo>
                  <a:lnTo>
                    <a:pt x="0" y="123862"/>
                  </a:lnTo>
                  <a:cubicBezTo>
                    <a:pt x="0" y="120403"/>
                    <a:pt x="798" y="117210"/>
                    <a:pt x="3060" y="114017"/>
                  </a:cubicBezTo>
                  <a:lnTo>
                    <a:pt x="77297" y="4257"/>
                  </a:lnTo>
                  <a:cubicBezTo>
                    <a:pt x="78495" y="2129"/>
                    <a:pt x="80357" y="0"/>
                    <a:pt x="84615" y="0"/>
                  </a:cubicBezTo>
                  <a:lnTo>
                    <a:pt x="99382" y="0"/>
                  </a:lnTo>
                  <a:cubicBezTo>
                    <a:pt x="103373" y="0"/>
                    <a:pt x="105901" y="1863"/>
                    <a:pt x="105901" y="5854"/>
                  </a:cubicBezTo>
                  <a:lnTo>
                    <a:pt x="105901" y="123995"/>
                  </a:lnTo>
                  <a:lnTo>
                    <a:pt x="127720" y="123995"/>
                  </a:lnTo>
                  <a:cubicBezTo>
                    <a:pt x="130248" y="123995"/>
                    <a:pt x="132510" y="125857"/>
                    <a:pt x="132510" y="128784"/>
                  </a:cubicBezTo>
                  <a:lnTo>
                    <a:pt x="132510" y="139295"/>
                  </a:lnTo>
                  <a:cubicBezTo>
                    <a:pt x="132376" y="142488"/>
                    <a:pt x="130381" y="144350"/>
                    <a:pt x="127587" y="144350"/>
                  </a:cubicBezTo>
                  <a:lnTo>
                    <a:pt x="127587" y="144350"/>
                  </a:lnTo>
                  <a:close/>
                  <a:moveTo>
                    <a:pt x="82885" y="33926"/>
                  </a:moveTo>
                  <a:cubicBezTo>
                    <a:pt x="82885" y="32861"/>
                    <a:pt x="82619" y="32329"/>
                    <a:pt x="81821" y="32329"/>
                  </a:cubicBezTo>
                  <a:lnTo>
                    <a:pt x="81688" y="32329"/>
                  </a:lnTo>
                  <a:cubicBezTo>
                    <a:pt x="80889" y="32329"/>
                    <a:pt x="80224" y="33127"/>
                    <a:pt x="79692" y="33926"/>
                  </a:cubicBezTo>
                  <a:lnTo>
                    <a:pt x="21686" y="120669"/>
                  </a:lnTo>
                  <a:cubicBezTo>
                    <a:pt x="21154" y="121467"/>
                    <a:pt x="20888" y="122265"/>
                    <a:pt x="20888" y="122797"/>
                  </a:cubicBezTo>
                  <a:cubicBezTo>
                    <a:pt x="20888" y="123862"/>
                    <a:pt x="21686" y="124394"/>
                    <a:pt x="22883" y="124394"/>
                  </a:cubicBezTo>
                  <a:lnTo>
                    <a:pt x="82885" y="124394"/>
                  </a:lnTo>
                  <a:lnTo>
                    <a:pt x="82885" y="33926"/>
                  </a:lnTo>
                  <a:lnTo>
                    <a:pt x="82885" y="33926"/>
                  </a:lnTo>
                  <a:close/>
                </a:path>
              </a:pathLst>
            </a:custGeom>
            <a:grpFill/>
            <a:ln w="132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aphic 18">
              <a:extLst>
                <a:ext uri="{FF2B5EF4-FFF2-40B4-BE49-F238E27FC236}">
                  <a16:creationId xmlns:a16="http://schemas.microsoft.com/office/drawing/2014/main" id="{2159E079-78A3-B64F-5CF9-FA6556E23F9A}"/>
                </a:ext>
              </a:extLst>
            </p:cNvPr>
            <p:cNvGrpSpPr/>
            <p:nvPr/>
          </p:nvGrpSpPr>
          <p:grpSpPr>
            <a:xfrm>
              <a:off x="2578229" y="2255780"/>
              <a:ext cx="480546" cy="191580"/>
              <a:chOff x="2578229" y="2255780"/>
              <a:chExt cx="480546" cy="191580"/>
            </a:xfrm>
            <a:grpFill/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AA6C214-9059-8809-C412-9745BB4BC21D}"/>
                  </a:ext>
                </a:extLst>
              </p:cNvPr>
              <p:cNvSpPr/>
              <p:nvPr/>
            </p:nvSpPr>
            <p:spPr>
              <a:xfrm>
                <a:off x="2578229" y="2257377"/>
                <a:ext cx="22105" cy="188120"/>
              </a:xfrm>
              <a:custGeom>
                <a:avLst/>
                <a:gdLst>
                  <a:gd name="csX0" fmla="*/ 20888 w 22105"/>
                  <a:gd name="csY0" fmla="*/ 186658 h 188120"/>
                  <a:gd name="csX1" fmla="*/ 17562 w 22105"/>
                  <a:gd name="csY1" fmla="*/ 188121 h 188120"/>
                  <a:gd name="csX2" fmla="*/ 4523 w 22105"/>
                  <a:gd name="csY2" fmla="*/ 188121 h 188120"/>
                  <a:gd name="csX3" fmla="*/ 1197 w 22105"/>
                  <a:gd name="csY3" fmla="*/ 186658 h 188120"/>
                  <a:gd name="csX4" fmla="*/ 0 w 22105"/>
                  <a:gd name="csY4" fmla="*/ 183198 h 188120"/>
                  <a:gd name="csX5" fmla="*/ 0 w 22105"/>
                  <a:gd name="csY5" fmla="*/ 4656 h 188120"/>
                  <a:gd name="csX6" fmla="*/ 1197 w 22105"/>
                  <a:gd name="csY6" fmla="*/ 1330 h 188120"/>
                  <a:gd name="csX7" fmla="*/ 4523 w 22105"/>
                  <a:gd name="csY7" fmla="*/ 0 h 188120"/>
                  <a:gd name="csX8" fmla="*/ 17562 w 22105"/>
                  <a:gd name="csY8" fmla="*/ 0 h 188120"/>
                  <a:gd name="csX9" fmla="*/ 20888 w 22105"/>
                  <a:gd name="csY9" fmla="*/ 1330 h 188120"/>
                  <a:gd name="csX10" fmla="*/ 22085 w 22105"/>
                  <a:gd name="csY10" fmla="*/ 4656 h 188120"/>
                  <a:gd name="csX11" fmla="*/ 22085 w 22105"/>
                  <a:gd name="csY11" fmla="*/ 183198 h 188120"/>
                  <a:gd name="csX12" fmla="*/ 20888 w 22105"/>
                  <a:gd name="csY12" fmla="*/ 186658 h 188120"/>
                  <a:gd name="csX13" fmla="*/ 20888 w 22105"/>
                  <a:gd name="csY13" fmla="*/ 186658 h 1881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22105" h="188120">
                    <a:moveTo>
                      <a:pt x="20888" y="186658"/>
                    </a:moveTo>
                    <a:cubicBezTo>
                      <a:pt x="20089" y="187722"/>
                      <a:pt x="18892" y="188121"/>
                      <a:pt x="17562" y="188121"/>
                    </a:cubicBezTo>
                    <a:lnTo>
                      <a:pt x="4523" y="188121"/>
                    </a:lnTo>
                    <a:cubicBezTo>
                      <a:pt x="3193" y="188121"/>
                      <a:pt x="2129" y="187589"/>
                      <a:pt x="1197" y="186658"/>
                    </a:cubicBezTo>
                    <a:cubicBezTo>
                      <a:pt x="266" y="185726"/>
                      <a:pt x="0" y="184529"/>
                      <a:pt x="0" y="183198"/>
                    </a:cubicBezTo>
                    <a:lnTo>
                      <a:pt x="0" y="4656"/>
                    </a:lnTo>
                    <a:cubicBezTo>
                      <a:pt x="0" y="3326"/>
                      <a:pt x="399" y="2262"/>
                      <a:pt x="1197" y="1330"/>
                    </a:cubicBezTo>
                    <a:cubicBezTo>
                      <a:pt x="1996" y="399"/>
                      <a:pt x="3060" y="0"/>
                      <a:pt x="4523" y="0"/>
                    </a:cubicBezTo>
                    <a:lnTo>
                      <a:pt x="17562" y="0"/>
                    </a:lnTo>
                    <a:cubicBezTo>
                      <a:pt x="18892" y="0"/>
                      <a:pt x="19956" y="399"/>
                      <a:pt x="20888" y="1330"/>
                    </a:cubicBezTo>
                    <a:cubicBezTo>
                      <a:pt x="21686" y="2262"/>
                      <a:pt x="22085" y="3326"/>
                      <a:pt x="22085" y="4656"/>
                    </a:cubicBezTo>
                    <a:lnTo>
                      <a:pt x="22085" y="183198"/>
                    </a:lnTo>
                    <a:cubicBezTo>
                      <a:pt x="22218" y="184396"/>
                      <a:pt x="21686" y="185593"/>
                      <a:pt x="20888" y="186658"/>
                    </a:cubicBezTo>
                    <a:lnTo>
                      <a:pt x="20888" y="186658"/>
                    </a:lnTo>
                    <a:close/>
                  </a:path>
                </a:pathLst>
              </a:custGeom>
              <a:grpFill/>
              <a:ln w="13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2862B534-E9A3-3296-0DA2-CF640997C246}"/>
                  </a:ext>
                </a:extLst>
              </p:cNvPr>
              <p:cNvSpPr/>
              <p:nvPr/>
            </p:nvSpPr>
            <p:spPr>
              <a:xfrm>
                <a:off x="2639694" y="2255780"/>
                <a:ext cx="22637" cy="189717"/>
              </a:xfrm>
              <a:custGeom>
                <a:avLst/>
                <a:gdLst>
                  <a:gd name="csX0" fmla="*/ 21154 w 22637"/>
                  <a:gd name="csY0" fmla="*/ 28471 h 189717"/>
                  <a:gd name="csX1" fmla="*/ 17695 w 22637"/>
                  <a:gd name="csY1" fmla="*/ 29934 h 189717"/>
                  <a:gd name="csX2" fmla="*/ 4923 w 22637"/>
                  <a:gd name="csY2" fmla="*/ 29934 h 189717"/>
                  <a:gd name="csX3" fmla="*/ 1463 w 22637"/>
                  <a:gd name="csY3" fmla="*/ 28471 h 189717"/>
                  <a:gd name="csX4" fmla="*/ 0 w 22637"/>
                  <a:gd name="csY4" fmla="*/ 25012 h 189717"/>
                  <a:gd name="csX5" fmla="*/ 0 w 22637"/>
                  <a:gd name="csY5" fmla="*/ 4923 h 189717"/>
                  <a:gd name="csX6" fmla="*/ 1463 w 22637"/>
                  <a:gd name="csY6" fmla="*/ 1463 h 189717"/>
                  <a:gd name="csX7" fmla="*/ 4923 w 22637"/>
                  <a:gd name="csY7" fmla="*/ 0 h 189717"/>
                  <a:gd name="csX8" fmla="*/ 17695 w 22637"/>
                  <a:gd name="csY8" fmla="*/ 0 h 189717"/>
                  <a:gd name="csX9" fmla="*/ 21154 w 22637"/>
                  <a:gd name="csY9" fmla="*/ 1463 h 189717"/>
                  <a:gd name="csX10" fmla="*/ 22617 w 22637"/>
                  <a:gd name="csY10" fmla="*/ 4923 h 189717"/>
                  <a:gd name="csX11" fmla="*/ 22617 w 22637"/>
                  <a:gd name="csY11" fmla="*/ 24879 h 189717"/>
                  <a:gd name="csX12" fmla="*/ 21154 w 22637"/>
                  <a:gd name="csY12" fmla="*/ 28471 h 189717"/>
                  <a:gd name="csX13" fmla="*/ 20754 w 22637"/>
                  <a:gd name="csY13" fmla="*/ 188254 h 189717"/>
                  <a:gd name="csX14" fmla="*/ 17295 w 22637"/>
                  <a:gd name="csY14" fmla="*/ 189717 h 189717"/>
                  <a:gd name="csX15" fmla="*/ 5189 w 22637"/>
                  <a:gd name="csY15" fmla="*/ 189717 h 189717"/>
                  <a:gd name="csX16" fmla="*/ 1730 w 22637"/>
                  <a:gd name="csY16" fmla="*/ 188254 h 189717"/>
                  <a:gd name="csX17" fmla="*/ 266 w 22637"/>
                  <a:gd name="csY17" fmla="*/ 184795 h 189717"/>
                  <a:gd name="csX18" fmla="*/ 266 w 22637"/>
                  <a:gd name="csY18" fmla="*/ 57075 h 189717"/>
                  <a:gd name="csX19" fmla="*/ 1730 w 22637"/>
                  <a:gd name="csY19" fmla="*/ 53616 h 189717"/>
                  <a:gd name="csX20" fmla="*/ 5189 w 22637"/>
                  <a:gd name="csY20" fmla="*/ 52152 h 189717"/>
                  <a:gd name="csX21" fmla="*/ 17295 w 22637"/>
                  <a:gd name="csY21" fmla="*/ 52152 h 189717"/>
                  <a:gd name="csX22" fmla="*/ 20754 w 22637"/>
                  <a:gd name="csY22" fmla="*/ 53616 h 189717"/>
                  <a:gd name="csX23" fmla="*/ 22218 w 22637"/>
                  <a:gd name="csY23" fmla="*/ 57075 h 189717"/>
                  <a:gd name="csX24" fmla="*/ 22218 w 22637"/>
                  <a:gd name="csY24" fmla="*/ 184795 h 189717"/>
                  <a:gd name="csX25" fmla="*/ 20754 w 22637"/>
                  <a:gd name="csY25" fmla="*/ 188254 h 189717"/>
                  <a:gd name="csX26" fmla="*/ 20754 w 22637"/>
                  <a:gd name="csY26" fmla="*/ 188254 h 1897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22637" h="189717">
                    <a:moveTo>
                      <a:pt x="21154" y="28471"/>
                    </a:moveTo>
                    <a:cubicBezTo>
                      <a:pt x="20089" y="29535"/>
                      <a:pt x="19025" y="29934"/>
                      <a:pt x="17695" y="29934"/>
                    </a:cubicBezTo>
                    <a:lnTo>
                      <a:pt x="4923" y="29934"/>
                    </a:lnTo>
                    <a:cubicBezTo>
                      <a:pt x="3592" y="29934"/>
                      <a:pt x="2395" y="29402"/>
                      <a:pt x="1463" y="28471"/>
                    </a:cubicBezTo>
                    <a:cubicBezTo>
                      <a:pt x="399" y="27407"/>
                      <a:pt x="0" y="26342"/>
                      <a:pt x="0" y="25012"/>
                    </a:cubicBezTo>
                    <a:lnTo>
                      <a:pt x="0" y="4923"/>
                    </a:lnTo>
                    <a:cubicBezTo>
                      <a:pt x="0" y="3592"/>
                      <a:pt x="532" y="2395"/>
                      <a:pt x="1463" y="1463"/>
                    </a:cubicBezTo>
                    <a:cubicBezTo>
                      <a:pt x="2395" y="532"/>
                      <a:pt x="3592" y="0"/>
                      <a:pt x="4923" y="0"/>
                    </a:cubicBezTo>
                    <a:lnTo>
                      <a:pt x="17695" y="0"/>
                    </a:lnTo>
                    <a:cubicBezTo>
                      <a:pt x="19025" y="0"/>
                      <a:pt x="20222" y="532"/>
                      <a:pt x="21154" y="1463"/>
                    </a:cubicBezTo>
                    <a:cubicBezTo>
                      <a:pt x="22218" y="2528"/>
                      <a:pt x="22617" y="3592"/>
                      <a:pt x="22617" y="4923"/>
                    </a:cubicBezTo>
                    <a:lnTo>
                      <a:pt x="22617" y="24879"/>
                    </a:lnTo>
                    <a:cubicBezTo>
                      <a:pt x="22750" y="26342"/>
                      <a:pt x="22218" y="27407"/>
                      <a:pt x="21154" y="28471"/>
                    </a:cubicBezTo>
                    <a:close/>
                    <a:moveTo>
                      <a:pt x="20754" y="188254"/>
                    </a:moveTo>
                    <a:cubicBezTo>
                      <a:pt x="19690" y="189318"/>
                      <a:pt x="18626" y="189717"/>
                      <a:pt x="17295" y="189717"/>
                    </a:cubicBezTo>
                    <a:lnTo>
                      <a:pt x="5189" y="189717"/>
                    </a:lnTo>
                    <a:cubicBezTo>
                      <a:pt x="3858" y="189717"/>
                      <a:pt x="2661" y="189185"/>
                      <a:pt x="1730" y="188254"/>
                    </a:cubicBezTo>
                    <a:cubicBezTo>
                      <a:pt x="798" y="187323"/>
                      <a:pt x="266" y="186125"/>
                      <a:pt x="266" y="184795"/>
                    </a:cubicBezTo>
                    <a:lnTo>
                      <a:pt x="266" y="57075"/>
                    </a:lnTo>
                    <a:cubicBezTo>
                      <a:pt x="266" y="55744"/>
                      <a:pt x="798" y="54547"/>
                      <a:pt x="1730" y="53616"/>
                    </a:cubicBezTo>
                    <a:cubicBezTo>
                      <a:pt x="2794" y="52551"/>
                      <a:pt x="3858" y="52152"/>
                      <a:pt x="5189" y="52152"/>
                    </a:cubicBezTo>
                    <a:lnTo>
                      <a:pt x="17295" y="52152"/>
                    </a:lnTo>
                    <a:cubicBezTo>
                      <a:pt x="18626" y="52152"/>
                      <a:pt x="19823" y="52685"/>
                      <a:pt x="20754" y="53616"/>
                    </a:cubicBezTo>
                    <a:cubicBezTo>
                      <a:pt x="21686" y="54547"/>
                      <a:pt x="22218" y="55744"/>
                      <a:pt x="22218" y="57075"/>
                    </a:cubicBezTo>
                    <a:lnTo>
                      <a:pt x="22218" y="184795"/>
                    </a:lnTo>
                    <a:cubicBezTo>
                      <a:pt x="22218" y="185992"/>
                      <a:pt x="21686" y="187190"/>
                      <a:pt x="20754" y="188254"/>
                    </a:cubicBezTo>
                    <a:lnTo>
                      <a:pt x="20754" y="188254"/>
                    </a:lnTo>
                    <a:close/>
                  </a:path>
                </a:pathLst>
              </a:custGeom>
              <a:grpFill/>
              <a:ln w="13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173DE5EA-EFAD-6E37-59A4-8BC6121ADB8F}"/>
                  </a:ext>
                </a:extLst>
              </p:cNvPr>
              <p:cNvSpPr/>
              <p:nvPr/>
            </p:nvSpPr>
            <p:spPr>
              <a:xfrm>
                <a:off x="2694507" y="2257377"/>
                <a:ext cx="106167" cy="189850"/>
              </a:xfrm>
              <a:custGeom>
                <a:avLst/>
                <a:gdLst>
                  <a:gd name="csX0" fmla="*/ 105369 w 106167"/>
                  <a:gd name="csY0" fmla="*/ 183731 h 189850"/>
                  <a:gd name="csX1" fmla="*/ 100979 w 106167"/>
                  <a:gd name="csY1" fmla="*/ 185593 h 189850"/>
                  <a:gd name="csX2" fmla="*/ 77696 w 106167"/>
                  <a:gd name="csY2" fmla="*/ 188786 h 189850"/>
                  <a:gd name="csX3" fmla="*/ 54680 w 106167"/>
                  <a:gd name="csY3" fmla="*/ 189851 h 189850"/>
                  <a:gd name="csX4" fmla="*/ 30334 w 106167"/>
                  <a:gd name="csY4" fmla="*/ 185460 h 189850"/>
                  <a:gd name="csX5" fmla="*/ 13304 w 106167"/>
                  <a:gd name="csY5" fmla="*/ 172954 h 189850"/>
                  <a:gd name="csX6" fmla="*/ 3326 w 106167"/>
                  <a:gd name="csY6" fmla="*/ 153397 h 189850"/>
                  <a:gd name="csX7" fmla="*/ 0 w 106167"/>
                  <a:gd name="csY7" fmla="*/ 127986 h 189850"/>
                  <a:gd name="csX8" fmla="*/ 0 w 106167"/>
                  <a:gd name="csY8" fmla="*/ 109892 h 189850"/>
                  <a:gd name="csX9" fmla="*/ 13570 w 106167"/>
                  <a:gd name="csY9" fmla="*/ 64392 h 189850"/>
                  <a:gd name="csX10" fmla="*/ 54813 w 106167"/>
                  <a:gd name="csY10" fmla="*/ 48560 h 189850"/>
                  <a:gd name="csX11" fmla="*/ 68783 w 106167"/>
                  <a:gd name="csY11" fmla="*/ 49225 h 189850"/>
                  <a:gd name="csX12" fmla="*/ 84215 w 106167"/>
                  <a:gd name="csY12" fmla="*/ 51088 h 189850"/>
                  <a:gd name="csX13" fmla="*/ 84215 w 106167"/>
                  <a:gd name="csY13" fmla="*/ 4656 h 189850"/>
                  <a:gd name="csX14" fmla="*/ 85546 w 106167"/>
                  <a:gd name="csY14" fmla="*/ 1330 h 189850"/>
                  <a:gd name="csX15" fmla="*/ 88872 w 106167"/>
                  <a:gd name="csY15" fmla="*/ 0 h 189850"/>
                  <a:gd name="csX16" fmla="*/ 101644 w 106167"/>
                  <a:gd name="csY16" fmla="*/ 0 h 189850"/>
                  <a:gd name="csX17" fmla="*/ 104970 w 106167"/>
                  <a:gd name="csY17" fmla="*/ 1330 h 189850"/>
                  <a:gd name="csX18" fmla="*/ 106167 w 106167"/>
                  <a:gd name="csY18" fmla="*/ 4656 h 189850"/>
                  <a:gd name="csX19" fmla="*/ 106167 w 106167"/>
                  <a:gd name="csY19" fmla="*/ 179872 h 189850"/>
                  <a:gd name="csX20" fmla="*/ 105369 w 106167"/>
                  <a:gd name="csY20" fmla="*/ 183731 h 189850"/>
                  <a:gd name="csX21" fmla="*/ 105369 w 106167"/>
                  <a:gd name="csY21" fmla="*/ 183731 h 189850"/>
                  <a:gd name="csX22" fmla="*/ 84082 w 106167"/>
                  <a:gd name="csY22" fmla="*/ 69714 h 189850"/>
                  <a:gd name="csX23" fmla="*/ 69315 w 106167"/>
                  <a:gd name="csY23" fmla="*/ 68250 h 189850"/>
                  <a:gd name="csX24" fmla="*/ 54813 w 106167"/>
                  <a:gd name="csY24" fmla="*/ 67984 h 189850"/>
                  <a:gd name="csX25" fmla="*/ 29402 w 106167"/>
                  <a:gd name="csY25" fmla="*/ 79027 h 189850"/>
                  <a:gd name="csX26" fmla="*/ 22218 w 106167"/>
                  <a:gd name="csY26" fmla="*/ 110025 h 189850"/>
                  <a:gd name="csX27" fmla="*/ 22218 w 106167"/>
                  <a:gd name="csY27" fmla="*/ 128119 h 189850"/>
                  <a:gd name="csX28" fmla="*/ 29269 w 106167"/>
                  <a:gd name="csY28" fmla="*/ 159650 h 189850"/>
                  <a:gd name="csX29" fmla="*/ 54813 w 106167"/>
                  <a:gd name="csY29" fmla="*/ 170693 h 189850"/>
                  <a:gd name="csX30" fmla="*/ 69448 w 106167"/>
                  <a:gd name="csY30" fmla="*/ 170160 h 189850"/>
                  <a:gd name="csX31" fmla="*/ 84082 w 106167"/>
                  <a:gd name="csY31" fmla="*/ 169096 h 189850"/>
                  <a:gd name="csX32" fmla="*/ 84082 w 106167"/>
                  <a:gd name="csY32" fmla="*/ 69714 h 189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06167" h="189850">
                    <a:moveTo>
                      <a:pt x="105369" y="183731"/>
                    </a:moveTo>
                    <a:cubicBezTo>
                      <a:pt x="104837" y="184662"/>
                      <a:pt x="103373" y="185327"/>
                      <a:pt x="100979" y="185593"/>
                    </a:cubicBezTo>
                    <a:cubicBezTo>
                      <a:pt x="93129" y="187057"/>
                      <a:pt x="85413" y="188121"/>
                      <a:pt x="77696" y="188786"/>
                    </a:cubicBezTo>
                    <a:cubicBezTo>
                      <a:pt x="70113" y="189451"/>
                      <a:pt x="62397" y="189851"/>
                      <a:pt x="54680" y="189851"/>
                    </a:cubicBezTo>
                    <a:cubicBezTo>
                      <a:pt x="45367" y="189851"/>
                      <a:pt x="37252" y="188387"/>
                      <a:pt x="30334" y="185460"/>
                    </a:cubicBezTo>
                    <a:cubicBezTo>
                      <a:pt x="23415" y="182533"/>
                      <a:pt x="17828" y="178409"/>
                      <a:pt x="13304" y="172954"/>
                    </a:cubicBezTo>
                    <a:cubicBezTo>
                      <a:pt x="8781" y="167499"/>
                      <a:pt x="5455" y="160980"/>
                      <a:pt x="3326" y="153397"/>
                    </a:cubicBezTo>
                    <a:cubicBezTo>
                      <a:pt x="1197" y="145814"/>
                      <a:pt x="0" y="137299"/>
                      <a:pt x="0" y="127986"/>
                    </a:cubicBezTo>
                    <a:lnTo>
                      <a:pt x="0" y="109892"/>
                    </a:lnTo>
                    <a:cubicBezTo>
                      <a:pt x="0" y="90202"/>
                      <a:pt x="4523" y="75036"/>
                      <a:pt x="13570" y="64392"/>
                    </a:cubicBezTo>
                    <a:cubicBezTo>
                      <a:pt x="22617" y="53749"/>
                      <a:pt x="36320" y="48560"/>
                      <a:pt x="54813" y="48560"/>
                    </a:cubicBezTo>
                    <a:cubicBezTo>
                      <a:pt x="58671" y="48560"/>
                      <a:pt x="63328" y="48826"/>
                      <a:pt x="68783" y="49225"/>
                    </a:cubicBezTo>
                    <a:cubicBezTo>
                      <a:pt x="74237" y="49625"/>
                      <a:pt x="79293" y="50290"/>
                      <a:pt x="84215" y="51088"/>
                    </a:cubicBezTo>
                    <a:lnTo>
                      <a:pt x="84215" y="4656"/>
                    </a:lnTo>
                    <a:cubicBezTo>
                      <a:pt x="84215" y="3326"/>
                      <a:pt x="84615" y="2262"/>
                      <a:pt x="85546" y="1330"/>
                    </a:cubicBezTo>
                    <a:cubicBezTo>
                      <a:pt x="86477" y="399"/>
                      <a:pt x="87541" y="0"/>
                      <a:pt x="88872" y="0"/>
                    </a:cubicBezTo>
                    <a:lnTo>
                      <a:pt x="101644" y="0"/>
                    </a:lnTo>
                    <a:cubicBezTo>
                      <a:pt x="102974" y="0"/>
                      <a:pt x="104039" y="399"/>
                      <a:pt x="104970" y="1330"/>
                    </a:cubicBezTo>
                    <a:cubicBezTo>
                      <a:pt x="105768" y="2262"/>
                      <a:pt x="106167" y="3326"/>
                      <a:pt x="106167" y="4656"/>
                    </a:cubicBezTo>
                    <a:lnTo>
                      <a:pt x="106167" y="179872"/>
                    </a:lnTo>
                    <a:cubicBezTo>
                      <a:pt x="106167" y="181469"/>
                      <a:pt x="105901" y="182799"/>
                      <a:pt x="105369" y="183731"/>
                    </a:cubicBezTo>
                    <a:lnTo>
                      <a:pt x="105369" y="183731"/>
                    </a:lnTo>
                    <a:close/>
                    <a:moveTo>
                      <a:pt x="84082" y="69714"/>
                    </a:moveTo>
                    <a:cubicBezTo>
                      <a:pt x="79825" y="68916"/>
                      <a:pt x="74902" y="68383"/>
                      <a:pt x="69315" y="68250"/>
                    </a:cubicBezTo>
                    <a:cubicBezTo>
                      <a:pt x="63594" y="68117"/>
                      <a:pt x="58804" y="67984"/>
                      <a:pt x="54813" y="67984"/>
                    </a:cubicBezTo>
                    <a:cubicBezTo>
                      <a:pt x="42573" y="67984"/>
                      <a:pt x="34059" y="71709"/>
                      <a:pt x="29402" y="79027"/>
                    </a:cubicBezTo>
                    <a:cubicBezTo>
                      <a:pt x="24746" y="86344"/>
                      <a:pt x="22218" y="96721"/>
                      <a:pt x="22218" y="110025"/>
                    </a:cubicBezTo>
                    <a:lnTo>
                      <a:pt x="22218" y="128119"/>
                    </a:lnTo>
                    <a:cubicBezTo>
                      <a:pt x="22218" y="141822"/>
                      <a:pt x="24613" y="152333"/>
                      <a:pt x="29269" y="159650"/>
                    </a:cubicBezTo>
                    <a:cubicBezTo>
                      <a:pt x="33926" y="166967"/>
                      <a:pt x="42440" y="170693"/>
                      <a:pt x="54813" y="170693"/>
                    </a:cubicBezTo>
                    <a:cubicBezTo>
                      <a:pt x="59204" y="170693"/>
                      <a:pt x="64126" y="170559"/>
                      <a:pt x="69448" y="170160"/>
                    </a:cubicBezTo>
                    <a:cubicBezTo>
                      <a:pt x="74902" y="169894"/>
                      <a:pt x="79825" y="169495"/>
                      <a:pt x="84082" y="169096"/>
                    </a:cubicBezTo>
                    <a:lnTo>
                      <a:pt x="84082" y="69714"/>
                    </a:lnTo>
                    <a:close/>
                  </a:path>
                </a:pathLst>
              </a:custGeom>
              <a:grpFill/>
              <a:ln w="13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550F698-30FE-AEFB-D2F0-710197089B79}"/>
                  </a:ext>
                </a:extLst>
              </p:cNvPr>
              <p:cNvSpPr/>
              <p:nvPr/>
            </p:nvSpPr>
            <p:spPr>
              <a:xfrm>
                <a:off x="2830343" y="2306203"/>
                <a:ext cx="110831" cy="141157"/>
              </a:xfrm>
              <a:custGeom>
                <a:avLst/>
                <a:gdLst>
                  <a:gd name="csX0" fmla="*/ 106167 w 110831"/>
                  <a:gd name="csY0" fmla="*/ 77430 h 141157"/>
                  <a:gd name="csX1" fmla="*/ 22085 w 110831"/>
                  <a:gd name="csY1" fmla="*/ 77430 h 141157"/>
                  <a:gd name="csX2" fmla="*/ 22085 w 110831"/>
                  <a:gd name="csY2" fmla="*/ 80889 h 141157"/>
                  <a:gd name="csX3" fmla="*/ 30866 w 110831"/>
                  <a:gd name="csY3" fmla="*/ 112420 h 141157"/>
                  <a:gd name="csX4" fmla="*/ 56942 w 110831"/>
                  <a:gd name="csY4" fmla="*/ 121733 h 141157"/>
                  <a:gd name="csX5" fmla="*/ 80357 w 110831"/>
                  <a:gd name="csY5" fmla="*/ 120935 h 141157"/>
                  <a:gd name="csX6" fmla="*/ 101644 w 110831"/>
                  <a:gd name="csY6" fmla="*/ 118939 h 141157"/>
                  <a:gd name="csX7" fmla="*/ 102841 w 110831"/>
                  <a:gd name="csY7" fmla="*/ 118939 h 141157"/>
                  <a:gd name="csX8" fmla="*/ 105635 w 110831"/>
                  <a:gd name="csY8" fmla="*/ 119738 h 141157"/>
                  <a:gd name="csX9" fmla="*/ 106832 w 110831"/>
                  <a:gd name="csY9" fmla="*/ 122531 h 141157"/>
                  <a:gd name="csX10" fmla="*/ 106832 w 110831"/>
                  <a:gd name="csY10" fmla="*/ 131046 h 141157"/>
                  <a:gd name="csX11" fmla="*/ 105768 w 110831"/>
                  <a:gd name="csY11" fmla="*/ 134904 h 141157"/>
                  <a:gd name="csX12" fmla="*/ 101777 w 110831"/>
                  <a:gd name="csY12" fmla="*/ 136767 h 141157"/>
                  <a:gd name="csX13" fmla="*/ 80357 w 110831"/>
                  <a:gd name="csY13" fmla="*/ 139960 h 141157"/>
                  <a:gd name="csX14" fmla="*/ 56942 w 110831"/>
                  <a:gd name="csY14" fmla="*/ 141157 h 141157"/>
                  <a:gd name="csX15" fmla="*/ 35921 w 110831"/>
                  <a:gd name="csY15" fmla="*/ 138230 h 141157"/>
                  <a:gd name="csX16" fmla="*/ 17695 w 110831"/>
                  <a:gd name="csY16" fmla="*/ 128518 h 141157"/>
                  <a:gd name="csX17" fmla="*/ 4923 w 110831"/>
                  <a:gd name="csY17" fmla="*/ 110159 h 141157"/>
                  <a:gd name="csX18" fmla="*/ 0 w 110831"/>
                  <a:gd name="csY18" fmla="*/ 81155 h 141157"/>
                  <a:gd name="csX19" fmla="*/ 0 w 110831"/>
                  <a:gd name="csY19" fmla="*/ 58671 h 141157"/>
                  <a:gd name="csX20" fmla="*/ 14368 w 110831"/>
                  <a:gd name="csY20" fmla="*/ 15832 h 141157"/>
                  <a:gd name="csX21" fmla="*/ 55745 w 110831"/>
                  <a:gd name="csY21" fmla="*/ 0 h 141157"/>
                  <a:gd name="csX22" fmla="*/ 79825 w 110831"/>
                  <a:gd name="csY22" fmla="*/ 4124 h 141157"/>
                  <a:gd name="csX23" fmla="*/ 96987 w 110831"/>
                  <a:gd name="csY23" fmla="*/ 15832 h 141157"/>
                  <a:gd name="csX24" fmla="*/ 107365 w 110831"/>
                  <a:gd name="csY24" fmla="*/ 34325 h 141157"/>
                  <a:gd name="csX25" fmla="*/ 110824 w 110831"/>
                  <a:gd name="csY25" fmla="*/ 58538 h 141157"/>
                  <a:gd name="csX26" fmla="*/ 110824 w 110831"/>
                  <a:gd name="csY26" fmla="*/ 72109 h 141157"/>
                  <a:gd name="csX27" fmla="*/ 106167 w 110831"/>
                  <a:gd name="csY27" fmla="*/ 77430 h 141157"/>
                  <a:gd name="csX28" fmla="*/ 106167 w 110831"/>
                  <a:gd name="csY28" fmla="*/ 77430 h 141157"/>
                  <a:gd name="csX29" fmla="*/ 88872 w 110831"/>
                  <a:gd name="csY29" fmla="*/ 58405 h 141157"/>
                  <a:gd name="csX30" fmla="*/ 80623 w 110831"/>
                  <a:gd name="csY30" fmla="*/ 28072 h 141157"/>
                  <a:gd name="csX31" fmla="*/ 55745 w 110831"/>
                  <a:gd name="csY31" fmla="*/ 19025 h 141157"/>
                  <a:gd name="csX32" fmla="*/ 30733 w 110831"/>
                  <a:gd name="csY32" fmla="*/ 28604 h 141157"/>
                  <a:gd name="csX33" fmla="*/ 22085 w 110831"/>
                  <a:gd name="csY33" fmla="*/ 58405 h 141157"/>
                  <a:gd name="csX34" fmla="*/ 22085 w 110831"/>
                  <a:gd name="csY34" fmla="*/ 60667 h 141157"/>
                  <a:gd name="csX35" fmla="*/ 88872 w 110831"/>
                  <a:gd name="csY35" fmla="*/ 60667 h 141157"/>
                  <a:gd name="csX36" fmla="*/ 88872 w 110831"/>
                  <a:gd name="csY36" fmla="*/ 58405 h 1411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</a:cxnLst>
                <a:rect l="l" t="t" r="r" b="b"/>
                <a:pathLst>
                  <a:path w="110831" h="141157">
                    <a:moveTo>
                      <a:pt x="106167" y="77430"/>
                    </a:moveTo>
                    <a:lnTo>
                      <a:pt x="22085" y="77430"/>
                    </a:lnTo>
                    <a:lnTo>
                      <a:pt x="22085" y="80889"/>
                    </a:lnTo>
                    <a:cubicBezTo>
                      <a:pt x="22085" y="95790"/>
                      <a:pt x="25012" y="106300"/>
                      <a:pt x="30866" y="112420"/>
                    </a:cubicBezTo>
                    <a:cubicBezTo>
                      <a:pt x="36719" y="118540"/>
                      <a:pt x="45367" y="121733"/>
                      <a:pt x="56942" y="121733"/>
                    </a:cubicBezTo>
                    <a:cubicBezTo>
                      <a:pt x="64259" y="121733"/>
                      <a:pt x="72109" y="121467"/>
                      <a:pt x="80357" y="120935"/>
                    </a:cubicBezTo>
                    <a:cubicBezTo>
                      <a:pt x="88606" y="120403"/>
                      <a:pt x="95657" y="119738"/>
                      <a:pt x="101644" y="118939"/>
                    </a:cubicBezTo>
                    <a:lnTo>
                      <a:pt x="102841" y="118939"/>
                    </a:lnTo>
                    <a:cubicBezTo>
                      <a:pt x="103906" y="118939"/>
                      <a:pt x="104704" y="119205"/>
                      <a:pt x="105635" y="119738"/>
                    </a:cubicBezTo>
                    <a:cubicBezTo>
                      <a:pt x="106566" y="120270"/>
                      <a:pt x="106832" y="121201"/>
                      <a:pt x="106832" y="122531"/>
                    </a:cubicBezTo>
                    <a:lnTo>
                      <a:pt x="106832" y="131046"/>
                    </a:lnTo>
                    <a:cubicBezTo>
                      <a:pt x="106832" y="132643"/>
                      <a:pt x="106566" y="133973"/>
                      <a:pt x="105768" y="134904"/>
                    </a:cubicBezTo>
                    <a:cubicBezTo>
                      <a:pt x="105103" y="135836"/>
                      <a:pt x="103773" y="136501"/>
                      <a:pt x="101777" y="136767"/>
                    </a:cubicBezTo>
                    <a:cubicBezTo>
                      <a:pt x="94593" y="138097"/>
                      <a:pt x="87408" y="139162"/>
                      <a:pt x="80357" y="139960"/>
                    </a:cubicBezTo>
                    <a:cubicBezTo>
                      <a:pt x="73306" y="140758"/>
                      <a:pt x="65457" y="141157"/>
                      <a:pt x="56942" y="141157"/>
                    </a:cubicBezTo>
                    <a:cubicBezTo>
                      <a:pt x="49758" y="141157"/>
                      <a:pt x="42706" y="140226"/>
                      <a:pt x="35921" y="138230"/>
                    </a:cubicBezTo>
                    <a:cubicBezTo>
                      <a:pt x="29136" y="136235"/>
                      <a:pt x="23016" y="133042"/>
                      <a:pt x="17695" y="128518"/>
                    </a:cubicBezTo>
                    <a:cubicBezTo>
                      <a:pt x="12373" y="123995"/>
                      <a:pt x="8116" y="117742"/>
                      <a:pt x="4923" y="110159"/>
                    </a:cubicBezTo>
                    <a:cubicBezTo>
                      <a:pt x="1597" y="102442"/>
                      <a:pt x="0" y="92730"/>
                      <a:pt x="0" y="81155"/>
                    </a:cubicBezTo>
                    <a:lnTo>
                      <a:pt x="0" y="58671"/>
                    </a:lnTo>
                    <a:cubicBezTo>
                      <a:pt x="0" y="40578"/>
                      <a:pt x="4789" y="26342"/>
                      <a:pt x="14368" y="15832"/>
                    </a:cubicBezTo>
                    <a:cubicBezTo>
                      <a:pt x="23948" y="5322"/>
                      <a:pt x="37651" y="0"/>
                      <a:pt x="55745" y="0"/>
                    </a:cubicBezTo>
                    <a:cubicBezTo>
                      <a:pt x="64924" y="0"/>
                      <a:pt x="73040" y="1330"/>
                      <a:pt x="79825" y="4124"/>
                    </a:cubicBezTo>
                    <a:cubicBezTo>
                      <a:pt x="86743" y="6918"/>
                      <a:pt x="92464" y="10776"/>
                      <a:pt x="96987" y="15832"/>
                    </a:cubicBezTo>
                    <a:cubicBezTo>
                      <a:pt x="101644" y="20888"/>
                      <a:pt x="105103" y="27141"/>
                      <a:pt x="107365" y="34325"/>
                    </a:cubicBezTo>
                    <a:cubicBezTo>
                      <a:pt x="109759" y="41642"/>
                      <a:pt x="110824" y="49625"/>
                      <a:pt x="110824" y="58538"/>
                    </a:cubicBezTo>
                    <a:lnTo>
                      <a:pt x="110824" y="72109"/>
                    </a:lnTo>
                    <a:cubicBezTo>
                      <a:pt x="110957" y="75568"/>
                      <a:pt x="109360" y="77430"/>
                      <a:pt x="106167" y="77430"/>
                    </a:cubicBezTo>
                    <a:lnTo>
                      <a:pt x="106167" y="77430"/>
                    </a:lnTo>
                    <a:close/>
                    <a:moveTo>
                      <a:pt x="88872" y="58405"/>
                    </a:moveTo>
                    <a:cubicBezTo>
                      <a:pt x="88872" y="44170"/>
                      <a:pt x="86078" y="34192"/>
                      <a:pt x="80623" y="28072"/>
                    </a:cubicBezTo>
                    <a:cubicBezTo>
                      <a:pt x="75169" y="22085"/>
                      <a:pt x="66920" y="19025"/>
                      <a:pt x="55745" y="19025"/>
                    </a:cubicBezTo>
                    <a:cubicBezTo>
                      <a:pt x="44569" y="19025"/>
                      <a:pt x="36453" y="22218"/>
                      <a:pt x="30733" y="28604"/>
                    </a:cubicBezTo>
                    <a:cubicBezTo>
                      <a:pt x="24879" y="34990"/>
                      <a:pt x="22085" y="44835"/>
                      <a:pt x="22085" y="58405"/>
                    </a:cubicBezTo>
                    <a:lnTo>
                      <a:pt x="22085" y="60667"/>
                    </a:lnTo>
                    <a:lnTo>
                      <a:pt x="88872" y="60667"/>
                    </a:lnTo>
                    <a:lnTo>
                      <a:pt x="88872" y="58405"/>
                    </a:lnTo>
                    <a:close/>
                  </a:path>
                </a:pathLst>
              </a:custGeom>
              <a:grpFill/>
              <a:ln w="13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DAA8817-E652-A171-B45B-C966733B3154}"/>
                  </a:ext>
                </a:extLst>
              </p:cNvPr>
              <p:cNvSpPr/>
              <p:nvPr/>
            </p:nvSpPr>
            <p:spPr>
              <a:xfrm>
                <a:off x="2966843" y="2306070"/>
                <a:ext cx="91931" cy="141157"/>
              </a:xfrm>
              <a:custGeom>
                <a:avLst/>
                <a:gdLst>
                  <a:gd name="csX0" fmla="*/ 91932 w 91931"/>
                  <a:gd name="csY0" fmla="*/ 104837 h 141157"/>
                  <a:gd name="csX1" fmla="*/ 79027 w 91931"/>
                  <a:gd name="csY1" fmla="*/ 132510 h 141157"/>
                  <a:gd name="csX2" fmla="*/ 44968 w 91931"/>
                  <a:gd name="csY2" fmla="*/ 141157 h 141157"/>
                  <a:gd name="csX3" fmla="*/ 36586 w 91931"/>
                  <a:gd name="csY3" fmla="*/ 141024 h 141157"/>
                  <a:gd name="csX4" fmla="*/ 26342 w 91931"/>
                  <a:gd name="csY4" fmla="*/ 140359 h 141157"/>
                  <a:gd name="csX5" fmla="*/ 15433 w 91931"/>
                  <a:gd name="csY5" fmla="*/ 139162 h 141157"/>
                  <a:gd name="csX6" fmla="*/ 5455 w 91931"/>
                  <a:gd name="csY6" fmla="*/ 137432 h 141157"/>
                  <a:gd name="csX7" fmla="*/ 133 w 91931"/>
                  <a:gd name="csY7" fmla="*/ 132377 h 141157"/>
                  <a:gd name="csX8" fmla="*/ 133 w 91931"/>
                  <a:gd name="csY8" fmla="*/ 123596 h 141157"/>
                  <a:gd name="csX9" fmla="*/ 1330 w 91931"/>
                  <a:gd name="csY9" fmla="*/ 120802 h 141157"/>
                  <a:gd name="csX10" fmla="*/ 4656 w 91931"/>
                  <a:gd name="csY10" fmla="*/ 119738 h 141157"/>
                  <a:gd name="csX11" fmla="*/ 5721 w 91931"/>
                  <a:gd name="csY11" fmla="*/ 119738 h 141157"/>
                  <a:gd name="csX12" fmla="*/ 15699 w 91931"/>
                  <a:gd name="csY12" fmla="*/ 120802 h 141157"/>
                  <a:gd name="csX13" fmla="*/ 26608 w 91931"/>
                  <a:gd name="csY13" fmla="*/ 121733 h 141157"/>
                  <a:gd name="csX14" fmla="*/ 36986 w 91931"/>
                  <a:gd name="csY14" fmla="*/ 122398 h 141157"/>
                  <a:gd name="csX15" fmla="*/ 45101 w 91931"/>
                  <a:gd name="csY15" fmla="*/ 122664 h 141157"/>
                  <a:gd name="csX16" fmla="*/ 63727 w 91931"/>
                  <a:gd name="csY16" fmla="*/ 118939 h 141157"/>
                  <a:gd name="csX17" fmla="*/ 69980 w 91931"/>
                  <a:gd name="csY17" fmla="*/ 104970 h 141157"/>
                  <a:gd name="csX18" fmla="*/ 65989 w 91931"/>
                  <a:gd name="csY18" fmla="*/ 94992 h 141157"/>
                  <a:gd name="csX19" fmla="*/ 51221 w 91931"/>
                  <a:gd name="csY19" fmla="*/ 84215 h 141157"/>
                  <a:gd name="csX20" fmla="*/ 25677 w 91931"/>
                  <a:gd name="csY20" fmla="*/ 69049 h 141157"/>
                  <a:gd name="csX21" fmla="*/ 7051 w 91931"/>
                  <a:gd name="csY21" fmla="*/ 53616 h 141157"/>
                  <a:gd name="csX22" fmla="*/ 0 w 91931"/>
                  <a:gd name="csY22" fmla="*/ 33260 h 141157"/>
                  <a:gd name="csX23" fmla="*/ 3459 w 91931"/>
                  <a:gd name="csY23" fmla="*/ 17162 h 141157"/>
                  <a:gd name="csX24" fmla="*/ 13038 w 91931"/>
                  <a:gd name="csY24" fmla="*/ 6918 h 141157"/>
                  <a:gd name="csX25" fmla="*/ 27407 w 91931"/>
                  <a:gd name="csY25" fmla="*/ 1463 h 141157"/>
                  <a:gd name="csX26" fmla="*/ 45500 w 91931"/>
                  <a:gd name="csY26" fmla="*/ 0 h 141157"/>
                  <a:gd name="csX27" fmla="*/ 65989 w 91931"/>
                  <a:gd name="csY27" fmla="*/ 931 h 141157"/>
                  <a:gd name="csX28" fmla="*/ 84748 w 91931"/>
                  <a:gd name="csY28" fmla="*/ 3326 h 141157"/>
                  <a:gd name="csX29" fmla="*/ 89537 w 91931"/>
                  <a:gd name="csY29" fmla="*/ 8382 h 141157"/>
                  <a:gd name="csX30" fmla="*/ 89537 w 91931"/>
                  <a:gd name="csY30" fmla="*/ 16630 h 141157"/>
                  <a:gd name="csX31" fmla="*/ 85280 w 91931"/>
                  <a:gd name="csY31" fmla="*/ 20888 h 141157"/>
                  <a:gd name="csX32" fmla="*/ 84481 w 91931"/>
                  <a:gd name="csY32" fmla="*/ 20888 h 141157"/>
                  <a:gd name="csX33" fmla="*/ 67053 w 91931"/>
                  <a:gd name="csY33" fmla="*/ 19690 h 141157"/>
                  <a:gd name="csX34" fmla="*/ 45633 w 91931"/>
                  <a:gd name="csY34" fmla="*/ 18892 h 141157"/>
                  <a:gd name="csX35" fmla="*/ 28737 w 91931"/>
                  <a:gd name="csY35" fmla="*/ 21420 h 141157"/>
                  <a:gd name="csX36" fmla="*/ 22351 w 91931"/>
                  <a:gd name="csY36" fmla="*/ 33393 h 141157"/>
                  <a:gd name="csX37" fmla="*/ 26608 w 91931"/>
                  <a:gd name="csY37" fmla="*/ 43239 h 141157"/>
                  <a:gd name="csX38" fmla="*/ 39646 w 91931"/>
                  <a:gd name="csY38" fmla="*/ 52418 h 141157"/>
                  <a:gd name="csX39" fmla="*/ 64525 w 91931"/>
                  <a:gd name="csY39" fmla="*/ 67186 h 141157"/>
                  <a:gd name="csX40" fmla="*/ 86078 w 91931"/>
                  <a:gd name="csY40" fmla="*/ 85280 h 141157"/>
                  <a:gd name="csX41" fmla="*/ 91932 w 91931"/>
                  <a:gd name="csY41" fmla="*/ 104837 h 141157"/>
                  <a:gd name="csX42" fmla="*/ 91932 w 91931"/>
                  <a:gd name="csY42" fmla="*/ 104837 h 1411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</a:cxnLst>
                <a:rect l="l" t="t" r="r" b="b"/>
                <a:pathLst>
                  <a:path w="91931" h="141157">
                    <a:moveTo>
                      <a:pt x="91932" y="104837"/>
                    </a:moveTo>
                    <a:cubicBezTo>
                      <a:pt x="91932" y="117476"/>
                      <a:pt x="87675" y="126789"/>
                      <a:pt x="79027" y="132510"/>
                    </a:cubicBezTo>
                    <a:cubicBezTo>
                      <a:pt x="70379" y="138230"/>
                      <a:pt x="59071" y="141157"/>
                      <a:pt x="44968" y="141157"/>
                    </a:cubicBezTo>
                    <a:cubicBezTo>
                      <a:pt x="42573" y="141157"/>
                      <a:pt x="39779" y="141157"/>
                      <a:pt x="36586" y="141024"/>
                    </a:cubicBezTo>
                    <a:cubicBezTo>
                      <a:pt x="33260" y="140891"/>
                      <a:pt x="29934" y="140758"/>
                      <a:pt x="26342" y="140359"/>
                    </a:cubicBezTo>
                    <a:cubicBezTo>
                      <a:pt x="22750" y="140093"/>
                      <a:pt x="19025" y="139561"/>
                      <a:pt x="15433" y="139162"/>
                    </a:cubicBezTo>
                    <a:cubicBezTo>
                      <a:pt x="11708" y="138629"/>
                      <a:pt x="8382" y="138097"/>
                      <a:pt x="5455" y="137432"/>
                    </a:cubicBezTo>
                    <a:cubicBezTo>
                      <a:pt x="1996" y="136634"/>
                      <a:pt x="133" y="134904"/>
                      <a:pt x="133" y="132377"/>
                    </a:cubicBezTo>
                    <a:lnTo>
                      <a:pt x="133" y="123596"/>
                    </a:lnTo>
                    <a:cubicBezTo>
                      <a:pt x="133" y="122398"/>
                      <a:pt x="532" y="121467"/>
                      <a:pt x="1330" y="120802"/>
                    </a:cubicBezTo>
                    <a:cubicBezTo>
                      <a:pt x="2129" y="120137"/>
                      <a:pt x="3193" y="119738"/>
                      <a:pt x="4656" y="119738"/>
                    </a:cubicBezTo>
                    <a:lnTo>
                      <a:pt x="5721" y="119738"/>
                    </a:lnTo>
                    <a:cubicBezTo>
                      <a:pt x="8781" y="120004"/>
                      <a:pt x="12107" y="120403"/>
                      <a:pt x="15699" y="120802"/>
                    </a:cubicBezTo>
                    <a:cubicBezTo>
                      <a:pt x="19291" y="121201"/>
                      <a:pt x="22883" y="121467"/>
                      <a:pt x="26608" y="121733"/>
                    </a:cubicBezTo>
                    <a:cubicBezTo>
                      <a:pt x="30334" y="121999"/>
                      <a:pt x="33793" y="122265"/>
                      <a:pt x="36986" y="122398"/>
                    </a:cubicBezTo>
                    <a:cubicBezTo>
                      <a:pt x="40312" y="122531"/>
                      <a:pt x="42973" y="122664"/>
                      <a:pt x="45101" y="122664"/>
                    </a:cubicBezTo>
                    <a:cubicBezTo>
                      <a:pt x="53350" y="122664"/>
                      <a:pt x="59470" y="121467"/>
                      <a:pt x="63727" y="118939"/>
                    </a:cubicBezTo>
                    <a:cubicBezTo>
                      <a:pt x="67984" y="116412"/>
                      <a:pt x="69980" y="111755"/>
                      <a:pt x="69980" y="104970"/>
                    </a:cubicBezTo>
                    <a:cubicBezTo>
                      <a:pt x="69980" y="101112"/>
                      <a:pt x="68650" y="97786"/>
                      <a:pt x="65989" y="94992"/>
                    </a:cubicBezTo>
                    <a:cubicBezTo>
                      <a:pt x="63328" y="92198"/>
                      <a:pt x="58405" y="88606"/>
                      <a:pt x="51221" y="84215"/>
                    </a:cubicBezTo>
                    <a:lnTo>
                      <a:pt x="25677" y="69049"/>
                    </a:lnTo>
                    <a:cubicBezTo>
                      <a:pt x="17961" y="64392"/>
                      <a:pt x="11841" y="59204"/>
                      <a:pt x="7051" y="53616"/>
                    </a:cubicBezTo>
                    <a:cubicBezTo>
                      <a:pt x="2262" y="48028"/>
                      <a:pt x="0" y="41243"/>
                      <a:pt x="0" y="33260"/>
                    </a:cubicBezTo>
                    <a:cubicBezTo>
                      <a:pt x="0" y="26741"/>
                      <a:pt x="1197" y="21420"/>
                      <a:pt x="3459" y="17162"/>
                    </a:cubicBezTo>
                    <a:cubicBezTo>
                      <a:pt x="5854" y="12905"/>
                      <a:pt x="9047" y="9446"/>
                      <a:pt x="13038" y="6918"/>
                    </a:cubicBezTo>
                    <a:cubicBezTo>
                      <a:pt x="17029" y="4390"/>
                      <a:pt x="21819" y="2528"/>
                      <a:pt x="27407" y="1463"/>
                    </a:cubicBezTo>
                    <a:cubicBezTo>
                      <a:pt x="32994" y="399"/>
                      <a:pt x="38981" y="0"/>
                      <a:pt x="45500" y="0"/>
                    </a:cubicBezTo>
                    <a:cubicBezTo>
                      <a:pt x="52551" y="0"/>
                      <a:pt x="59337" y="266"/>
                      <a:pt x="65989" y="931"/>
                    </a:cubicBezTo>
                    <a:cubicBezTo>
                      <a:pt x="72641" y="1463"/>
                      <a:pt x="78894" y="2262"/>
                      <a:pt x="84748" y="3326"/>
                    </a:cubicBezTo>
                    <a:cubicBezTo>
                      <a:pt x="87941" y="3858"/>
                      <a:pt x="89537" y="5455"/>
                      <a:pt x="89537" y="8382"/>
                    </a:cubicBezTo>
                    <a:lnTo>
                      <a:pt x="89537" y="16630"/>
                    </a:lnTo>
                    <a:cubicBezTo>
                      <a:pt x="89537" y="19424"/>
                      <a:pt x="88074" y="20888"/>
                      <a:pt x="85280" y="20888"/>
                    </a:cubicBezTo>
                    <a:lnTo>
                      <a:pt x="84481" y="20888"/>
                    </a:lnTo>
                    <a:cubicBezTo>
                      <a:pt x="80091" y="20621"/>
                      <a:pt x="74370" y="20089"/>
                      <a:pt x="67053" y="19690"/>
                    </a:cubicBezTo>
                    <a:cubicBezTo>
                      <a:pt x="59736" y="19158"/>
                      <a:pt x="52685" y="18892"/>
                      <a:pt x="45633" y="18892"/>
                    </a:cubicBezTo>
                    <a:cubicBezTo>
                      <a:pt x="38582" y="18892"/>
                      <a:pt x="32994" y="19690"/>
                      <a:pt x="28737" y="21420"/>
                    </a:cubicBezTo>
                    <a:cubicBezTo>
                      <a:pt x="24480" y="23149"/>
                      <a:pt x="22351" y="27141"/>
                      <a:pt x="22351" y="33393"/>
                    </a:cubicBezTo>
                    <a:cubicBezTo>
                      <a:pt x="22351" y="37252"/>
                      <a:pt x="23814" y="40578"/>
                      <a:pt x="26608" y="43239"/>
                    </a:cubicBezTo>
                    <a:cubicBezTo>
                      <a:pt x="29402" y="46032"/>
                      <a:pt x="33793" y="49092"/>
                      <a:pt x="39646" y="52418"/>
                    </a:cubicBezTo>
                    <a:lnTo>
                      <a:pt x="64525" y="67186"/>
                    </a:lnTo>
                    <a:cubicBezTo>
                      <a:pt x="74903" y="73306"/>
                      <a:pt x="82087" y="79426"/>
                      <a:pt x="86078" y="85280"/>
                    </a:cubicBezTo>
                    <a:cubicBezTo>
                      <a:pt x="89936" y="90867"/>
                      <a:pt x="91932" y="97520"/>
                      <a:pt x="91932" y="104837"/>
                    </a:cubicBezTo>
                    <a:lnTo>
                      <a:pt x="91932" y="104837"/>
                    </a:lnTo>
                    <a:close/>
                  </a:path>
                </a:pathLst>
              </a:custGeom>
              <a:grpFill/>
              <a:ln w="13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62C77F2-AC0C-426F-BF1E-2A45FC6F5692}"/>
                </a:ext>
              </a:extLst>
            </p:cNvPr>
            <p:cNvSpPr/>
            <p:nvPr/>
          </p:nvSpPr>
          <p:spPr>
            <a:xfrm>
              <a:off x="2436536" y="2256978"/>
              <a:ext cx="105504" cy="188387"/>
            </a:xfrm>
            <a:custGeom>
              <a:avLst/>
              <a:gdLst>
                <a:gd name="csX0" fmla="*/ 13573 w 105504"/>
                <a:gd name="csY0" fmla="*/ 10776 h 188387"/>
                <a:gd name="csX1" fmla="*/ 56146 w 105504"/>
                <a:gd name="csY1" fmla="*/ 0 h 188387"/>
                <a:gd name="csX2" fmla="*/ 77965 w 105504"/>
                <a:gd name="csY2" fmla="*/ 1330 h 188387"/>
                <a:gd name="csX3" fmla="*/ 98188 w 105504"/>
                <a:gd name="csY3" fmla="*/ 5189 h 188387"/>
                <a:gd name="csX4" fmla="*/ 101381 w 105504"/>
                <a:gd name="csY4" fmla="*/ 6785 h 188387"/>
                <a:gd name="csX5" fmla="*/ 102711 w 105504"/>
                <a:gd name="csY5" fmla="*/ 9845 h 188387"/>
                <a:gd name="csX6" fmla="*/ 102711 w 105504"/>
                <a:gd name="csY6" fmla="*/ 18759 h 188387"/>
                <a:gd name="csX7" fmla="*/ 98986 w 105504"/>
                <a:gd name="csY7" fmla="*/ 23282 h 188387"/>
                <a:gd name="csX8" fmla="*/ 98055 w 105504"/>
                <a:gd name="csY8" fmla="*/ 23282 h 188387"/>
                <a:gd name="csX9" fmla="*/ 76768 w 105504"/>
                <a:gd name="csY9" fmla="*/ 20621 h 188387"/>
                <a:gd name="csX10" fmla="*/ 56146 w 105504"/>
                <a:gd name="csY10" fmla="*/ 19557 h 188387"/>
                <a:gd name="csX11" fmla="*/ 28873 w 105504"/>
                <a:gd name="csY11" fmla="*/ 25677 h 188387"/>
                <a:gd name="csX12" fmla="*/ 20757 w 105504"/>
                <a:gd name="csY12" fmla="*/ 45367 h 188387"/>
                <a:gd name="csX13" fmla="*/ 21822 w 105504"/>
                <a:gd name="csY13" fmla="*/ 55079 h 188387"/>
                <a:gd name="csX14" fmla="*/ 25680 w 105504"/>
                <a:gd name="csY14" fmla="*/ 63195 h 188387"/>
                <a:gd name="csX15" fmla="*/ 33130 w 105504"/>
                <a:gd name="csY15" fmla="*/ 71044 h 188387"/>
                <a:gd name="csX16" fmla="*/ 45237 w 105504"/>
                <a:gd name="csY16" fmla="*/ 80357 h 188387"/>
                <a:gd name="csX17" fmla="*/ 69185 w 105504"/>
                <a:gd name="csY17" fmla="*/ 97387 h 188387"/>
                <a:gd name="csX18" fmla="*/ 97123 w 105504"/>
                <a:gd name="csY18" fmla="*/ 127454 h 188387"/>
                <a:gd name="csX19" fmla="*/ 105505 w 105504"/>
                <a:gd name="csY19" fmla="*/ 163242 h 188387"/>
                <a:gd name="csX20" fmla="*/ 105505 w 105504"/>
                <a:gd name="csY20" fmla="*/ 183598 h 188387"/>
                <a:gd name="csX21" fmla="*/ 104174 w 105504"/>
                <a:gd name="csY21" fmla="*/ 187057 h 188387"/>
                <a:gd name="csX22" fmla="*/ 100848 w 105504"/>
                <a:gd name="csY22" fmla="*/ 188387 h 188387"/>
                <a:gd name="csX23" fmla="*/ 7187 w 105504"/>
                <a:gd name="csY23" fmla="*/ 188387 h 188387"/>
                <a:gd name="csX24" fmla="*/ 3861 w 105504"/>
                <a:gd name="csY24" fmla="*/ 187190 h 188387"/>
                <a:gd name="csX25" fmla="*/ 2398 w 105504"/>
                <a:gd name="csY25" fmla="*/ 183864 h 188387"/>
                <a:gd name="csX26" fmla="*/ 2398 w 105504"/>
                <a:gd name="csY26" fmla="*/ 172821 h 188387"/>
                <a:gd name="csX27" fmla="*/ 3861 w 105504"/>
                <a:gd name="csY27" fmla="*/ 169628 h 188387"/>
                <a:gd name="csX28" fmla="*/ 7187 w 105504"/>
                <a:gd name="csY28" fmla="*/ 168431 h 188387"/>
                <a:gd name="csX29" fmla="*/ 86879 w 105504"/>
                <a:gd name="csY29" fmla="*/ 168431 h 188387"/>
                <a:gd name="csX30" fmla="*/ 86879 w 105504"/>
                <a:gd name="csY30" fmla="*/ 163109 h 188387"/>
                <a:gd name="csX31" fmla="*/ 85283 w 105504"/>
                <a:gd name="csY31" fmla="*/ 148208 h 188387"/>
                <a:gd name="csX32" fmla="*/ 80094 w 105504"/>
                <a:gd name="csY32" fmla="*/ 135303 h 188387"/>
                <a:gd name="csX33" fmla="*/ 69983 w 105504"/>
                <a:gd name="csY33" fmla="*/ 122931 h 188387"/>
                <a:gd name="csX34" fmla="*/ 53619 w 105504"/>
                <a:gd name="csY34" fmla="*/ 109759 h 188387"/>
                <a:gd name="csX35" fmla="*/ 30869 w 105504"/>
                <a:gd name="csY35" fmla="*/ 93395 h 188387"/>
                <a:gd name="csX36" fmla="*/ 7187 w 105504"/>
                <a:gd name="csY36" fmla="*/ 70645 h 188387"/>
                <a:gd name="csX37" fmla="*/ 3 w 105504"/>
                <a:gd name="csY37" fmla="*/ 44968 h 188387"/>
                <a:gd name="csX38" fmla="*/ 13573 w 105504"/>
                <a:gd name="csY38" fmla="*/ 10776 h 188387"/>
                <a:gd name="csX39" fmla="*/ 13573 w 105504"/>
                <a:gd name="csY39" fmla="*/ 10776 h 1883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105504" h="188387">
                  <a:moveTo>
                    <a:pt x="13573" y="10776"/>
                  </a:moveTo>
                  <a:cubicBezTo>
                    <a:pt x="22753" y="3592"/>
                    <a:pt x="36855" y="0"/>
                    <a:pt x="56146" y="0"/>
                  </a:cubicBezTo>
                  <a:cubicBezTo>
                    <a:pt x="63198" y="0"/>
                    <a:pt x="70515" y="399"/>
                    <a:pt x="77965" y="1330"/>
                  </a:cubicBezTo>
                  <a:cubicBezTo>
                    <a:pt x="85416" y="2129"/>
                    <a:pt x="92201" y="3459"/>
                    <a:pt x="98188" y="5189"/>
                  </a:cubicBezTo>
                  <a:cubicBezTo>
                    <a:pt x="99518" y="5588"/>
                    <a:pt x="100582" y="5987"/>
                    <a:pt x="101381" y="6785"/>
                  </a:cubicBezTo>
                  <a:cubicBezTo>
                    <a:pt x="102179" y="7450"/>
                    <a:pt x="102711" y="8515"/>
                    <a:pt x="102711" y="9845"/>
                  </a:cubicBezTo>
                  <a:lnTo>
                    <a:pt x="102711" y="18759"/>
                  </a:lnTo>
                  <a:cubicBezTo>
                    <a:pt x="102711" y="21819"/>
                    <a:pt x="101381" y="23282"/>
                    <a:pt x="98986" y="23282"/>
                  </a:cubicBezTo>
                  <a:lnTo>
                    <a:pt x="98055" y="23282"/>
                  </a:lnTo>
                  <a:cubicBezTo>
                    <a:pt x="91403" y="22218"/>
                    <a:pt x="84351" y="21420"/>
                    <a:pt x="76768" y="20621"/>
                  </a:cubicBezTo>
                  <a:cubicBezTo>
                    <a:pt x="69185" y="19823"/>
                    <a:pt x="62399" y="19557"/>
                    <a:pt x="56146" y="19557"/>
                  </a:cubicBezTo>
                  <a:cubicBezTo>
                    <a:pt x="43374" y="19557"/>
                    <a:pt x="34328" y="21553"/>
                    <a:pt x="28873" y="25677"/>
                  </a:cubicBezTo>
                  <a:cubicBezTo>
                    <a:pt x="23418" y="29801"/>
                    <a:pt x="20757" y="36320"/>
                    <a:pt x="20757" y="45367"/>
                  </a:cubicBezTo>
                  <a:cubicBezTo>
                    <a:pt x="20757" y="49092"/>
                    <a:pt x="21156" y="52285"/>
                    <a:pt x="21822" y="55079"/>
                  </a:cubicBezTo>
                  <a:cubicBezTo>
                    <a:pt x="22487" y="57873"/>
                    <a:pt x="23817" y="60667"/>
                    <a:pt x="25680" y="63195"/>
                  </a:cubicBezTo>
                  <a:cubicBezTo>
                    <a:pt x="27542" y="65723"/>
                    <a:pt x="29937" y="68383"/>
                    <a:pt x="33130" y="71044"/>
                  </a:cubicBezTo>
                  <a:cubicBezTo>
                    <a:pt x="36323" y="73705"/>
                    <a:pt x="40314" y="76765"/>
                    <a:pt x="45237" y="80357"/>
                  </a:cubicBezTo>
                  <a:lnTo>
                    <a:pt x="69185" y="97387"/>
                  </a:lnTo>
                  <a:cubicBezTo>
                    <a:pt x="82090" y="106566"/>
                    <a:pt x="91403" y="116678"/>
                    <a:pt x="97123" y="127454"/>
                  </a:cubicBezTo>
                  <a:cubicBezTo>
                    <a:pt x="102844" y="138230"/>
                    <a:pt x="105505" y="150204"/>
                    <a:pt x="105505" y="163242"/>
                  </a:cubicBezTo>
                  <a:lnTo>
                    <a:pt x="105505" y="183598"/>
                  </a:lnTo>
                  <a:cubicBezTo>
                    <a:pt x="105505" y="184928"/>
                    <a:pt x="104973" y="186125"/>
                    <a:pt x="104174" y="187057"/>
                  </a:cubicBezTo>
                  <a:cubicBezTo>
                    <a:pt x="103243" y="187988"/>
                    <a:pt x="102179" y="188387"/>
                    <a:pt x="100848" y="188387"/>
                  </a:cubicBezTo>
                  <a:lnTo>
                    <a:pt x="7187" y="188387"/>
                  </a:lnTo>
                  <a:cubicBezTo>
                    <a:pt x="5857" y="188387"/>
                    <a:pt x="4792" y="187988"/>
                    <a:pt x="3861" y="187190"/>
                  </a:cubicBezTo>
                  <a:cubicBezTo>
                    <a:pt x="2930" y="186391"/>
                    <a:pt x="2398" y="185327"/>
                    <a:pt x="2398" y="183864"/>
                  </a:cubicBezTo>
                  <a:lnTo>
                    <a:pt x="2398" y="172821"/>
                  </a:lnTo>
                  <a:cubicBezTo>
                    <a:pt x="2398" y="171491"/>
                    <a:pt x="2930" y="170426"/>
                    <a:pt x="3861" y="169628"/>
                  </a:cubicBezTo>
                  <a:cubicBezTo>
                    <a:pt x="4792" y="168830"/>
                    <a:pt x="5857" y="168431"/>
                    <a:pt x="7187" y="168431"/>
                  </a:cubicBezTo>
                  <a:lnTo>
                    <a:pt x="86879" y="168431"/>
                  </a:lnTo>
                  <a:lnTo>
                    <a:pt x="86879" y="163109"/>
                  </a:lnTo>
                  <a:cubicBezTo>
                    <a:pt x="86879" y="157654"/>
                    <a:pt x="86347" y="152599"/>
                    <a:pt x="85283" y="148208"/>
                  </a:cubicBezTo>
                  <a:cubicBezTo>
                    <a:pt x="84218" y="143818"/>
                    <a:pt x="82489" y="139428"/>
                    <a:pt x="80094" y="135303"/>
                  </a:cubicBezTo>
                  <a:cubicBezTo>
                    <a:pt x="77699" y="131179"/>
                    <a:pt x="74240" y="126922"/>
                    <a:pt x="69983" y="122931"/>
                  </a:cubicBezTo>
                  <a:cubicBezTo>
                    <a:pt x="65725" y="118806"/>
                    <a:pt x="60271" y="114416"/>
                    <a:pt x="53619" y="109759"/>
                  </a:cubicBezTo>
                  <a:lnTo>
                    <a:pt x="30869" y="93395"/>
                  </a:lnTo>
                  <a:cubicBezTo>
                    <a:pt x="19826" y="85546"/>
                    <a:pt x="11844" y="77962"/>
                    <a:pt x="7187" y="70645"/>
                  </a:cubicBezTo>
                  <a:cubicBezTo>
                    <a:pt x="2398" y="63328"/>
                    <a:pt x="3" y="54813"/>
                    <a:pt x="3" y="44968"/>
                  </a:cubicBezTo>
                  <a:cubicBezTo>
                    <a:pt x="-130" y="29402"/>
                    <a:pt x="4393" y="17961"/>
                    <a:pt x="13573" y="10776"/>
                  </a:cubicBezTo>
                  <a:lnTo>
                    <a:pt x="13573" y="10776"/>
                  </a:lnTo>
                  <a:close/>
                </a:path>
              </a:pathLst>
            </a:custGeom>
            <a:grpFill/>
            <a:ln w="132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EF48E0-0396-7DB6-D0F6-ACAE23BBA308}"/>
              </a:ext>
            </a:extLst>
          </p:cNvPr>
          <p:cNvCxnSpPr>
            <a:cxnSpLocks/>
          </p:cNvCxnSpPr>
          <p:nvPr/>
        </p:nvCxnSpPr>
        <p:spPr>
          <a:xfrm>
            <a:off x="578873" y="4127621"/>
            <a:ext cx="344448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66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0E0C24"/>
      </a:dk2>
      <a:lt2>
        <a:srgbClr val="F0F0F0"/>
      </a:lt2>
      <a:accent1>
        <a:srgbClr val="1443B0"/>
      </a:accent1>
      <a:accent2>
        <a:srgbClr val="447EF2"/>
      </a:accent2>
      <a:accent3>
        <a:srgbClr val="8DAEF2"/>
      </a:accent3>
      <a:accent4>
        <a:srgbClr val="B2D9FC"/>
      </a:accent4>
      <a:accent5>
        <a:srgbClr val="D3F0FD"/>
      </a:accent5>
      <a:accent6>
        <a:srgbClr val="D2F25E"/>
      </a:accent6>
      <a:hlink>
        <a:srgbClr val="447EF2"/>
      </a:hlink>
      <a:folHlink>
        <a:srgbClr val="96607D"/>
      </a:folHlink>
    </a:clrScheme>
    <a:fontScheme name="Custom 3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2210</Words>
  <Application>Microsoft Office PowerPoint</Application>
  <PresentationFormat>Widescreen</PresentationFormat>
  <Paragraphs>290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Nova</vt:lpstr>
      <vt:lpstr>Arial Nova (Headings)</vt:lpstr>
      <vt:lpstr>Calibri</vt:lpstr>
      <vt:lpstr>Inter</vt:lpstr>
      <vt:lpstr>Poppins</vt:lpstr>
      <vt:lpstr>Quattrocento Sans</vt:lpstr>
      <vt:lpstr>Office Theme</vt:lpstr>
      <vt:lpstr>PowerPoint Presentation</vt:lpstr>
      <vt:lpstr>PowerPoint Presentation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Key  Objectives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Key Objectives</vt:lpstr>
      <vt:lpstr>Thank You.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Зорилтууд</dc:title>
  <dc:creator>Graphican</dc:creator>
  <cp:lastModifiedBy>Graphican</cp:lastModifiedBy>
  <cp:revision>10</cp:revision>
  <dcterms:created xsi:type="dcterms:W3CDTF">2026-04-21T03:26:36Z</dcterms:created>
  <dcterms:modified xsi:type="dcterms:W3CDTF">2026-04-29T19:48:30Z</dcterms:modified>
</cp:coreProperties>
</file>