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1.xml"/>
  <Override ContentType="application/vnd.openxmlformats-officedocument.presentationml.slide+xml" PartName="/ppt/slides/slide13.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Override PartName="/ppt/slides/slide21.xml" ContentType="application/vnd.openxmlformats-officedocument.presentationml.slide+xml"/>
  <Override PartName="/ppt/slides/slide22.xml" ContentType="application/vnd.openxmlformats-officedocument.presentationml.slid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76" r:id="rId39"/>
    <p:sldId id="266" r:id="rId16"/>
    <p:sldId id="267" r:id="rId17"/>
    <p:sldId id="268" r:id="rId18"/>
    <p:sldId id="269" r:id="rId19"/>
    <p:sldId id="270" r:id="rId20"/>
    <p:sldId id="271" r:id="rId21"/>
    <p:sldId id="272" r:id="rId22"/>
    <p:sldId id="277" r:id="rId40"/>
  </p:sldIdLst>
  <p:sldSz cy="6858000" cx="12192000"/>
  <p:notesSz cx="6858000" cy="9144000"/>
  <p:embeddedFontLst>
    <p:embeddedFont>
      <p:font typeface="Play"/>
      <p:regular r:id="rId26"/>
      <p:bold r:id="rId27"/>
    </p:embeddedFont>
    <p:embeddedFont>
      <p:font typeface="Roboto Black"/>
      <p:bold r:id="rId28"/>
      <p:boldItalic r:id="rId29"/>
    </p:embeddedFont>
    <p:embeddedFont>
      <p:font typeface="Roboto"/>
      <p:regular r:id="rId30"/>
      <p:bold r:id="rId31"/>
      <p:italic r:id="rId32"/>
      <p:boldItalic r:id="rId33"/>
    </p:embeddedFont>
    <p:embeddedFont>
      <p:font typeface="Playfair Display"/>
      <p:regular r:id="rId34"/>
      <p:bold r:id="rId35"/>
      <p:italic r:id="rId36"/>
      <p:boldItalic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38" roundtripDataSignature="AMtx7mg74Lw4udI7Nk6P848LMFuK5UxTn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26" Type="http://schemas.openxmlformats.org/officeDocument/2006/relationships/font" Target="fonts/Play-regular.fntdata"/><Relationship Id="rId28" Type="http://schemas.openxmlformats.org/officeDocument/2006/relationships/font" Target="fonts/RobotoBlack-bold.fntdata"/><Relationship Id="rId27" Type="http://schemas.openxmlformats.org/officeDocument/2006/relationships/font" Target="fonts/Play-bold.fntdata"/><Relationship Id="rId5" Type="http://schemas.openxmlformats.org/officeDocument/2006/relationships/notesMaster" Target="notesMasters/notesMaster1.xml"/><Relationship Id="rId29" Type="http://schemas.openxmlformats.org/officeDocument/2006/relationships/font" Target="fonts/RobotoBlack-boldItalic.fntdata"/><Relationship Id="rId31" Type="http://schemas.openxmlformats.org/officeDocument/2006/relationships/font" Target="fonts/Roboto-bold.fntdata"/><Relationship Id="rId30" Type="http://schemas.openxmlformats.org/officeDocument/2006/relationships/font" Target="fonts/Roboto-regular.fntdata"/><Relationship Id="rId33" Type="http://schemas.openxmlformats.org/officeDocument/2006/relationships/font" Target="fonts/Roboto-boldItalic.fntdata"/><Relationship Id="rId32" Type="http://schemas.openxmlformats.org/officeDocument/2006/relationships/font" Target="fonts/Roboto-italic.fntdata"/><Relationship Id="rId35" Type="http://schemas.openxmlformats.org/officeDocument/2006/relationships/font" Target="fonts/PlayfairDisplay-bold.fntdata"/><Relationship Id="rId34" Type="http://schemas.openxmlformats.org/officeDocument/2006/relationships/font" Target="fonts/PlayfairDisplay-regular.fntdata"/><Relationship Id="rId37" Type="http://schemas.openxmlformats.org/officeDocument/2006/relationships/font" Target="fonts/PlayfairDisplay-boldItalic.fntdata"/><Relationship Id="rId36" Type="http://schemas.openxmlformats.org/officeDocument/2006/relationships/font" Target="fonts/PlayfairDisplay-italic.fntdata"/><Relationship Id="rId17" Type="http://schemas.openxmlformats.org/officeDocument/2006/relationships/slide" Target="slides/slide12.xml"/><Relationship Id="rId16" Type="http://schemas.openxmlformats.org/officeDocument/2006/relationships/slide" Target="slides/slide11.xml"/><Relationship Id="rId38" Type="http://customschemas.google.com/relationships/presentationmetadata" Target="metadata"/><Relationship Id="rId19" Type="http://schemas.openxmlformats.org/officeDocument/2006/relationships/slide" Target="slides/slide14.xml"/><Relationship Id="rId18" Type="http://schemas.openxmlformats.org/officeDocument/2006/relationships/slide" Target="slides/slide13.xml"/>  <Relationship Id="rId39" Type="http://schemas.openxmlformats.org/officeDocument/2006/relationships/slide" Target="slides/slide21.xml"/>
  <Relationship Id="rId40" Type="http://schemas.openxmlformats.org/officeDocument/2006/relationships/slide" Target="slides/slide22.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ID"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30" name="Google Shape;30;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2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2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2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2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2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2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2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3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30"/>
          <p:cNvSpPr/>
          <p:nvPr>
            <p:ph idx="2" type="pic"/>
          </p:nvPr>
        </p:nvSpPr>
        <p:spPr>
          <a:xfrm>
            <a:off x="5183188" y="987425"/>
            <a:ext cx="6172200" cy="4873625"/>
          </a:xfrm>
          <a:prstGeom prst="rect">
            <a:avLst/>
          </a:prstGeom>
          <a:noFill/>
          <a:ln>
            <a:noFill/>
          </a:ln>
        </p:spPr>
      </p:sp>
      <p:sp>
        <p:nvSpPr>
          <p:cNvPr id="68" name="Google Shape;68;p3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3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3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3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757575"/>
                </a:solidFill>
                <a:latin typeface="Arial"/>
                <a:ea typeface="Arial"/>
                <a:cs typeface="Arial"/>
                <a:sym typeface="Arial"/>
              </a:defRPr>
            </a:lvl1pPr>
            <a:lvl2pPr indent="0" lvl="1" marL="0" marR="0" rtl="0" algn="r">
              <a:spcBef>
                <a:spcPts val="0"/>
              </a:spcBef>
              <a:buNone/>
              <a:defRPr b="0" i="0" sz="1200" u="none" cap="none" strike="noStrike">
                <a:solidFill>
                  <a:srgbClr val="757575"/>
                </a:solidFill>
                <a:latin typeface="Arial"/>
                <a:ea typeface="Arial"/>
                <a:cs typeface="Arial"/>
                <a:sym typeface="Arial"/>
              </a:defRPr>
            </a:lvl2pPr>
            <a:lvl3pPr indent="0" lvl="2" marL="0" marR="0" rtl="0" algn="r">
              <a:spcBef>
                <a:spcPts val="0"/>
              </a:spcBef>
              <a:buNone/>
              <a:defRPr b="0" i="0" sz="1200" u="none" cap="none" strike="noStrike">
                <a:solidFill>
                  <a:srgbClr val="757575"/>
                </a:solidFill>
                <a:latin typeface="Arial"/>
                <a:ea typeface="Arial"/>
                <a:cs typeface="Arial"/>
                <a:sym typeface="Arial"/>
              </a:defRPr>
            </a:lvl3pPr>
            <a:lvl4pPr indent="0" lvl="3" marL="0" marR="0" rtl="0" algn="r">
              <a:spcBef>
                <a:spcPts val="0"/>
              </a:spcBef>
              <a:buNone/>
              <a:defRPr b="0" i="0" sz="1200" u="none" cap="none" strike="noStrike">
                <a:solidFill>
                  <a:srgbClr val="757575"/>
                </a:solidFill>
                <a:latin typeface="Arial"/>
                <a:ea typeface="Arial"/>
                <a:cs typeface="Arial"/>
                <a:sym typeface="Arial"/>
              </a:defRPr>
            </a:lvl4pPr>
            <a:lvl5pPr indent="0" lvl="4" marL="0" marR="0" rtl="0" algn="r">
              <a:spcBef>
                <a:spcPts val="0"/>
              </a:spcBef>
              <a:buNone/>
              <a:defRPr b="0" i="0" sz="1200" u="none" cap="none" strike="noStrike">
                <a:solidFill>
                  <a:srgbClr val="757575"/>
                </a:solidFill>
                <a:latin typeface="Arial"/>
                <a:ea typeface="Arial"/>
                <a:cs typeface="Arial"/>
                <a:sym typeface="Arial"/>
              </a:defRPr>
            </a:lvl5pPr>
            <a:lvl6pPr indent="0" lvl="5" marL="0" marR="0" rtl="0" algn="r">
              <a:spcBef>
                <a:spcPts val="0"/>
              </a:spcBef>
              <a:buNone/>
              <a:defRPr b="0" i="0" sz="1200" u="none" cap="none" strike="noStrike">
                <a:solidFill>
                  <a:srgbClr val="757575"/>
                </a:solidFill>
                <a:latin typeface="Arial"/>
                <a:ea typeface="Arial"/>
                <a:cs typeface="Arial"/>
                <a:sym typeface="Arial"/>
              </a:defRPr>
            </a:lvl6pPr>
            <a:lvl7pPr indent="0" lvl="6" marL="0" marR="0" rtl="0" algn="r">
              <a:spcBef>
                <a:spcPts val="0"/>
              </a:spcBef>
              <a:buNone/>
              <a:defRPr b="0" i="0" sz="1200" u="none" cap="none" strike="noStrike">
                <a:solidFill>
                  <a:srgbClr val="757575"/>
                </a:solidFill>
                <a:latin typeface="Arial"/>
                <a:ea typeface="Arial"/>
                <a:cs typeface="Arial"/>
                <a:sym typeface="Arial"/>
              </a:defRPr>
            </a:lvl7pPr>
            <a:lvl8pPr indent="0" lvl="7" marL="0" marR="0" rtl="0" algn="r">
              <a:spcBef>
                <a:spcPts val="0"/>
              </a:spcBef>
              <a:buNone/>
              <a:defRPr b="0" i="0" sz="1200" u="none" cap="none" strike="noStrike">
                <a:solidFill>
                  <a:srgbClr val="757575"/>
                </a:solidFill>
                <a:latin typeface="Arial"/>
                <a:ea typeface="Arial"/>
                <a:cs typeface="Arial"/>
                <a:sym typeface="Arial"/>
              </a:defRPr>
            </a:lvl8pPr>
            <a:lvl9pPr indent="0" lvl="8" marL="0" marR="0" rtl="0" algn="r">
              <a:spcBef>
                <a:spcPts val="0"/>
              </a:spcBef>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D"/>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Gc1" Type="http://schemas.openxmlformats.org/officeDocument/2006/relationships/image" Target="../media/gclogo_1.png"/><Relationship Id="rIdGc2" Type="http://schemas.openxmlformats.org/officeDocument/2006/relationships/image" Target="../media/gclogo_1.png"/><Relationship Id="rIdGc3" Type="http://schemas.openxmlformats.org/officeDocument/2006/relationships/image" Target="../media/gclogo_1.png"/><Relationship Id="rIdGc4" Type="http://schemas.openxmlformats.org/officeDocument/2006/relationships/image" Target="../media/gclogo_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image" Target="../media/image31.jpg"/><Relationship Id="rId4" Type="http://schemas.openxmlformats.org/officeDocument/2006/relationships/image" Target="../media/image37.jpg"/><Relationship Id="rId5" Type="http://schemas.openxmlformats.org/officeDocument/2006/relationships/image" Target="../media/image9.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image" Target="../media/image17.png"/><Relationship Id="rId4" Type="http://schemas.openxmlformats.org/officeDocument/2006/relationships/image" Target="../media/image15.png"/><Relationship Id="rId11" Type="http://schemas.openxmlformats.org/officeDocument/2006/relationships/image" Target="../media/image28.png"/><Relationship Id="rId10" Type="http://schemas.openxmlformats.org/officeDocument/2006/relationships/image" Target="../media/image22.png"/><Relationship Id="rId9" Type="http://schemas.openxmlformats.org/officeDocument/2006/relationships/image" Target="../media/image20.png"/><Relationship Id="rId5" Type="http://schemas.openxmlformats.org/officeDocument/2006/relationships/image" Target="../media/image12.png"/><Relationship Id="rId6" Type="http://schemas.openxmlformats.org/officeDocument/2006/relationships/image" Target="../media/image34.png"/><Relationship Id="rId7" Type="http://schemas.openxmlformats.org/officeDocument/2006/relationships/image" Target="../media/image16.png"/><Relationship Id="rId8" Type="http://schemas.openxmlformats.org/officeDocument/2006/relationships/image" Target="../media/image1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image" Target="../media/image30.png"/><Relationship Id="rId4" Type="http://schemas.openxmlformats.org/officeDocument/2006/relationships/image" Target="../media/image27.png"/><Relationship Id="rId5" Type="http://schemas.openxmlformats.org/officeDocument/2006/relationships/image" Target="../media/image32.png"/><Relationship Id="rId6" Type="http://schemas.openxmlformats.org/officeDocument/2006/relationships/image" Target="../media/image3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8.jpg"/><Relationship Id="rIdSy1" Type="http://schemas.openxmlformats.org/officeDocument/2006/relationships/image" Target="../media/image9.jpg"/><Relationship Id="rIdGc1" Type="http://schemas.openxmlformats.org/officeDocument/2006/relationships/image" Target="../media/gclogo_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8.jpg"/><Relationship Id="rIdSy1" Type="http://schemas.openxmlformats.org/officeDocument/2006/relationships/image" Target="../media/image9.jpg"/><Relationship Id="rIdGc1" Type="http://schemas.openxmlformats.org/officeDocument/2006/relationships/image" Target="../media/gclogo_1.png"/></Relationships>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37" name="Shape 437"/>
        <p:cNvGrpSpPr/>
        <p:nvPr/>
      </p:nvGrpSpPr>
      <p:grpSpPr>
        <a:xfrm>
          <a:off x="0" y="0"/>
          <a:ext cx="0" cy="0"/>
          <a:chOff x="0" y="0"/>
          <a:chExt cx="0" cy="0"/>
        </a:xfrm>
      </p:grpSpPr>
      <p:sp>
        <p:nvSpPr>
          <p:cNvPr id="438" name="Google Shape;438;p11"/>
          <p:cNvSpPr txBox="1"/>
          <p:nvPr/>
        </p:nvSpPr>
        <p:spPr>
          <a:xfrm>
            <a:off x="1286033" y="3738343"/>
            <a:ext cx="4992835" cy="101566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0" lang="mn-MN" sz="1100" u="none" strike="noStrike">
                <a:solidFill>
                  <a:srgbClr val="1E2860"/>
                </a:solidFill>
                <a:latin typeface="Roboto"/>
                <a:ea typeface="Roboto"/>
                <a:cs typeface="Roboto"/>
                <a:sym typeface="Roboto"/>
              </a:rPr>
              <a:t>Энд гол санаагаа бичнэ үү. Товч бөгөөд ойлгомжтой тайлбар. Үзэгчдэд хэрэгтэй мэдээллийг өгнө. Тоо баримт, жишээ ашиглавал илүү үр дүнтэй. Бид хэрэглэгчдэдээ үнэ цэн бүтээхийг зорьдог. Төслийн явц, үр дүнг энд харуулна. Багаараа хамтран шинэ шийдэл хэрэгжүүлнэ.</a:t>
            </a:r>
            <a:endParaRPr/>
          </a:p>
        </p:txBody>
      </p:sp>
      <p:sp>
        <p:nvSpPr>
          <p:cNvPr id="439" name="Google Shape;439;p11"/>
          <p:cNvSpPr txBox="1"/>
          <p:nvPr/>
        </p:nvSpPr>
        <p:spPr>
          <a:xfrm>
            <a:off x="1286035" y="1786920"/>
            <a:ext cx="4992840" cy="1828193"/>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None/>
            </a:pPr>
            <a:r>
              <a:rPr b="1" i="0" lang="mn-MN" sz="6600" u="none" strike="noStrike">
                <a:solidFill>
                  <a:srgbClr val="1E2860"/>
                </a:solidFill>
                <a:latin typeface="Playfair Display"/>
                <a:ea typeface="Playfair Display"/>
                <a:cs typeface="Playfair Display"/>
                <a:sym typeface="Playfair Display"/>
              </a:rPr>
              <a:t>Лого ба </a:t>
            </a:r>
            <a:br>
              <a:rPr b="1" i="0" lang="mn-MN" sz="6600" u="none" strike="noStrike">
                <a:solidFill>
                  <a:srgbClr val="1E2860"/>
                </a:solidFill>
                <a:latin typeface="Playfair Display"/>
                <a:ea typeface="Playfair Display"/>
                <a:cs typeface="Playfair Display"/>
                <a:sym typeface="Playfair Display"/>
              </a:rPr>
            </a:br>
            <a:r>
              <a:rPr b="1" i="0" lang="mn-MN" sz="6600" u="none" strike="noStrike">
                <a:solidFill>
                  <a:srgbClr val="1E2860"/>
                </a:solidFill>
                <a:latin typeface="Playfair Display"/>
                <a:ea typeface="Playfair Display"/>
                <a:cs typeface="Playfair Display"/>
                <a:sym typeface="Playfair Display"/>
              </a:rPr>
              <a:t>хувилбарууд</a:t>
            </a:r>
            <a:endParaRPr/>
          </a:p>
        </p:txBody>
      </p:sp>
      <p:cxnSp>
        <p:nvCxnSpPr>
          <p:cNvPr id="440" name="Google Shape;440;p11"/>
          <p:cNvCxnSpPr/>
          <p:nvPr/>
        </p:nvCxnSpPr>
        <p:spPr>
          <a:xfrm>
            <a:off x="650241" y="0"/>
            <a:ext cx="0" cy="6858000"/>
          </a:xfrm>
          <a:prstGeom prst="straightConnector1">
            <a:avLst/>
          </a:prstGeom>
          <a:noFill/>
          <a:ln cap="flat" cmpd="sng" w="9525">
            <a:solidFill>
              <a:srgbClr val="C0E8D4"/>
            </a:solidFill>
            <a:prstDash val="solid"/>
            <a:miter lim="800000"/>
            <a:headEnd len="sm" w="sm" type="none"/>
            <a:tailEnd len="sm" w="sm" type="none"/>
          </a:ln>
        </p:spPr>
      </p:cxnSp>
      <p:cxnSp>
        <p:nvCxnSpPr>
          <p:cNvPr id="441" name="Google Shape;441;p11"/>
          <p:cNvCxnSpPr/>
          <p:nvPr/>
        </p:nvCxnSpPr>
        <p:spPr>
          <a:xfrm rot="10800000">
            <a:off x="650241" y="675080"/>
            <a:ext cx="11541759" cy="0"/>
          </a:xfrm>
          <a:prstGeom prst="straightConnector1">
            <a:avLst/>
          </a:prstGeom>
          <a:noFill/>
          <a:ln cap="flat" cmpd="sng" w="9525">
            <a:solidFill>
              <a:srgbClr val="C0E8D4"/>
            </a:solidFill>
            <a:prstDash val="solid"/>
            <a:miter lim="800000"/>
            <a:headEnd len="sm" w="sm" type="none"/>
            <a:tailEnd len="sm" w="sm" type="none"/>
          </a:ln>
        </p:spPr>
      </p:cxnSp>
      <p:sp>
        <p:nvSpPr>
          <p:cNvPr id="442" name="Google Shape;442;p11"/>
          <p:cNvSpPr txBox="1"/>
          <p:nvPr/>
        </p:nvSpPr>
        <p:spPr>
          <a:xfrm>
            <a:off x="1286034" y="313393"/>
            <a:ext cx="3355414" cy="169277"/>
          </a:xfrm>
          <a:prstGeom prst="rect">
            <a:avLst/>
          </a:prstGeom>
          <a:noFill/>
          <a:ln>
            <a:noFill/>
          </a:ln>
        </p:spPr>
        <p:txBody>
          <a:bodyPr anchorCtr="0" anchor="t" bIns="0" lIns="0" spcFirstLastPara="1" rIns="108000" wrap="square" tIns="0">
            <a:spAutoFit/>
          </a:bodyPr>
          <a:lstStyle/>
          <a:p>
            <a:pPr indent="0" lvl="0" marL="0" marR="0" rtl="0" algn="l">
              <a:spcBef>
                <a:spcPts val="0"/>
              </a:spcBef>
              <a:spcAft>
                <a:spcPts val="0"/>
              </a:spcAft>
              <a:buNone/>
            </a:pPr>
            <a:r>
              <a:rPr lang="mn-MN" sz="1100" u="none" strike="noStrike">
                <a:solidFill>
                  <a:srgbClr val="1E2860"/>
                </a:solidFill>
                <a:latin typeface="Roboto"/>
                <a:ea typeface="Roboto"/>
                <a:cs typeface="Roboto"/>
                <a:sym typeface="Roboto"/>
              </a:rPr>
              <a:t>Визуал удирдамж</a:t>
            </a:r>
            <a:endParaRPr/>
          </a:p>
        </p:txBody>
      </p:sp>
      <p:cxnSp>
        <p:nvCxnSpPr>
          <p:cNvPr id="443" name="Google Shape;443;p11"/>
          <p:cNvCxnSpPr/>
          <p:nvPr/>
        </p:nvCxnSpPr>
        <p:spPr>
          <a:xfrm>
            <a:off x="6898641" y="675080"/>
            <a:ext cx="0" cy="6182920"/>
          </a:xfrm>
          <a:prstGeom prst="straightConnector1">
            <a:avLst/>
          </a:prstGeom>
          <a:noFill/>
          <a:ln cap="flat" cmpd="sng" w="9525">
            <a:solidFill>
              <a:srgbClr val="C0E8D4"/>
            </a:solidFill>
            <a:prstDash val="solid"/>
            <a:miter lim="800000"/>
            <a:headEnd len="sm" w="sm" type="none"/>
            <a:tailEnd len="sm" w="sm" type="none"/>
          </a:ln>
        </p:spPr>
      </p:cxnSp>
      <p:grpSp>
        <p:nvGrpSpPr>
          <p:cNvPr id="444" name="Google Shape;444;p11"/>
          <p:cNvGrpSpPr/>
          <p:nvPr/>
        </p:nvGrpSpPr>
        <p:grpSpPr>
          <a:xfrm>
            <a:off x="7613238" y="4671641"/>
            <a:ext cx="1020427" cy="1020427"/>
            <a:chOff x="8187153" y="1492771"/>
            <a:chExt cx="1358189" cy="1358189"/>
          </a:xfrm>
        </p:grpSpPr>
        <p:sp>
          <p:nvSpPr>
            <p:cNvPr id="445" name="Google Shape;445;p11"/>
            <p:cNvSpPr/>
            <p:nvPr/>
          </p:nvSpPr>
          <p:spPr>
            <a:xfrm>
              <a:off x="8187153" y="1492771"/>
              <a:ext cx="1358189" cy="1358189"/>
            </a:xfrm>
            <a:prstGeom prst="ellipse">
              <a:avLst/>
            </a:prstGeom>
            <a:solidFill>
              <a:srgbClr val="2856A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446" name="Google Shape;446;p11"/>
            <p:cNvPicPr preferRelativeResize="0"/>
            <p:nvPr/>
          </p:nvPicPr>
          <p:blipFill rotWithShape="1">
            <a:blip r:embed="rIdGc1">
              <a:alphaModFix/>
            </a:blip>
            <a:stretch/>
          </p:blipFill>
          <p:spPr>
            <a:xfrm>
              <a:off x="8374326" y="1679944"/>
              <a:ext cx="983842" cy="983842"/>
            </a:xfrm>
            <a:prstGeom prst="rect">
              <a:avLst/>
            </a:prstGeom>
            <a:noFill/>
            <a:ln>
              <a:noFill/>
            </a:ln>
          </p:spPr>
        </p:pic>
      </p:grpSp>
      <p:grpSp>
        <p:nvGrpSpPr>
          <p:cNvPr id="447" name="Google Shape;447;p11"/>
          <p:cNvGrpSpPr/>
          <p:nvPr/>
        </p:nvGrpSpPr>
        <p:grpSpPr>
          <a:xfrm>
            <a:off x="9067285" y="4671641"/>
            <a:ext cx="1020427" cy="1020427"/>
            <a:chOff x="8187153" y="1492771"/>
            <a:chExt cx="1358189" cy="1358189"/>
          </a:xfrm>
        </p:grpSpPr>
        <p:sp>
          <p:nvSpPr>
            <p:cNvPr id="448" name="Google Shape;448;p11"/>
            <p:cNvSpPr/>
            <p:nvPr/>
          </p:nvSpPr>
          <p:spPr>
            <a:xfrm>
              <a:off x="8187153" y="1492771"/>
              <a:ext cx="1358189" cy="1358189"/>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449" name="Google Shape;449;p11"/>
            <p:cNvPicPr preferRelativeResize="0"/>
            <p:nvPr/>
          </p:nvPicPr>
          <p:blipFill rotWithShape="1">
            <a:blip r:embed="rIdGc2">
              <a:alphaModFix/>
            </a:blip>
            <a:stretch/>
          </p:blipFill>
          <p:spPr>
            <a:xfrm>
              <a:off x="8374326" y="1679944"/>
              <a:ext cx="983842" cy="983842"/>
            </a:xfrm>
            <a:prstGeom prst="rect">
              <a:avLst/>
            </a:prstGeom>
            <a:noFill/>
            <a:ln>
              <a:noFill/>
            </a:ln>
          </p:spPr>
        </p:pic>
      </p:grpSp>
      <p:grpSp>
        <p:nvGrpSpPr>
          <p:cNvPr id="450" name="Google Shape;450;p11"/>
          <p:cNvGrpSpPr/>
          <p:nvPr/>
        </p:nvGrpSpPr>
        <p:grpSpPr>
          <a:xfrm>
            <a:off x="10521332" y="4671641"/>
            <a:ext cx="1020427" cy="1020427"/>
            <a:chOff x="8187153" y="1492771"/>
            <a:chExt cx="1358189" cy="1358189"/>
          </a:xfrm>
        </p:grpSpPr>
        <p:sp>
          <p:nvSpPr>
            <p:cNvPr id="451" name="Google Shape;451;p11"/>
            <p:cNvSpPr/>
            <p:nvPr/>
          </p:nvSpPr>
          <p:spPr>
            <a:xfrm>
              <a:off x="8187153" y="1492771"/>
              <a:ext cx="1358189" cy="1358189"/>
            </a:xfrm>
            <a:prstGeom prst="ellipse">
              <a:avLst/>
            </a:prstGeom>
            <a:solidFill>
              <a:srgbClr val="1E286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452" name="Google Shape;452;p11"/>
            <p:cNvPicPr preferRelativeResize="0"/>
            <p:nvPr/>
          </p:nvPicPr>
          <p:blipFill rotWithShape="1">
            <a:blip r:embed="rIdGc3">
              <a:alphaModFix/>
            </a:blip>
            <a:stretch/>
          </p:blipFill>
          <p:spPr>
            <a:xfrm>
              <a:off x="8374326" y="1679944"/>
              <a:ext cx="983842" cy="983842"/>
            </a:xfrm>
            <a:prstGeom prst="rect">
              <a:avLst/>
            </a:prstGeom>
            <a:noFill/>
            <a:ln>
              <a:noFill/>
            </a:ln>
          </p:spPr>
        </p:pic>
      </p:grpSp>
      <p:grpSp>
        <p:nvGrpSpPr>
          <p:cNvPr id="453" name="Google Shape;453;p11"/>
          <p:cNvGrpSpPr/>
          <p:nvPr/>
        </p:nvGrpSpPr>
        <p:grpSpPr>
          <a:xfrm>
            <a:off x="8040662" y="1919142"/>
            <a:ext cx="2865303" cy="2036406"/>
            <a:chOff x="8040662" y="1919142"/>
            <a:chExt cx="2865303" cy="2036406"/>
          </a:xfrm>
        </p:grpSpPr>
        <p:pic>
          <p:nvPicPr>
            <p:cNvPr id="454" name="Google Shape;454;p11"/>
            <p:cNvPicPr preferRelativeResize="0"/>
            <p:nvPr/>
          </p:nvPicPr>
          <p:blipFill rotWithShape="1">
            <a:blip r:embed="rIdGc4">
              <a:alphaModFix/>
            </a:blip>
            <a:stretch/>
          </p:blipFill>
          <p:spPr>
            <a:xfrm>
              <a:off x="8981392" y="1919142"/>
              <a:ext cx="983842" cy="983842"/>
            </a:xfrm>
            <a:prstGeom prst="rect">
              <a:avLst/>
            </a:prstGeom>
            <a:noFill/>
            <a:ln>
              <a:noFill/>
            </a:ln>
          </p:spPr>
        </p:pic>
        <p:sp>
          <p:nvSpPr>
            <p:cNvPr id="455" name="Google Shape;455;p11"/>
            <p:cNvSpPr txBox="1"/>
            <p:nvPr/>
          </p:nvSpPr>
          <p:spPr>
            <a:xfrm>
              <a:off x="8040662" y="2906565"/>
              <a:ext cx="2865303" cy="83099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mn-MN" sz="4800">
                  <a:solidFill>
                    <a:srgbClr val="1E2860"/>
                  </a:solidFill>
                  <a:latin typeface="Roboto"/>
                  <a:ea typeface="Roboto"/>
                  <a:cs typeface="Roboto"/>
                  <a:sym typeface="Roboto"/>
                </a:rPr>
                <a:t>БРЭНД</a:t>
              </a:r>
              <a:endParaRPr/>
            </a:p>
          </p:txBody>
        </p:sp>
        <p:sp>
          <p:nvSpPr>
            <p:cNvPr id="456" name="Google Shape;456;p11"/>
            <p:cNvSpPr txBox="1"/>
            <p:nvPr/>
          </p:nvSpPr>
          <p:spPr>
            <a:xfrm>
              <a:off x="8040662" y="3647771"/>
              <a:ext cx="2865303"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mn-MN" sz="1400">
                  <a:solidFill>
                    <a:srgbClr val="1E2860"/>
                  </a:solidFill>
                  <a:latin typeface="Roboto"/>
                  <a:ea typeface="Roboto"/>
                  <a:cs typeface="Roboto"/>
                  <a:sym typeface="Roboto"/>
                </a:rPr>
                <a:t>КОМПАНИ</a:t>
              </a:r>
              <a:endParaRPr/>
            </a:p>
          </p:txBody>
        </p:sp>
        <p:grpSp>
          <p:nvGrpSpPr>
            <p:cNvPr id="457" name="Google Shape;457;p11"/>
            <p:cNvGrpSpPr/>
            <p:nvPr/>
          </p:nvGrpSpPr>
          <p:grpSpPr>
            <a:xfrm>
              <a:off x="8606270" y="3769998"/>
              <a:ext cx="1734087" cy="59476"/>
              <a:chOff x="8574189" y="3486289"/>
              <a:chExt cx="1734087" cy="59476"/>
            </a:xfrm>
          </p:grpSpPr>
          <p:sp>
            <p:nvSpPr>
              <p:cNvPr id="458" name="Google Shape;458;p11"/>
              <p:cNvSpPr/>
              <p:nvPr/>
            </p:nvSpPr>
            <p:spPr>
              <a:xfrm>
                <a:off x="8574189" y="3486289"/>
                <a:ext cx="59476" cy="59476"/>
              </a:xfrm>
              <a:prstGeom prst="ellipse">
                <a:avLst/>
              </a:prstGeom>
              <a:solidFill>
                <a:srgbClr val="2C282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59" name="Google Shape;459;p11"/>
              <p:cNvSpPr/>
              <p:nvPr/>
            </p:nvSpPr>
            <p:spPr>
              <a:xfrm>
                <a:off x="10248800" y="3486289"/>
                <a:ext cx="59476" cy="59476"/>
              </a:xfrm>
              <a:prstGeom prst="ellipse">
                <a:avLst/>
              </a:prstGeom>
              <a:solidFill>
                <a:srgbClr val="2C282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grpSp>
        <p:nvGrpSpPr>
          <p:cNvPr id="460" name="Google Shape;460;p11"/>
          <p:cNvGrpSpPr/>
          <p:nvPr/>
        </p:nvGrpSpPr>
        <p:grpSpPr>
          <a:xfrm>
            <a:off x="1286033" y="5452016"/>
            <a:ext cx="522878" cy="768448"/>
            <a:chOff x="7209011" y="885041"/>
            <a:chExt cx="1918825" cy="2820004"/>
          </a:xfrm>
        </p:grpSpPr>
        <p:sp>
          <p:nvSpPr>
            <p:cNvPr id="461" name="Google Shape;461;p11"/>
            <p:cNvSpPr/>
            <p:nvPr/>
          </p:nvSpPr>
          <p:spPr>
            <a:xfrm>
              <a:off x="7209011" y="885041"/>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62" name="Google Shape;462;p11"/>
            <p:cNvSpPr/>
            <p:nvPr/>
          </p:nvSpPr>
          <p:spPr>
            <a:xfrm>
              <a:off x="7800931" y="885041"/>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63" name="Google Shape;463;p11"/>
            <p:cNvSpPr/>
            <p:nvPr/>
          </p:nvSpPr>
          <p:spPr>
            <a:xfrm>
              <a:off x="8392852" y="885041"/>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64" name="Google Shape;464;p11"/>
            <p:cNvSpPr/>
            <p:nvPr/>
          </p:nvSpPr>
          <p:spPr>
            <a:xfrm>
              <a:off x="8984772" y="885041"/>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65" name="Google Shape;465;p11"/>
            <p:cNvSpPr/>
            <p:nvPr/>
          </p:nvSpPr>
          <p:spPr>
            <a:xfrm>
              <a:off x="7209011" y="1777353"/>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66" name="Google Shape;466;p11"/>
            <p:cNvSpPr/>
            <p:nvPr/>
          </p:nvSpPr>
          <p:spPr>
            <a:xfrm>
              <a:off x="7800931" y="1777353"/>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67" name="Google Shape;467;p11"/>
            <p:cNvSpPr/>
            <p:nvPr/>
          </p:nvSpPr>
          <p:spPr>
            <a:xfrm>
              <a:off x="8392852" y="1777353"/>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68" name="Google Shape;468;p11"/>
            <p:cNvSpPr/>
            <p:nvPr/>
          </p:nvSpPr>
          <p:spPr>
            <a:xfrm>
              <a:off x="8984772" y="1777353"/>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69" name="Google Shape;469;p11"/>
            <p:cNvSpPr/>
            <p:nvPr/>
          </p:nvSpPr>
          <p:spPr>
            <a:xfrm>
              <a:off x="7209011" y="2669665"/>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70" name="Google Shape;470;p11"/>
            <p:cNvSpPr/>
            <p:nvPr/>
          </p:nvSpPr>
          <p:spPr>
            <a:xfrm>
              <a:off x="7800931" y="2669665"/>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71" name="Google Shape;471;p11"/>
            <p:cNvSpPr/>
            <p:nvPr/>
          </p:nvSpPr>
          <p:spPr>
            <a:xfrm>
              <a:off x="8392852" y="2669665"/>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72" name="Google Shape;472;p11"/>
            <p:cNvSpPr/>
            <p:nvPr/>
          </p:nvSpPr>
          <p:spPr>
            <a:xfrm>
              <a:off x="8984772" y="2669665"/>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73" name="Google Shape;473;p11"/>
            <p:cNvSpPr/>
            <p:nvPr/>
          </p:nvSpPr>
          <p:spPr>
            <a:xfrm>
              <a:off x="7209011" y="3561981"/>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74" name="Google Shape;474;p11"/>
            <p:cNvSpPr/>
            <p:nvPr/>
          </p:nvSpPr>
          <p:spPr>
            <a:xfrm>
              <a:off x="7800931" y="3561981"/>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75" name="Google Shape;475;p11"/>
            <p:cNvSpPr/>
            <p:nvPr/>
          </p:nvSpPr>
          <p:spPr>
            <a:xfrm>
              <a:off x="8392852" y="3561981"/>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76" name="Google Shape;476;p11"/>
            <p:cNvSpPr/>
            <p:nvPr/>
          </p:nvSpPr>
          <p:spPr>
            <a:xfrm>
              <a:off x="8984772" y="3561981"/>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80" name="Shape 480"/>
        <p:cNvGrpSpPr/>
        <p:nvPr/>
      </p:nvGrpSpPr>
      <p:grpSpPr>
        <a:xfrm>
          <a:off x="0" y="0"/>
          <a:ext cx="0" cy="0"/>
          <a:chOff x="0" y="0"/>
          <a:chExt cx="0" cy="0"/>
        </a:xfrm>
      </p:grpSpPr>
      <p:sp>
        <p:nvSpPr>
          <p:cNvPr id="481" name="Google Shape;481;p12"/>
          <p:cNvSpPr txBox="1"/>
          <p:nvPr/>
        </p:nvSpPr>
        <p:spPr>
          <a:xfrm>
            <a:off x="1286033" y="3647771"/>
            <a:ext cx="4992835" cy="101566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0" lang="mn-MN" sz="1100" u="none" strike="noStrike">
                <a:solidFill>
                  <a:srgbClr val="1E2860"/>
                </a:solidFill>
                <a:latin typeface="Roboto"/>
                <a:ea typeface="Roboto"/>
                <a:cs typeface="Roboto"/>
                <a:sym typeface="Roboto"/>
              </a:rPr>
              <a:t>Чанар, хурд, найдвартай байдлыг эрхэмлэнэ. Шинэ боломжийг цаг алдалгүй ашиглана. Үр дүнд суурилсан шийдлийг санал болгоно. Харилцагчидтайгаа урт хугацааны түншлэл тогтооно. Технологийн шинэчлэлийг тасралтгүй нэвтрүүлнэ. Энд гол санаагаа бичнэ үү. Товч бөгөөд ойлгомжтой тайлбар.</a:t>
            </a:r>
            <a:endParaRPr/>
          </a:p>
        </p:txBody>
      </p:sp>
      <p:sp>
        <p:nvSpPr>
          <p:cNvPr id="482" name="Google Shape;482;p12"/>
          <p:cNvSpPr txBox="1"/>
          <p:nvPr/>
        </p:nvSpPr>
        <p:spPr>
          <a:xfrm>
            <a:off x="1286035" y="2547471"/>
            <a:ext cx="4992840" cy="914096"/>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None/>
            </a:pPr>
            <a:r>
              <a:rPr b="1" i="0" lang="mn-MN" sz="6600" u="none" strike="noStrike">
                <a:solidFill>
                  <a:srgbClr val="1E2860"/>
                </a:solidFill>
                <a:latin typeface="Playfair Display"/>
                <a:ea typeface="Playfair Display"/>
                <a:cs typeface="Playfair Display"/>
                <a:sym typeface="Playfair Display"/>
              </a:rPr>
              <a:t>Үсгийн фонт</a:t>
            </a:r>
            <a:endParaRPr/>
          </a:p>
        </p:txBody>
      </p:sp>
      <p:cxnSp>
        <p:nvCxnSpPr>
          <p:cNvPr id="483" name="Google Shape;483;p12"/>
          <p:cNvCxnSpPr/>
          <p:nvPr/>
        </p:nvCxnSpPr>
        <p:spPr>
          <a:xfrm>
            <a:off x="650241" y="0"/>
            <a:ext cx="0" cy="6858000"/>
          </a:xfrm>
          <a:prstGeom prst="straightConnector1">
            <a:avLst/>
          </a:prstGeom>
          <a:noFill/>
          <a:ln cap="flat" cmpd="sng" w="9525">
            <a:solidFill>
              <a:srgbClr val="C0E8D4"/>
            </a:solidFill>
            <a:prstDash val="solid"/>
            <a:miter lim="800000"/>
            <a:headEnd len="sm" w="sm" type="none"/>
            <a:tailEnd len="sm" w="sm" type="none"/>
          </a:ln>
        </p:spPr>
      </p:cxnSp>
      <p:cxnSp>
        <p:nvCxnSpPr>
          <p:cNvPr id="484" name="Google Shape;484;p12"/>
          <p:cNvCxnSpPr/>
          <p:nvPr/>
        </p:nvCxnSpPr>
        <p:spPr>
          <a:xfrm rot="10800000">
            <a:off x="650241" y="675080"/>
            <a:ext cx="11541759" cy="0"/>
          </a:xfrm>
          <a:prstGeom prst="straightConnector1">
            <a:avLst/>
          </a:prstGeom>
          <a:noFill/>
          <a:ln cap="flat" cmpd="sng" w="9525">
            <a:solidFill>
              <a:srgbClr val="C0E8D4"/>
            </a:solidFill>
            <a:prstDash val="solid"/>
            <a:miter lim="800000"/>
            <a:headEnd len="sm" w="sm" type="none"/>
            <a:tailEnd len="sm" w="sm" type="none"/>
          </a:ln>
        </p:spPr>
      </p:cxnSp>
      <p:sp>
        <p:nvSpPr>
          <p:cNvPr id="485" name="Google Shape;485;p12"/>
          <p:cNvSpPr txBox="1"/>
          <p:nvPr/>
        </p:nvSpPr>
        <p:spPr>
          <a:xfrm>
            <a:off x="1286034" y="313393"/>
            <a:ext cx="3355414" cy="169277"/>
          </a:xfrm>
          <a:prstGeom prst="rect">
            <a:avLst/>
          </a:prstGeom>
          <a:noFill/>
          <a:ln>
            <a:noFill/>
          </a:ln>
        </p:spPr>
        <p:txBody>
          <a:bodyPr anchorCtr="0" anchor="t" bIns="0" lIns="0" spcFirstLastPara="1" rIns="108000" wrap="square" tIns="0">
            <a:spAutoFit/>
          </a:bodyPr>
          <a:lstStyle/>
          <a:p>
            <a:pPr indent="0" lvl="0" marL="0" marR="0" rtl="0" algn="l">
              <a:spcBef>
                <a:spcPts val="0"/>
              </a:spcBef>
              <a:spcAft>
                <a:spcPts val="0"/>
              </a:spcAft>
              <a:buNone/>
            </a:pPr>
            <a:r>
              <a:rPr lang="mn-MN" sz="1100" u="none" strike="noStrike">
                <a:solidFill>
                  <a:srgbClr val="1E2860"/>
                </a:solidFill>
                <a:latin typeface="Roboto"/>
                <a:ea typeface="Roboto"/>
                <a:cs typeface="Roboto"/>
                <a:sym typeface="Roboto"/>
              </a:rPr>
              <a:t>Визуал удирдамж</a:t>
            </a:r>
            <a:endParaRPr/>
          </a:p>
        </p:txBody>
      </p:sp>
      <p:cxnSp>
        <p:nvCxnSpPr>
          <p:cNvPr id="486" name="Google Shape;486;p12"/>
          <p:cNvCxnSpPr/>
          <p:nvPr/>
        </p:nvCxnSpPr>
        <p:spPr>
          <a:xfrm>
            <a:off x="6898641" y="675080"/>
            <a:ext cx="0" cy="6182920"/>
          </a:xfrm>
          <a:prstGeom prst="straightConnector1">
            <a:avLst/>
          </a:prstGeom>
          <a:noFill/>
          <a:ln cap="flat" cmpd="sng" w="9525">
            <a:solidFill>
              <a:srgbClr val="C0E8D4"/>
            </a:solidFill>
            <a:prstDash val="solid"/>
            <a:miter lim="800000"/>
            <a:headEnd len="sm" w="sm" type="none"/>
            <a:tailEnd len="sm" w="sm" type="none"/>
          </a:ln>
        </p:spPr>
      </p:cxnSp>
      <p:grpSp>
        <p:nvGrpSpPr>
          <p:cNvPr id="487" name="Google Shape;487;p12"/>
          <p:cNvGrpSpPr/>
          <p:nvPr/>
        </p:nvGrpSpPr>
        <p:grpSpPr>
          <a:xfrm>
            <a:off x="7518408" y="1942398"/>
            <a:ext cx="4049057" cy="3620965"/>
            <a:chOff x="7518408" y="1942398"/>
            <a:chExt cx="4049057" cy="3620965"/>
          </a:xfrm>
        </p:grpSpPr>
        <p:sp>
          <p:nvSpPr>
            <p:cNvPr id="488" name="Google Shape;488;p12"/>
            <p:cNvSpPr txBox="1"/>
            <p:nvPr/>
          </p:nvSpPr>
          <p:spPr>
            <a:xfrm>
              <a:off x="7518408" y="4147591"/>
              <a:ext cx="4049057" cy="141577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ID" sz="2000">
                  <a:solidFill>
                    <a:srgbClr val="1E2860"/>
                  </a:solidFill>
                  <a:latin typeface="Roboto"/>
                  <a:ea typeface="Roboto"/>
                  <a:cs typeface="Roboto"/>
                  <a:sym typeface="Roboto"/>
                </a:rPr>
                <a:t>Roboto – Regular</a:t>
              </a:r>
              <a:endParaRPr/>
            </a:p>
            <a:p>
              <a:pPr indent="0" lvl="0" marL="0" marR="0" rtl="0" algn="l">
                <a:spcBef>
                  <a:spcPts val="0"/>
                </a:spcBef>
                <a:spcAft>
                  <a:spcPts val="0"/>
                </a:spcAft>
                <a:buNone/>
              </a:pPr>
              <a:r>
                <a:t/>
              </a:r>
              <a:endParaRPr sz="1800">
                <a:solidFill>
                  <a:srgbClr val="1E2860"/>
                </a:solidFill>
                <a:latin typeface="Roboto"/>
                <a:ea typeface="Roboto"/>
                <a:cs typeface="Roboto"/>
                <a:sym typeface="Roboto"/>
              </a:endParaRPr>
            </a:p>
            <a:p>
              <a:pPr indent="0" lvl="0" marL="0" marR="0" rtl="0" algn="l">
                <a:spcBef>
                  <a:spcPts val="0"/>
                </a:spcBef>
                <a:spcAft>
                  <a:spcPts val="0"/>
                </a:spcAft>
                <a:buNone/>
              </a:pPr>
              <a:r>
                <a:rPr lang="mn-MN" sz="1800">
                  <a:solidFill>
                    <a:srgbClr val="1E2860"/>
                  </a:solidFill>
                  <a:latin typeface="Roboto"/>
                  <a:ea typeface="Roboto"/>
                  <a:cs typeface="Roboto"/>
                  <a:sym typeface="Roboto"/>
                </a:rPr>
                <a:t>АаБбВвГгДдЕеЖжЗзИиКкЛлМмНнОоӨөПп</a:t>
              </a:r>
              <a:endParaRPr sz="1800">
                <a:solidFill>
                  <a:srgbClr val="1E2860"/>
                </a:solidFill>
                <a:latin typeface="Roboto"/>
                <a:ea typeface="Roboto"/>
                <a:cs typeface="Roboto"/>
                <a:sym typeface="Roboto"/>
              </a:endParaRPr>
            </a:p>
            <a:p>
              <a:pPr indent="0" lvl="0" marL="0" marR="0" rtl="0" algn="l">
                <a:spcBef>
                  <a:spcPts val="0"/>
                </a:spcBef>
                <a:spcAft>
                  <a:spcPts val="0"/>
                </a:spcAft>
                <a:buNone/>
              </a:pPr>
              <a:r>
                <a:rPr lang="en-ID" sz="1800">
                  <a:solidFill>
                    <a:srgbClr val="1E2860"/>
                  </a:solidFill>
                  <a:latin typeface="Roboto"/>
                  <a:ea typeface="Roboto"/>
                  <a:cs typeface="Roboto"/>
                  <a:sym typeface="Roboto"/>
                </a:rPr>
                <a:t>0123456789%!@#$%^&amp;*?+</a:t>
              </a:r>
              <a:endParaRPr/>
            </a:p>
          </p:txBody>
        </p:sp>
        <p:sp>
          <p:nvSpPr>
            <p:cNvPr id="489" name="Google Shape;489;p12"/>
            <p:cNvSpPr txBox="1"/>
            <p:nvPr/>
          </p:nvSpPr>
          <p:spPr>
            <a:xfrm>
              <a:off x="7518409" y="1942398"/>
              <a:ext cx="4049055" cy="141577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ID" sz="2000">
                  <a:solidFill>
                    <a:srgbClr val="1E2860"/>
                  </a:solidFill>
                  <a:latin typeface="Playfair Display"/>
                  <a:ea typeface="Playfair Display"/>
                  <a:cs typeface="Playfair Display"/>
                  <a:sym typeface="Playfair Display"/>
                </a:rPr>
                <a:t>Playfair – Bold</a:t>
              </a:r>
              <a:endParaRPr/>
            </a:p>
            <a:p>
              <a:pPr indent="0" lvl="0" marL="0" marR="0" rtl="0" algn="l">
                <a:spcBef>
                  <a:spcPts val="0"/>
                </a:spcBef>
                <a:spcAft>
                  <a:spcPts val="0"/>
                </a:spcAft>
                <a:buNone/>
              </a:pPr>
              <a:r>
                <a:t/>
              </a:r>
              <a:endParaRPr sz="1800">
                <a:solidFill>
                  <a:srgbClr val="1E2860"/>
                </a:solidFill>
                <a:latin typeface="Roboto Black"/>
                <a:ea typeface="Roboto Black"/>
                <a:cs typeface="Roboto Black"/>
                <a:sym typeface="Roboto Black"/>
              </a:endParaRPr>
            </a:p>
            <a:p>
              <a:pPr indent="0" lvl="0" marL="0" marR="0" rtl="0" algn="l">
                <a:spcBef>
                  <a:spcPts val="0"/>
                </a:spcBef>
                <a:spcAft>
                  <a:spcPts val="0"/>
                </a:spcAft>
                <a:buNone/>
              </a:pPr>
              <a:r>
                <a:rPr b="1" lang="mn-MN" sz="1800">
                  <a:solidFill>
                    <a:srgbClr val="1E2860"/>
                  </a:solidFill>
                  <a:latin typeface="Playfair Display"/>
                  <a:ea typeface="Playfair Display"/>
                  <a:cs typeface="Playfair Display"/>
                  <a:sym typeface="Playfair Display"/>
                </a:rPr>
                <a:t>АаБбВвГгДдЕеЖжЗзИиКкЛлМмНнОоӨөПп</a:t>
              </a:r>
              <a:endParaRPr b="1" sz="1800">
                <a:solidFill>
                  <a:srgbClr val="1E2860"/>
                </a:solidFill>
                <a:latin typeface="Playfair Display"/>
                <a:ea typeface="Playfair Display"/>
                <a:cs typeface="Playfair Display"/>
                <a:sym typeface="Playfair Display"/>
              </a:endParaRPr>
            </a:p>
            <a:p>
              <a:pPr indent="0" lvl="0" marL="0" marR="0" rtl="0" algn="l">
                <a:spcBef>
                  <a:spcPts val="0"/>
                </a:spcBef>
                <a:spcAft>
                  <a:spcPts val="0"/>
                </a:spcAft>
                <a:buNone/>
              </a:pPr>
              <a:r>
                <a:rPr b="1" lang="en-ID" sz="1800">
                  <a:solidFill>
                    <a:srgbClr val="1E2860"/>
                  </a:solidFill>
                  <a:latin typeface="Playfair Display"/>
                  <a:ea typeface="Playfair Display"/>
                  <a:cs typeface="Playfair Display"/>
                  <a:sym typeface="Playfair Display"/>
                </a:rPr>
                <a:t>0123456789%!@#$%^&amp;*?+</a:t>
              </a:r>
              <a:endParaRPr/>
            </a:p>
          </p:txBody>
        </p:sp>
      </p:grpSp>
      <p:grpSp>
        <p:nvGrpSpPr>
          <p:cNvPr id="490" name="Google Shape;490;p12"/>
          <p:cNvGrpSpPr/>
          <p:nvPr/>
        </p:nvGrpSpPr>
        <p:grpSpPr>
          <a:xfrm>
            <a:off x="1286033" y="5452016"/>
            <a:ext cx="522878" cy="768448"/>
            <a:chOff x="7209011" y="885041"/>
            <a:chExt cx="1918825" cy="2820004"/>
          </a:xfrm>
        </p:grpSpPr>
        <p:sp>
          <p:nvSpPr>
            <p:cNvPr id="491" name="Google Shape;491;p12"/>
            <p:cNvSpPr/>
            <p:nvPr/>
          </p:nvSpPr>
          <p:spPr>
            <a:xfrm>
              <a:off x="7209011" y="885041"/>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92" name="Google Shape;492;p12"/>
            <p:cNvSpPr/>
            <p:nvPr/>
          </p:nvSpPr>
          <p:spPr>
            <a:xfrm>
              <a:off x="7800931" y="885041"/>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93" name="Google Shape;493;p12"/>
            <p:cNvSpPr/>
            <p:nvPr/>
          </p:nvSpPr>
          <p:spPr>
            <a:xfrm>
              <a:off x="8392852" y="885041"/>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94" name="Google Shape;494;p12"/>
            <p:cNvSpPr/>
            <p:nvPr/>
          </p:nvSpPr>
          <p:spPr>
            <a:xfrm>
              <a:off x="8984772" y="885041"/>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95" name="Google Shape;495;p12"/>
            <p:cNvSpPr/>
            <p:nvPr/>
          </p:nvSpPr>
          <p:spPr>
            <a:xfrm>
              <a:off x="7209011" y="1777353"/>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96" name="Google Shape;496;p12"/>
            <p:cNvSpPr/>
            <p:nvPr/>
          </p:nvSpPr>
          <p:spPr>
            <a:xfrm>
              <a:off x="7800931" y="1777353"/>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97" name="Google Shape;497;p12"/>
            <p:cNvSpPr/>
            <p:nvPr/>
          </p:nvSpPr>
          <p:spPr>
            <a:xfrm>
              <a:off x="8392852" y="1777353"/>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98" name="Google Shape;498;p12"/>
            <p:cNvSpPr/>
            <p:nvPr/>
          </p:nvSpPr>
          <p:spPr>
            <a:xfrm>
              <a:off x="8984772" y="1777353"/>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99" name="Google Shape;499;p12"/>
            <p:cNvSpPr/>
            <p:nvPr/>
          </p:nvSpPr>
          <p:spPr>
            <a:xfrm>
              <a:off x="7209011" y="2669665"/>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00" name="Google Shape;500;p12"/>
            <p:cNvSpPr/>
            <p:nvPr/>
          </p:nvSpPr>
          <p:spPr>
            <a:xfrm>
              <a:off x="7800931" y="2669665"/>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01" name="Google Shape;501;p12"/>
            <p:cNvSpPr/>
            <p:nvPr/>
          </p:nvSpPr>
          <p:spPr>
            <a:xfrm>
              <a:off x="8392852" y="2669665"/>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02" name="Google Shape;502;p12"/>
            <p:cNvSpPr/>
            <p:nvPr/>
          </p:nvSpPr>
          <p:spPr>
            <a:xfrm>
              <a:off x="8984772" y="2669665"/>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03" name="Google Shape;503;p12"/>
            <p:cNvSpPr/>
            <p:nvPr/>
          </p:nvSpPr>
          <p:spPr>
            <a:xfrm>
              <a:off x="7209011" y="3561981"/>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04" name="Google Shape;504;p12"/>
            <p:cNvSpPr/>
            <p:nvPr/>
          </p:nvSpPr>
          <p:spPr>
            <a:xfrm>
              <a:off x="7800931" y="3561981"/>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05" name="Google Shape;505;p12"/>
            <p:cNvSpPr/>
            <p:nvPr/>
          </p:nvSpPr>
          <p:spPr>
            <a:xfrm>
              <a:off x="8392852" y="3561981"/>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06" name="Google Shape;506;p12"/>
            <p:cNvSpPr/>
            <p:nvPr/>
          </p:nvSpPr>
          <p:spPr>
            <a:xfrm>
              <a:off x="8984772" y="3561981"/>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10" name="Shape 510"/>
        <p:cNvGrpSpPr/>
        <p:nvPr/>
      </p:nvGrpSpPr>
      <p:grpSpPr>
        <a:xfrm>
          <a:off x="0" y="0"/>
          <a:ext cx="0" cy="0"/>
          <a:chOff x="0" y="0"/>
          <a:chExt cx="0" cy="0"/>
        </a:xfrm>
      </p:grpSpPr>
      <p:sp>
        <p:nvSpPr>
          <p:cNvPr id="511" name="Google Shape;511;p13"/>
          <p:cNvSpPr/>
          <p:nvPr/>
        </p:nvSpPr>
        <p:spPr>
          <a:xfrm>
            <a:off x="6898636" y="675080"/>
            <a:ext cx="5293364" cy="6182920"/>
          </a:xfrm>
          <a:prstGeom prst="rect">
            <a:avLst/>
          </a:prstGeom>
          <a:solidFill>
            <a:srgbClr val="EFEFE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12" name="Google Shape;512;p13"/>
          <p:cNvSpPr txBox="1"/>
          <p:nvPr/>
        </p:nvSpPr>
        <p:spPr>
          <a:xfrm>
            <a:off x="1286033" y="3647771"/>
            <a:ext cx="4992835" cy="101566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0" lang="mn-MN" sz="1100" u="none" strike="noStrike">
                <a:solidFill>
                  <a:srgbClr val="1E2860"/>
                </a:solidFill>
                <a:latin typeface="Roboto"/>
                <a:ea typeface="Roboto"/>
                <a:cs typeface="Roboto"/>
                <a:sym typeface="Roboto"/>
              </a:rPr>
              <a:t>Харилцагчидтайгаа урт хугацааны түншлэл тогтооно. Технологийн шинэчлэлийг тасралтгүй нэвтрүүлнэ. Энд гол санаагаа бичнэ үү. Товч бөгөөд ойлгомжтой тайлбар. Үзэгчдэд хэрэгтэй мэдээллийг өгнө. Тоо баримт, жишээ ашиглавал илүү үр дүнтэй. Бид хэрэглэгчдэдээ үнэ цэн бүтээхийг зорьдог.</a:t>
            </a:r>
            <a:endParaRPr/>
          </a:p>
        </p:txBody>
      </p:sp>
      <p:sp>
        <p:nvSpPr>
          <p:cNvPr id="513" name="Google Shape;513;p13"/>
          <p:cNvSpPr txBox="1"/>
          <p:nvPr/>
        </p:nvSpPr>
        <p:spPr>
          <a:xfrm>
            <a:off x="1286035" y="2699035"/>
            <a:ext cx="4992840" cy="914096"/>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None/>
            </a:pPr>
            <a:r>
              <a:rPr b="1" i="0" lang="mn-MN" sz="6600" u="none" strike="noStrike">
                <a:solidFill>
                  <a:srgbClr val="1E2860"/>
                </a:solidFill>
                <a:latin typeface="Playfair Display"/>
                <a:ea typeface="Playfair Display"/>
                <a:cs typeface="Playfair Display"/>
                <a:sym typeface="Playfair Display"/>
              </a:rPr>
              <a:t>Өнгөний палитр</a:t>
            </a:r>
            <a:endParaRPr/>
          </a:p>
        </p:txBody>
      </p:sp>
      <p:cxnSp>
        <p:nvCxnSpPr>
          <p:cNvPr id="514" name="Google Shape;514;p13"/>
          <p:cNvCxnSpPr/>
          <p:nvPr/>
        </p:nvCxnSpPr>
        <p:spPr>
          <a:xfrm>
            <a:off x="650241" y="0"/>
            <a:ext cx="0" cy="6858000"/>
          </a:xfrm>
          <a:prstGeom prst="straightConnector1">
            <a:avLst/>
          </a:prstGeom>
          <a:noFill/>
          <a:ln cap="flat" cmpd="sng" w="9525">
            <a:solidFill>
              <a:srgbClr val="C0E8D4"/>
            </a:solidFill>
            <a:prstDash val="solid"/>
            <a:miter lim="800000"/>
            <a:headEnd len="sm" w="sm" type="none"/>
            <a:tailEnd len="sm" w="sm" type="none"/>
          </a:ln>
        </p:spPr>
      </p:cxnSp>
      <p:cxnSp>
        <p:nvCxnSpPr>
          <p:cNvPr id="515" name="Google Shape;515;p13"/>
          <p:cNvCxnSpPr/>
          <p:nvPr/>
        </p:nvCxnSpPr>
        <p:spPr>
          <a:xfrm rot="10800000">
            <a:off x="650241" y="675080"/>
            <a:ext cx="11541759" cy="0"/>
          </a:xfrm>
          <a:prstGeom prst="straightConnector1">
            <a:avLst/>
          </a:prstGeom>
          <a:noFill/>
          <a:ln cap="flat" cmpd="sng" w="9525">
            <a:solidFill>
              <a:srgbClr val="C0E8D4"/>
            </a:solidFill>
            <a:prstDash val="solid"/>
            <a:miter lim="800000"/>
            <a:headEnd len="sm" w="sm" type="none"/>
            <a:tailEnd len="sm" w="sm" type="none"/>
          </a:ln>
        </p:spPr>
      </p:cxnSp>
      <p:sp>
        <p:nvSpPr>
          <p:cNvPr id="516" name="Google Shape;516;p13"/>
          <p:cNvSpPr txBox="1"/>
          <p:nvPr/>
        </p:nvSpPr>
        <p:spPr>
          <a:xfrm>
            <a:off x="1286034" y="313393"/>
            <a:ext cx="3355414" cy="169277"/>
          </a:xfrm>
          <a:prstGeom prst="rect">
            <a:avLst/>
          </a:prstGeom>
          <a:noFill/>
          <a:ln>
            <a:noFill/>
          </a:ln>
        </p:spPr>
        <p:txBody>
          <a:bodyPr anchorCtr="0" anchor="t" bIns="0" lIns="0" spcFirstLastPara="1" rIns="108000" wrap="square" tIns="0">
            <a:spAutoFit/>
          </a:bodyPr>
          <a:lstStyle/>
          <a:p>
            <a:pPr indent="0" lvl="0" marL="0" marR="0" rtl="0" algn="l">
              <a:spcBef>
                <a:spcPts val="0"/>
              </a:spcBef>
              <a:spcAft>
                <a:spcPts val="0"/>
              </a:spcAft>
              <a:buNone/>
            </a:pPr>
            <a:r>
              <a:rPr lang="mn-MN" sz="1100" u="none" strike="noStrike">
                <a:solidFill>
                  <a:srgbClr val="1E2860"/>
                </a:solidFill>
                <a:latin typeface="Roboto"/>
                <a:ea typeface="Roboto"/>
                <a:cs typeface="Roboto"/>
                <a:sym typeface="Roboto"/>
              </a:rPr>
              <a:t>Визуал удирдамж</a:t>
            </a:r>
            <a:endParaRPr/>
          </a:p>
        </p:txBody>
      </p:sp>
      <p:cxnSp>
        <p:nvCxnSpPr>
          <p:cNvPr id="517" name="Google Shape;517;p13"/>
          <p:cNvCxnSpPr/>
          <p:nvPr/>
        </p:nvCxnSpPr>
        <p:spPr>
          <a:xfrm>
            <a:off x="6898641" y="675080"/>
            <a:ext cx="0" cy="6182920"/>
          </a:xfrm>
          <a:prstGeom prst="straightConnector1">
            <a:avLst/>
          </a:prstGeom>
          <a:noFill/>
          <a:ln cap="flat" cmpd="sng" w="9525">
            <a:solidFill>
              <a:srgbClr val="C0E8D4"/>
            </a:solidFill>
            <a:prstDash val="solid"/>
            <a:miter lim="800000"/>
            <a:headEnd len="sm" w="sm" type="none"/>
            <a:tailEnd len="sm" w="sm" type="none"/>
          </a:ln>
        </p:spPr>
      </p:cxnSp>
      <p:sp>
        <p:nvSpPr>
          <p:cNvPr id="518" name="Google Shape;518;p13"/>
          <p:cNvSpPr/>
          <p:nvPr/>
        </p:nvSpPr>
        <p:spPr>
          <a:xfrm>
            <a:off x="7860934" y="1836226"/>
            <a:ext cx="3371670" cy="808379"/>
          </a:xfrm>
          <a:custGeom>
            <a:rect b="b" l="l" r="r" t="t"/>
            <a:pathLst>
              <a:path extrusionOk="0" h="664466" w="4205383">
                <a:moveTo>
                  <a:pt x="0" y="0"/>
                </a:moveTo>
                <a:lnTo>
                  <a:pt x="4205384" y="0"/>
                </a:lnTo>
                <a:lnTo>
                  <a:pt x="4205384" y="664466"/>
                </a:lnTo>
                <a:lnTo>
                  <a:pt x="0" y="664466"/>
                </a:lnTo>
                <a:close/>
              </a:path>
            </a:pathLst>
          </a:custGeom>
          <a:solidFill>
            <a:srgbClr val="2856AE"/>
          </a:solidFill>
          <a:ln>
            <a:noFill/>
          </a:ln>
        </p:spPr>
        <p:txBody>
          <a:bodyPr anchorCtr="0" anchor="ctr" bIns="45700" lIns="274300" spcFirstLastPara="1" rIns="91425" wrap="square" tIns="45700">
            <a:noAutofit/>
          </a:bodyPr>
          <a:lstStyle/>
          <a:p>
            <a:pPr indent="0" lvl="0" marL="0" marR="0" rtl="0" algn="l">
              <a:lnSpc>
                <a:spcPct val="100000"/>
              </a:lnSpc>
              <a:spcBef>
                <a:spcPts val="0"/>
              </a:spcBef>
              <a:spcAft>
                <a:spcPts val="0"/>
              </a:spcAft>
              <a:buClr>
                <a:schemeClr val="lt1"/>
              </a:buClr>
              <a:buSzPts val="1400"/>
              <a:buFont typeface="Roboto"/>
              <a:buNone/>
            </a:pPr>
            <a:r>
              <a:rPr b="0" i="0" lang="en-ID" sz="1400" u="none" cap="none" strike="noStrike">
                <a:solidFill>
                  <a:schemeClr val="lt1"/>
                </a:solidFill>
                <a:latin typeface="Roboto"/>
                <a:ea typeface="Roboto"/>
                <a:cs typeface="Roboto"/>
                <a:sym typeface="Roboto"/>
              </a:rPr>
              <a:t>#2856AE</a:t>
            </a:r>
            <a:endParaRPr b="0" i="0" sz="1400" u="none" cap="none" strike="noStrike">
              <a:solidFill>
                <a:schemeClr val="lt1"/>
              </a:solidFill>
              <a:latin typeface="Roboto"/>
              <a:ea typeface="Roboto"/>
              <a:cs typeface="Roboto"/>
              <a:sym typeface="Roboto"/>
            </a:endParaRPr>
          </a:p>
        </p:txBody>
      </p:sp>
      <p:sp>
        <p:nvSpPr>
          <p:cNvPr id="519" name="Google Shape;519;p13"/>
          <p:cNvSpPr/>
          <p:nvPr/>
        </p:nvSpPr>
        <p:spPr>
          <a:xfrm>
            <a:off x="7860934" y="2644605"/>
            <a:ext cx="3371670" cy="808379"/>
          </a:xfrm>
          <a:custGeom>
            <a:rect b="b" l="l" r="r" t="t"/>
            <a:pathLst>
              <a:path extrusionOk="0" h="664466" w="4205383">
                <a:moveTo>
                  <a:pt x="0" y="0"/>
                </a:moveTo>
                <a:lnTo>
                  <a:pt x="4205384" y="0"/>
                </a:lnTo>
                <a:lnTo>
                  <a:pt x="4205384" y="664466"/>
                </a:lnTo>
                <a:lnTo>
                  <a:pt x="0" y="664466"/>
                </a:lnTo>
                <a:close/>
              </a:path>
            </a:pathLst>
          </a:custGeom>
          <a:solidFill>
            <a:srgbClr val="24B37E"/>
          </a:solidFill>
          <a:ln>
            <a:noFill/>
          </a:ln>
        </p:spPr>
        <p:txBody>
          <a:bodyPr anchorCtr="0" anchor="ctr" bIns="45700" lIns="274300" spcFirstLastPara="1" rIns="91425" wrap="square" tIns="45700">
            <a:noAutofit/>
          </a:bodyPr>
          <a:lstStyle/>
          <a:p>
            <a:pPr indent="0" lvl="0" marL="0" marR="0" rtl="0" algn="l">
              <a:lnSpc>
                <a:spcPct val="100000"/>
              </a:lnSpc>
              <a:spcBef>
                <a:spcPts val="0"/>
              </a:spcBef>
              <a:spcAft>
                <a:spcPts val="0"/>
              </a:spcAft>
              <a:buClr>
                <a:srgbClr val="2C2828"/>
              </a:buClr>
              <a:buSzPts val="1400"/>
              <a:buFont typeface="Roboto"/>
              <a:buNone/>
            </a:pPr>
            <a:r>
              <a:rPr b="0" i="0" lang="en-ID" sz="1400" u="none" cap="none" strike="noStrike">
                <a:solidFill>
                  <a:srgbClr val="2C2828"/>
                </a:solidFill>
                <a:latin typeface="Roboto"/>
                <a:ea typeface="Roboto"/>
                <a:cs typeface="Roboto"/>
                <a:sym typeface="Roboto"/>
              </a:rPr>
              <a:t>#24B37E</a:t>
            </a:r>
            <a:endParaRPr b="0" i="0" sz="1400" u="none" cap="none" strike="noStrike">
              <a:solidFill>
                <a:srgbClr val="2C2828"/>
              </a:solidFill>
              <a:latin typeface="Roboto"/>
              <a:ea typeface="Roboto"/>
              <a:cs typeface="Roboto"/>
              <a:sym typeface="Roboto"/>
            </a:endParaRPr>
          </a:p>
        </p:txBody>
      </p:sp>
      <p:sp>
        <p:nvSpPr>
          <p:cNvPr id="520" name="Google Shape;520;p13"/>
          <p:cNvSpPr/>
          <p:nvPr/>
        </p:nvSpPr>
        <p:spPr>
          <a:xfrm>
            <a:off x="7860934" y="3452984"/>
            <a:ext cx="3371670" cy="808379"/>
          </a:xfrm>
          <a:custGeom>
            <a:rect b="b" l="l" r="r" t="t"/>
            <a:pathLst>
              <a:path extrusionOk="0" h="664466" w="4205383">
                <a:moveTo>
                  <a:pt x="0" y="0"/>
                </a:moveTo>
                <a:lnTo>
                  <a:pt x="4205384" y="0"/>
                </a:lnTo>
                <a:lnTo>
                  <a:pt x="4205384" y="664466"/>
                </a:lnTo>
                <a:lnTo>
                  <a:pt x="0" y="664466"/>
                </a:lnTo>
                <a:close/>
              </a:path>
            </a:pathLst>
          </a:custGeom>
          <a:solidFill>
            <a:srgbClr val="1E2860"/>
          </a:solidFill>
          <a:ln>
            <a:noFill/>
          </a:ln>
        </p:spPr>
        <p:txBody>
          <a:bodyPr anchorCtr="0" anchor="ctr" bIns="45700" lIns="274300" spcFirstLastPara="1" rIns="91425" wrap="square" tIns="45700">
            <a:noAutofit/>
          </a:bodyPr>
          <a:lstStyle/>
          <a:p>
            <a:pPr indent="0" lvl="0" marL="0" marR="0" rtl="0" algn="l">
              <a:lnSpc>
                <a:spcPct val="100000"/>
              </a:lnSpc>
              <a:spcBef>
                <a:spcPts val="0"/>
              </a:spcBef>
              <a:spcAft>
                <a:spcPts val="0"/>
              </a:spcAft>
              <a:buClr>
                <a:schemeClr val="lt1"/>
              </a:buClr>
              <a:buSzPts val="1400"/>
              <a:buFont typeface="Roboto"/>
              <a:buNone/>
            </a:pPr>
            <a:r>
              <a:rPr b="0" i="0" lang="en-ID" sz="1400" u="none" cap="none" strike="noStrike">
                <a:solidFill>
                  <a:schemeClr val="lt1"/>
                </a:solidFill>
                <a:latin typeface="Roboto"/>
                <a:ea typeface="Roboto"/>
                <a:cs typeface="Roboto"/>
                <a:sym typeface="Roboto"/>
              </a:rPr>
              <a:t>#1E2860</a:t>
            </a:r>
            <a:endParaRPr b="0" i="0" sz="1400" u="none" cap="none" strike="noStrike">
              <a:solidFill>
                <a:schemeClr val="lt1"/>
              </a:solidFill>
              <a:latin typeface="Roboto"/>
              <a:ea typeface="Roboto"/>
              <a:cs typeface="Roboto"/>
              <a:sym typeface="Roboto"/>
            </a:endParaRPr>
          </a:p>
        </p:txBody>
      </p:sp>
      <p:sp>
        <p:nvSpPr>
          <p:cNvPr id="521" name="Google Shape;521;p13"/>
          <p:cNvSpPr/>
          <p:nvPr/>
        </p:nvSpPr>
        <p:spPr>
          <a:xfrm>
            <a:off x="7860934" y="4261363"/>
            <a:ext cx="3371670" cy="808379"/>
          </a:xfrm>
          <a:custGeom>
            <a:rect b="b" l="l" r="r" t="t"/>
            <a:pathLst>
              <a:path extrusionOk="0" h="664466" w="4205383">
                <a:moveTo>
                  <a:pt x="0" y="0"/>
                </a:moveTo>
                <a:lnTo>
                  <a:pt x="4205384" y="0"/>
                </a:lnTo>
                <a:lnTo>
                  <a:pt x="4205384" y="664466"/>
                </a:lnTo>
                <a:lnTo>
                  <a:pt x="0" y="664466"/>
                </a:lnTo>
                <a:close/>
              </a:path>
            </a:pathLst>
          </a:custGeom>
          <a:solidFill>
            <a:srgbClr val="9FC3EE"/>
          </a:solidFill>
          <a:ln>
            <a:noFill/>
          </a:ln>
        </p:spPr>
        <p:txBody>
          <a:bodyPr anchorCtr="0" anchor="ctr" bIns="45700" lIns="274300" spcFirstLastPara="1" rIns="91425" wrap="square" tIns="45700">
            <a:noAutofit/>
          </a:bodyPr>
          <a:lstStyle/>
          <a:p>
            <a:pPr indent="0" lvl="0" marL="0" marR="0" rtl="0" algn="l">
              <a:lnSpc>
                <a:spcPct val="100000"/>
              </a:lnSpc>
              <a:spcBef>
                <a:spcPts val="0"/>
              </a:spcBef>
              <a:spcAft>
                <a:spcPts val="0"/>
              </a:spcAft>
              <a:buClr>
                <a:srgbClr val="1E2860"/>
              </a:buClr>
              <a:buSzPts val="1400"/>
              <a:buFont typeface="Roboto"/>
              <a:buNone/>
            </a:pPr>
            <a:r>
              <a:rPr b="0" i="0" lang="en-ID" sz="1400" u="none" cap="none" strike="noStrike">
                <a:solidFill>
                  <a:srgbClr val="1E2860"/>
                </a:solidFill>
                <a:latin typeface="Roboto"/>
                <a:ea typeface="Roboto"/>
                <a:cs typeface="Roboto"/>
                <a:sym typeface="Roboto"/>
              </a:rPr>
              <a:t>#9FC3EE</a:t>
            </a:r>
            <a:endParaRPr b="0" i="0" sz="1400" u="none" cap="none" strike="noStrike">
              <a:solidFill>
                <a:srgbClr val="1E2860"/>
              </a:solidFill>
              <a:latin typeface="Roboto"/>
              <a:ea typeface="Roboto"/>
              <a:cs typeface="Roboto"/>
              <a:sym typeface="Roboto"/>
            </a:endParaRPr>
          </a:p>
        </p:txBody>
      </p:sp>
      <p:sp>
        <p:nvSpPr>
          <p:cNvPr id="522" name="Google Shape;522;p13"/>
          <p:cNvSpPr/>
          <p:nvPr/>
        </p:nvSpPr>
        <p:spPr>
          <a:xfrm>
            <a:off x="7860934" y="5069741"/>
            <a:ext cx="3371670" cy="808379"/>
          </a:xfrm>
          <a:custGeom>
            <a:rect b="b" l="l" r="r" t="t"/>
            <a:pathLst>
              <a:path extrusionOk="0" h="664466" w="4205383">
                <a:moveTo>
                  <a:pt x="0" y="0"/>
                </a:moveTo>
                <a:lnTo>
                  <a:pt x="4205384" y="0"/>
                </a:lnTo>
                <a:lnTo>
                  <a:pt x="4205384" y="664466"/>
                </a:lnTo>
                <a:lnTo>
                  <a:pt x="0" y="664466"/>
                </a:lnTo>
                <a:close/>
              </a:path>
            </a:pathLst>
          </a:custGeom>
          <a:solidFill>
            <a:srgbClr val="C0E8D4"/>
          </a:solidFill>
          <a:ln>
            <a:noFill/>
          </a:ln>
        </p:spPr>
        <p:txBody>
          <a:bodyPr anchorCtr="0" anchor="ctr" bIns="45700" lIns="274300" spcFirstLastPara="1" rIns="91425" wrap="square" tIns="45700">
            <a:noAutofit/>
          </a:bodyPr>
          <a:lstStyle/>
          <a:p>
            <a:pPr indent="0" lvl="0" marL="0" marR="0" rtl="0" algn="l">
              <a:lnSpc>
                <a:spcPct val="100000"/>
              </a:lnSpc>
              <a:spcBef>
                <a:spcPts val="0"/>
              </a:spcBef>
              <a:spcAft>
                <a:spcPts val="0"/>
              </a:spcAft>
              <a:buClr>
                <a:srgbClr val="1E2860"/>
              </a:buClr>
              <a:buSzPts val="1400"/>
              <a:buFont typeface="Roboto"/>
              <a:buNone/>
            </a:pPr>
            <a:r>
              <a:rPr b="0" i="0" lang="en-ID" sz="1400" u="none" cap="none" strike="noStrike">
                <a:solidFill>
                  <a:srgbClr val="1E2860"/>
                </a:solidFill>
                <a:latin typeface="Roboto"/>
                <a:ea typeface="Roboto"/>
                <a:cs typeface="Roboto"/>
                <a:sym typeface="Roboto"/>
              </a:rPr>
              <a:t>#C0E8D4</a:t>
            </a:r>
            <a:endParaRPr b="0" i="0" sz="1400" u="none" cap="none" strike="noStrike">
              <a:solidFill>
                <a:srgbClr val="1E2860"/>
              </a:solidFill>
              <a:latin typeface="Roboto"/>
              <a:ea typeface="Roboto"/>
              <a:cs typeface="Roboto"/>
              <a:sym typeface="Roboto"/>
            </a:endParaRPr>
          </a:p>
        </p:txBody>
      </p:sp>
      <p:grpSp>
        <p:nvGrpSpPr>
          <p:cNvPr id="523" name="Google Shape;523;p13"/>
          <p:cNvGrpSpPr/>
          <p:nvPr/>
        </p:nvGrpSpPr>
        <p:grpSpPr>
          <a:xfrm>
            <a:off x="1286033" y="5452016"/>
            <a:ext cx="522878" cy="768448"/>
            <a:chOff x="7209011" y="885041"/>
            <a:chExt cx="1918825" cy="2820004"/>
          </a:xfrm>
        </p:grpSpPr>
        <p:sp>
          <p:nvSpPr>
            <p:cNvPr id="524" name="Google Shape;524;p13"/>
            <p:cNvSpPr/>
            <p:nvPr/>
          </p:nvSpPr>
          <p:spPr>
            <a:xfrm>
              <a:off x="7209011" y="885041"/>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25" name="Google Shape;525;p13"/>
            <p:cNvSpPr/>
            <p:nvPr/>
          </p:nvSpPr>
          <p:spPr>
            <a:xfrm>
              <a:off x="7800931" y="885041"/>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26" name="Google Shape;526;p13"/>
            <p:cNvSpPr/>
            <p:nvPr/>
          </p:nvSpPr>
          <p:spPr>
            <a:xfrm>
              <a:off x="8392852" y="885041"/>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27" name="Google Shape;527;p13"/>
            <p:cNvSpPr/>
            <p:nvPr/>
          </p:nvSpPr>
          <p:spPr>
            <a:xfrm>
              <a:off x="8984772" y="885041"/>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28" name="Google Shape;528;p13"/>
            <p:cNvSpPr/>
            <p:nvPr/>
          </p:nvSpPr>
          <p:spPr>
            <a:xfrm>
              <a:off x="7209011" y="1777353"/>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29" name="Google Shape;529;p13"/>
            <p:cNvSpPr/>
            <p:nvPr/>
          </p:nvSpPr>
          <p:spPr>
            <a:xfrm>
              <a:off x="7800931" y="1777353"/>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30" name="Google Shape;530;p13"/>
            <p:cNvSpPr/>
            <p:nvPr/>
          </p:nvSpPr>
          <p:spPr>
            <a:xfrm>
              <a:off x="8392852" y="1777353"/>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31" name="Google Shape;531;p13"/>
            <p:cNvSpPr/>
            <p:nvPr/>
          </p:nvSpPr>
          <p:spPr>
            <a:xfrm>
              <a:off x="8984772" y="1777353"/>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32" name="Google Shape;532;p13"/>
            <p:cNvSpPr/>
            <p:nvPr/>
          </p:nvSpPr>
          <p:spPr>
            <a:xfrm>
              <a:off x="7209011" y="2669665"/>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33" name="Google Shape;533;p13"/>
            <p:cNvSpPr/>
            <p:nvPr/>
          </p:nvSpPr>
          <p:spPr>
            <a:xfrm>
              <a:off x="7800931" y="2669665"/>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34" name="Google Shape;534;p13"/>
            <p:cNvSpPr/>
            <p:nvPr/>
          </p:nvSpPr>
          <p:spPr>
            <a:xfrm>
              <a:off x="8392852" y="2669665"/>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35" name="Google Shape;535;p13"/>
            <p:cNvSpPr/>
            <p:nvPr/>
          </p:nvSpPr>
          <p:spPr>
            <a:xfrm>
              <a:off x="8984772" y="2669665"/>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36" name="Google Shape;536;p13"/>
            <p:cNvSpPr/>
            <p:nvPr/>
          </p:nvSpPr>
          <p:spPr>
            <a:xfrm>
              <a:off x="7209011" y="3561981"/>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37" name="Google Shape;537;p13"/>
            <p:cNvSpPr/>
            <p:nvPr/>
          </p:nvSpPr>
          <p:spPr>
            <a:xfrm>
              <a:off x="7800931" y="3561981"/>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38" name="Google Shape;538;p13"/>
            <p:cNvSpPr/>
            <p:nvPr/>
          </p:nvSpPr>
          <p:spPr>
            <a:xfrm>
              <a:off x="8392852" y="3561981"/>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39" name="Google Shape;539;p13"/>
            <p:cNvSpPr/>
            <p:nvPr/>
          </p:nvSpPr>
          <p:spPr>
            <a:xfrm>
              <a:off x="8984772" y="3561981"/>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43" name="Shape 543"/>
        <p:cNvGrpSpPr/>
        <p:nvPr/>
      </p:nvGrpSpPr>
      <p:grpSpPr>
        <a:xfrm>
          <a:off x="0" y="0"/>
          <a:ext cx="0" cy="0"/>
          <a:chOff x="0" y="0"/>
          <a:chExt cx="0" cy="0"/>
        </a:xfrm>
      </p:grpSpPr>
      <p:pic>
        <p:nvPicPr>
          <p:cNvPr descr="A person typing on a computer&#10;&#10;Description automatically generated" id="544" name="Google Shape;544;p14"/>
          <p:cNvPicPr preferRelativeResize="0"/>
          <p:nvPr/>
        </p:nvPicPr>
        <p:blipFill rotWithShape="1">
          <a:blip r:embed="rId3">
            <a:alphaModFix/>
          </a:blip>
          <a:srcRect b="976" l="1422" r="41171" t="975"/>
          <a:stretch/>
        </p:blipFill>
        <p:spPr>
          <a:xfrm>
            <a:off x="9597331" y="4436262"/>
            <a:ext cx="2099719" cy="1793114"/>
          </a:xfrm>
          <a:custGeom>
            <a:rect b="b" l="l" r="r" t="t"/>
            <a:pathLst>
              <a:path extrusionOk="0" h="1793114" w="2099719">
                <a:moveTo>
                  <a:pt x="0" y="0"/>
                </a:moveTo>
                <a:lnTo>
                  <a:pt x="2099719" y="0"/>
                </a:lnTo>
                <a:lnTo>
                  <a:pt x="2099719" y="1793114"/>
                </a:lnTo>
                <a:lnTo>
                  <a:pt x="0" y="1793114"/>
                </a:lnTo>
                <a:close/>
              </a:path>
            </a:pathLst>
          </a:custGeom>
          <a:noFill/>
          <a:ln>
            <a:noFill/>
          </a:ln>
        </p:spPr>
      </p:pic>
      <p:sp>
        <p:nvSpPr>
          <p:cNvPr id="545" name="Google Shape;545;p14"/>
          <p:cNvSpPr txBox="1"/>
          <p:nvPr/>
        </p:nvSpPr>
        <p:spPr>
          <a:xfrm>
            <a:off x="1286033" y="3647771"/>
            <a:ext cx="4992835" cy="101566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0" lang="mn-MN" sz="1100" u="none" strike="noStrike">
                <a:solidFill>
                  <a:srgbClr val="1E2860"/>
                </a:solidFill>
                <a:latin typeface="Roboto"/>
                <a:ea typeface="Roboto"/>
                <a:cs typeface="Roboto"/>
                <a:sym typeface="Roboto"/>
              </a:rPr>
              <a:t>Үзэгчдэд хэрэгтэй мэдээллийг өгнө. Тоо баримт, жишээ ашиглавал илүү үр дүнтэй. Бид хэрэглэгчдэдээ үнэ цэн бүтээхийг зорьдог. Төслийн явц, үр дүнг энд харуулна. Багаараа хамтран шинэ шийдэл хэрэгжүүлнэ. Зах зээлийн судалгаанд үндэслэн шийдвэр гаргана. Дараагийн алхмуудаа тодорхой төлөвлөнө.</a:t>
            </a:r>
            <a:endParaRPr/>
          </a:p>
        </p:txBody>
      </p:sp>
      <p:sp>
        <p:nvSpPr>
          <p:cNvPr id="546" name="Google Shape;546;p14"/>
          <p:cNvSpPr txBox="1"/>
          <p:nvPr/>
        </p:nvSpPr>
        <p:spPr>
          <a:xfrm>
            <a:off x="1286025" y="1784950"/>
            <a:ext cx="5468700" cy="1828500"/>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None/>
            </a:pPr>
            <a:r>
              <a:rPr b="1" i="0" lang="mn-MN" sz="6600" u="none" strike="noStrike">
                <a:solidFill>
                  <a:srgbClr val="1E2860"/>
                </a:solidFill>
                <a:latin typeface="Playfair Display"/>
                <a:ea typeface="Playfair Display"/>
                <a:cs typeface="Playfair Display"/>
                <a:sym typeface="Playfair Display"/>
              </a:rPr>
              <a:t>Гэрэл зургийн хэв маяг</a:t>
            </a:r>
            <a:endParaRPr/>
          </a:p>
        </p:txBody>
      </p:sp>
      <p:cxnSp>
        <p:nvCxnSpPr>
          <p:cNvPr id="547" name="Google Shape;547;p14"/>
          <p:cNvCxnSpPr/>
          <p:nvPr/>
        </p:nvCxnSpPr>
        <p:spPr>
          <a:xfrm>
            <a:off x="650241" y="0"/>
            <a:ext cx="0" cy="6858000"/>
          </a:xfrm>
          <a:prstGeom prst="straightConnector1">
            <a:avLst/>
          </a:prstGeom>
          <a:noFill/>
          <a:ln cap="flat" cmpd="sng" w="9525">
            <a:solidFill>
              <a:srgbClr val="C0E8D4"/>
            </a:solidFill>
            <a:prstDash val="solid"/>
            <a:miter lim="800000"/>
            <a:headEnd len="sm" w="sm" type="none"/>
            <a:tailEnd len="sm" w="sm" type="none"/>
          </a:ln>
        </p:spPr>
      </p:cxnSp>
      <p:cxnSp>
        <p:nvCxnSpPr>
          <p:cNvPr id="548" name="Google Shape;548;p14"/>
          <p:cNvCxnSpPr/>
          <p:nvPr/>
        </p:nvCxnSpPr>
        <p:spPr>
          <a:xfrm rot="10800000">
            <a:off x="650241" y="675080"/>
            <a:ext cx="11541759" cy="0"/>
          </a:xfrm>
          <a:prstGeom prst="straightConnector1">
            <a:avLst/>
          </a:prstGeom>
          <a:noFill/>
          <a:ln cap="flat" cmpd="sng" w="9525">
            <a:solidFill>
              <a:srgbClr val="C0E8D4"/>
            </a:solidFill>
            <a:prstDash val="solid"/>
            <a:miter lim="800000"/>
            <a:headEnd len="sm" w="sm" type="none"/>
            <a:tailEnd len="sm" w="sm" type="none"/>
          </a:ln>
        </p:spPr>
      </p:cxnSp>
      <p:sp>
        <p:nvSpPr>
          <p:cNvPr id="549" name="Google Shape;549;p14"/>
          <p:cNvSpPr txBox="1"/>
          <p:nvPr/>
        </p:nvSpPr>
        <p:spPr>
          <a:xfrm>
            <a:off x="1286034" y="313393"/>
            <a:ext cx="3355414" cy="169277"/>
          </a:xfrm>
          <a:prstGeom prst="rect">
            <a:avLst/>
          </a:prstGeom>
          <a:noFill/>
          <a:ln>
            <a:noFill/>
          </a:ln>
        </p:spPr>
        <p:txBody>
          <a:bodyPr anchorCtr="0" anchor="t" bIns="0" lIns="0" spcFirstLastPara="1" rIns="108000" wrap="square" tIns="0">
            <a:spAutoFit/>
          </a:bodyPr>
          <a:lstStyle/>
          <a:p>
            <a:pPr indent="0" lvl="0" marL="0" marR="0" rtl="0" algn="l">
              <a:spcBef>
                <a:spcPts val="0"/>
              </a:spcBef>
              <a:spcAft>
                <a:spcPts val="0"/>
              </a:spcAft>
              <a:buNone/>
            </a:pPr>
            <a:r>
              <a:rPr lang="mn-MN" sz="1100" u="none" strike="noStrike">
                <a:solidFill>
                  <a:srgbClr val="1E2860"/>
                </a:solidFill>
                <a:latin typeface="Roboto"/>
                <a:ea typeface="Roboto"/>
                <a:cs typeface="Roboto"/>
                <a:sym typeface="Roboto"/>
              </a:rPr>
              <a:t>Визуал удирдамж</a:t>
            </a:r>
            <a:endParaRPr/>
          </a:p>
        </p:txBody>
      </p:sp>
      <p:cxnSp>
        <p:nvCxnSpPr>
          <p:cNvPr id="550" name="Google Shape;550;p14"/>
          <p:cNvCxnSpPr/>
          <p:nvPr/>
        </p:nvCxnSpPr>
        <p:spPr>
          <a:xfrm>
            <a:off x="6898641" y="675080"/>
            <a:ext cx="0" cy="6182920"/>
          </a:xfrm>
          <a:prstGeom prst="straightConnector1">
            <a:avLst/>
          </a:prstGeom>
          <a:noFill/>
          <a:ln cap="flat" cmpd="sng" w="9525">
            <a:solidFill>
              <a:srgbClr val="C0E8D4"/>
            </a:solidFill>
            <a:prstDash val="solid"/>
            <a:miter lim="800000"/>
            <a:headEnd len="sm" w="sm" type="none"/>
            <a:tailEnd len="sm" w="sm" type="none"/>
          </a:ln>
        </p:spPr>
      </p:cxnSp>
      <p:pic>
        <p:nvPicPr>
          <p:cNvPr descr="A person writing on a paper&#10;&#10;Description automatically generated" id="551" name="Google Shape;551;p14"/>
          <p:cNvPicPr preferRelativeResize="0"/>
          <p:nvPr/>
        </p:nvPicPr>
        <p:blipFill rotWithShape="1">
          <a:blip r:embed="rId4">
            <a:alphaModFix/>
          </a:blip>
          <a:srcRect b="0" l="0" r="0" t="0"/>
          <a:stretch/>
        </p:blipFill>
        <p:spPr>
          <a:xfrm>
            <a:off x="7393584" y="1471121"/>
            <a:ext cx="4303473" cy="2863589"/>
          </a:xfrm>
          <a:prstGeom prst="rect">
            <a:avLst/>
          </a:prstGeom>
          <a:noFill/>
          <a:ln>
            <a:noFill/>
          </a:ln>
        </p:spPr>
      </p:pic>
      <p:pic>
        <p:nvPicPr>
          <p:cNvPr descr="A person writing on a notepad&#10;&#10;Description automatically generated" id="552" name="Google Shape;552;p14"/>
          <p:cNvPicPr preferRelativeResize="0"/>
          <p:nvPr/>
        </p:nvPicPr>
        <p:blipFill rotWithShape="1">
          <a:blip r:embed="rId5">
            <a:alphaModFix/>
          </a:blip>
          <a:srcRect b="4943" l="53709" r="7703" t="20670"/>
          <a:stretch/>
        </p:blipFill>
        <p:spPr>
          <a:xfrm>
            <a:off x="7393583" y="4436262"/>
            <a:ext cx="2099719" cy="1793114"/>
          </a:xfrm>
          <a:prstGeom prst="rect">
            <a:avLst/>
          </a:prstGeom>
          <a:noFill/>
          <a:ln>
            <a:noFill/>
          </a:ln>
        </p:spPr>
      </p:pic>
      <p:grpSp>
        <p:nvGrpSpPr>
          <p:cNvPr id="553" name="Google Shape;553;p14"/>
          <p:cNvGrpSpPr/>
          <p:nvPr/>
        </p:nvGrpSpPr>
        <p:grpSpPr>
          <a:xfrm>
            <a:off x="1286033" y="5452016"/>
            <a:ext cx="522878" cy="768448"/>
            <a:chOff x="7209011" y="885041"/>
            <a:chExt cx="1918825" cy="2820004"/>
          </a:xfrm>
        </p:grpSpPr>
        <p:sp>
          <p:nvSpPr>
            <p:cNvPr id="554" name="Google Shape;554;p14"/>
            <p:cNvSpPr/>
            <p:nvPr/>
          </p:nvSpPr>
          <p:spPr>
            <a:xfrm>
              <a:off x="7209011" y="885041"/>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55" name="Google Shape;555;p14"/>
            <p:cNvSpPr/>
            <p:nvPr/>
          </p:nvSpPr>
          <p:spPr>
            <a:xfrm>
              <a:off x="7800931" y="885041"/>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56" name="Google Shape;556;p14"/>
            <p:cNvSpPr/>
            <p:nvPr/>
          </p:nvSpPr>
          <p:spPr>
            <a:xfrm>
              <a:off x="8392852" y="885041"/>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57" name="Google Shape;557;p14"/>
            <p:cNvSpPr/>
            <p:nvPr/>
          </p:nvSpPr>
          <p:spPr>
            <a:xfrm>
              <a:off x="8984772" y="885041"/>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58" name="Google Shape;558;p14"/>
            <p:cNvSpPr/>
            <p:nvPr/>
          </p:nvSpPr>
          <p:spPr>
            <a:xfrm>
              <a:off x="7209011" y="1777353"/>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59" name="Google Shape;559;p14"/>
            <p:cNvSpPr/>
            <p:nvPr/>
          </p:nvSpPr>
          <p:spPr>
            <a:xfrm>
              <a:off x="7800931" y="1777353"/>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60" name="Google Shape;560;p14"/>
            <p:cNvSpPr/>
            <p:nvPr/>
          </p:nvSpPr>
          <p:spPr>
            <a:xfrm>
              <a:off x="8392852" y="1777353"/>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61" name="Google Shape;561;p14"/>
            <p:cNvSpPr/>
            <p:nvPr/>
          </p:nvSpPr>
          <p:spPr>
            <a:xfrm>
              <a:off x="8984772" y="1777353"/>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62" name="Google Shape;562;p14"/>
            <p:cNvSpPr/>
            <p:nvPr/>
          </p:nvSpPr>
          <p:spPr>
            <a:xfrm>
              <a:off x="7209011" y="2669665"/>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63" name="Google Shape;563;p14"/>
            <p:cNvSpPr/>
            <p:nvPr/>
          </p:nvSpPr>
          <p:spPr>
            <a:xfrm>
              <a:off x="7800931" y="2669665"/>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64" name="Google Shape;564;p14"/>
            <p:cNvSpPr/>
            <p:nvPr/>
          </p:nvSpPr>
          <p:spPr>
            <a:xfrm>
              <a:off x="8392852" y="2669665"/>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65" name="Google Shape;565;p14"/>
            <p:cNvSpPr/>
            <p:nvPr/>
          </p:nvSpPr>
          <p:spPr>
            <a:xfrm>
              <a:off x="8984772" y="2669665"/>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66" name="Google Shape;566;p14"/>
            <p:cNvSpPr/>
            <p:nvPr/>
          </p:nvSpPr>
          <p:spPr>
            <a:xfrm>
              <a:off x="7209011" y="3561981"/>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67" name="Google Shape;567;p14"/>
            <p:cNvSpPr/>
            <p:nvPr/>
          </p:nvSpPr>
          <p:spPr>
            <a:xfrm>
              <a:off x="7800931" y="3561981"/>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68" name="Google Shape;568;p14"/>
            <p:cNvSpPr/>
            <p:nvPr/>
          </p:nvSpPr>
          <p:spPr>
            <a:xfrm>
              <a:off x="8392852" y="3561981"/>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69" name="Google Shape;569;p14"/>
            <p:cNvSpPr/>
            <p:nvPr/>
          </p:nvSpPr>
          <p:spPr>
            <a:xfrm>
              <a:off x="8984772" y="3561981"/>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73" name="Shape 573"/>
        <p:cNvGrpSpPr/>
        <p:nvPr/>
      </p:nvGrpSpPr>
      <p:grpSpPr>
        <a:xfrm>
          <a:off x="0" y="0"/>
          <a:ext cx="0" cy="0"/>
          <a:chOff x="0" y="0"/>
          <a:chExt cx="0" cy="0"/>
        </a:xfrm>
      </p:grpSpPr>
      <p:sp>
        <p:nvSpPr>
          <p:cNvPr id="574" name="Google Shape;574;p15"/>
          <p:cNvSpPr txBox="1"/>
          <p:nvPr/>
        </p:nvSpPr>
        <p:spPr>
          <a:xfrm>
            <a:off x="1286033" y="3647771"/>
            <a:ext cx="4992835" cy="101566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0" lang="mn-MN" sz="1100" u="none" strike="noStrike">
                <a:solidFill>
                  <a:srgbClr val="1E2860"/>
                </a:solidFill>
                <a:latin typeface="Roboto"/>
                <a:ea typeface="Roboto"/>
                <a:cs typeface="Roboto"/>
                <a:sym typeface="Roboto"/>
              </a:rPr>
              <a:t>Өсөлтийг тогтмол хэмжиж, сайжруулна. Энэ хэсэгт өөрийн текстээ оруулна уу. Гол үзүүлэлтүүдээ товч дурдана. Хэрэглэгчийн хэрэгцээг нарийн судална. Чанар, хурд, найдвартай байдлыг эрхэмлэнэ. Шинэ боломжийг цаг алдалгүй ашиглана. Үр дүнд суурилсан шийдлийг санал болгоно.</a:t>
            </a:r>
            <a:endParaRPr/>
          </a:p>
        </p:txBody>
      </p:sp>
      <p:sp>
        <p:nvSpPr>
          <p:cNvPr id="575" name="Google Shape;575;p15"/>
          <p:cNvSpPr txBox="1"/>
          <p:nvPr/>
        </p:nvSpPr>
        <p:spPr>
          <a:xfrm>
            <a:off x="1286035" y="2541264"/>
            <a:ext cx="4992840" cy="914096"/>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None/>
            </a:pPr>
            <a:r>
              <a:rPr b="1" i="0" lang="mn-MN" sz="6600" u="none" strike="noStrike">
                <a:solidFill>
                  <a:srgbClr val="1E2860"/>
                </a:solidFill>
                <a:latin typeface="Playfair Display"/>
                <a:ea typeface="Playfair Display"/>
                <a:cs typeface="Playfair Display"/>
                <a:sym typeface="Playfair Display"/>
              </a:rPr>
              <a:t>Иконы хэв маяг</a:t>
            </a:r>
            <a:endParaRPr/>
          </a:p>
        </p:txBody>
      </p:sp>
      <p:cxnSp>
        <p:nvCxnSpPr>
          <p:cNvPr id="576" name="Google Shape;576;p15"/>
          <p:cNvCxnSpPr/>
          <p:nvPr/>
        </p:nvCxnSpPr>
        <p:spPr>
          <a:xfrm>
            <a:off x="650241" y="0"/>
            <a:ext cx="0" cy="6858000"/>
          </a:xfrm>
          <a:prstGeom prst="straightConnector1">
            <a:avLst/>
          </a:prstGeom>
          <a:noFill/>
          <a:ln cap="flat" cmpd="sng" w="9525">
            <a:solidFill>
              <a:srgbClr val="C0E8D4"/>
            </a:solidFill>
            <a:prstDash val="solid"/>
            <a:miter lim="800000"/>
            <a:headEnd len="sm" w="sm" type="none"/>
            <a:tailEnd len="sm" w="sm" type="none"/>
          </a:ln>
        </p:spPr>
      </p:cxnSp>
      <p:cxnSp>
        <p:nvCxnSpPr>
          <p:cNvPr id="577" name="Google Shape;577;p15"/>
          <p:cNvCxnSpPr/>
          <p:nvPr/>
        </p:nvCxnSpPr>
        <p:spPr>
          <a:xfrm rot="10800000">
            <a:off x="650241" y="675080"/>
            <a:ext cx="11541759" cy="0"/>
          </a:xfrm>
          <a:prstGeom prst="straightConnector1">
            <a:avLst/>
          </a:prstGeom>
          <a:noFill/>
          <a:ln cap="flat" cmpd="sng" w="9525">
            <a:solidFill>
              <a:srgbClr val="C0E8D4"/>
            </a:solidFill>
            <a:prstDash val="solid"/>
            <a:miter lim="800000"/>
            <a:headEnd len="sm" w="sm" type="none"/>
            <a:tailEnd len="sm" w="sm" type="none"/>
          </a:ln>
        </p:spPr>
      </p:cxnSp>
      <p:sp>
        <p:nvSpPr>
          <p:cNvPr id="578" name="Google Shape;578;p15"/>
          <p:cNvSpPr txBox="1"/>
          <p:nvPr/>
        </p:nvSpPr>
        <p:spPr>
          <a:xfrm>
            <a:off x="1286034" y="313393"/>
            <a:ext cx="3355414" cy="169277"/>
          </a:xfrm>
          <a:prstGeom prst="rect">
            <a:avLst/>
          </a:prstGeom>
          <a:noFill/>
          <a:ln>
            <a:noFill/>
          </a:ln>
        </p:spPr>
        <p:txBody>
          <a:bodyPr anchorCtr="0" anchor="t" bIns="0" lIns="0" spcFirstLastPara="1" rIns="108000" wrap="square" tIns="0">
            <a:spAutoFit/>
          </a:bodyPr>
          <a:lstStyle/>
          <a:p>
            <a:pPr indent="0" lvl="0" marL="0" marR="0" rtl="0" algn="l">
              <a:spcBef>
                <a:spcPts val="0"/>
              </a:spcBef>
              <a:spcAft>
                <a:spcPts val="0"/>
              </a:spcAft>
              <a:buNone/>
            </a:pPr>
            <a:r>
              <a:rPr lang="mn-MN" sz="1100" u="none" strike="noStrike">
                <a:solidFill>
                  <a:srgbClr val="1E2860"/>
                </a:solidFill>
                <a:latin typeface="Roboto"/>
                <a:ea typeface="Roboto"/>
                <a:cs typeface="Roboto"/>
                <a:sym typeface="Roboto"/>
              </a:rPr>
              <a:t>Визуал удирдамж</a:t>
            </a:r>
            <a:endParaRPr/>
          </a:p>
        </p:txBody>
      </p:sp>
      <p:cxnSp>
        <p:nvCxnSpPr>
          <p:cNvPr id="579" name="Google Shape;579;p15"/>
          <p:cNvCxnSpPr/>
          <p:nvPr/>
        </p:nvCxnSpPr>
        <p:spPr>
          <a:xfrm>
            <a:off x="6898641" y="675080"/>
            <a:ext cx="0" cy="6182920"/>
          </a:xfrm>
          <a:prstGeom prst="straightConnector1">
            <a:avLst/>
          </a:prstGeom>
          <a:noFill/>
          <a:ln cap="flat" cmpd="sng" w="9525">
            <a:solidFill>
              <a:srgbClr val="C0E8D4"/>
            </a:solidFill>
            <a:prstDash val="solid"/>
            <a:miter lim="800000"/>
            <a:headEnd len="sm" w="sm" type="none"/>
            <a:tailEnd len="sm" w="sm" type="none"/>
          </a:ln>
        </p:spPr>
      </p:cxnSp>
      <p:grpSp>
        <p:nvGrpSpPr>
          <p:cNvPr id="580" name="Google Shape;580;p15"/>
          <p:cNvGrpSpPr/>
          <p:nvPr/>
        </p:nvGrpSpPr>
        <p:grpSpPr>
          <a:xfrm>
            <a:off x="7785638" y="2028283"/>
            <a:ext cx="3296018" cy="3238976"/>
            <a:chOff x="5427740" y="1393712"/>
            <a:chExt cx="4508176" cy="4430156"/>
          </a:xfrm>
        </p:grpSpPr>
        <p:sp>
          <p:nvSpPr>
            <p:cNvPr id="581" name="Google Shape;581;p15"/>
            <p:cNvSpPr/>
            <p:nvPr/>
          </p:nvSpPr>
          <p:spPr>
            <a:xfrm>
              <a:off x="5427740" y="1393712"/>
              <a:ext cx="1336520" cy="1336520"/>
            </a:xfrm>
            <a:prstGeom prst="ellipse">
              <a:avLst/>
            </a:prstGeom>
            <a:solidFill>
              <a:srgbClr val="3EBF8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82" name="Google Shape;582;p15"/>
            <p:cNvSpPr/>
            <p:nvPr/>
          </p:nvSpPr>
          <p:spPr>
            <a:xfrm>
              <a:off x="7013568" y="1393712"/>
              <a:ext cx="1336520" cy="1336520"/>
            </a:xfrm>
            <a:prstGeom prst="ellipse">
              <a:avLst/>
            </a:prstGeom>
            <a:solidFill>
              <a:srgbClr val="2856A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83" name="Google Shape;583;p15"/>
            <p:cNvSpPr/>
            <p:nvPr/>
          </p:nvSpPr>
          <p:spPr>
            <a:xfrm>
              <a:off x="8599396" y="1393712"/>
              <a:ext cx="1336520" cy="1336520"/>
            </a:xfrm>
            <a:prstGeom prst="ellipse">
              <a:avLst/>
            </a:prstGeom>
            <a:solidFill>
              <a:srgbClr val="3EBF8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84" name="Google Shape;584;p15"/>
            <p:cNvSpPr/>
            <p:nvPr/>
          </p:nvSpPr>
          <p:spPr>
            <a:xfrm>
              <a:off x="5427740" y="2940530"/>
              <a:ext cx="1336520" cy="1336520"/>
            </a:xfrm>
            <a:prstGeom prst="ellipse">
              <a:avLst/>
            </a:prstGeom>
            <a:solidFill>
              <a:srgbClr val="2856A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85" name="Google Shape;585;p15"/>
            <p:cNvSpPr/>
            <p:nvPr/>
          </p:nvSpPr>
          <p:spPr>
            <a:xfrm>
              <a:off x="7013568" y="2940530"/>
              <a:ext cx="1336520" cy="1336520"/>
            </a:xfrm>
            <a:prstGeom prst="ellipse">
              <a:avLst/>
            </a:prstGeom>
            <a:solidFill>
              <a:srgbClr val="3EBF8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86" name="Google Shape;586;p15"/>
            <p:cNvSpPr/>
            <p:nvPr/>
          </p:nvSpPr>
          <p:spPr>
            <a:xfrm>
              <a:off x="8599396" y="2940530"/>
              <a:ext cx="1336520" cy="1336520"/>
            </a:xfrm>
            <a:prstGeom prst="ellipse">
              <a:avLst/>
            </a:prstGeom>
            <a:solidFill>
              <a:srgbClr val="2856A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87" name="Google Shape;587;p15"/>
            <p:cNvSpPr/>
            <p:nvPr/>
          </p:nvSpPr>
          <p:spPr>
            <a:xfrm>
              <a:off x="5427740" y="4487348"/>
              <a:ext cx="1336520" cy="1336520"/>
            </a:xfrm>
            <a:prstGeom prst="ellipse">
              <a:avLst/>
            </a:prstGeom>
            <a:solidFill>
              <a:srgbClr val="3EBF8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88" name="Google Shape;588;p15"/>
            <p:cNvSpPr/>
            <p:nvPr/>
          </p:nvSpPr>
          <p:spPr>
            <a:xfrm>
              <a:off x="7013568" y="4487348"/>
              <a:ext cx="1336520" cy="1336520"/>
            </a:xfrm>
            <a:prstGeom prst="ellipse">
              <a:avLst/>
            </a:prstGeom>
            <a:solidFill>
              <a:srgbClr val="2856A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89" name="Google Shape;589;p15"/>
            <p:cNvSpPr/>
            <p:nvPr/>
          </p:nvSpPr>
          <p:spPr>
            <a:xfrm>
              <a:off x="8599396" y="4487348"/>
              <a:ext cx="1336520" cy="1336520"/>
            </a:xfrm>
            <a:prstGeom prst="ellipse">
              <a:avLst/>
            </a:prstGeom>
            <a:solidFill>
              <a:srgbClr val="3EBF8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590" name="Google Shape;590;p15"/>
            <p:cNvPicPr preferRelativeResize="0"/>
            <p:nvPr/>
          </p:nvPicPr>
          <p:blipFill rotWithShape="1">
            <a:blip r:embed="rId3">
              <a:alphaModFix/>
            </a:blip>
            <a:srcRect b="0" l="0" r="0" t="0"/>
            <a:stretch/>
          </p:blipFill>
          <p:spPr>
            <a:xfrm>
              <a:off x="5824770" y="1790742"/>
              <a:ext cx="542460" cy="542460"/>
            </a:xfrm>
            <a:prstGeom prst="rect">
              <a:avLst/>
            </a:prstGeom>
            <a:noFill/>
            <a:ln>
              <a:noFill/>
            </a:ln>
          </p:spPr>
        </p:pic>
        <p:pic>
          <p:nvPicPr>
            <p:cNvPr id="591" name="Google Shape;591;p15"/>
            <p:cNvPicPr preferRelativeResize="0"/>
            <p:nvPr/>
          </p:nvPicPr>
          <p:blipFill rotWithShape="1">
            <a:blip r:embed="rId4">
              <a:alphaModFix/>
            </a:blip>
            <a:srcRect b="0" l="0" r="0" t="0"/>
            <a:stretch/>
          </p:blipFill>
          <p:spPr>
            <a:xfrm>
              <a:off x="7410598" y="1790742"/>
              <a:ext cx="542460" cy="542460"/>
            </a:xfrm>
            <a:prstGeom prst="rect">
              <a:avLst/>
            </a:prstGeom>
            <a:noFill/>
            <a:ln>
              <a:noFill/>
            </a:ln>
          </p:spPr>
        </p:pic>
        <p:pic>
          <p:nvPicPr>
            <p:cNvPr id="592" name="Google Shape;592;p15"/>
            <p:cNvPicPr preferRelativeResize="0"/>
            <p:nvPr/>
          </p:nvPicPr>
          <p:blipFill rotWithShape="1">
            <a:blip r:embed="rId5">
              <a:alphaModFix/>
            </a:blip>
            <a:srcRect b="0" l="0" r="0" t="0"/>
            <a:stretch/>
          </p:blipFill>
          <p:spPr>
            <a:xfrm>
              <a:off x="8996426" y="1790742"/>
              <a:ext cx="542460" cy="542460"/>
            </a:xfrm>
            <a:prstGeom prst="rect">
              <a:avLst/>
            </a:prstGeom>
            <a:noFill/>
            <a:ln>
              <a:noFill/>
            </a:ln>
          </p:spPr>
        </p:pic>
        <p:pic>
          <p:nvPicPr>
            <p:cNvPr id="593" name="Google Shape;593;p15"/>
            <p:cNvPicPr preferRelativeResize="0"/>
            <p:nvPr/>
          </p:nvPicPr>
          <p:blipFill rotWithShape="1">
            <a:blip r:embed="rId6">
              <a:alphaModFix/>
            </a:blip>
            <a:srcRect b="0" l="0" r="0" t="0"/>
            <a:stretch/>
          </p:blipFill>
          <p:spPr>
            <a:xfrm>
              <a:off x="5824769" y="3360162"/>
              <a:ext cx="542462" cy="497256"/>
            </a:xfrm>
            <a:prstGeom prst="rect">
              <a:avLst/>
            </a:prstGeom>
            <a:noFill/>
            <a:ln>
              <a:noFill/>
            </a:ln>
          </p:spPr>
        </p:pic>
        <p:pic>
          <p:nvPicPr>
            <p:cNvPr id="594" name="Google Shape;594;p15"/>
            <p:cNvPicPr preferRelativeResize="0"/>
            <p:nvPr/>
          </p:nvPicPr>
          <p:blipFill rotWithShape="1">
            <a:blip r:embed="rId7">
              <a:alphaModFix/>
            </a:blip>
            <a:srcRect b="0" l="0" r="0" t="0"/>
            <a:stretch/>
          </p:blipFill>
          <p:spPr>
            <a:xfrm>
              <a:off x="7410598" y="3337560"/>
              <a:ext cx="542460" cy="542460"/>
            </a:xfrm>
            <a:prstGeom prst="rect">
              <a:avLst/>
            </a:prstGeom>
            <a:noFill/>
            <a:ln>
              <a:noFill/>
            </a:ln>
          </p:spPr>
        </p:pic>
        <p:pic>
          <p:nvPicPr>
            <p:cNvPr id="595" name="Google Shape;595;p15"/>
            <p:cNvPicPr preferRelativeResize="0"/>
            <p:nvPr/>
          </p:nvPicPr>
          <p:blipFill rotWithShape="1">
            <a:blip r:embed="rId8">
              <a:alphaModFix/>
            </a:blip>
            <a:srcRect b="0" l="0" r="0" t="0"/>
            <a:stretch/>
          </p:blipFill>
          <p:spPr>
            <a:xfrm>
              <a:off x="8996426" y="3337560"/>
              <a:ext cx="542460" cy="542460"/>
            </a:xfrm>
            <a:prstGeom prst="rect">
              <a:avLst/>
            </a:prstGeom>
            <a:noFill/>
            <a:ln>
              <a:noFill/>
            </a:ln>
          </p:spPr>
        </p:pic>
        <p:pic>
          <p:nvPicPr>
            <p:cNvPr id="596" name="Google Shape;596;p15"/>
            <p:cNvPicPr preferRelativeResize="0"/>
            <p:nvPr/>
          </p:nvPicPr>
          <p:blipFill rotWithShape="1">
            <a:blip r:embed="rId9">
              <a:alphaModFix/>
            </a:blip>
            <a:srcRect b="0" l="0" r="0" t="0"/>
            <a:stretch/>
          </p:blipFill>
          <p:spPr>
            <a:xfrm>
              <a:off x="5915180" y="4884378"/>
              <a:ext cx="361640" cy="542460"/>
            </a:xfrm>
            <a:prstGeom prst="rect">
              <a:avLst/>
            </a:prstGeom>
            <a:noFill/>
            <a:ln>
              <a:noFill/>
            </a:ln>
          </p:spPr>
        </p:pic>
        <p:pic>
          <p:nvPicPr>
            <p:cNvPr id="597" name="Google Shape;597;p15"/>
            <p:cNvPicPr preferRelativeResize="0"/>
            <p:nvPr/>
          </p:nvPicPr>
          <p:blipFill rotWithShape="1">
            <a:blip r:embed="rId10">
              <a:alphaModFix/>
            </a:blip>
            <a:srcRect b="0" l="0" r="0" t="0"/>
            <a:stretch/>
          </p:blipFill>
          <p:spPr>
            <a:xfrm>
              <a:off x="7410598" y="4884378"/>
              <a:ext cx="542460" cy="542460"/>
            </a:xfrm>
            <a:prstGeom prst="rect">
              <a:avLst/>
            </a:prstGeom>
            <a:noFill/>
            <a:ln>
              <a:noFill/>
            </a:ln>
          </p:spPr>
        </p:pic>
        <p:pic>
          <p:nvPicPr>
            <p:cNvPr id="598" name="Google Shape;598;p15"/>
            <p:cNvPicPr preferRelativeResize="0"/>
            <p:nvPr/>
          </p:nvPicPr>
          <p:blipFill rotWithShape="1">
            <a:blip r:embed="rId11">
              <a:alphaModFix/>
            </a:blip>
            <a:srcRect b="0" l="0" r="0" t="0"/>
            <a:stretch/>
          </p:blipFill>
          <p:spPr>
            <a:xfrm>
              <a:off x="8996426" y="4884378"/>
              <a:ext cx="542460" cy="542460"/>
            </a:xfrm>
            <a:prstGeom prst="rect">
              <a:avLst/>
            </a:prstGeom>
            <a:noFill/>
            <a:ln>
              <a:noFill/>
            </a:ln>
          </p:spPr>
        </p:pic>
      </p:grpSp>
      <p:grpSp>
        <p:nvGrpSpPr>
          <p:cNvPr id="599" name="Google Shape;599;p15"/>
          <p:cNvGrpSpPr/>
          <p:nvPr/>
        </p:nvGrpSpPr>
        <p:grpSpPr>
          <a:xfrm>
            <a:off x="1286033" y="5452016"/>
            <a:ext cx="522878" cy="768448"/>
            <a:chOff x="7209011" y="885041"/>
            <a:chExt cx="1918825" cy="2820004"/>
          </a:xfrm>
        </p:grpSpPr>
        <p:sp>
          <p:nvSpPr>
            <p:cNvPr id="600" name="Google Shape;600;p15"/>
            <p:cNvSpPr/>
            <p:nvPr/>
          </p:nvSpPr>
          <p:spPr>
            <a:xfrm>
              <a:off x="7209011" y="885041"/>
              <a:ext cx="143064" cy="143064"/>
            </a:xfrm>
            <a:prstGeom prst="ellipse">
              <a:avLst/>
            </a:prstGeom>
            <a:solidFill>
              <a:srgbClr val="C0E8D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01" name="Google Shape;601;p15"/>
            <p:cNvSpPr/>
            <p:nvPr/>
          </p:nvSpPr>
          <p:spPr>
            <a:xfrm>
              <a:off x="7800931" y="885041"/>
              <a:ext cx="143064" cy="143064"/>
            </a:xfrm>
            <a:prstGeom prst="ellipse">
              <a:avLst/>
            </a:prstGeom>
            <a:solidFill>
              <a:srgbClr val="C0E8D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02" name="Google Shape;602;p15"/>
            <p:cNvSpPr/>
            <p:nvPr/>
          </p:nvSpPr>
          <p:spPr>
            <a:xfrm>
              <a:off x="8392852" y="885041"/>
              <a:ext cx="143064" cy="143064"/>
            </a:xfrm>
            <a:prstGeom prst="ellipse">
              <a:avLst/>
            </a:prstGeom>
            <a:solidFill>
              <a:srgbClr val="C0E8D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03" name="Google Shape;603;p15"/>
            <p:cNvSpPr/>
            <p:nvPr/>
          </p:nvSpPr>
          <p:spPr>
            <a:xfrm>
              <a:off x="8984772" y="885041"/>
              <a:ext cx="143064" cy="143064"/>
            </a:xfrm>
            <a:prstGeom prst="ellipse">
              <a:avLst/>
            </a:prstGeom>
            <a:solidFill>
              <a:srgbClr val="C0E8D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04" name="Google Shape;604;p15"/>
            <p:cNvSpPr/>
            <p:nvPr/>
          </p:nvSpPr>
          <p:spPr>
            <a:xfrm>
              <a:off x="7209011" y="1777353"/>
              <a:ext cx="143064" cy="143064"/>
            </a:xfrm>
            <a:prstGeom prst="ellipse">
              <a:avLst/>
            </a:prstGeom>
            <a:solidFill>
              <a:srgbClr val="C0E8D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05" name="Google Shape;605;p15"/>
            <p:cNvSpPr/>
            <p:nvPr/>
          </p:nvSpPr>
          <p:spPr>
            <a:xfrm>
              <a:off x="7800931" y="1777353"/>
              <a:ext cx="143064" cy="143064"/>
            </a:xfrm>
            <a:prstGeom prst="ellipse">
              <a:avLst/>
            </a:prstGeom>
            <a:solidFill>
              <a:srgbClr val="C0E8D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06" name="Google Shape;606;p15"/>
            <p:cNvSpPr/>
            <p:nvPr/>
          </p:nvSpPr>
          <p:spPr>
            <a:xfrm>
              <a:off x="8392852" y="1777353"/>
              <a:ext cx="143064" cy="143064"/>
            </a:xfrm>
            <a:prstGeom prst="ellipse">
              <a:avLst/>
            </a:prstGeom>
            <a:solidFill>
              <a:srgbClr val="C0E8D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07" name="Google Shape;607;p15"/>
            <p:cNvSpPr/>
            <p:nvPr/>
          </p:nvSpPr>
          <p:spPr>
            <a:xfrm>
              <a:off x="8984772" y="1777353"/>
              <a:ext cx="143064" cy="143064"/>
            </a:xfrm>
            <a:prstGeom prst="ellipse">
              <a:avLst/>
            </a:prstGeom>
            <a:solidFill>
              <a:srgbClr val="C0E8D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08" name="Google Shape;608;p15"/>
            <p:cNvSpPr/>
            <p:nvPr/>
          </p:nvSpPr>
          <p:spPr>
            <a:xfrm>
              <a:off x="7209011" y="2669665"/>
              <a:ext cx="143064" cy="143064"/>
            </a:xfrm>
            <a:prstGeom prst="ellipse">
              <a:avLst/>
            </a:prstGeom>
            <a:solidFill>
              <a:srgbClr val="C0E8D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09" name="Google Shape;609;p15"/>
            <p:cNvSpPr/>
            <p:nvPr/>
          </p:nvSpPr>
          <p:spPr>
            <a:xfrm>
              <a:off x="7800931" y="2669665"/>
              <a:ext cx="143064" cy="143064"/>
            </a:xfrm>
            <a:prstGeom prst="ellipse">
              <a:avLst/>
            </a:prstGeom>
            <a:solidFill>
              <a:srgbClr val="C0E8D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10" name="Google Shape;610;p15"/>
            <p:cNvSpPr/>
            <p:nvPr/>
          </p:nvSpPr>
          <p:spPr>
            <a:xfrm>
              <a:off x="8392852" y="2669665"/>
              <a:ext cx="143064" cy="143064"/>
            </a:xfrm>
            <a:prstGeom prst="ellipse">
              <a:avLst/>
            </a:prstGeom>
            <a:solidFill>
              <a:srgbClr val="C0E8D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11" name="Google Shape;611;p15"/>
            <p:cNvSpPr/>
            <p:nvPr/>
          </p:nvSpPr>
          <p:spPr>
            <a:xfrm>
              <a:off x="8984772" y="2669665"/>
              <a:ext cx="143064" cy="143064"/>
            </a:xfrm>
            <a:prstGeom prst="ellipse">
              <a:avLst/>
            </a:prstGeom>
            <a:solidFill>
              <a:srgbClr val="C0E8D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12" name="Google Shape;612;p15"/>
            <p:cNvSpPr/>
            <p:nvPr/>
          </p:nvSpPr>
          <p:spPr>
            <a:xfrm>
              <a:off x="7209011" y="3561981"/>
              <a:ext cx="143064" cy="143064"/>
            </a:xfrm>
            <a:prstGeom prst="ellipse">
              <a:avLst/>
            </a:prstGeom>
            <a:solidFill>
              <a:srgbClr val="C0E8D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13" name="Google Shape;613;p15"/>
            <p:cNvSpPr/>
            <p:nvPr/>
          </p:nvSpPr>
          <p:spPr>
            <a:xfrm>
              <a:off x="7800931" y="3561981"/>
              <a:ext cx="143064" cy="143064"/>
            </a:xfrm>
            <a:prstGeom prst="ellipse">
              <a:avLst/>
            </a:prstGeom>
            <a:solidFill>
              <a:srgbClr val="C0E8D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14" name="Google Shape;614;p15"/>
            <p:cNvSpPr/>
            <p:nvPr/>
          </p:nvSpPr>
          <p:spPr>
            <a:xfrm>
              <a:off x="8392852" y="3561981"/>
              <a:ext cx="143064" cy="143064"/>
            </a:xfrm>
            <a:prstGeom prst="ellipse">
              <a:avLst/>
            </a:prstGeom>
            <a:solidFill>
              <a:srgbClr val="C0E8D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15" name="Google Shape;615;p15"/>
            <p:cNvSpPr/>
            <p:nvPr/>
          </p:nvSpPr>
          <p:spPr>
            <a:xfrm>
              <a:off x="8984772" y="3561981"/>
              <a:ext cx="143064" cy="143064"/>
            </a:xfrm>
            <a:prstGeom prst="ellipse">
              <a:avLst/>
            </a:prstGeom>
            <a:solidFill>
              <a:srgbClr val="C0E8D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19" name="Shape 619"/>
        <p:cNvGrpSpPr/>
        <p:nvPr/>
      </p:nvGrpSpPr>
      <p:grpSpPr>
        <a:xfrm>
          <a:off x="0" y="0"/>
          <a:ext cx="0" cy="0"/>
          <a:chOff x="0" y="0"/>
          <a:chExt cx="0" cy="0"/>
        </a:xfrm>
      </p:grpSpPr>
      <p:sp>
        <p:nvSpPr>
          <p:cNvPr id="620" name="Google Shape;620;p16"/>
          <p:cNvSpPr txBox="1"/>
          <p:nvPr/>
        </p:nvSpPr>
        <p:spPr>
          <a:xfrm>
            <a:off x="1286033" y="3647771"/>
            <a:ext cx="4992835" cy="101566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0" lang="mn-MN" sz="1100" u="none" strike="noStrike">
                <a:solidFill>
                  <a:srgbClr val="1E2860"/>
                </a:solidFill>
                <a:latin typeface="Roboto"/>
                <a:ea typeface="Roboto"/>
                <a:cs typeface="Roboto"/>
                <a:sym typeface="Roboto"/>
              </a:rPr>
              <a:t>Хэрэглэгчийн хэрэгцээг нарийн судална. Чанар, хурд, найдвартай байдлыг эрхэмлэнэ. Шинэ боломжийг цаг алдалгүй ашиглана. Үр дүнд суурилсан шийдлийг санал болгоно. Харилцагчидтайгаа урт хугацааны түншлэл тогтооно. Технологийн шинэчлэлийг тасралтгүй нэвтрүүлнэ.</a:t>
            </a:r>
            <a:endParaRPr/>
          </a:p>
        </p:txBody>
      </p:sp>
      <p:sp>
        <p:nvSpPr>
          <p:cNvPr id="621" name="Google Shape;621;p16"/>
          <p:cNvSpPr txBox="1"/>
          <p:nvPr/>
        </p:nvSpPr>
        <p:spPr>
          <a:xfrm>
            <a:off x="1286035" y="1627167"/>
            <a:ext cx="4992840" cy="1828193"/>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None/>
            </a:pPr>
            <a:r>
              <a:rPr b="1" i="0" lang="mn-MN" sz="6600" u="none" strike="noStrike">
                <a:solidFill>
                  <a:srgbClr val="1E2860"/>
                </a:solidFill>
                <a:latin typeface="Playfair Display"/>
                <a:ea typeface="Playfair Display"/>
                <a:cs typeface="Playfair Display"/>
                <a:sym typeface="Playfair Display"/>
              </a:rPr>
              <a:t>Хээ </a:t>
            </a:r>
            <a:br>
              <a:rPr b="1" i="0" lang="mn-MN" sz="6600" u="none" strike="noStrike">
                <a:solidFill>
                  <a:srgbClr val="1E2860"/>
                </a:solidFill>
                <a:latin typeface="Playfair Display"/>
                <a:ea typeface="Playfair Display"/>
                <a:cs typeface="Playfair Display"/>
                <a:sym typeface="Playfair Display"/>
              </a:rPr>
            </a:br>
            <a:r>
              <a:rPr b="1" i="0" lang="mn-MN" sz="6600" u="none" strike="noStrike">
                <a:solidFill>
                  <a:srgbClr val="1E2860"/>
                </a:solidFill>
                <a:latin typeface="Playfair Display"/>
                <a:ea typeface="Playfair Display"/>
                <a:cs typeface="Playfair Display"/>
                <a:sym typeface="Playfair Display"/>
              </a:rPr>
              <a:t>ба бүтэц</a:t>
            </a:r>
            <a:endParaRPr/>
          </a:p>
        </p:txBody>
      </p:sp>
      <p:cxnSp>
        <p:nvCxnSpPr>
          <p:cNvPr id="622" name="Google Shape;622;p16"/>
          <p:cNvCxnSpPr/>
          <p:nvPr/>
        </p:nvCxnSpPr>
        <p:spPr>
          <a:xfrm>
            <a:off x="650241" y="0"/>
            <a:ext cx="0" cy="6858000"/>
          </a:xfrm>
          <a:prstGeom prst="straightConnector1">
            <a:avLst/>
          </a:prstGeom>
          <a:noFill/>
          <a:ln cap="flat" cmpd="sng" w="9525">
            <a:solidFill>
              <a:srgbClr val="C0E8D4"/>
            </a:solidFill>
            <a:prstDash val="solid"/>
            <a:miter lim="800000"/>
            <a:headEnd len="sm" w="sm" type="none"/>
            <a:tailEnd len="sm" w="sm" type="none"/>
          </a:ln>
        </p:spPr>
      </p:cxnSp>
      <p:cxnSp>
        <p:nvCxnSpPr>
          <p:cNvPr id="623" name="Google Shape;623;p16"/>
          <p:cNvCxnSpPr/>
          <p:nvPr/>
        </p:nvCxnSpPr>
        <p:spPr>
          <a:xfrm rot="10800000">
            <a:off x="650241" y="675080"/>
            <a:ext cx="11541759" cy="0"/>
          </a:xfrm>
          <a:prstGeom prst="straightConnector1">
            <a:avLst/>
          </a:prstGeom>
          <a:noFill/>
          <a:ln cap="flat" cmpd="sng" w="9525">
            <a:solidFill>
              <a:srgbClr val="C0E8D4"/>
            </a:solidFill>
            <a:prstDash val="solid"/>
            <a:miter lim="800000"/>
            <a:headEnd len="sm" w="sm" type="none"/>
            <a:tailEnd len="sm" w="sm" type="none"/>
          </a:ln>
        </p:spPr>
      </p:cxnSp>
      <p:sp>
        <p:nvSpPr>
          <p:cNvPr id="624" name="Google Shape;624;p16"/>
          <p:cNvSpPr txBox="1"/>
          <p:nvPr/>
        </p:nvSpPr>
        <p:spPr>
          <a:xfrm>
            <a:off x="1286034" y="313393"/>
            <a:ext cx="3355414" cy="169277"/>
          </a:xfrm>
          <a:prstGeom prst="rect">
            <a:avLst/>
          </a:prstGeom>
          <a:noFill/>
          <a:ln>
            <a:noFill/>
          </a:ln>
        </p:spPr>
        <p:txBody>
          <a:bodyPr anchorCtr="0" anchor="t" bIns="0" lIns="0" spcFirstLastPara="1" rIns="108000" wrap="square" tIns="0">
            <a:spAutoFit/>
          </a:bodyPr>
          <a:lstStyle/>
          <a:p>
            <a:pPr indent="0" lvl="0" marL="0" marR="0" rtl="0" algn="l">
              <a:spcBef>
                <a:spcPts val="0"/>
              </a:spcBef>
              <a:spcAft>
                <a:spcPts val="0"/>
              </a:spcAft>
              <a:buNone/>
            </a:pPr>
            <a:r>
              <a:rPr lang="mn-MN" sz="1100" u="none" strike="noStrike">
                <a:solidFill>
                  <a:srgbClr val="1E2860"/>
                </a:solidFill>
                <a:latin typeface="Roboto"/>
                <a:ea typeface="Roboto"/>
                <a:cs typeface="Roboto"/>
                <a:sym typeface="Roboto"/>
              </a:rPr>
              <a:t>Визуал удирдамж</a:t>
            </a:r>
            <a:endParaRPr/>
          </a:p>
        </p:txBody>
      </p:sp>
      <p:cxnSp>
        <p:nvCxnSpPr>
          <p:cNvPr id="625" name="Google Shape;625;p16"/>
          <p:cNvCxnSpPr/>
          <p:nvPr/>
        </p:nvCxnSpPr>
        <p:spPr>
          <a:xfrm>
            <a:off x="6898641" y="675080"/>
            <a:ext cx="0" cy="6182920"/>
          </a:xfrm>
          <a:prstGeom prst="straightConnector1">
            <a:avLst/>
          </a:prstGeom>
          <a:noFill/>
          <a:ln cap="flat" cmpd="sng" w="9525">
            <a:solidFill>
              <a:srgbClr val="C0E8D4"/>
            </a:solidFill>
            <a:prstDash val="solid"/>
            <a:miter lim="800000"/>
            <a:headEnd len="sm" w="sm" type="none"/>
            <a:tailEnd len="sm" w="sm" type="none"/>
          </a:ln>
        </p:spPr>
      </p:cxnSp>
      <p:grpSp>
        <p:nvGrpSpPr>
          <p:cNvPr id="626" name="Google Shape;626;p16"/>
          <p:cNvGrpSpPr/>
          <p:nvPr/>
        </p:nvGrpSpPr>
        <p:grpSpPr>
          <a:xfrm>
            <a:off x="1286033" y="5452016"/>
            <a:ext cx="522878" cy="768448"/>
            <a:chOff x="7209011" y="885041"/>
            <a:chExt cx="1918825" cy="2820004"/>
          </a:xfrm>
        </p:grpSpPr>
        <p:sp>
          <p:nvSpPr>
            <p:cNvPr id="627" name="Google Shape;627;p16"/>
            <p:cNvSpPr/>
            <p:nvPr/>
          </p:nvSpPr>
          <p:spPr>
            <a:xfrm>
              <a:off x="7209011" y="885041"/>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28" name="Google Shape;628;p16"/>
            <p:cNvSpPr/>
            <p:nvPr/>
          </p:nvSpPr>
          <p:spPr>
            <a:xfrm>
              <a:off x="7800931" y="885041"/>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29" name="Google Shape;629;p16"/>
            <p:cNvSpPr/>
            <p:nvPr/>
          </p:nvSpPr>
          <p:spPr>
            <a:xfrm>
              <a:off x="8392852" y="885041"/>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30" name="Google Shape;630;p16"/>
            <p:cNvSpPr/>
            <p:nvPr/>
          </p:nvSpPr>
          <p:spPr>
            <a:xfrm>
              <a:off x="8984772" y="885041"/>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31" name="Google Shape;631;p16"/>
            <p:cNvSpPr/>
            <p:nvPr/>
          </p:nvSpPr>
          <p:spPr>
            <a:xfrm>
              <a:off x="7209011" y="1777353"/>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32" name="Google Shape;632;p16"/>
            <p:cNvSpPr/>
            <p:nvPr/>
          </p:nvSpPr>
          <p:spPr>
            <a:xfrm>
              <a:off x="7800931" y="1777353"/>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33" name="Google Shape;633;p16"/>
            <p:cNvSpPr/>
            <p:nvPr/>
          </p:nvSpPr>
          <p:spPr>
            <a:xfrm>
              <a:off x="8392852" y="1777353"/>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34" name="Google Shape;634;p16"/>
            <p:cNvSpPr/>
            <p:nvPr/>
          </p:nvSpPr>
          <p:spPr>
            <a:xfrm>
              <a:off x="8984772" y="1777353"/>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35" name="Google Shape;635;p16"/>
            <p:cNvSpPr/>
            <p:nvPr/>
          </p:nvSpPr>
          <p:spPr>
            <a:xfrm>
              <a:off x="7209011" y="2669665"/>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36" name="Google Shape;636;p16"/>
            <p:cNvSpPr/>
            <p:nvPr/>
          </p:nvSpPr>
          <p:spPr>
            <a:xfrm>
              <a:off x="7800931" y="2669665"/>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37" name="Google Shape;637;p16"/>
            <p:cNvSpPr/>
            <p:nvPr/>
          </p:nvSpPr>
          <p:spPr>
            <a:xfrm>
              <a:off x="8392852" y="2669665"/>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38" name="Google Shape;638;p16"/>
            <p:cNvSpPr/>
            <p:nvPr/>
          </p:nvSpPr>
          <p:spPr>
            <a:xfrm>
              <a:off x="8984772" y="2669665"/>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39" name="Google Shape;639;p16"/>
            <p:cNvSpPr/>
            <p:nvPr/>
          </p:nvSpPr>
          <p:spPr>
            <a:xfrm>
              <a:off x="7209011" y="3561981"/>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40" name="Google Shape;640;p16"/>
            <p:cNvSpPr/>
            <p:nvPr/>
          </p:nvSpPr>
          <p:spPr>
            <a:xfrm>
              <a:off x="7800931" y="3561981"/>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41" name="Google Shape;641;p16"/>
            <p:cNvSpPr/>
            <p:nvPr/>
          </p:nvSpPr>
          <p:spPr>
            <a:xfrm>
              <a:off x="8392852" y="3561981"/>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42" name="Google Shape;642;p16"/>
            <p:cNvSpPr/>
            <p:nvPr/>
          </p:nvSpPr>
          <p:spPr>
            <a:xfrm>
              <a:off x="8984772" y="3561981"/>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grpSp>
      <p:grpSp>
        <p:nvGrpSpPr>
          <p:cNvPr id="643" name="Google Shape;643;p16"/>
          <p:cNvGrpSpPr/>
          <p:nvPr/>
        </p:nvGrpSpPr>
        <p:grpSpPr>
          <a:xfrm>
            <a:off x="7459025" y="2541263"/>
            <a:ext cx="4172591" cy="1820582"/>
            <a:chOff x="7750629" y="2775865"/>
            <a:chExt cx="3529873" cy="1540152"/>
          </a:xfrm>
        </p:grpSpPr>
        <p:sp>
          <p:nvSpPr>
            <p:cNvPr id="644" name="Google Shape;644;p16"/>
            <p:cNvSpPr/>
            <p:nvPr/>
          </p:nvSpPr>
          <p:spPr>
            <a:xfrm>
              <a:off x="7750630" y="2775865"/>
              <a:ext cx="1785256" cy="653135"/>
            </a:xfrm>
            <a:prstGeom prst="rect">
              <a:avLst/>
            </a:prstGeom>
            <a:solidFill>
              <a:srgbClr val="24B37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45" name="Google Shape;645;p16"/>
            <p:cNvSpPr/>
            <p:nvPr/>
          </p:nvSpPr>
          <p:spPr>
            <a:xfrm>
              <a:off x="9495246" y="2775865"/>
              <a:ext cx="1785256" cy="653135"/>
            </a:xfrm>
            <a:prstGeom prst="rect">
              <a:avLst/>
            </a:prstGeom>
            <a:solidFill>
              <a:srgbClr val="1E286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46" name="Google Shape;646;p16"/>
            <p:cNvSpPr/>
            <p:nvPr/>
          </p:nvSpPr>
          <p:spPr>
            <a:xfrm>
              <a:off x="7750629" y="3662882"/>
              <a:ext cx="3529869" cy="653135"/>
            </a:xfrm>
            <a:prstGeom prst="rect">
              <a:avLst/>
            </a:prstGeom>
            <a:solidFill>
              <a:srgbClr val="2856A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nvGrpSpPr>
          <p:cNvPr id="647" name="Google Shape;647;p16"/>
          <p:cNvGrpSpPr/>
          <p:nvPr/>
        </p:nvGrpSpPr>
        <p:grpSpPr>
          <a:xfrm rot="5400000">
            <a:off x="7630463" y="4493171"/>
            <a:ext cx="618083" cy="908367"/>
            <a:chOff x="7209011" y="885041"/>
            <a:chExt cx="1918825" cy="2820004"/>
          </a:xfrm>
        </p:grpSpPr>
        <p:sp>
          <p:nvSpPr>
            <p:cNvPr id="648" name="Google Shape;648;p16"/>
            <p:cNvSpPr/>
            <p:nvPr/>
          </p:nvSpPr>
          <p:spPr>
            <a:xfrm>
              <a:off x="7209011" y="885041"/>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49" name="Google Shape;649;p16"/>
            <p:cNvSpPr/>
            <p:nvPr/>
          </p:nvSpPr>
          <p:spPr>
            <a:xfrm>
              <a:off x="7800931" y="885041"/>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50" name="Google Shape;650;p16"/>
            <p:cNvSpPr/>
            <p:nvPr/>
          </p:nvSpPr>
          <p:spPr>
            <a:xfrm>
              <a:off x="8392852" y="885041"/>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51" name="Google Shape;651;p16"/>
            <p:cNvSpPr/>
            <p:nvPr/>
          </p:nvSpPr>
          <p:spPr>
            <a:xfrm>
              <a:off x="8984772" y="885041"/>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52" name="Google Shape;652;p16"/>
            <p:cNvSpPr/>
            <p:nvPr/>
          </p:nvSpPr>
          <p:spPr>
            <a:xfrm>
              <a:off x="7209011" y="1777353"/>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53" name="Google Shape;653;p16"/>
            <p:cNvSpPr/>
            <p:nvPr/>
          </p:nvSpPr>
          <p:spPr>
            <a:xfrm>
              <a:off x="7800931" y="1777353"/>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54" name="Google Shape;654;p16"/>
            <p:cNvSpPr/>
            <p:nvPr/>
          </p:nvSpPr>
          <p:spPr>
            <a:xfrm>
              <a:off x="8392852" y="1777353"/>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55" name="Google Shape;655;p16"/>
            <p:cNvSpPr/>
            <p:nvPr/>
          </p:nvSpPr>
          <p:spPr>
            <a:xfrm>
              <a:off x="8984772" y="1777353"/>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56" name="Google Shape;656;p16"/>
            <p:cNvSpPr/>
            <p:nvPr/>
          </p:nvSpPr>
          <p:spPr>
            <a:xfrm>
              <a:off x="7209011" y="2669665"/>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57" name="Google Shape;657;p16"/>
            <p:cNvSpPr/>
            <p:nvPr/>
          </p:nvSpPr>
          <p:spPr>
            <a:xfrm>
              <a:off x="7800931" y="2669665"/>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58" name="Google Shape;658;p16"/>
            <p:cNvSpPr/>
            <p:nvPr/>
          </p:nvSpPr>
          <p:spPr>
            <a:xfrm>
              <a:off x="8392852" y="2669665"/>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59" name="Google Shape;659;p16"/>
            <p:cNvSpPr/>
            <p:nvPr/>
          </p:nvSpPr>
          <p:spPr>
            <a:xfrm>
              <a:off x="8984772" y="2669665"/>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60" name="Google Shape;660;p16"/>
            <p:cNvSpPr/>
            <p:nvPr/>
          </p:nvSpPr>
          <p:spPr>
            <a:xfrm>
              <a:off x="7209011" y="3561981"/>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61" name="Google Shape;661;p16"/>
            <p:cNvSpPr/>
            <p:nvPr/>
          </p:nvSpPr>
          <p:spPr>
            <a:xfrm>
              <a:off x="7800931" y="3561981"/>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62" name="Google Shape;662;p16"/>
            <p:cNvSpPr/>
            <p:nvPr/>
          </p:nvSpPr>
          <p:spPr>
            <a:xfrm>
              <a:off x="8392852" y="3561981"/>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63" name="Google Shape;663;p16"/>
            <p:cNvSpPr/>
            <p:nvPr/>
          </p:nvSpPr>
          <p:spPr>
            <a:xfrm>
              <a:off x="8984772" y="3561981"/>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68" name="Shape 668"/>
        <p:cNvGrpSpPr/>
        <p:nvPr/>
      </p:nvGrpSpPr>
      <p:grpSpPr>
        <a:xfrm>
          <a:off x="0" y="0"/>
          <a:ext cx="0" cy="0"/>
          <a:chOff x="0" y="0"/>
          <a:chExt cx="0" cy="0"/>
        </a:xfrm>
      </p:grpSpPr>
      <p:sp>
        <p:nvSpPr>
          <p:cNvPr id="669" name="Google Shape;669;p17"/>
          <p:cNvSpPr txBox="1"/>
          <p:nvPr/>
        </p:nvSpPr>
        <p:spPr>
          <a:xfrm>
            <a:off x="1286035" y="1627167"/>
            <a:ext cx="4992840" cy="1828193"/>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None/>
            </a:pPr>
            <a:r>
              <a:rPr b="1" i="0" lang="mn-MN" sz="6600" u="none" strike="noStrike">
                <a:solidFill>
                  <a:srgbClr val="1E2860"/>
                </a:solidFill>
                <a:latin typeface="Playfair Display"/>
                <a:ea typeface="Playfair Display"/>
                <a:cs typeface="Playfair Display"/>
                <a:sym typeface="Playfair Display"/>
              </a:rPr>
              <a:t>Брэндийн хэрэглээ</a:t>
            </a:r>
            <a:endParaRPr/>
          </a:p>
        </p:txBody>
      </p:sp>
      <p:cxnSp>
        <p:nvCxnSpPr>
          <p:cNvPr id="670" name="Google Shape;670;p17"/>
          <p:cNvCxnSpPr/>
          <p:nvPr/>
        </p:nvCxnSpPr>
        <p:spPr>
          <a:xfrm>
            <a:off x="650241" y="0"/>
            <a:ext cx="0" cy="6858000"/>
          </a:xfrm>
          <a:prstGeom prst="straightConnector1">
            <a:avLst/>
          </a:prstGeom>
          <a:noFill/>
          <a:ln cap="flat" cmpd="sng" w="9525">
            <a:solidFill>
              <a:srgbClr val="C0E8D4"/>
            </a:solidFill>
            <a:prstDash val="solid"/>
            <a:miter lim="800000"/>
            <a:headEnd len="sm" w="sm" type="none"/>
            <a:tailEnd len="sm" w="sm" type="none"/>
          </a:ln>
        </p:spPr>
      </p:cxnSp>
      <p:cxnSp>
        <p:nvCxnSpPr>
          <p:cNvPr id="671" name="Google Shape;671;p17"/>
          <p:cNvCxnSpPr/>
          <p:nvPr/>
        </p:nvCxnSpPr>
        <p:spPr>
          <a:xfrm rot="10800000">
            <a:off x="650241" y="675080"/>
            <a:ext cx="11541759" cy="0"/>
          </a:xfrm>
          <a:prstGeom prst="straightConnector1">
            <a:avLst/>
          </a:prstGeom>
          <a:noFill/>
          <a:ln cap="flat" cmpd="sng" w="9525">
            <a:solidFill>
              <a:srgbClr val="C0E8D4"/>
            </a:solidFill>
            <a:prstDash val="solid"/>
            <a:miter lim="800000"/>
            <a:headEnd len="sm" w="sm" type="none"/>
            <a:tailEnd len="sm" w="sm" type="none"/>
          </a:ln>
        </p:spPr>
      </p:cxnSp>
      <p:sp>
        <p:nvSpPr>
          <p:cNvPr id="672" name="Google Shape;672;p17"/>
          <p:cNvSpPr txBox="1"/>
          <p:nvPr/>
        </p:nvSpPr>
        <p:spPr>
          <a:xfrm>
            <a:off x="1286034" y="313393"/>
            <a:ext cx="3355414" cy="169277"/>
          </a:xfrm>
          <a:prstGeom prst="rect">
            <a:avLst/>
          </a:prstGeom>
          <a:noFill/>
          <a:ln>
            <a:noFill/>
          </a:ln>
        </p:spPr>
        <p:txBody>
          <a:bodyPr anchorCtr="0" anchor="t" bIns="0" lIns="0" spcFirstLastPara="1" rIns="108000" wrap="square" tIns="0">
            <a:spAutoFit/>
          </a:bodyPr>
          <a:lstStyle/>
          <a:p>
            <a:pPr indent="0" lvl="0" marL="0" marR="0" rtl="0" algn="l">
              <a:spcBef>
                <a:spcPts val="0"/>
              </a:spcBef>
              <a:spcAft>
                <a:spcPts val="0"/>
              </a:spcAft>
              <a:buNone/>
            </a:pPr>
            <a:r>
              <a:rPr lang="mn-MN" sz="1100" u="none" strike="noStrike">
                <a:solidFill>
                  <a:srgbClr val="1E2860"/>
                </a:solidFill>
                <a:latin typeface="Roboto"/>
                <a:ea typeface="Roboto"/>
                <a:cs typeface="Roboto"/>
                <a:sym typeface="Roboto"/>
              </a:rPr>
              <a:t>Визуал удирдамж</a:t>
            </a:r>
            <a:endParaRPr/>
          </a:p>
        </p:txBody>
      </p:sp>
      <p:cxnSp>
        <p:nvCxnSpPr>
          <p:cNvPr id="673" name="Google Shape;673;p17"/>
          <p:cNvCxnSpPr/>
          <p:nvPr/>
        </p:nvCxnSpPr>
        <p:spPr>
          <a:xfrm>
            <a:off x="6898641" y="675080"/>
            <a:ext cx="0" cy="6182920"/>
          </a:xfrm>
          <a:prstGeom prst="straightConnector1">
            <a:avLst/>
          </a:prstGeom>
          <a:noFill/>
          <a:ln cap="flat" cmpd="sng" w="9525">
            <a:solidFill>
              <a:srgbClr val="C0E8D4"/>
            </a:solidFill>
            <a:prstDash val="solid"/>
            <a:miter lim="800000"/>
            <a:headEnd len="sm" w="sm" type="none"/>
            <a:tailEnd len="sm" w="sm" type="none"/>
          </a:ln>
        </p:spPr>
      </p:cxnSp>
      <p:grpSp>
        <p:nvGrpSpPr>
          <p:cNvPr id="674" name="Google Shape;674;p17"/>
          <p:cNvGrpSpPr/>
          <p:nvPr/>
        </p:nvGrpSpPr>
        <p:grpSpPr>
          <a:xfrm>
            <a:off x="1286033" y="5452016"/>
            <a:ext cx="522878" cy="768448"/>
            <a:chOff x="7209011" y="885041"/>
            <a:chExt cx="1918825" cy="2820004"/>
          </a:xfrm>
        </p:grpSpPr>
        <p:sp>
          <p:nvSpPr>
            <p:cNvPr id="675" name="Google Shape;675;p17"/>
            <p:cNvSpPr/>
            <p:nvPr/>
          </p:nvSpPr>
          <p:spPr>
            <a:xfrm>
              <a:off x="7209011" y="885041"/>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76" name="Google Shape;676;p17"/>
            <p:cNvSpPr/>
            <p:nvPr/>
          </p:nvSpPr>
          <p:spPr>
            <a:xfrm>
              <a:off x="7800931" y="885041"/>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77" name="Google Shape;677;p17"/>
            <p:cNvSpPr/>
            <p:nvPr/>
          </p:nvSpPr>
          <p:spPr>
            <a:xfrm>
              <a:off x="8392852" y="885041"/>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78" name="Google Shape;678;p17"/>
            <p:cNvSpPr/>
            <p:nvPr/>
          </p:nvSpPr>
          <p:spPr>
            <a:xfrm>
              <a:off x="8984772" y="885041"/>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79" name="Google Shape;679;p17"/>
            <p:cNvSpPr/>
            <p:nvPr/>
          </p:nvSpPr>
          <p:spPr>
            <a:xfrm>
              <a:off x="7209011" y="1777353"/>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80" name="Google Shape;680;p17"/>
            <p:cNvSpPr/>
            <p:nvPr/>
          </p:nvSpPr>
          <p:spPr>
            <a:xfrm>
              <a:off x="7800931" y="1777353"/>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81" name="Google Shape;681;p17"/>
            <p:cNvSpPr/>
            <p:nvPr/>
          </p:nvSpPr>
          <p:spPr>
            <a:xfrm>
              <a:off x="8392852" y="1777353"/>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82" name="Google Shape;682;p17"/>
            <p:cNvSpPr/>
            <p:nvPr/>
          </p:nvSpPr>
          <p:spPr>
            <a:xfrm>
              <a:off x="8984772" y="1777353"/>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83" name="Google Shape;683;p17"/>
            <p:cNvSpPr/>
            <p:nvPr/>
          </p:nvSpPr>
          <p:spPr>
            <a:xfrm>
              <a:off x="7209011" y="2669665"/>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84" name="Google Shape;684;p17"/>
            <p:cNvSpPr/>
            <p:nvPr/>
          </p:nvSpPr>
          <p:spPr>
            <a:xfrm>
              <a:off x="7800931" y="2669665"/>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85" name="Google Shape;685;p17"/>
            <p:cNvSpPr/>
            <p:nvPr/>
          </p:nvSpPr>
          <p:spPr>
            <a:xfrm>
              <a:off x="8392852" y="2669665"/>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86" name="Google Shape;686;p17"/>
            <p:cNvSpPr/>
            <p:nvPr/>
          </p:nvSpPr>
          <p:spPr>
            <a:xfrm>
              <a:off x="8984772" y="2669665"/>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87" name="Google Shape;687;p17"/>
            <p:cNvSpPr/>
            <p:nvPr/>
          </p:nvSpPr>
          <p:spPr>
            <a:xfrm>
              <a:off x="7209011" y="3561981"/>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88" name="Google Shape;688;p17"/>
            <p:cNvSpPr/>
            <p:nvPr/>
          </p:nvSpPr>
          <p:spPr>
            <a:xfrm>
              <a:off x="7800931" y="3561981"/>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89" name="Google Shape;689;p17"/>
            <p:cNvSpPr/>
            <p:nvPr/>
          </p:nvSpPr>
          <p:spPr>
            <a:xfrm>
              <a:off x="8392852" y="3561981"/>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90" name="Google Shape;690;p17"/>
            <p:cNvSpPr/>
            <p:nvPr/>
          </p:nvSpPr>
          <p:spPr>
            <a:xfrm>
              <a:off x="8984772" y="3561981"/>
              <a:ext cx="143064" cy="143064"/>
            </a:xfrm>
            <a:prstGeom prst="ellipse">
              <a:avLst/>
            </a:prstGeom>
            <a:solidFill>
              <a:srgbClr val="24B37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lt1"/>
                </a:solidFill>
                <a:latin typeface="Arial"/>
                <a:ea typeface="Arial"/>
                <a:cs typeface="Arial"/>
                <a:sym typeface="Arial"/>
              </a:endParaRPr>
            </a:p>
          </p:txBody>
        </p:sp>
      </p:grpSp>
      <p:sp>
        <p:nvSpPr>
          <p:cNvPr id="691" name="Google Shape;691;p17"/>
          <p:cNvSpPr txBox="1"/>
          <p:nvPr/>
        </p:nvSpPr>
        <p:spPr>
          <a:xfrm>
            <a:off x="1286033" y="3655395"/>
            <a:ext cx="4992835" cy="101566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0" lang="mn-MN" sz="1100" u="none" strike="noStrike">
                <a:solidFill>
                  <a:srgbClr val="1E2860"/>
                </a:solidFill>
                <a:latin typeface="Roboto"/>
                <a:ea typeface="Roboto"/>
                <a:cs typeface="Roboto"/>
                <a:sym typeface="Roboto"/>
              </a:rPr>
              <a:t>Төслийн явц, үр дүнг энд харуулна. Багаараа хамтран шинэ шийдэл хэрэгжүүлнэ. Зах зээлийн судалгаанд үндэслэн шийдвэр гаргана. Дараагийн алхмуудаа тодорхой төлөвлөнө. Өсөлтийг тогтмол хэмжиж, сайжруулна. Энэ хэсэгт өөрийн текстээ оруулна уу. Гол үзүүлэлтүүдээ товч дурдана.</a:t>
            </a:r>
            <a:endParaRPr/>
          </a:p>
        </p:txBody>
      </p:sp>
      <p:grpSp>
        <p:nvGrpSpPr>
          <p:cNvPr id="692" name="Google Shape;692;p17"/>
          <p:cNvGrpSpPr/>
          <p:nvPr/>
        </p:nvGrpSpPr>
        <p:grpSpPr>
          <a:xfrm>
            <a:off x="7802485" y="1143399"/>
            <a:ext cx="3372923" cy="3372923"/>
            <a:chOff x="7176927" y="1192211"/>
            <a:chExt cx="3497240" cy="3497240"/>
          </a:xfrm>
        </p:grpSpPr>
        <p:pic>
          <p:nvPicPr>
            <p:cNvPr descr="A white shirt on a black background&#10;&#10;Description automatically generated" id="693" name="Google Shape;693;p17"/>
            <p:cNvPicPr preferRelativeResize="0"/>
            <p:nvPr/>
          </p:nvPicPr>
          <p:blipFill rotWithShape="1">
            <a:blip r:embed="rId3">
              <a:alphaModFix/>
            </a:blip>
            <a:srcRect b="0" l="0" r="0" t="0"/>
            <a:stretch/>
          </p:blipFill>
          <p:spPr>
            <a:xfrm>
              <a:off x="7176927" y="1192211"/>
              <a:ext cx="3497240" cy="3497240"/>
            </a:xfrm>
            <a:prstGeom prst="rect">
              <a:avLst/>
            </a:prstGeom>
            <a:noFill/>
            <a:ln>
              <a:noFill/>
            </a:ln>
            <a:effectLst>
              <a:outerShdw blurRad="228600" sx="102000" rotWithShape="0" algn="ctr" dist="101600" sy="102000">
                <a:srgbClr val="000000">
                  <a:alpha val="8627"/>
                </a:srgbClr>
              </a:outerShdw>
            </a:effectLst>
          </p:spPr>
        </p:pic>
        <p:pic>
          <p:nvPicPr>
            <p:cNvPr id="694" name="Google Shape;694;p17"/>
            <p:cNvPicPr preferRelativeResize="0"/>
            <p:nvPr/>
          </p:nvPicPr>
          <p:blipFill rotWithShape="1">
            <a:blip r:embed="rId4">
              <a:alphaModFix/>
            </a:blip>
            <a:srcRect b="0" l="0" r="0" t="0"/>
            <a:stretch/>
          </p:blipFill>
          <p:spPr>
            <a:xfrm>
              <a:off x="9268289" y="2396151"/>
              <a:ext cx="290224" cy="290224"/>
            </a:xfrm>
            <a:prstGeom prst="rect">
              <a:avLst/>
            </a:prstGeom>
            <a:noFill/>
            <a:ln>
              <a:noFill/>
            </a:ln>
          </p:spPr>
        </p:pic>
      </p:grpSp>
      <p:grpSp>
        <p:nvGrpSpPr>
          <p:cNvPr id="695" name="Google Shape;695;p17"/>
          <p:cNvGrpSpPr/>
          <p:nvPr/>
        </p:nvGrpSpPr>
        <p:grpSpPr>
          <a:xfrm>
            <a:off x="9259915" y="3187757"/>
            <a:ext cx="1960761" cy="3208814"/>
            <a:chOff x="8812179" y="2789567"/>
            <a:chExt cx="2278175" cy="3728266"/>
          </a:xfrm>
        </p:grpSpPr>
        <p:pic>
          <p:nvPicPr>
            <p:cNvPr descr="A white bag with straps&#10;&#10;Description automatically generated" id="696" name="Google Shape;696;p17"/>
            <p:cNvPicPr preferRelativeResize="0"/>
            <p:nvPr/>
          </p:nvPicPr>
          <p:blipFill rotWithShape="1">
            <a:blip r:embed="rId5">
              <a:alphaModFix/>
            </a:blip>
            <a:srcRect b="0" l="0" r="0" t="0"/>
            <a:stretch/>
          </p:blipFill>
          <p:spPr>
            <a:xfrm>
              <a:off x="8812179" y="2789567"/>
              <a:ext cx="2278175" cy="3728266"/>
            </a:xfrm>
            <a:prstGeom prst="rect">
              <a:avLst/>
            </a:prstGeom>
            <a:noFill/>
            <a:ln>
              <a:noFill/>
            </a:ln>
            <a:effectLst>
              <a:outerShdw blurRad="228600" sx="102000" rotWithShape="0" algn="ctr" dist="101600" sy="102000">
                <a:srgbClr val="000000">
                  <a:alpha val="8627"/>
                </a:srgbClr>
              </a:outerShdw>
            </a:effectLst>
          </p:spPr>
        </p:pic>
        <p:pic>
          <p:nvPicPr>
            <p:cNvPr id="697" name="Google Shape;697;p17"/>
            <p:cNvPicPr preferRelativeResize="0"/>
            <p:nvPr/>
          </p:nvPicPr>
          <p:blipFill rotWithShape="1">
            <a:blip r:embed="rId4">
              <a:alphaModFix/>
            </a:blip>
            <a:srcRect b="0" l="0" r="0" t="0"/>
            <a:stretch/>
          </p:blipFill>
          <p:spPr>
            <a:xfrm>
              <a:off x="9649774" y="4862531"/>
              <a:ext cx="602983" cy="602983"/>
            </a:xfrm>
            <a:prstGeom prst="rect">
              <a:avLst/>
            </a:prstGeom>
            <a:noFill/>
            <a:ln>
              <a:noFill/>
            </a:ln>
          </p:spPr>
        </p:pic>
      </p:grpSp>
      <p:grpSp>
        <p:nvGrpSpPr>
          <p:cNvPr id="698" name="Google Shape;698;p17"/>
          <p:cNvGrpSpPr/>
          <p:nvPr/>
        </p:nvGrpSpPr>
        <p:grpSpPr>
          <a:xfrm>
            <a:off x="7599516" y="3494525"/>
            <a:ext cx="1863368" cy="1571204"/>
            <a:chOff x="7221236" y="3612959"/>
            <a:chExt cx="2165016" cy="1825555"/>
          </a:xfrm>
        </p:grpSpPr>
        <p:pic>
          <p:nvPicPr>
            <p:cNvPr descr="A white mug with a handle&#10;&#10;Description automatically generated" id="699" name="Google Shape;699;p17"/>
            <p:cNvPicPr preferRelativeResize="0"/>
            <p:nvPr/>
          </p:nvPicPr>
          <p:blipFill rotWithShape="1">
            <a:blip r:embed="rId6">
              <a:alphaModFix/>
            </a:blip>
            <a:srcRect b="20255" l="16896" r="12553" t="20256"/>
            <a:stretch/>
          </p:blipFill>
          <p:spPr>
            <a:xfrm>
              <a:off x="7221236" y="3612959"/>
              <a:ext cx="2165016" cy="1825555"/>
            </a:xfrm>
            <a:prstGeom prst="rect">
              <a:avLst/>
            </a:prstGeom>
            <a:noFill/>
            <a:ln>
              <a:noFill/>
            </a:ln>
            <a:effectLst>
              <a:outerShdw blurRad="228600" sx="102000" rotWithShape="0" algn="ctr" dist="101600" sy="102000">
                <a:srgbClr val="000000">
                  <a:alpha val="8627"/>
                </a:srgbClr>
              </a:outerShdw>
            </a:effectLst>
          </p:spPr>
        </p:pic>
        <p:pic>
          <p:nvPicPr>
            <p:cNvPr id="700" name="Google Shape;700;p17"/>
            <p:cNvPicPr preferRelativeResize="0"/>
            <p:nvPr/>
          </p:nvPicPr>
          <p:blipFill rotWithShape="1">
            <a:blip r:embed="rId4">
              <a:alphaModFix/>
            </a:blip>
            <a:srcRect b="0" l="0" r="0" t="0"/>
            <a:stretch/>
          </p:blipFill>
          <p:spPr>
            <a:xfrm>
              <a:off x="7813405" y="4256405"/>
              <a:ext cx="602983" cy="602983"/>
            </a:xfrm>
            <a:prstGeom prst="rect">
              <a:avLst/>
            </a:prstGeom>
            <a:noFill/>
            <a:ln>
              <a:noFill/>
            </a:ln>
          </p:spPr>
        </p:pic>
      </p:gr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8" name="Shape 88"/>
        <p:cNvGrpSpPr/>
        <p:nvPr/>
      </p:nvGrpSpPr>
      <p:grpSpPr>
        <a:xfrm>
          <a:off x="0" y="0"/>
          <a:ext cx="0" cy="0"/>
          <a:chOff x="0" y="0"/>
          <a:chExt cx="0" cy="0"/>
        </a:xfrm>
      </p:grpSpPr>
      <p:sp>
        <p:nvSpPr>
          <p:cNvPr id="89" name="Google Shape;89;p1"/>
          <p:cNvSpPr/>
          <p:nvPr/>
        </p:nvSpPr>
        <p:spPr>
          <a:xfrm flipH="1">
            <a:off x="3423149" y="-2"/>
            <a:ext cx="8768851" cy="5715002"/>
          </a:xfrm>
          <a:prstGeom prst="rect">
            <a:avLst/>
          </a:prstGeom>
          <a:solidFill>
            <a:srgbClr val="1E286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90" name="Google Shape;90;p1"/>
          <p:cNvSpPr txBox="1"/>
          <p:nvPr/>
        </p:nvSpPr>
        <p:spPr>
          <a:xfrm>
            <a:off x="3947160" y="2309564"/>
            <a:ext cx="6944356" cy="2954655"/>
          </a:xfrm>
          <a:prstGeom prst="rect">
            <a:avLst/>
          </a:prstGeom>
          <a:noFill/>
          <a:ln>
            <a:noFill/>
          </a:ln>
        </p:spPr>
        <p:txBody>
          <a:bodyPr anchorCtr="0" anchor="b" bIns="0" lIns="0" spcFirstLastPara="1" rIns="0" wrap="square" tIns="0">
            <a:spAutoFit/>
          </a:bodyPr>
          <a:lstStyle/>
          <a:p>
            <a:pPr indent="0" lvl="0" marL="0" marR="0" rtl="0" algn="r">
              <a:lnSpc>
                <a:spcPct val="80000"/>
              </a:lnSpc>
              <a:spcBef>
                <a:spcPts val="0"/>
              </a:spcBef>
              <a:spcAft>
                <a:spcPts val="0"/>
              </a:spcAft>
              <a:buNone/>
            </a:pPr>
            <a:r>
              <a:rPr b="1" i="0" lang="mn-MN" sz="8000" u="none" cap="none" strike="noStrike">
                <a:solidFill>
                  <a:schemeClr val="lt1"/>
                </a:solidFill>
                <a:latin typeface="Playfair Display"/>
                <a:ea typeface="Playfair Display"/>
                <a:cs typeface="Playfair Display"/>
                <a:sym typeface="Playfair Display"/>
              </a:rPr>
              <a:t>Визуал </a:t>
            </a:r>
            <a:endParaRPr/>
          </a:p>
          <a:p>
            <a:pPr indent="0" lvl="0" marL="0" marR="0" rtl="0" algn="r">
              <a:lnSpc>
                <a:spcPct val="80000"/>
              </a:lnSpc>
              <a:spcBef>
                <a:spcPts val="0"/>
              </a:spcBef>
              <a:spcAft>
                <a:spcPts val="0"/>
              </a:spcAft>
              <a:buNone/>
            </a:pPr>
            <a:r>
              <a:rPr b="1" i="0" lang="mn-MN" sz="8000" u="none" cap="none" strike="noStrike">
                <a:solidFill>
                  <a:schemeClr val="lt1"/>
                </a:solidFill>
                <a:latin typeface="Playfair Display"/>
                <a:ea typeface="Playfair Display"/>
                <a:cs typeface="Playfair Display"/>
                <a:sym typeface="Playfair Display"/>
              </a:rPr>
              <a:t>удирдамж</a:t>
            </a:r>
            <a:endParaRPr b="0" i="0" sz="8000" u="none" cap="none" strike="noStrike">
              <a:solidFill>
                <a:schemeClr val="lt1"/>
              </a:solidFill>
              <a:latin typeface="Playfair Display"/>
              <a:ea typeface="Playfair Display"/>
              <a:cs typeface="Playfair Display"/>
              <a:sym typeface="Playfair Display"/>
            </a:endParaRPr>
          </a:p>
        </p:txBody>
      </p:sp>
      <p:grpSp>
        <p:nvGrpSpPr>
          <p:cNvPr id="91" name="Google Shape;91;p1"/>
          <p:cNvGrpSpPr/>
          <p:nvPr/>
        </p:nvGrpSpPr>
        <p:grpSpPr>
          <a:xfrm rot="10800000">
            <a:off x="11811750" y="272425"/>
            <a:ext cx="153900" cy="4904824"/>
            <a:chOff x="226311" y="1566109"/>
            <a:chExt cx="153900" cy="4904824"/>
          </a:xfrm>
        </p:grpSpPr>
        <p:sp>
          <p:nvSpPr>
            <p:cNvPr id="92" name="Google Shape;92;p1"/>
            <p:cNvSpPr txBox="1"/>
            <p:nvPr/>
          </p:nvSpPr>
          <p:spPr>
            <a:xfrm rot="5400000">
              <a:off x="-423339" y="2215759"/>
              <a:ext cx="1453200" cy="153900"/>
            </a:xfrm>
            <a:prstGeom prst="rect">
              <a:avLst/>
            </a:prstGeom>
            <a:noFill/>
            <a:ln>
              <a:noFill/>
            </a:ln>
          </p:spPr>
          <p:txBody>
            <a:bodyPr anchorCtr="0" anchor="ctr" bIns="0" lIns="0" spcFirstLastPara="1" rIns="108000" wrap="square" tIns="0">
              <a:spAutoFit/>
            </a:bodyPr>
            <a:lstStyle/>
            <a:p>
              <a:pPr indent="0" lvl="0" marL="0" marR="0" rtl="0" algn="ctr">
                <a:spcBef>
                  <a:spcPts val="0"/>
                </a:spcBef>
                <a:spcAft>
                  <a:spcPts val="0"/>
                </a:spcAft>
                <a:buNone/>
              </a:pPr>
              <a:r>
                <a:rPr b="0" i="0" lang="mn-MN" sz="1000" u="none" cap="none" strike="noStrike">
                  <a:solidFill>
                    <a:schemeClr val="lt1"/>
                  </a:solidFill>
                  <a:latin typeface="Roboto"/>
                  <a:ea typeface="Roboto"/>
                  <a:cs typeface="Roboto"/>
                  <a:sym typeface="Roboto"/>
                </a:rPr>
                <a:t>graphican.online</a:t>
              </a:r>
              <a:endParaRPr/>
            </a:p>
          </p:txBody>
        </p:sp>
        <p:sp>
          <p:nvSpPr>
            <p:cNvPr id="93" name="Google Shape;93;p1"/>
            <p:cNvSpPr txBox="1"/>
            <p:nvPr/>
          </p:nvSpPr>
          <p:spPr>
            <a:xfrm rot="5400000">
              <a:off x="-345214" y="5753183"/>
              <a:ext cx="1296900" cy="138600"/>
            </a:xfrm>
            <a:prstGeom prst="rect">
              <a:avLst/>
            </a:prstGeom>
            <a:noFill/>
            <a:ln>
              <a:noFill/>
            </a:ln>
          </p:spPr>
          <p:txBody>
            <a:bodyPr anchorCtr="0" anchor="ctr" bIns="0" lIns="0" spcFirstLastPara="1" rIns="108000" wrap="square" tIns="0">
              <a:spAutoFit/>
            </a:bodyPr>
            <a:lstStyle/>
            <a:p>
              <a:pPr indent="0" lvl="0" marL="0" marR="0" rtl="0" algn="l">
                <a:spcBef>
                  <a:spcPts val="0"/>
                </a:spcBef>
                <a:spcAft>
                  <a:spcPts val="0"/>
                </a:spcAft>
                <a:buNone/>
              </a:pPr>
              <a:r>
                <a:rPr b="1" i="0" lang="mn-MN" sz="900" u="none" cap="none" strike="noStrike">
                  <a:solidFill>
                    <a:schemeClr val="lt1"/>
                  </a:solidFill>
                  <a:latin typeface="Roboto"/>
                  <a:ea typeface="Roboto"/>
                  <a:cs typeface="Roboto"/>
                  <a:sym typeface="Roboto"/>
                </a:rPr>
                <a:t>Брэнд</a:t>
              </a:r>
              <a:r>
                <a:rPr b="0" i="0" lang="mn-MN" sz="900" u="none" cap="none" strike="noStrike">
                  <a:solidFill>
                    <a:schemeClr val="lt1"/>
                  </a:solidFill>
                  <a:latin typeface="Roboto"/>
                  <a:ea typeface="Roboto"/>
                  <a:cs typeface="Roboto"/>
                  <a:sym typeface="Roboto"/>
                </a:rPr>
                <a:t> · Огноо, он</a:t>
              </a:r>
              <a:endParaRPr/>
            </a:p>
          </p:txBody>
        </p:sp>
      </p:grpSp>
      <p:cxnSp>
        <p:nvCxnSpPr>
          <p:cNvPr id="94" name="Google Shape;94;p1"/>
          <p:cNvCxnSpPr/>
          <p:nvPr/>
        </p:nvCxnSpPr>
        <p:spPr>
          <a:xfrm flipH="1">
            <a:off x="11541759" y="0"/>
            <a:ext cx="0" cy="5693068"/>
          </a:xfrm>
          <a:prstGeom prst="straightConnector1">
            <a:avLst/>
          </a:prstGeom>
          <a:noFill/>
          <a:ln cap="flat" cmpd="sng" w="9525">
            <a:solidFill>
              <a:schemeClr val="lt1"/>
            </a:solidFill>
            <a:prstDash val="solid"/>
            <a:miter lim="800000"/>
            <a:headEnd len="sm" w="sm" type="none"/>
            <a:tailEnd len="sm" w="sm" type="none"/>
          </a:ln>
        </p:spPr>
      </p:cxnSp>
      <p:pic>
        <p:nvPicPr>
          <p:cNvPr descr="A person using a tablet and a stylus&#10;&#10;Description automatically generated" id="95" name="Google Shape;95;p1"/>
          <p:cNvPicPr preferRelativeResize="0"/>
          <p:nvPr/>
        </p:nvPicPr>
        <p:blipFill rotWithShape="1">
          <a:blip r:embed="rIdSy1">
            <a:alphaModFix/>
          </a:blip>
          <a:srcRect l="38943" r="38943"/>
          <a:stretch/>
        </p:blipFill>
        <p:spPr>
          <a:xfrm flipH="1">
            <a:off x="0" y="0"/>
            <a:ext cx="3423149" cy="6858000"/>
          </a:xfrm>
          <a:prstGeom prst="rect">
            <a:avLst/>
          </a:prstGeom>
          <a:noFill/>
          <a:ln>
            <a:noFill/>
          </a:ln>
        </p:spPr>
      </p:pic>
      <p:cxnSp>
        <p:nvCxnSpPr>
          <p:cNvPr id="96" name="Google Shape;96;p1"/>
          <p:cNvCxnSpPr/>
          <p:nvPr/>
        </p:nvCxnSpPr>
        <p:spPr>
          <a:xfrm flipH="1" rot="10800000">
            <a:off x="3423149" y="675080"/>
            <a:ext cx="8118610" cy="0"/>
          </a:xfrm>
          <a:prstGeom prst="straightConnector1">
            <a:avLst/>
          </a:prstGeom>
          <a:noFill/>
          <a:ln cap="flat" cmpd="sng" w="9525">
            <a:solidFill>
              <a:schemeClr val="lt1"/>
            </a:solidFill>
            <a:prstDash val="solid"/>
            <a:miter lim="800000"/>
            <a:headEnd len="sm" w="sm" type="none"/>
            <a:tailEnd len="sm" w="sm" type="none"/>
          </a:ln>
        </p:spPr>
      </p:cxnSp>
      <p:grpSp>
        <p:nvGrpSpPr>
          <p:cNvPr id="97" name="Google Shape;97;p1"/>
          <p:cNvGrpSpPr/>
          <p:nvPr/>
        </p:nvGrpSpPr>
        <p:grpSpPr>
          <a:xfrm>
            <a:off x="9747249" y="5993879"/>
            <a:ext cx="2001644" cy="592067"/>
            <a:chOff x="443107" y="5993879"/>
            <a:chExt cx="2001644" cy="592067"/>
          </a:xfrm>
        </p:grpSpPr>
        <p:grpSp>
          <p:nvGrpSpPr>
            <p:cNvPr id="98" name="Google Shape;98;p1"/>
            <p:cNvGrpSpPr/>
            <p:nvPr/>
          </p:nvGrpSpPr>
          <p:grpSpPr>
            <a:xfrm>
              <a:off x="1217935" y="5993879"/>
              <a:ext cx="1226816" cy="566561"/>
              <a:chOff x="-1293772" y="3311898"/>
              <a:chExt cx="1809003" cy="667349"/>
            </a:xfrm>
          </p:grpSpPr>
          <p:sp>
            <p:nvSpPr>
              <p:cNvPr id="99" name="Google Shape;99;p1"/>
              <p:cNvSpPr txBox="1"/>
              <p:nvPr/>
            </p:nvSpPr>
            <p:spPr>
              <a:xfrm>
                <a:off x="-1293772" y="3311898"/>
                <a:ext cx="1809003" cy="507539"/>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mn-MN" sz="2800" u="none" cap="none" strike="noStrike">
                    <a:solidFill>
                      <a:srgbClr val="1E2860"/>
                    </a:solidFill>
                    <a:latin typeface="Roboto"/>
                    <a:ea typeface="Roboto"/>
                    <a:cs typeface="Roboto"/>
                    <a:sym typeface="Roboto"/>
                  </a:rPr>
                  <a:t>БРЭНД</a:t>
                </a:r>
                <a:endParaRPr/>
              </a:p>
            </p:txBody>
          </p:sp>
          <p:sp>
            <p:nvSpPr>
              <p:cNvPr id="100" name="Google Shape;100;p1"/>
              <p:cNvSpPr txBox="1"/>
              <p:nvPr/>
            </p:nvSpPr>
            <p:spPr>
              <a:xfrm>
                <a:off x="-1293772" y="3779857"/>
                <a:ext cx="1809003" cy="19939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lang="mn-MN" sz="1100">
                    <a:solidFill>
                      <a:srgbClr val="1E2860"/>
                    </a:solidFill>
                    <a:latin typeface="Roboto"/>
                    <a:ea typeface="Roboto"/>
                    <a:cs typeface="Roboto"/>
                    <a:sym typeface="Roboto"/>
                  </a:rPr>
                  <a:t>КОМПАНИ</a:t>
                </a:r>
                <a:endParaRPr/>
              </a:p>
            </p:txBody>
          </p:sp>
        </p:grpSp>
        <p:grpSp>
          <p:nvGrpSpPr>
            <p:cNvPr id="101" name="Google Shape;101;p1"/>
            <p:cNvGrpSpPr/>
            <p:nvPr/>
          </p:nvGrpSpPr>
          <p:grpSpPr>
            <a:xfrm>
              <a:off x="443107" y="5993879"/>
              <a:ext cx="592067" cy="592067"/>
              <a:chOff x="8187153" y="1492771"/>
              <a:chExt cx="1358189" cy="1358189"/>
            </a:xfrm>
          </p:grpSpPr>
          <p:sp>
            <p:nvSpPr>
              <p:cNvPr id="102" name="Google Shape;102;p1"/>
              <p:cNvSpPr/>
              <p:nvPr/>
            </p:nvSpPr>
            <p:spPr>
              <a:xfrm>
                <a:off x="8187153" y="1492771"/>
                <a:ext cx="1358189" cy="1358189"/>
              </a:xfrm>
              <a:prstGeom prst="ellipse">
                <a:avLst/>
              </a:prstGeom>
              <a:solidFill>
                <a:srgbClr val="1E286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103" name="Google Shape;103;p1"/>
              <p:cNvPicPr preferRelativeResize="0"/>
              <p:nvPr/>
            </p:nvPicPr>
            <p:blipFill rotWithShape="1">
              <a:blip r:embed="rIdGc1">
                <a:alphaModFix/>
              </a:blip>
              <a:stretch/>
            </p:blipFill>
            <p:spPr>
              <a:xfrm>
                <a:off x="8374326" y="1679944"/>
                <a:ext cx="983842" cy="983842"/>
              </a:xfrm>
              <a:prstGeom prst="rect">
                <a:avLst/>
              </a:prstGeom>
              <a:noFill/>
              <a:ln>
                <a:noFill/>
              </a:ln>
            </p:spPr>
          </p:pic>
        </p:grpSp>
      </p:gr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8" name="Shape 88"/>
        <p:cNvGrpSpPr/>
        <p:nvPr/>
      </p:nvGrpSpPr>
      <p:grpSpPr>
        <a:xfrm>
          <a:off x="0" y="0"/>
          <a:ext cx="0" cy="0"/>
          <a:chOff x="0" y="0"/>
          <a:chExt cx="0" cy="0"/>
        </a:xfrm>
      </p:grpSpPr>
      <p:sp>
        <p:nvSpPr>
          <p:cNvPr id="89" name="Google Shape;89;p1"/>
          <p:cNvSpPr/>
          <p:nvPr/>
        </p:nvSpPr>
        <p:spPr>
          <a:xfrm flipH="1">
            <a:off x="3423149" y="-2"/>
            <a:ext cx="8768851" cy="5715002"/>
          </a:xfrm>
          <a:prstGeom prst="rect">
            <a:avLst/>
          </a:prstGeom>
          <a:solidFill>
            <a:srgbClr val="1E286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90" name="Google Shape;90;p1"/>
          <p:cNvSpPr txBox="1"/>
          <p:nvPr/>
        </p:nvSpPr>
        <p:spPr>
          <a:xfrm>
            <a:off x="3947160" y="2309564"/>
            <a:ext cx="6944356" cy="2954655"/>
          </a:xfrm>
          <a:prstGeom prst="rect">
            <a:avLst/>
          </a:prstGeom>
          <a:noFill/>
          <a:ln>
            <a:noFill/>
          </a:ln>
        </p:spPr>
        <p:txBody>
          <a:bodyPr anchorCtr="0" anchor="b" bIns="0" lIns="0" spcFirstLastPara="1" rIns="0" wrap="square" tIns="0">
            <a:spAutoFit/>
          </a:bodyPr>
          <a:lstStyle/>
          <a:p>
            <a:pPr indent="0" lvl="0" marL="0" marR="0" rtl="0" algn="r">
              <a:lnSpc>
                <a:spcPct val="80000"/>
              </a:lnSpc>
              <a:spcBef>
                <a:spcPts val="0"/>
              </a:spcBef>
              <a:spcAft>
                <a:spcPts val="0"/>
              </a:spcAft>
              <a:buNone/>
            </a:pPr>
            <a:r>
              <a:rPr b="1" i="0" lang="mn-MN" sz="8000" u="none" cap="none" strike="noStrike">
                <a:solidFill>
                  <a:schemeClr val="lt1"/>
                </a:solidFill>
                <a:latin typeface="Playfair Display"/>
                <a:ea typeface="Playfair Display"/>
                <a:cs typeface="Playfair Display"/>
                <a:sym typeface="Playfair Display"/>
              </a:rPr>
              <a:t>Баярлалаа</a:t>
            </a:r>
            <a:endParaRPr/>
          </a:p>
          <a:p>
            <a:pPr indent="0" lvl="0" marL="0" marR="0" rtl="0" algn="r">
              <a:lnSpc>
                <a:spcPct val="80000"/>
              </a:lnSpc>
              <a:spcBef>
                <a:spcPts val="0"/>
              </a:spcBef>
              <a:spcAft>
                <a:spcPts val="0"/>
              </a:spcAft>
              <a:buNone/>
            </a:pPr>
            <a:r>
              <a:rPr b="1" i="0" lang="mn-MN" sz="8000" u="none" cap="none" strike="noStrike">
                <a:solidFill>
                  <a:schemeClr val="lt1"/>
                </a:solidFill>
                <a:latin typeface="Playfair Display"/>
                <a:ea typeface="Playfair Display"/>
                <a:cs typeface="Playfair Display"/>
                <a:sym typeface="Playfair Display"/>
              </a:rPr>
              <a:t> </a:t>
            </a:r>
            <a:endParaRPr b="0" i="0" sz="8000" u="none" cap="none" strike="noStrike">
              <a:solidFill>
                <a:schemeClr val="lt1"/>
              </a:solidFill>
              <a:latin typeface="Playfair Display"/>
              <a:ea typeface="Playfair Display"/>
              <a:cs typeface="Playfair Display"/>
              <a:sym typeface="Playfair Display"/>
            </a:endParaRPr>
          </a:p>
        </p:txBody>
      </p:sp>
      <p:grpSp>
        <p:nvGrpSpPr>
          <p:cNvPr id="91" name="Google Shape;91;p1"/>
          <p:cNvGrpSpPr/>
          <p:nvPr/>
        </p:nvGrpSpPr>
        <p:grpSpPr>
          <a:xfrm rot="10800000">
            <a:off x="11811750" y="272425"/>
            <a:ext cx="153900" cy="4904824"/>
            <a:chOff x="226311" y="1566109"/>
            <a:chExt cx="153900" cy="4904824"/>
          </a:xfrm>
        </p:grpSpPr>
        <p:sp>
          <p:nvSpPr>
            <p:cNvPr id="92" name="Google Shape;92;p1"/>
            <p:cNvSpPr txBox="1"/>
            <p:nvPr/>
          </p:nvSpPr>
          <p:spPr>
            <a:xfrm rot="5400000">
              <a:off x="-423339" y="2215759"/>
              <a:ext cx="1453200" cy="153900"/>
            </a:xfrm>
            <a:prstGeom prst="rect">
              <a:avLst/>
            </a:prstGeom>
            <a:noFill/>
            <a:ln>
              <a:noFill/>
            </a:ln>
          </p:spPr>
          <p:txBody>
            <a:bodyPr anchorCtr="0" anchor="ctr" bIns="0" lIns="0" spcFirstLastPara="1" rIns="108000" wrap="square" tIns="0">
              <a:spAutoFit/>
            </a:bodyPr>
            <a:lstStyle/>
            <a:p>
              <a:pPr indent="0" lvl="0" marL="0" marR="0" rtl="0" algn="ctr">
                <a:spcBef>
                  <a:spcPts val="0"/>
                </a:spcBef>
                <a:spcAft>
                  <a:spcPts val="0"/>
                </a:spcAft>
                <a:buNone/>
              </a:pPr>
              <a:r>
                <a:rPr b="0" i="0" lang="mn-MN" sz="1000" u="none" cap="none" strike="noStrike">
                  <a:solidFill>
                    <a:schemeClr val="lt1"/>
                  </a:solidFill>
                  <a:latin typeface="Roboto"/>
                  <a:ea typeface="Roboto"/>
                  <a:cs typeface="Roboto"/>
                  <a:sym typeface="Roboto"/>
                </a:rPr>
                <a:t>graphican.online</a:t>
              </a:r>
              <a:endParaRPr/>
            </a:p>
          </p:txBody>
        </p:sp>
        <p:sp>
          <p:nvSpPr>
            <p:cNvPr id="93" name="Google Shape;93;p1"/>
            <p:cNvSpPr txBox="1"/>
            <p:nvPr/>
          </p:nvSpPr>
          <p:spPr>
            <a:xfrm rot="5400000">
              <a:off x="-345214" y="5753183"/>
              <a:ext cx="1296900" cy="138600"/>
            </a:xfrm>
            <a:prstGeom prst="rect">
              <a:avLst/>
            </a:prstGeom>
            <a:noFill/>
            <a:ln>
              <a:noFill/>
            </a:ln>
          </p:spPr>
          <p:txBody>
            <a:bodyPr anchorCtr="0" anchor="ctr" bIns="0" lIns="0" spcFirstLastPara="1" rIns="108000" wrap="square" tIns="0">
              <a:spAutoFit/>
            </a:bodyPr>
            <a:lstStyle/>
            <a:p>
              <a:pPr indent="0" lvl="0" marL="0" marR="0" rtl="0" algn="l">
                <a:spcBef>
                  <a:spcPts val="0"/>
                </a:spcBef>
                <a:spcAft>
                  <a:spcPts val="0"/>
                </a:spcAft>
                <a:buNone/>
              </a:pPr>
              <a:r>
                <a:rPr b="1" i="0" lang="mn-MN" sz="900" u="none" cap="none" strike="noStrike">
                  <a:solidFill>
                    <a:schemeClr val="lt1"/>
                  </a:solidFill>
                  <a:latin typeface="Roboto"/>
                  <a:ea typeface="Roboto"/>
                  <a:cs typeface="Roboto"/>
                  <a:sym typeface="Roboto"/>
                </a:rPr>
                <a:t>Брэнд</a:t>
              </a:r>
              <a:r>
                <a:rPr b="0" i="0" lang="mn-MN" sz="900" u="none" cap="none" strike="noStrike">
                  <a:solidFill>
                    <a:schemeClr val="lt1"/>
                  </a:solidFill>
                  <a:latin typeface="Roboto"/>
                  <a:ea typeface="Roboto"/>
                  <a:cs typeface="Roboto"/>
                  <a:sym typeface="Roboto"/>
                </a:rPr>
                <a:t> · Огноо, он</a:t>
              </a:r>
              <a:endParaRPr/>
            </a:p>
          </p:txBody>
        </p:sp>
      </p:grpSp>
      <p:cxnSp>
        <p:nvCxnSpPr>
          <p:cNvPr id="94" name="Google Shape;94;p1"/>
          <p:cNvCxnSpPr/>
          <p:nvPr/>
        </p:nvCxnSpPr>
        <p:spPr>
          <a:xfrm flipH="1">
            <a:off x="11541759" y="0"/>
            <a:ext cx="0" cy="5693068"/>
          </a:xfrm>
          <a:prstGeom prst="straightConnector1">
            <a:avLst/>
          </a:prstGeom>
          <a:noFill/>
          <a:ln cap="flat" cmpd="sng" w="9525">
            <a:solidFill>
              <a:schemeClr val="lt1"/>
            </a:solidFill>
            <a:prstDash val="solid"/>
            <a:miter lim="800000"/>
            <a:headEnd len="sm" w="sm" type="none"/>
            <a:tailEnd len="sm" w="sm" type="none"/>
          </a:ln>
        </p:spPr>
      </p:cxnSp>
      <p:pic>
        <p:nvPicPr>
          <p:cNvPr descr="A person using a tablet and a stylus&#10;&#10;Description automatically generated" id="95" name="Google Shape;95;p1"/>
          <p:cNvPicPr preferRelativeResize="0"/>
          <p:nvPr/>
        </p:nvPicPr>
        <p:blipFill rotWithShape="1">
          <a:blip r:embed="rIdSy1">
            <a:alphaModFix/>
          </a:blip>
          <a:srcRect l="38943" r="38943"/>
          <a:stretch/>
        </p:blipFill>
        <p:spPr>
          <a:xfrm flipH="1">
            <a:off x="0" y="0"/>
            <a:ext cx="3423149" cy="6858000"/>
          </a:xfrm>
          <a:prstGeom prst="rect">
            <a:avLst/>
          </a:prstGeom>
          <a:noFill/>
          <a:ln>
            <a:noFill/>
          </a:ln>
        </p:spPr>
      </p:pic>
      <p:cxnSp>
        <p:nvCxnSpPr>
          <p:cNvPr id="96" name="Google Shape;96;p1"/>
          <p:cNvCxnSpPr/>
          <p:nvPr/>
        </p:nvCxnSpPr>
        <p:spPr>
          <a:xfrm flipH="1" rot="10800000">
            <a:off x="3423149" y="675080"/>
            <a:ext cx="8118610" cy="0"/>
          </a:xfrm>
          <a:prstGeom prst="straightConnector1">
            <a:avLst/>
          </a:prstGeom>
          <a:noFill/>
          <a:ln cap="flat" cmpd="sng" w="9525">
            <a:solidFill>
              <a:schemeClr val="lt1"/>
            </a:solidFill>
            <a:prstDash val="solid"/>
            <a:miter lim="800000"/>
            <a:headEnd len="sm" w="sm" type="none"/>
            <a:tailEnd len="sm" w="sm" type="none"/>
          </a:ln>
        </p:spPr>
      </p:cxnSp>
      <p:grpSp>
        <p:nvGrpSpPr>
          <p:cNvPr id="97" name="Google Shape;97;p1"/>
          <p:cNvGrpSpPr/>
          <p:nvPr/>
        </p:nvGrpSpPr>
        <p:grpSpPr>
          <a:xfrm>
            <a:off x="9747249" y="5993879"/>
            <a:ext cx="2001644" cy="592067"/>
            <a:chOff x="443107" y="5993879"/>
            <a:chExt cx="2001644" cy="592067"/>
          </a:xfrm>
        </p:grpSpPr>
        <p:grpSp>
          <p:nvGrpSpPr>
            <p:cNvPr id="98" name="Google Shape;98;p1"/>
            <p:cNvGrpSpPr/>
            <p:nvPr/>
          </p:nvGrpSpPr>
          <p:grpSpPr>
            <a:xfrm>
              <a:off x="1217935" y="5993879"/>
              <a:ext cx="1226816" cy="566561"/>
              <a:chOff x="-1293772" y="3311898"/>
              <a:chExt cx="1809003" cy="667349"/>
            </a:xfrm>
          </p:grpSpPr>
          <p:sp>
            <p:nvSpPr>
              <p:cNvPr id="99" name="Google Shape;99;p1"/>
              <p:cNvSpPr txBox="1"/>
              <p:nvPr/>
            </p:nvSpPr>
            <p:spPr>
              <a:xfrm>
                <a:off x="-1293772" y="3311898"/>
                <a:ext cx="1809003" cy="507539"/>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mn-MN" sz="2800" u="none" cap="none" strike="noStrike">
                    <a:solidFill>
                      <a:srgbClr val="1E2860"/>
                    </a:solidFill>
                    <a:latin typeface="Roboto"/>
                    <a:ea typeface="Roboto"/>
                    <a:cs typeface="Roboto"/>
                    <a:sym typeface="Roboto"/>
                  </a:rPr>
                  <a:t>БРЭНД</a:t>
                </a:r>
                <a:endParaRPr/>
              </a:p>
            </p:txBody>
          </p:sp>
          <p:sp>
            <p:nvSpPr>
              <p:cNvPr id="100" name="Google Shape;100;p1"/>
              <p:cNvSpPr txBox="1"/>
              <p:nvPr/>
            </p:nvSpPr>
            <p:spPr>
              <a:xfrm>
                <a:off x="-1293772" y="3779857"/>
                <a:ext cx="1809003" cy="19939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lang="mn-MN" sz="1100">
                    <a:solidFill>
                      <a:srgbClr val="1E2860"/>
                    </a:solidFill>
                    <a:latin typeface="Roboto"/>
                    <a:ea typeface="Roboto"/>
                    <a:cs typeface="Roboto"/>
                    <a:sym typeface="Roboto"/>
                  </a:rPr>
                  <a:t>КОМПАНИ</a:t>
                </a:r>
                <a:endParaRPr/>
              </a:p>
            </p:txBody>
          </p:sp>
        </p:grpSp>
        <p:grpSp>
          <p:nvGrpSpPr>
            <p:cNvPr id="101" name="Google Shape;101;p1"/>
            <p:cNvGrpSpPr/>
            <p:nvPr/>
          </p:nvGrpSpPr>
          <p:grpSpPr>
            <a:xfrm>
              <a:off x="443107" y="5993879"/>
              <a:ext cx="592067" cy="592067"/>
              <a:chOff x="8187153" y="1492771"/>
              <a:chExt cx="1358189" cy="1358189"/>
            </a:xfrm>
          </p:grpSpPr>
          <p:sp>
            <p:nvSpPr>
              <p:cNvPr id="102" name="Google Shape;102;p1"/>
              <p:cNvSpPr/>
              <p:nvPr/>
            </p:nvSpPr>
            <p:spPr>
              <a:xfrm>
                <a:off x="8187153" y="1492771"/>
                <a:ext cx="1358189" cy="1358189"/>
              </a:xfrm>
              <a:prstGeom prst="ellipse">
                <a:avLst/>
              </a:prstGeom>
              <a:solidFill>
                <a:srgbClr val="1E286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103" name="Google Shape;103;p1"/>
              <p:cNvPicPr preferRelativeResize="0"/>
              <p:nvPr/>
            </p:nvPicPr>
            <p:blipFill rotWithShape="1">
              <a:blip r:embed="rIdGc1">
                <a:alphaModFix/>
              </a:blip>
              <a:stretch/>
            </p:blipFill>
            <p:spPr>
              <a:xfrm>
                <a:off x="8374326" y="1679944"/>
                <a:ext cx="983842" cy="983842"/>
              </a:xfrm>
              <a:prstGeom prst="rect">
                <a:avLst/>
              </a:prstGeom>
              <a:noFill/>
              <a:ln>
                <a:noFill/>
              </a:ln>
            </p:spPr>
          </p:pic>
        </p:grpSp>
      </p:gr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2024-12-16T06:12:04Z</dcterms:created>
  <dc:creator>Graphican</dc:creator>
</cp:coreProperties>
</file>