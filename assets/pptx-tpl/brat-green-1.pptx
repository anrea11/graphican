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package.relationships+xml" Extension="rels"/>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4" r:id="rId4"/>
  </p:sldMasterIdLst>
  <p:notesMasterIdLst>
    <p:notesMasterId r:id="rId5"/>
  </p:notesMasterIdLst>
  <p:sldIdLst>
    <p:sldId id="256" r:id="rId6"/>
    <p:sldId id="257" r:id="rId7"/>
    <p:sldId id="258" r:id="rId8"/>
    <p:sldId id="259" r:id="rId9"/>
    <p:sldId id="260" r:id="rId10"/>
    <p:sldId id="261" r:id="rId11"/>
    <p:sldId id="262" r:id="rId12"/>
    <p:sldId id="263" r:id="rId13"/>
    <p:sldId id="270" r:id="rId20"/>
  </p:sldIdLst>
  <p:sldSz cy="10287000" cx="1828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Relationships xmlns="http://schemas.openxmlformats.org/package/2006/relationships"><Relationship Id="rId20" Type="http://schemas.openxmlformats.org/officeDocument/2006/relationships/slide" Target="slides/slide15.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
    <p:bg>
      <p:bgPr>
        <a:solidFill>
          <a:srgbClr val="8ACE03"/>
        </a:solidFill>
      </p:bgPr>
    </p:bg>
    <p:spTree>
      <p:nvGrpSpPr>
        <p:cNvPr id="15" name="Shape 15"/>
        <p:cNvGrpSpPr/>
        <p:nvPr/>
      </p:nvGrpSpPr>
      <p:grpSpPr>
        <a:xfrm>
          <a:off x="0" y="0"/>
          <a:ext cx="0" cy="0"/>
          <a:chOff x="0" y="0"/>
          <a:chExt cx="0" cy="0"/>
        </a:xfrm>
      </p:grpSpPr>
      <p:sp>
        <p:nvSpPr>
          <p:cNvPr id="16" name="Google Shape;16;p3"/>
          <p:cNvSpPr txBox="1"/>
          <p:nvPr/>
        </p:nvSpPr>
        <p:spPr>
          <a:xfrm>
            <a:off x="1028700" y="914400"/>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000000"/>
                </a:solidFill>
                <a:latin typeface="Arial"/>
                <a:ea typeface="Arial"/>
                <a:cs typeface="Arial"/>
                <a:sym typeface="Arial"/>
              </a:rPr>
              <a:t>Graphican</a:t>
            </a:r>
            <a:endParaRPr/>
          </a:p>
        </p:txBody>
      </p:sp>
      <p:sp>
        <p:nvSpPr>
          <p:cNvPr id="17" name="Google Shape;17;p3"/>
          <p:cNvSpPr txBox="1"/>
          <p:nvPr/>
        </p:nvSpPr>
        <p:spPr>
          <a:xfrm>
            <a:off x="12705109" y="914400"/>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000000"/>
                </a:solidFill>
                <a:latin typeface="Arial"/>
                <a:ea typeface="Arial"/>
                <a:cs typeface="Arial"/>
                <a:sym typeface="Arial"/>
              </a:rPr>
              <a:t>Бүтээлч слайдууд</a:t>
            </a:r>
            <a:endParaRPr/>
          </a:p>
        </p:txBody>
      </p:sp>
      <p:sp>
        <p:nvSpPr>
          <p:cNvPr id="18" name="Google Shape;18;p3"/>
          <p:cNvSpPr txBox="1"/>
          <p:nvPr/>
        </p:nvSpPr>
        <p:spPr>
          <a:xfrm>
            <a:off x="1028700" y="1338580"/>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19" name="Google Shape;19;p3"/>
          <p:cNvSpPr txBox="1"/>
          <p:nvPr/>
        </p:nvSpPr>
        <p:spPr>
          <a:xfrm>
            <a:off x="1028700" y="1762760"/>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0" name="Google Shape;20;p3"/>
          <p:cNvSpPr txBox="1"/>
          <p:nvPr/>
        </p:nvSpPr>
        <p:spPr>
          <a:xfrm>
            <a:off x="1028700" y="2186940"/>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1" name="Google Shape;21;p3"/>
          <p:cNvSpPr txBox="1"/>
          <p:nvPr/>
        </p:nvSpPr>
        <p:spPr>
          <a:xfrm>
            <a:off x="1028700" y="2611120"/>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2" name="Google Shape;22;p3"/>
          <p:cNvSpPr txBox="1"/>
          <p:nvPr/>
        </p:nvSpPr>
        <p:spPr>
          <a:xfrm>
            <a:off x="1028700" y="3035300"/>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3" name="Google Shape;23;p3"/>
          <p:cNvSpPr txBox="1"/>
          <p:nvPr/>
        </p:nvSpPr>
        <p:spPr>
          <a:xfrm>
            <a:off x="1028700" y="3459480"/>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4" name="Google Shape;24;p3"/>
          <p:cNvSpPr txBox="1"/>
          <p:nvPr/>
        </p:nvSpPr>
        <p:spPr>
          <a:xfrm>
            <a:off x="1028700" y="3883660"/>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5" name="Google Shape;25;p3"/>
          <p:cNvSpPr txBox="1"/>
          <p:nvPr/>
        </p:nvSpPr>
        <p:spPr>
          <a:xfrm>
            <a:off x="1028700" y="4307841"/>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6" name="Google Shape;26;p3"/>
          <p:cNvSpPr txBox="1"/>
          <p:nvPr/>
        </p:nvSpPr>
        <p:spPr>
          <a:xfrm>
            <a:off x="1028700" y="4732021"/>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7" name="Google Shape;27;p3"/>
          <p:cNvSpPr txBox="1"/>
          <p:nvPr/>
        </p:nvSpPr>
        <p:spPr>
          <a:xfrm>
            <a:off x="12705109" y="1365986"/>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8" name="Google Shape;28;p3"/>
          <p:cNvSpPr txBox="1"/>
          <p:nvPr/>
        </p:nvSpPr>
        <p:spPr>
          <a:xfrm>
            <a:off x="12705109" y="1817572"/>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9" name="Google Shape;29;p3"/>
          <p:cNvSpPr txBox="1"/>
          <p:nvPr/>
        </p:nvSpPr>
        <p:spPr>
          <a:xfrm>
            <a:off x="12705109" y="2269158"/>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30" name="Google Shape;30;p3"/>
          <p:cNvSpPr txBox="1"/>
          <p:nvPr/>
        </p:nvSpPr>
        <p:spPr>
          <a:xfrm>
            <a:off x="12705109" y="2720744"/>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31" name="Google Shape;31;p3"/>
          <p:cNvSpPr txBox="1"/>
          <p:nvPr/>
        </p:nvSpPr>
        <p:spPr>
          <a:xfrm>
            <a:off x="12705109" y="3172330"/>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32" name="Google Shape;32;p3"/>
          <p:cNvSpPr txBox="1"/>
          <p:nvPr/>
        </p:nvSpPr>
        <p:spPr>
          <a:xfrm>
            <a:off x="12705109" y="3623916"/>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33" name="Google Shape;33;p3"/>
          <p:cNvSpPr txBox="1"/>
          <p:nvPr/>
        </p:nvSpPr>
        <p:spPr>
          <a:xfrm>
            <a:off x="12705109" y="4075502"/>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34" name="Google Shape;34;p3"/>
          <p:cNvSpPr txBox="1"/>
          <p:nvPr/>
        </p:nvSpPr>
        <p:spPr>
          <a:xfrm>
            <a:off x="12705109" y="4527089"/>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35" name="Google Shape;35;p3"/>
          <p:cNvSpPr txBox="1"/>
          <p:nvPr/>
        </p:nvSpPr>
        <p:spPr>
          <a:xfrm>
            <a:off x="12705109" y="4978675"/>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36" name="Google Shape;36;p3"/>
          <p:cNvSpPr txBox="1"/>
          <p:nvPr/>
        </p:nvSpPr>
        <p:spPr>
          <a:xfrm>
            <a:off x="12705109" y="5430261"/>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37" name="Google Shape;37;p3"/>
          <p:cNvSpPr txBox="1"/>
          <p:nvPr/>
        </p:nvSpPr>
        <p:spPr>
          <a:xfrm>
            <a:off x="12705109" y="5881847"/>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38" name="Google Shape;38;p3"/>
          <p:cNvSpPr txBox="1"/>
          <p:nvPr/>
        </p:nvSpPr>
        <p:spPr>
          <a:xfrm>
            <a:off x="12705109" y="6333433"/>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39" name="Google Shape;39;p3"/>
          <p:cNvSpPr txBox="1"/>
          <p:nvPr/>
        </p:nvSpPr>
        <p:spPr>
          <a:xfrm>
            <a:off x="12705109" y="6785019"/>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40" name="Google Shape;40;p3"/>
          <p:cNvSpPr txBox="1"/>
          <p:nvPr/>
        </p:nvSpPr>
        <p:spPr>
          <a:xfrm>
            <a:off x="12705109" y="7236605"/>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41" name="Google Shape;41;p3"/>
          <p:cNvSpPr txBox="1"/>
          <p:nvPr/>
        </p:nvSpPr>
        <p:spPr>
          <a:xfrm>
            <a:off x="1028700" y="5190765"/>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42" name="Google Shape;42;p3"/>
          <p:cNvSpPr txBox="1"/>
          <p:nvPr/>
        </p:nvSpPr>
        <p:spPr>
          <a:xfrm>
            <a:off x="1028700" y="5614945"/>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43" name="Google Shape;43;p3"/>
          <p:cNvSpPr txBox="1"/>
          <p:nvPr/>
        </p:nvSpPr>
        <p:spPr>
          <a:xfrm>
            <a:off x="1028700" y="6039125"/>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44" name="Google Shape;44;p3"/>
          <p:cNvSpPr txBox="1"/>
          <p:nvPr/>
        </p:nvSpPr>
        <p:spPr>
          <a:xfrm>
            <a:off x="1028700" y="6463305"/>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45" name="Google Shape;45;p3"/>
          <p:cNvSpPr txBox="1"/>
          <p:nvPr/>
        </p:nvSpPr>
        <p:spPr>
          <a:xfrm>
            <a:off x="1028700" y="6887485"/>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46" name="Google Shape;46;p3"/>
          <p:cNvSpPr txBox="1"/>
          <p:nvPr/>
        </p:nvSpPr>
        <p:spPr>
          <a:xfrm>
            <a:off x="1028700" y="7311665"/>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47" name="Google Shape;47;p3"/>
          <p:cNvSpPr txBox="1"/>
          <p:nvPr/>
        </p:nvSpPr>
        <p:spPr>
          <a:xfrm>
            <a:off x="1028700" y="7735845"/>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48" name="Google Shape;48;p3"/>
          <p:cNvSpPr txBox="1"/>
          <p:nvPr/>
        </p:nvSpPr>
        <p:spPr>
          <a:xfrm>
            <a:off x="1028700" y="8160025"/>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49" name="Google Shape;49;p3"/>
          <p:cNvSpPr txBox="1"/>
          <p:nvPr/>
        </p:nvSpPr>
        <p:spPr>
          <a:xfrm>
            <a:off x="1028700" y="8584205"/>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50" name="Google Shape;50;p3"/>
          <p:cNvSpPr txBox="1"/>
          <p:nvPr/>
        </p:nvSpPr>
        <p:spPr>
          <a:xfrm>
            <a:off x="1028700" y="9008385"/>
            <a:ext cx="1837500" cy="43080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51" name="Google Shape;51;p3"/>
          <p:cNvSpPr txBox="1"/>
          <p:nvPr/>
        </p:nvSpPr>
        <p:spPr>
          <a:xfrm>
            <a:off x="12705109" y="7689360"/>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52" name="Google Shape;52;p3"/>
          <p:cNvSpPr txBox="1"/>
          <p:nvPr/>
        </p:nvSpPr>
        <p:spPr>
          <a:xfrm>
            <a:off x="12705109" y="8140946"/>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53" name="Google Shape;53;p3"/>
          <p:cNvSpPr txBox="1"/>
          <p:nvPr/>
        </p:nvSpPr>
        <p:spPr>
          <a:xfrm>
            <a:off x="12705109" y="8592532"/>
            <a:ext cx="4554300" cy="43080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54" name="Google Shape;54;p3"/>
          <p:cNvSpPr/>
          <p:nvPr/>
        </p:nvSpPr>
        <p:spPr>
          <a:xfrm flipH="1">
            <a:off x="2866281" y="0"/>
            <a:ext cx="12146331" cy="11193853"/>
          </a:xfrm>
          <a:custGeom>
            <a:rect b="b" l="l" r="r" t="t"/>
            <a:pathLst>
              <a:path extrusionOk="0" h="11193853" w="12146331">
                <a:moveTo>
                  <a:pt x="12146331" y="0"/>
                </a:moveTo>
                <a:lnTo>
                  <a:pt x="0" y="0"/>
                </a:lnTo>
                <a:lnTo>
                  <a:pt x="0" y="11193853"/>
                </a:lnTo>
                <a:lnTo>
                  <a:pt x="12146331" y="11193853"/>
                </a:lnTo>
                <a:lnTo>
                  <a:pt x="12146331" y="0"/>
                </a:lnTo>
                <a:close/>
              </a:path>
            </a:pathLst>
          </a:custGeom>
          <a:blipFill rotWithShape="1">
            <a:blip r:embed="rId2">
              <a:alphaModFix/>
            </a:blip>
            <a:stretch>
              <a:fillRect b="0" l="-38239" r="0" t="0"/>
            </a:stretch>
          </a:blipFill>
          <a:ln>
            <a:noFill/>
          </a:ln>
        </p:spPr>
      </p:sp>
      <p:sp>
        <p:nvSpPr>
          <p:cNvPr id="55" name="Google Shape;55;p3"/>
          <p:cNvSpPr/>
          <p:nvPr/>
        </p:nvSpPr>
        <p:spPr>
          <a:xfrm>
            <a:off x="5699104" y="3571600"/>
            <a:ext cx="6480660" cy="2859349"/>
          </a:xfrm>
          <a:prstGeom prst="rect">
            <a:avLst/>
          </a:prstGeom>
        </p:spPr>
        <p:txBody>
          <a:bodyPr>
            <a:prstTxWarp prst="textPlain"/>
          </a:bodyPr>
          <a:lstStyle/>
          <a:p>
            <a:pPr lvl="0" algn="ctr"/>
            <a:r>
              <a:rPr b="0" i="0">
                <a:ln cap="flat" cmpd="sng" w="76200">
                  <a:solidFill>
                    <a:srgbClr val="8ACE03"/>
                  </a:solidFill>
                  <a:prstDash val="solid"/>
                  <a:round/>
                  <a:headEnd len="sm" w="sm" type="none"/>
                  <a:tailEnd len="sm" w="sm" type="none"/>
                </a:ln>
                <a:solidFill>
                  <a:schemeClr val="dk1"/>
                </a:solidFill>
                <a:latin typeface="Arial"/>
              </a:rPr>
              <a:t>brat</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2">
  <p:cSld name="CUSTOM_1">
    <p:spTree>
      <p:nvGrpSpPr>
        <p:cNvPr id="56" name="Shape 56"/>
        <p:cNvGrpSpPr/>
        <p:nvPr/>
      </p:nvGrpSpPr>
      <p:grpSpPr>
        <a:xfrm>
          <a:off x="0" y="0"/>
          <a:ext cx="0" cy="0"/>
          <a:chOff x="0" y="0"/>
          <a:chExt cx="0" cy="0"/>
        </a:xfrm>
      </p:grpSpPr>
      <p:sp>
        <p:nvSpPr>
          <p:cNvPr id="57" name="Google Shape;57;p4"/>
          <p:cNvSpPr txBox="1"/>
          <p:nvPr>
            <p:ph type="title"/>
          </p:nvPr>
        </p:nvSpPr>
        <p:spPr>
          <a:xfrm>
            <a:off x="457200" y="274638"/>
            <a:ext cx="8229600" cy="1143000"/>
          </a:xfrm>
          <a:prstGeom prst="rect">
            <a:avLst/>
          </a:prstGeom>
        </p:spPr>
        <p:txBody>
          <a:bodyPr anchorCtr="0" anchor="t"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grpSp>
        <p:nvGrpSpPr>
          <p:cNvPr id="58" name="Google Shape;58;p4"/>
          <p:cNvGrpSpPr/>
          <p:nvPr/>
        </p:nvGrpSpPr>
        <p:grpSpPr>
          <a:xfrm rot="-1717495">
            <a:off x="-703321" y="246059"/>
            <a:ext cx="4317187" cy="4114819"/>
            <a:chOff x="0" y="0"/>
            <a:chExt cx="812800" cy="774700"/>
          </a:xfrm>
        </p:grpSpPr>
        <p:sp>
          <p:nvSpPr>
            <p:cNvPr id="59" name="Google Shape;59;p4"/>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60" name="Google Shape;60;p4"/>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61" name="Google Shape;61;p4"/>
          <p:cNvSpPr/>
          <p:nvPr/>
        </p:nvSpPr>
        <p:spPr>
          <a:xfrm>
            <a:off x="-94957" y="-207093"/>
            <a:ext cx="10253332" cy="10701187"/>
          </a:xfrm>
          <a:custGeom>
            <a:rect b="b" l="l" r="r" t="t"/>
            <a:pathLst>
              <a:path extrusionOk="0" h="10701187" w="10253332">
                <a:moveTo>
                  <a:pt x="0" y="0"/>
                </a:moveTo>
                <a:lnTo>
                  <a:pt x="10253332" y="0"/>
                </a:lnTo>
                <a:lnTo>
                  <a:pt x="10253332" y="10701186"/>
                </a:lnTo>
                <a:lnTo>
                  <a:pt x="0" y="10701186"/>
                </a:lnTo>
                <a:lnTo>
                  <a:pt x="0" y="0"/>
                </a:lnTo>
                <a:close/>
              </a:path>
            </a:pathLst>
          </a:custGeom>
          <a:blipFill rotWithShape="1">
            <a:blip r:embed="rId2">
              <a:alphaModFix/>
            </a:blip>
            <a:stretch>
              <a:fillRect b="0" l="-62248" r="-16268" t="-14028"/>
            </a:stretch>
          </a:blipFill>
          <a:ln>
            <a:noFill/>
          </a:ln>
        </p:spPr>
      </p:sp>
      <p:grpSp>
        <p:nvGrpSpPr>
          <p:cNvPr id="62" name="Google Shape;62;p4"/>
          <p:cNvGrpSpPr/>
          <p:nvPr/>
        </p:nvGrpSpPr>
        <p:grpSpPr>
          <a:xfrm rot="1204684">
            <a:off x="6502883" y="-652397"/>
            <a:ext cx="3268246" cy="3115047"/>
            <a:chOff x="0" y="0"/>
            <a:chExt cx="812800" cy="774700"/>
          </a:xfrm>
        </p:grpSpPr>
        <p:sp>
          <p:nvSpPr>
            <p:cNvPr id="63" name="Google Shape;63;p4"/>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64" name="Google Shape;64;p4"/>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65" name="Google Shape;65;p4"/>
          <p:cNvGrpSpPr/>
          <p:nvPr/>
        </p:nvGrpSpPr>
        <p:grpSpPr>
          <a:xfrm rot="-526258">
            <a:off x="10985940" y="-169915"/>
            <a:ext cx="2255809" cy="2150068"/>
            <a:chOff x="0" y="0"/>
            <a:chExt cx="812800" cy="774700"/>
          </a:xfrm>
        </p:grpSpPr>
        <p:sp>
          <p:nvSpPr>
            <p:cNvPr id="66" name="Google Shape;66;p4"/>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67" name="Google Shape;67;p4"/>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68" name="Google Shape;68;p4"/>
          <p:cNvGrpSpPr/>
          <p:nvPr/>
        </p:nvGrpSpPr>
        <p:grpSpPr>
          <a:xfrm rot="1269121">
            <a:off x="14295727" y="292317"/>
            <a:ext cx="1970936" cy="1878549"/>
            <a:chOff x="0" y="0"/>
            <a:chExt cx="812800" cy="774700"/>
          </a:xfrm>
        </p:grpSpPr>
        <p:sp>
          <p:nvSpPr>
            <p:cNvPr id="69" name="Google Shape;69;p4"/>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70" name="Google Shape;70;p4"/>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71" name="Google Shape;71;p4"/>
          <p:cNvGrpSpPr/>
          <p:nvPr/>
        </p:nvGrpSpPr>
        <p:grpSpPr>
          <a:xfrm rot="-440593">
            <a:off x="16951933" y="2019063"/>
            <a:ext cx="1432114" cy="1364983"/>
            <a:chOff x="0" y="0"/>
            <a:chExt cx="812800" cy="774700"/>
          </a:xfrm>
        </p:grpSpPr>
        <p:sp>
          <p:nvSpPr>
            <p:cNvPr id="72" name="Google Shape;72;p4"/>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73" name="Google Shape;73;p4"/>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3">
  <p:cSld name="CUSTOM_2">
    <p:spTree>
      <p:nvGrpSpPr>
        <p:cNvPr id="74" name="Shape 74"/>
        <p:cNvGrpSpPr/>
        <p:nvPr/>
      </p:nvGrpSpPr>
      <p:grpSpPr>
        <a:xfrm>
          <a:off x="0" y="0"/>
          <a:ext cx="0" cy="0"/>
          <a:chOff x="0" y="0"/>
          <a:chExt cx="0" cy="0"/>
        </a:xfrm>
      </p:grpSpPr>
      <p:sp>
        <p:nvSpPr>
          <p:cNvPr id="75" name="Google Shape;75;p5"/>
          <p:cNvSpPr txBox="1"/>
          <p:nvPr>
            <p:ph type="title"/>
          </p:nvPr>
        </p:nvSpPr>
        <p:spPr>
          <a:xfrm>
            <a:off x="457200" y="274638"/>
            <a:ext cx="8229600" cy="1143000"/>
          </a:xfrm>
          <a:prstGeom prst="rect">
            <a:avLst/>
          </a:prstGeom>
        </p:spPr>
        <p:txBody>
          <a:bodyPr anchorCtr="0" anchor="t"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
          <p:cNvSpPr/>
          <p:nvPr/>
        </p:nvSpPr>
        <p:spPr>
          <a:xfrm>
            <a:off x="9492729" y="478467"/>
            <a:ext cx="13456284" cy="9786825"/>
          </a:xfrm>
          <a:custGeom>
            <a:rect b="b" l="l" r="r" t="t"/>
            <a:pathLst>
              <a:path extrusionOk="0" h="9786825" w="13456284">
                <a:moveTo>
                  <a:pt x="0" y="0"/>
                </a:moveTo>
                <a:lnTo>
                  <a:pt x="13456285" y="0"/>
                </a:lnTo>
                <a:lnTo>
                  <a:pt x="13456285" y="9786825"/>
                </a:lnTo>
                <a:lnTo>
                  <a:pt x="0" y="9786825"/>
                </a:lnTo>
                <a:lnTo>
                  <a:pt x="0" y="0"/>
                </a:lnTo>
                <a:close/>
              </a:path>
            </a:pathLst>
          </a:custGeom>
          <a:blipFill rotWithShape="1">
            <a:blip r:embed="rId2">
              <a:alphaModFix/>
            </a:blip>
            <a:stretch>
              <a:fillRect b="0" l="-29589" r="0" t="0"/>
            </a:stretch>
          </a:blip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4">
  <p:cSld name="CUSTOM_3">
    <p:spTree>
      <p:nvGrpSpPr>
        <p:cNvPr id="77" name="Shape 77"/>
        <p:cNvGrpSpPr/>
        <p:nvPr/>
      </p:nvGrpSpPr>
      <p:grpSpPr>
        <a:xfrm>
          <a:off x="0" y="0"/>
          <a:ext cx="0" cy="0"/>
          <a:chOff x="0" y="0"/>
          <a:chExt cx="0" cy="0"/>
        </a:xfrm>
      </p:grpSpPr>
      <p:sp>
        <p:nvSpPr>
          <p:cNvPr id="78" name="Google Shape;78;p6"/>
          <p:cNvSpPr txBox="1"/>
          <p:nvPr>
            <p:ph type="title"/>
          </p:nvPr>
        </p:nvSpPr>
        <p:spPr>
          <a:xfrm>
            <a:off x="457200" y="274638"/>
            <a:ext cx="8229600" cy="1143000"/>
          </a:xfrm>
          <a:prstGeom prst="rect">
            <a:avLst/>
          </a:prstGeom>
        </p:spPr>
        <p:txBody>
          <a:bodyPr anchorCtr="0" anchor="t"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6"/>
          <p:cNvSpPr/>
          <p:nvPr/>
        </p:nvSpPr>
        <p:spPr>
          <a:xfrm>
            <a:off x="16002000" y="7809353"/>
            <a:ext cx="3429000" cy="3429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
        <p:nvSpPr>
          <p:cNvPr id="80" name="Google Shape;80;p6"/>
          <p:cNvSpPr/>
          <p:nvPr/>
        </p:nvSpPr>
        <p:spPr>
          <a:xfrm>
            <a:off x="12573000" y="7809353"/>
            <a:ext cx="3429000" cy="3429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
        <p:nvSpPr>
          <p:cNvPr id="81" name="Google Shape;81;p6"/>
          <p:cNvSpPr/>
          <p:nvPr/>
        </p:nvSpPr>
        <p:spPr>
          <a:xfrm>
            <a:off x="9144000" y="7809353"/>
            <a:ext cx="3429000" cy="3429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
        <p:nvSpPr>
          <p:cNvPr id="82" name="Google Shape;82;p6"/>
          <p:cNvSpPr/>
          <p:nvPr/>
        </p:nvSpPr>
        <p:spPr>
          <a:xfrm>
            <a:off x="5715000" y="7809353"/>
            <a:ext cx="3429000" cy="3429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
        <p:nvSpPr>
          <p:cNvPr id="83" name="Google Shape;83;p6"/>
          <p:cNvSpPr/>
          <p:nvPr/>
        </p:nvSpPr>
        <p:spPr>
          <a:xfrm>
            <a:off x="2286000" y="7809353"/>
            <a:ext cx="3429000" cy="3429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
        <p:nvSpPr>
          <p:cNvPr id="84" name="Google Shape;84;p6"/>
          <p:cNvSpPr/>
          <p:nvPr/>
        </p:nvSpPr>
        <p:spPr>
          <a:xfrm>
            <a:off x="-1143000" y="7809353"/>
            <a:ext cx="3429000" cy="3429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cxnSp>
        <p:nvCxnSpPr>
          <p:cNvPr id="85" name="Google Shape;85;p6"/>
          <p:cNvCxnSpPr/>
          <p:nvPr/>
        </p:nvCxnSpPr>
        <p:spPr>
          <a:xfrm>
            <a:off x="1028878" y="4634471"/>
            <a:ext cx="4248600" cy="0"/>
          </a:xfrm>
          <a:prstGeom prst="straightConnector1">
            <a:avLst/>
          </a:prstGeom>
          <a:noFill/>
          <a:ln cap="flat" cmpd="sng" w="50800">
            <a:solidFill>
              <a:srgbClr val="8ACE03"/>
            </a:solidFill>
            <a:prstDash val="solid"/>
            <a:round/>
            <a:headEnd len="sm" w="sm" type="none"/>
            <a:tailEnd len="sm" w="sm" type="none"/>
          </a:ln>
        </p:spPr>
      </p:cxnSp>
      <p:sp>
        <p:nvSpPr>
          <p:cNvPr id="86" name="Google Shape;86;p6"/>
          <p:cNvSpPr txBox="1"/>
          <p:nvPr/>
        </p:nvSpPr>
        <p:spPr>
          <a:xfrm>
            <a:off x="1028700" y="3678215"/>
            <a:ext cx="11826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8ACE03"/>
                </a:solidFill>
                <a:latin typeface="Arial"/>
                <a:ea typeface="Arial"/>
                <a:cs typeface="Arial"/>
                <a:sym typeface="Arial"/>
              </a:rPr>
              <a:t>01</a:t>
            </a:r>
            <a:endParaRPr/>
          </a:p>
        </p:txBody>
      </p:sp>
      <p:cxnSp>
        <p:nvCxnSpPr>
          <p:cNvPr id="87" name="Google Shape;87;p6"/>
          <p:cNvCxnSpPr/>
          <p:nvPr/>
        </p:nvCxnSpPr>
        <p:spPr>
          <a:xfrm>
            <a:off x="6610204" y="4634471"/>
            <a:ext cx="4248600" cy="0"/>
          </a:xfrm>
          <a:prstGeom prst="straightConnector1">
            <a:avLst/>
          </a:prstGeom>
          <a:noFill/>
          <a:ln cap="flat" cmpd="sng" w="50800">
            <a:solidFill>
              <a:srgbClr val="8ACE03"/>
            </a:solidFill>
            <a:prstDash val="solid"/>
            <a:round/>
            <a:headEnd len="sm" w="sm" type="none"/>
            <a:tailEnd len="sm" w="sm" type="none"/>
          </a:ln>
        </p:spPr>
      </p:cxnSp>
      <p:sp>
        <p:nvSpPr>
          <p:cNvPr id="88" name="Google Shape;88;p6"/>
          <p:cNvSpPr txBox="1"/>
          <p:nvPr/>
        </p:nvSpPr>
        <p:spPr>
          <a:xfrm>
            <a:off x="6610026" y="3678215"/>
            <a:ext cx="11826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8ACE03"/>
                </a:solidFill>
                <a:latin typeface="Arial"/>
                <a:ea typeface="Arial"/>
                <a:cs typeface="Arial"/>
                <a:sym typeface="Arial"/>
              </a:rPr>
              <a:t>02</a:t>
            </a:r>
            <a:endParaRPr/>
          </a:p>
        </p:txBody>
      </p:sp>
      <p:cxnSp>
        <p:nvCxnSpPr>
          <p:cNvPr id="89" name="Google Shape;89;p6"/>
          <p:cNvCxnSpPr/>
          <p:nvPr/>
        </p:nvCxnSpPr>
        <p:spPr>
          <a:xfrm>
            <a:off x="12192356" y="4634471"/>
            <a:ext cx="4248600" cy="0"/>
          </a:xfrm>
          <a:prstGeom prst="straightConnector1">
            <a:avLst/>
          </a:prstGeom>
          <a:noFill/>
          <a:ln cap="flat" cmpd="sng" w="50800">
            <a:solidFill>
              <a:srgbClr val="8ACE03"/>
            </a:solidFill>
            <a:prstDash val="solid"/>
            <a:round/>
            <a:headEnd len="sm" w="sm" type="none"/>
            <a:tailEnd len="sm" w="sm" type="none"/>
          </a:ln>
        </p:spPr>
      </p:cxnSp>
      <p:sp>
        <p:nvSpPr>
          <p:cNvPr id="90" name="Google Shape;90;p6"/>
          <p:cNvSpPr txBox="1"/>
          <p:nvPr/>
        </p:nvSpPr>
        <p:spPr>
          <a:xfrm>
            <a:off x="12192178" y="3678215"/>
            <a:ext cx="11826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8ACE03"/>
                </a:solidFill>
                <a:latin typeface="Arial"/>
                <a:ea typeface="Arial"/>
                <a:cs typeface="Arial"/>
                <a:sym typeface="Arial"/>
              </a:rPr>
              <a:t>03</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5">
  <p:cSld name="CUSTOM_4">
    <p:spTree>
      <p:nvGrpSpPr>
        <p:cNvPr id="91" name="Shape 91"/>
        <p:cNvGrpSpPr/>
        <p:nvPr/>
      </p:nvGrpSpPr>
      <p:grpSpPr>
        <a:xfrm>
          <a:off x="0" y="0"/>
          <a:ext cx="0" cy="0"/>
          <a:chOff x="0" y="0"/>
          <a:chExt cx="0" cy="0"/>
        </a:xfrm>
      </p:grpSpPr>
      <p:sp>
        <p:nvSpPr>
          <p:cNvPr id="92" name="Google Shape;92;p7"/>
          <p:cNvSpPr txBox="1"/>
          <p:nvPr>
            <p:ph type="title"/>
          </p:nvPr>
        </p:nvSpPr>
        <p:spPr>
          <a:xfrm>
            <a:off x="457200" y="274638"/>
            <a:ext cx="8229600" cy="1143000"/>
          </a:xfrm>
          <a:prstGeom prst="rect">
            <a:avLst/>
          </a:prstGeom>
        </p:spPr>
        <p:txBody>
          <a:bodyPr anchorCtr="0" anchor="t"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cxnSp>
        <p:nvCxnSpPr>
          <p:cNvPr id="93" name="Google Shape;93;p7"/>
          <p:cNvCxnSpPr/>
          <p:nvPr/>
        </p:nvCxnSpPr>
        <p:spPr>
          <a:xfrm>
            <a:off x="0" y="6075426"/>
            <a:ext cx="18288000" cy="0"/>
          </a:xfrm>
          <a:prstGeom prst="straightConnector1">
            <a:avLst/>
          </a:prstGeom>
          <a:noFill/>
          <a:ln cap="flat" cmpd="sng" w="95250">
            <a:solidFill>
              <a:srgbClr val="5C8A00"/>
            </a:solidFill>
            <a:prstDash val="solid"/>
            <a:round/>
            <a:headEnd len="sm" w="sm" type="none"/>
            <a:tailEnd len="sm" w="sm" type="none"/>
          </a:ln>
        </p:spPr>
      </p:cxnSp>
      <p:grpSp>
        <p:nvGrpSpPr>
          <p:cNvPr id="94" name="Google Shape;94;p7"/>
          <p:cNvGrpSpPr/>
          <p:nvPr/>
        </p:nvGrpSpPr>
        <p:grpSpPr>
          <a:xfrm>
            <a:off x="1028700" y="5423278"/>
            <a:ext cx="1049244" cy="1000060"/>
            <a:chOff x="0" y="0"/>
            <a:chExt cx="812800" cy="774700"/>
          </a:xfrm>
        </p:grpSpPr>
        <p:sp>
          <p:nvSpPr>
            <p:cNvPr id="95" name="Google Shape;95;p7"/>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96" name="Google Shape;96;p7"/>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97" name="Google Shape;97;p7"/>
          <p:cNvGrpSpPr/>
          <p:nvPr/>
        </p:nvGrpSpPr>
        <p:grpSpPr>
          <a:xfrm>
            <a:off x="8194972" y="5423278"/>
            <a:ext cx="1049244" cy="1000060"/>
            <a:chOff x="0" y="0"/>
            <a:chExt cx="812800" cy="774700"/>
          </a:xfrm>
        </p:grpSpPr>
        <p:sp>
          <p:nvSpPr>
            <p:cNvPr id="98" name="Google Shape;98;p7"/>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99" name="Google Shape;99;p7"/>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00" name="Google Shape;100;p7"/>
          <p:cNvGrpSpPr/>
          <p:nvPr/>
        </p:nvGrpSpPr>
        <p:grpSpPr>
          <a:xfrm>
            <a:off x="4611836" y="5423278"/>
            <a:ext cx="1049244" cy="1000060"/>
            <a:chOff x="0" y="0"/>
            <a:chExt cx="812800" cy="774700"/>
          </a:xfrm>
        </p:grpSpPr>
        <p:sp>
          <p:nvSpPr>
            <p:cNvPr id="101" name="Google Shape;101;p7"/>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102" name="Google Shape;102;p7"/>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03" name="Google Shape;103;p7"/>
          <p:cNvGrpSpPr/>
          <p:nvPr/>
        </p:nvGrpSpPr>
        <p:grpSpPr>
          <a:xfrm>
            <a:off x="11778108" y="5423278"/>
            <a:ext cx="1049244" cy="1000060"/>
            <a:chOff x="0" y="0"/>
            <a:chExt cx="812800" cy="774700"/>
          </a:xfrm>
        </p:grpSpPr>
        <p:sp>
          <p:nvSpPr>
            <p:cNvPr id="104" name="Google Shape;104;p7"/>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105" name="Google Shape;105;p7"/>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06" name="Google Shape;106;p7"/>
          <p:cNvSpPr/>
          <p:nvPr/>
        </p:nvSpPr>
        <p:spPr>
          <a:xfrm>
            <a:off x="15236952" y="0"/>
            <a:ext cx="3048000" cy="3048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
        <p:nvSpPr>
          <p:cNvPr id="107" name="Google Shape;107;p7"/>
          <p:cNvSpPr/>
          <p:nvPr/>
        </p:nvSpPr>
        <p:spPr>
          <a:xfrm>
            <a:off x="27795" y="7235952"/>
            <a:ext cx="3048000" cy="3048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6">
  <p:cSld name="CUSTOM_5">
    <p:bg>
      <p:bgPr>
        <a:solidFill>
          <a:srgbClr val="8ACE03"/>
        </a:solidFill>
      </p:bgPr>
    </p:bg>
    <p:spTree>
      <p:nvGrpSpPr>
        <p:cNvPr id="108" name="Shape 108"/>
        <p:cNvGrpSpPr/>
        <p:nvPr/>
      </p:nvGrpSpPr>
      <p:grpSpPr>
        <a:xfrm>
          <a:off x="0" y="0"/>
          <a:ext cx="0" cy="0"/>
          <a:chOff x="0" y="0"/>
          <a:chExt cx="0" cy="0"/>
        </a:xfrm>
      </p:grpSpPr>
      <p:grpSp>
        <p:nvGrpSpPr>
          <p:cNvPr id="109" name="Google Shape;109;p8"/>
          <p:cNvGrpSpPr/>
          <p:nvPr/>
        </p:nvGrpSpPr>
        <p:grpSpPr>
          <a:xfrm rot="-1467106">
            <a:off x="10502296" y="3843112"/>
            <a:ext cx="3354471" cy="3197230"/>
            <a:chOff x="0" y="0"/>
            <a:chExt cx="812800" cy="774700"/>
          </a:xfrm>
        </p:grpSpPr>
        <p:sp>
          <p:nvSpPr>
            <p:cNvPr id="110" name="Google Shape;110;p8"/>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111" name="Google Shape;111;p8"/>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12" name="Google Shape;112;p8"/>
          <p:cNvGrpSpPr/>
          <p:nvPr/>
        </p:nvGrpSpPr>
        <p:grpSpPr>
          <a:xfrm>
            <a:off x="0" y="8495271"/>
            <a:ext cx="19585319" cy="1785938"/>
            <a:chOff x="0" y="0"/>
            <a:chExt cx="26113758" cy="2381250"/>
          </a:xfrm>
        </p:grpSpPr>
        <p:sp>
          <p:nvSpPr>
            <p:cNvPr id="113" name="Google Shape;113;p8"/>
            <p:cNvSpPr/>
            <p:nvPr/>
          </p:nvSpPr>
          <p:spPr>
            <a:xfrm>
              <a:off x="0" y="0"/>
              <a:ext cx="2381250" cy="238125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114" name="Google Shape;114;p8"/>
            <p:cNvSpPr/>
            <p:nvPr/>
          </p:nvSpPr>
          <p:spPr>
            <a:xfrm>
              <a:off x="2388973" y="0"/>
              <a:ext cx="2381250" cy="238125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115" name="Google Shape;115;p8"/>
            <p:cNvSpPr/>
            <p:nvPr/>
          </p:nvSpPr>
          <p:spPr>
            <a:xfrm>
              <a:off x="4777945" y="0"/>
              <a:ext cx="2381250" cy="238125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116" name="Google Shape;116;p8"/>
            <p:cNvSpPr/>
            <p:nvPr/>
          </p:nvSpPr>
          <p:spPr>
            <a:xfrm>
              <a:off x="7166918" y="0"/>
              <a:ext cx="2381250" cy="238125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117" name="Google Shape;117;p8"/>
            <p:cNvSpPr/>
            <p:nvPr/>
          </p:nvSpPr>
          <p:spPr>
            <a:xfrm>
              <a:off x="9477281" y="0"/>
              <a:ext cx="2381250" cy="238125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118" name="Google Shape;118;p8"/>
            <p:cNvSpPr/>
            <p:nvPr/>
          </p:nvSpPr>
          <p:spPr>
            <a:xfrm>
              <a:off x="11866254" y="0"/>
              <a:ext cx="2381250" cy="238125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119" name="Google Shape;119;p8"/>
            <p:cNvSpPr/>
            <p:nvPr/>
          </p:nvSpPr>
          <p:spPr>
            <a:xfrm>
              <a:off x="14255226" y="0"/>
              <a:ext cx="2381250" cy="238125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120" name="Google Shape;120;p8"/>
            <p:cNvSpPr/>
            <p:nvPr/>
          </p:nvSpPr>
          <p:spPr>
            <a:xfrm>
              <a:off x="16644199" y="0"/>
              <a:ext cx="2381250" cy="238125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121" name="Google Shape;121;p8"/>
            <p:cNvSpPr/>
            <p:nvPr/>
          </p:nvSpPr>
          <p:spPr>
            <a:xfrm>
              <a:off x="19033171" y="0"/>
              <a:ext cx="2381250" cy="238125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122" name="Google Shape;122;p8"/>
            <p:cNvSpPr/>
            <p:nvPr/>
          </p:nvSpPr>
          <p:spPr>
            <a:xfrm>
              <a:off x="21422144" y="0"/>
              <a:ext cx="2381250" cy="238125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123" name="Google Shape;123;p8"/>
            <p:cNvSpPr/>
            <p:nvPr/>
          </p:nvSpPr>
          <p:spPr>
            <a:xfrm>
              <a:off x="23732508" y="0"/>
              <a:ext cx="2381250" cy="238125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grpSp>
      <p:sp>
        <p:nvSpPr>
          <p:cNvPr id="124" name="Google Shape;124;p8"/>
          <p:cNvSpPr/>
          <p:nvPr/>
        </p:nvSpPr>
        <p:spPr>
          <a:xfrm>
            <a:off x="4319915" y="-217012"/>
            <a:ext cx="13968085" cy="11317496"/>
          </a:xfrm>
          <a:custGeom>
            <a:rect b="b" l="l" r="r" t="t"/>
            <a:pathLst>
              <a:path extrusionOk="0" h="11317496" w="13968085">
                <a:moveTo>
                  <a:pt x="0" y="0"/>
                </a:moveTo>
                <a:lnTo>
                  <a:pt x="13968085" y="0"/>
                </a:lnTo>
                <a:lnTo>
                  <a:pt x="13968085" y="11317496"/>
                </a:lnTo>
                <a:lnTo>
                  <a:pt x="0" y="11317496"/>
                </a:lnTo>
                <a:lnTo>
                  <a:pt x="0" y="0"/>
                </a:lnTo>
                <a:close/>
              </a:path>
            </a:pathLst>
          </a:custGeom>
          <a:blipFill rotWithShape="1">
            <a:blip r:embed="rId2">
              <a:alphaModFix/>
            </a:blip>
            <a:stretch>
              <a:fillRect b="0" l="-3808" r="-15439" t="-10389"/>
            </a:stretch>
          </a:blipFill>
          <a:ln>
            <a:noFill/>
          </a:ln>
        </p:spPr>
      </p:sp>
      <p:grpSp>
        <p:nvGrpSpPr>
          <p:cNvPr id="125" name="Google Shape;125;p8"/>
          <p:cNvGrpSpPr/>
          <p:nvPr/>
        </p:nvGrpSpPr>
        <p:grpSpPr>
          <a:xfrm rot="1196134">
            <a:off x="15539089" y="333428"/>
            <a:ext cx="2427221" cy="2313445"/>
            <a:chOff x="0" y="0"/>
            <a:chExt cx="812800" cy="774700"/>
          </a:xfrm>
        </p:grpSpPr>
        <p:sp>
          <p:nvSpPr>
            <p:cNvPr id="126" name="Google Shape;126;p8"/>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127" name="Google Shape;127;p8"/>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28" name="Google Shape;128;p8"/>
          <p:cNvGrpSpPr/>
          <p:nvPr/>
        </p:nvGrpSpPr>
        <p:grpSpPr>
          <a:xfrm rot="-260840">
            <a:off x="15685785" y="7524386"/>
            <a:ext cx="2037293" cy="1941795"/>
            <a:chOff x="0" y="0"/>
            <a:chExt cx="812800" cy="774700"/>
          </a:xfrm>
        </p:grpSpPr>
        <p:sp>
          <p:nvSpPr>
            <p:cNvPr id="129" name="Google Shape;129;p8"/>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130" name="Google Shape;130;p8"/>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31" name="Google Shape;131;p8"/>
          <p:cNvGrpSpPr/>
          <p:nvPr/>
        </p:nvGrpSpPr>
        <p:grpSpPr>
          <a:xfrm rot="-260825">
            <a:off x="4037337" y="6721245"/>
            <a:ext cx="1529131" cy="1457453"/>
            <a:chOff x="0" y="0"/>
            <a:chExt cx="812800" cy="774700"/>
          </a:xfrm>
        </p:grpSpPr>
        <p:sp>
          <p:nvSpPr>
            <p:cNvPr id="132" name="Google Shape;132;p8"/>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133" name="Google Shape;133;p8"/>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6 1">
  <p:cSld name="CUSTOM_5_1">
    <p:bg>
      <p:bgPr>
        <a:solidFill>
          <a:srgbClr val="8ACE03"/>
        </a:solidFill>
      </p:bgPr>
    </p:bg>
    <p:spTree>
      <p:nvGrpSpPr>
        <p:cNvPr id="134" name="Shape 134"/>
        <p:cNvGrpSpPr/>
        <p:nvPr/>
      </p:nvGrpSpPr>
      <p:grpSpPr>
        <a:xfrm>
          <a:off x="0" y="0"/>
          <a:ext cx="0" cy="0"/>
          <a:chOff x="0" y="0"/>
          <a:chExt cx="0" cy="0"/>
        </a:xfrm>
      </p:grpSpPr>
      <p:sp>
        <p:nvSpPr>
          <p:cNvPr id="135" name="Google Shape;135;p9"/>
          <p:cNvSpPr/>
          <p:nvPr/>
        </p:nvSpPr>
        <p:spPr>
          <a:xfrm flipH="1">
            <a:off x="6671563" y="1684154"/>
            <a:ext cx="6589189" cy="7574146"/>
          </a:xfrm>
          <a:custGeom>
            <a:rect b="b" l="l" r="r" t="t"/>
            <a:pathLst>
              <a:path extrusionOk="0" h="7574146" w="6589189">
                <a:moveTo>
                  <a:pt x="6589189" y="0"/>
                </a:moveTo>
                <a:lnTo>
                  <a:pt x="0" y="0"/>
                </a:lnTo>
                <a:lnTo>
                  <a:pt x="0" y="7574146"/>
                </a:lnTo>
                <a:lnTo>
                  <a:pt x="6589189" y="7574146"/>
                </a:lnTo>
                <a:lnTo>
                  <a:pt x="6589189" y="0"/>
                </a:lnTo>
                <a:close/>
              </a:path>
            </a:pathLst>
          </a:custGeom>
          <a:blipFill rotWithShape="1">
            <a:blip r:embed="rId2">
              <a:alphaModFix amt="80000"/>
            </a:blip>
            <a:stretch>
              <a:fillRect b="-82464" l="-153330" r="-48994" t="-80554"/>
            </a:stretch>
          </a:blipFill>
          <a:ln>
            <a:noFill/>
          </a:ln>
        </p:spPr>
      </p:sp>
      <p:grpSp>
        <p:nvGrpSpPr>
          <p:cNvPr id="136" name="Google Shape;136;p9"/>
          <p:cNvGrpSpPr/>
          <p:nvPr/>
        </p:nvGrpSpPr>
        <p:grpSpPr>
          <a:xfrm rot="1686129">
            <a:off x="6742730" y="7515816"/>
            <a:ext cx="3066604" cy="2922857"/>
            <a:chOff x="0" y="0"/>
            <a:chExt cx="812800" cy="774700"/>
          </a:xfrm>
        </p:grpSpPr>
        <p:sp>
          <p:nvSpPr>
            <p:cNvPr id="137" name="Google Shape;137;p9"/>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138" name="Google Shape;138;p9"/>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39" name="Google Shape;139;p9"/>
          <p:cNvSpPr/>
          <p:nvPr/>
        </p:nvSpPr>
        <p:spPr>
          <a:xfrm flipH="1">
            <a:off x="12731364" y="1684154"/>
            <a:ext cx="6489251" cy="7574146"/>
          </a:xfrm>
          <a:custGeom>
            <a:rect b="b" l="l" r="r" t="t"/>
            <a:pathLst>
              <a:path extrusionOk="0" h="7574146" w="6489251">
                <a:moveTo>
                  <a:pt x="6489251" y="0"/>
                </a:moveTo>
                <a:lnTo>
                  <a:pt x="0" y="0"/>
                </a:lnTo>
                <a:lnTo>
                  <a:pt x="0" y="7574146"/>
                </a:lnTo>
                <a:lnTo>
                  <a:pt x="6489251" y="7574146"/>
                </a:lnTo>
                <a:lnTo>
                  <a:pt x="6489251" y="0"/>
                </a:lnTo>
                <a:close/>
              </a:path>
            </a:pathLst>
          </a:custGeom>
          <a:blipFill rotWithShape="1">
            <a:blip r:embed="rId2">
              <a:alphaModFix amt="80000"/>
            </a:blip>
            <a:stretch>
              <a:fillRect b="-83784" l="-46354" r="-160629" t="-79234"/>
            </a:stretch>
          </a:blipFill>
          <a:ln>
            <a:noFill/>
          </a:ln>
        </p:spPr>
      </p:sp>
      <p:grpSp>
        <p:nvGrpSpPr>
          <p:cNvPr id="140" name="Google Shape;140;p9"/>
          <p:cNvGrpSpPr/>
          <p:nvPr/>
        </p:nvGrpSpPr>
        <p:grpSpPr>
          <a:xfrm rot="-1320466">
            <a:off x="11540213" y="602341"/>
            <a:ext cx="4106813" cy="3914306"/>
            <a:chOff x="0" y="0"/>
            <a:chExt cx="812800" cy="774700"/>
          </a:xfrm>
        </p:grpSpPr>
        <p:sp>
          <p:nvSpPr>
            <p:cNvPr id="141" name="Google Shape;141;p9"/>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142" name="Google Shape;142;p9"/>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43" name="Google Shape;143;p9"/>
          <p:cNvGrpSpPr/>
          <p:nvPr/>
        </p:nvGrpSpPr>
        <p:grpSpPr>
          <a:xfrm rot="449371">
            <a:off x="14907996" y="8124410"/>
            <a:ext cx="1475383" cy="1406224"/>
            <a:chOff x="0" y="0"/>
            <a:chExt cx="812800" cy="774700"/>
          </a:xfrm>
        </p:grpSpPr>
        <p:sp>
          <p:nvSpPr>
            <p:cNvPr id="144" name="Google Shape;144;p9"/>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145" name="Google Shape;145;p9"/>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7">
  <p:cSld name="CUSTOM_6">
    <p:spTree>
      <p:nvGrpSpPr>
        <p:cNvPr id="146" name="Shape 146"/>
        <p:cNvGrpSpPr/>
        <p:nvPr/>
      </p:nvGrpSpPr>
      <p:grpSpPr>
        <a:xfrm>
          <a:off x="0" y="0"/>
          <a:ext cx="0" cy="0"/>
          <a:chOff x="0" y="0"/>
          <a:chExt cx="0" cy="0"/>
        </a:xfrm>
      </p:grpSpPr>
      <p:sp>
        <p:nvSpPr>
          <p:cNvPr id="147" name="Google Shape;147;p10"/>
          <p:cNvSpPr txBox="1"/>
          <p:nvPr>
            <p:ph type="title"/>
          </p:nvPr>
        </p:nvSpPr>
        <p:spPr>
          <a:xfrm>
            <a:off x="457200" y="274638"/>
            <a:ext cx="8229600" cy="1143000"/>
          </a:xfrm>
          <a:prstGeom prst="rect">
            <a:avLst/>
          </a:prstGeom>
        </p:spPr>
        <p:txBody>
          <a:bodyPr anchorCtr="0" anchor="t"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8" name="Google Shape;148;p10"/>
          <p:cNvSpPr/>
          <p:nvPr/>
        </p:nvSpPr>
        <p:spPr>
          <a:xfrm rot="-223697">
            <a:off x="-2445549" y="921657"/>
            <a:ext cx="10626639" cy="10420335"/>
          </a:xfrm>
          <a:custGeom>
            <a:rect b="b" l="l" r="r" t="t"/>
            <a:pathLst>
              <a:path extrusionOk="0" h="10424343" w="10630726">
                <a:moveTo>
                  <a:pt x="0" y="0"/>
                </a:moveTo>
                <a:lnTo>
                  <a:pt x="10630726" y="0"/>
                </a:lnTo>
                <a:lnTo>
                  <a:pt x="10630726" y="10424342"/>
                </a:lnTo>
                <a:lnTo>
                  <a:pt x="0" y="10424342"/>
                </a:lnTo>
                <a:lnTo>
                  <a:pt x="0" y="0"/>
                </a:lnTo>
                <a:close/>
              </a:path>
            </a:pathLst>
          </a:custGeom>
          <a:blipFill rotWithShape="1">
            <a:blip r:embed="rId2">
              <a:alphaModFix amt="30000"/>
            </a:blip>
            <a:stretch>
              <a:fillRect b="-8419" l="-98644" r="-27247" t="-45157"/>
            </a:stretch>
          </a:blipFill>
          <a:ln>
            <a:noFill/>
          </a:ln>
        </p:spPr>
      </p:sp>
      <p:cxnSp>
        <p:nvCxnSpPr>
          <p:cNvPr id="149" name="Google Shape;149;p10"/>
          <p:cNvCxnSpPr/>
          <p:nvPr/>
        </p:nvCxnSpPr>
        <p:spPr>
          <a:xfrm>
            <a:off x="10947535" y="2928974"/>
            <a:ext cx="6104400" cy="0"/>
          </a:xfrm>
          <a:prstGeom prst="straightConnector1">
            <a:avLst/>
          </a:prstGeom>
          <a:noFill/>
          <a:ln cap="flat" cmpd="sng" w="50800">
            <a:solidFill>
              <a:srgbClr val="8ACE03"/>
            </a:solidFill>
            <a:prstDash val="solid"/>
            <a:round/>
            <a:headEnd len="sm" w="sm" type="none"/>
            <a:tailEnd len="sm" w="sm" type="none"/>
          </a:ln>
        </p:spPr>
      </p:cxnSp>
      <p:sp>
        <p:nvSpPr>
          <p:cNvPr id="150" name="Google Shape;150;p10"/>
          <p:cNvSpPr txBox="1"/>
          <p:nvPr/>
        </p:nvSpPr>
        <p:spPr>
          <a:xfrm>
            <a:off x="10947357" y="1972718"/>
            <a:ext cx="1182600" cy="7389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4800" u="none" cap="none" strike="noStrike">
                <a:solidFill>
                  <a:srgbClr val="8ACE03"/>
                </a:solidFill>
                <a:latin typeface="Arial"/>
                <a:ea typeface="Arial"/>
                <a:cs typeface="Arial"/>
                <a:sym typeface="Arial"/>
              </a:rPr>
              <a:t>01</a:t>
            </a:r>
            <a:endParaRPr/>
          </a:p>
        </p:txBody>
      </p:sp>
      <p:cxnSp>
        <p:nvCxnSpPr>
          <p:cNvPr id="151" name="Google Shape;151;p10"/>
          <p:cNvCxnSpPr/>
          <p:nvPr/>
        </p:nvCxnSpPr>
        <p:spPr>
          <a:xfrm>
            <a:off x="10947535" y="6735512"/>
            <a:ext cx="6104400" cy="0"/>
          </a:xfrm>
          <a:prstGeom prst="straightConnector1">
            <a:avLst/>
          </a:prstGeom>
          <a:noFill/>
          <a:ln cap="flat" cmpd="sng" w="50800">
            <a:solidFill>
              <a:srgbClr val="8ACE03"/>
            </a:solidFill>
            <a:prstDash val="solid"/>
            <a:round/>
            <a:headEnd len="sm" w="sm" type="none"/>
            <a:tailEnd len="sm" w="sm" type="none"/>
          </a:ln>
        </p:spPr>
      </p:cxnSp>
      <p:sp>
        <p:nvSpPr>
          <p:cNvPr id="152" name="Google Shape;152;p10"/>
          <p:cNvSpPr txBox="1"/>
          <p:nvPr/>
        </p:nvSpPr>
        <p:spPr>
          <a:xfrm>
            <a:off x="10947357" y="5779256"/>
            <a:ext cx="1182600" cy="7389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4800" u="none" cap="none" strike="noStrike">
                <a:solidFill>
                  <a:srgbClr val="8ACE03"/>
                </a:solidFill>
                <a:latin typeface="Arial"/>
                <a:ea typeface="Arial"/>
                <a:cs typeface="Arial"/>
                <a:sym typeface="Arial"/>
              </a:rPr>
              <a:t>02</a:t>
            </a:r>
            <a:endParaRPr/>
          </a:p>
        </p:txBody>
      </p:sp>
      <p:grpSp>
        <p:nvGrpSpPr>
          <p:cNvPr id="153" name="Google Shape;153;p10"/>
          <p:cNvGrpSpPr/>
          <p:nvPr/>
        </p:nvGrpSpPr>
        <p:grpSpPr>
          <a:xfrm>
            <a:off x="5188497" y="6969287"/>
            <a:ext cx="1272601" cy="1212948"/>
            <a:chOff x="0" y="0"/>
            <a:chExt cx="812800" cy="774700"/>
          </a:xfrm>
        </p:grpSpPr>
        <p:sp>
          <p:nvSpPr>
            <p:cNvPr id="154" name="Google Shape;154;p10"/>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5C8A00"/>
            </a:solidFill>
            <a:ln>
              <a:noFill/>
            </a:ln>
          </p:spPr>
        </p:sp>
        <p:sp>
          <p:nvSpPr>
            <p:cNvPr id="155" name="Google Shape;155;p10"/>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56" name="Google Shape;156;p10"/>
          <p:cNvGrpSpPr/>
          <p:nvPr/>
        </p:nvGrpSpPr>
        <p:grpSpPr>
          <a:xfrm>
            <a:off x="6726760" y="6969287"/>
            <a:ext cx="1272601" cy="1212948"/>
            <a:chOff x="0" y="0"/>
            <a:chExt cx="812800" cy="774700"/>
          </a:xfrm>
        </p:grpSpPr>
        <p:sp>
          <p:nvSpPr>
            <p:cNvPr id="157" name="Google Shape;157;p10"/>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5C8A00"/>
            </a:solidFill>
            <a:ln>
              <a:noFill/>
            </a:ln>
          </p:spPr>
        </p:sp>
        <p:sp>
          <p:nvSpPr>
            <p:cNvPr id="158" name="Google Shape;158;p10"/>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59" name="Google Shape;159;p10"/>
          <p:cNvGrpSpPr/>
          <p:nvPr/>
        </p:nvGrpSpPr>
        <p:grpSpPr>
          <a:xfrm>
            <a:off x="8265023" y="6969287"/>
            <a:ext cx="1272601" cy="1212948"/>
            <a:chOff x="0" y="0"/>
            <a:chExt cx="812800" cy="774700"/>
          </a:xfrm>
        </p:grpSpPr>
        <p:sp>
          <p:nvSpPr>
            <p:cNvPr id="160" name="Google Shape;160;p10"/>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5C8A00"/>
            </a:solidFill>
            <a:ln>
              <a:noFill/>
            </a:ln>
          </p:spPr>
        </p:sp>
        <p:sp>
          <p:nvSpPr>
            <p:cNvPr id="161" name="Google Shape;161;p10"/>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8">
  <p:cSld name="CUSTOM_7">
    <p:spTree>
      <p:nvGrpSpPr>
        <p:cNvPr id="162" name="Shape 162"/>
        <p:cNvGrpSpPr/>
        <p:nvPr/>
      </p:nvGrpSpPr>
      <p:grpSpPr>
        <a:xfrm>
          <a:off x="0" y="0"/>
          <a:ext cx="0" cy="0"/>
          <a:chOff x="0" y="0"/>
          <a:chExt cx="0" cy="0"/>
        </a:xfrm>
      </p:grpSpPr>
      <p:sp>
        <p:nvSpPr>
          <p:cNvPr id="163" name="Google Shape;163;p11"/>
          <p:cNvSpPr txBox="1"/>
          <p:nvPr>
            <p:ph type="title"/>
          </p:nvPr>
        </p:nvSpPr>
        <p:spPr>
          <a:xfrm>
            <a:off x="457200" y="274638"/>
            <a:ext cx="8229600" cy="1143000"/>
          </a:xfrm>
          <a:prstGeom prst="rect">
            <a:avLst/>
          </a:prstGeom>
        </p:spPr>
        <p:txBody>
          <a:bodyPr anchorCtr="0" anchor="t"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4" name="Google Shape;164;p11"/>
          <p:cNvSpPr/>
          <p:nvPr/>
        </p:nvSpPr>
        <p:spPr>
          <a:xfrm>
            <a:off x="0" y="0"/>
            <a:ext cx="1793875" cy="1793875"/>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5C8A00"/>
          </a:solidFill>
          <a:ln>
            <a:noFill/>
          </a:ln>
        </p:spPr>
      </p:sp>
      <p:sp>
        <p:nvSpPr>
          <p:cNvPr id="165" name="Google Shape;165;p11"/>
          <p:cNvSpPr/>
          <p:nvPr/>
        </p:nvSpPr>
        <p:spPr>
          <a:xfrm>
            <a:off x="1791729" y="0"/>
            <a:ext cx="1793875" cy="1793875"/>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5C8A00"/>
          </a:solidFill>
          <a:ln>
            <a:noFill/>
          </a:ln>
        </p:spPr>
      </p:sp>
      <p:sp>
        <p:nvSpPr>
          <p:cNvPr id="166" name="Google Shape;166;p11"/>
          <p:cNvSpPr/>
          <p:nvPr/>
        </p:nvSpPr>
        <p:spPr>
          <a:xfrm>
            <a:off x="3583459" y="0"/>
            <a:ext cx="1793875" cy="1793875"/>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5C8A00"/>
          </a:solidFill>
          <a:ln>
            <a:noFill/>
          </a:ln>
        </p:spPr>
      </p:sp>
      <p:sp>
        <p:nvSpPr>
          <p:cNvPr id="167" name="Google Shape;167;p11"/>
          <p:cNvSpPr/>
          <p:nvPr/>
        </p:nvSpPr>
        <p:spPr>
          <a:xfrm>
            <a:off x="5375188" y="0"/>
            <a:ext cx="1793875" cy="1793875"/>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5C8A00"/>
          </a:solidFill>
          <a:ln>
            <a:noFill/>
          </a:ln>
        </p:spPr>
      </p:sp>
      <p:sp>
        <p:nvSpPr>
          <p:cNvPr id="168" name="Google Shape;168;p11"/>
          <p:cNvSpPr/>
          <p:nvPr/>
        </p:nvSpPr>
        <p:spPr>
          <a:xfrm>
            <a:off x="7107961" y="0"/>
            <a:ext cx="1793875" cy="1793875"/>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5C8A00"/>
          </a:solidFill>
          <a:ln>
            <a:noFill/>
          </a:ln>
        </p:spPr>
      </p:sp>
      <p:sp>
        <p:nvSpPr>
          <p:cNvPr id="169" name="Google Shape;169;p11"/>
          <p:cNvSpPr/>
          <p:nvPr/>
        </p:nvSpPr>
        <p:spPr>
          <a:xfrm>
            <a:off x="8899690" y="0"/>
            <a:ext cx="1793875" cy="1793875"/>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5C8A00"/>
          </a:solidFill>
          <a:ln>
            <a:noFill/>
          </a:ln>
        </p:spPr>
      </p:sp>
      <p:sp>
        <p:nvSpPr>
          <p:cNvPr id="170" name="Google Shape;170;p11"/>
          <p:cNvSpPr/>
          <p:nvPr/>
        </p:nvSpPr>
        <p:spPr>
          <a:xfrm>
            <a:off x="10691420" y="0"/>
            <a:ext cx="1793875" cy="1793875"/>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5C8A00"/>
          </a:solidFill>
          <a:ln>
            <a:noFill/>
          </a:ln>
        </p:spPr>
      </p:sp>
      <p:sp>
        <p:nvSpPr>
          <p:cNvPr id="171" name="Google Shape;171;p11"/>
          <p:cNvSpPr/>
          <p:nvPr/>
        </p:nvSpPr>
        <p:spPr>
          <a:xfrm>
            <a:off x="12483149" y="0"/>
            <a:ext cx="1793875" cy="1793875"/>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5C8A00"/>
          </a:solidFill>
          <a:ln>
            <a:noFill/>
          </a:ln>
        </p:spPr>
      </p:sp>
      <p:sp>
        <p:nvSpPr>
          <p:cNvPr id="172" name="Google Shape;172;p11"/>
          <p:cNvSpPr/>
          <p:nvPr/>
        </p:nvSpPr>
        <p:spPr>
          <a:xfrm>
            <a:off x="14274879" y="0"/>
            <a:ext cx="1793875" cy="1793875"/>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5C8A00"/>
          </a:solidFill>
          <a:ln>
            <a:noFill/>
          </a:ln>
        </p:spPr>
      </p:sp>
      <p:sp>
        <p:nvSpPr>
          <p:cNvPr id="173" name="Google Shape;173;p11"/>
          <p:cNvSpPr/>
          <p:nvPr/>
        </p:nvSpPr>
        <p:spPr>
          <a:xfrm>
            <a:off x="16066608" y="0"/>
            <a:ext cx="1793875" cy="1793875"/>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5C8A00"/>
          </a:solidFill>
          <a:ln>
            <a:noFill/>
          </a:ln>
        </p:spPr>
      </p:sp>
      <p:sp>
        <p:nvSpPr>
          <p:cNvPr id="174" name="Google Shape;174;p11"/>
          <p:cNvSpPr/>
          <p:nvPr/>
        </p:nvSpPr>
        <p:spPr>
          <a:xfrm>
            <a:off x="17799381" y="0"/>
            <a:ext cx="1793875" cy="1793875"/>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5C8A00"/>
          </a:solidFill>
          <a:ln>
            <a:noFill/>
          </a:ln>
        </p:spPr>
      </p:sp>
      <p:sp>
        <p:nvSpPr>
          <p:cNvPr id="175" name="Google Shape;175;p11"/>
          <p:cNvSpPr/>
          <p:nvPr/>
        </p:nvSpPr>
        <p:spPr>
          <a:xfrm>
            <a:off x="-149473" y="526015"/>
            <a:ext cx="5490554" cy="9760985"/>
          </a:xfrm>
          <a:custGeom>
            <a:rect b="b" l="l" r="r" t="t"/>
            <a:pathLst>
              <a:path extrusionOk="0" h="9760985" w="5490554">
                <a:moveTo>
                  <a:pt x="0" y="0"/>
                </a:moveTo>
                <a:lnTo>
                  <a:pt x="5490554" y="0"/>
                </a:lnTo>
                <a:lnTo>
                  <a:pt x="5490554" y="9760985"/>
                </a:lnTo>
                <a:lnTo>
                  <a:pt x="0" y="9760985"/>
                </a:lnTo>
                <a:lnTo>
                  <a:pt x="0" y="0"/>
                </a:lnTo>
                <a:close/>
              </a:path>
            </a:pathLst>
          </a:custGeom>
          <a:blipFill rotWithShape="1">
            <a:blip r:embed="rId2">
              <a:alphaModFix/>
            </a:blip>
            <a:stretch>
              <a:fillRect b="0" l="0" r="0" t="0"/>
            </a:stretch>
          </a:blipFill>
          <a:ln>
            <a:noFill/>
          </a:ln>
        </p:spPr>
      </p:sp>
      <p:sp>
        <p:nvSpPr>
          <p:cNvPr id="176" name="Google Shape;176;p11"/>
          <p:cNvSpPr/>
          <p:nvPr/>
        </p:nvSpPr>
        <p:spPr>
          <a:xfrm flipH="1">
            <a:off x="12946919" y="526015"/>
            <a:ext cx="5490554" cy="9760985"/>
          </a:xfrm>
          <a:custGeom>
            <a:rect b="b" l="l" r="r" t="t"/>
            <a:pathLst>
              <a:path extrusionOk="0" h="9760985" w="5490554">
                <a:moveTo>
                  <a:pt x="5490554" y="0"/>
                </a:moveTo>
                <a:lnTo>
                  <a:pt x="0" y="0"/>
                </a:lnTo>
                <a:lnTo>
                  <a:pt x="0" y="9760985"/>
                </a:lnTo>
                <a:lnTo>
                  <a:pt x="5490554" y="9760985"/>
                </a:lnTo>
                <a:lnTo>
                  <a:pt x="5490554" y="0"/>
                </a:lnTo>
                <a:close/>
              </a:path>
            </a:pathLst>
          </a:custGeom>
          <a:blipFill rotWithShape="1">
            <a:blip r:embed="rId2">
              <a:alphaModFix/>
            </a:blip>
            <a:stretch>
              <a:fillRect b="0" l="0" r="0" t="0"/>
            </a:stretch>
          </a:blip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9">
  <p:cSld name="CUSTOM_8">
    <p:spTree>
      <p:nvGrpSpPr>
        <p:cNvPr id="177" name="Shape 177"/>
        <p:cNvGrpSpPr/>
        <p:nvPr/>
      </p:nvGrpSpPr>
      <p:grpSpPr>
        <a:xfrm>
          <a:off x="0" y="0"/>
          <a:ext cx="0" cy="0"/>
          <a:chOff x="0" y="0"/>
          <a:chExt cx="0" cy="0"/>
        </a:xfrm>
      </p:grpSpPr>
      <p:sp>
        <p:nvSpPr>
          <p:cNvPr id="178" name="Google Shape;178;p12"/>
          <p:cNvSpPr/>
          <p:nvPr/>
        </p:nvSpPr>
        <p:spPr>
          <a:xfrm>
            <a:off x="5454343" y="-1440417"/>
            <a:ext cx="12833657" cy="9133286"/>
          </a:xfrm>
          <a:custGeom>
            <a:rect b="b" l="l" r="r" t="t"/>
            <a:pathLst>
              <a:path extrusionOk="0" h="9133286" w="12833657">
                <a:moveTo>
                  <a:pt x="0" y="0"/>
                </a:moveTo>
                <a:lnTo>
                  <a:pt x="12833657" y="0"/>
                </a:lnTo>
                <a:lnTo>
                  <a:pt x="12833657" y="9133286"/>
                </a:lnTo>
                <a:lnTo>
                  <a:pt x="0" y="9133286"/>
                </a:lnTo>
                <a:lnTo>
                  <a:pt x="0" y="0"/>
                </a:lnTo>
                <a:close/>
              </a:path>
            </a:pathLst>
          </a:custGeom>
          <a:blipFill rotWithShape="1">
            <a:blip r:embed="rId2">
              <a:alphaModFix amt="40000"/>
            </a:blip>
            <a:stretch>
              <a:fillRect b="0" l="0" r="0" t="0"/>
            </a:stretch>
          </a:blipFill>
          <a:ln>
            <a:noFill/>
          </a:ln>
        </p:spPr>
      </p:sp>
      <p:sp>
        <p:nvSpPr>
          <p:cNvPr id="179" name="Google Shape;179;p12"/>
          <p:cNvSpPr/>
          <p:nvPr>
            <p:ph idx="2" type="pic"/>
          </p:nvPr>
        </p:nvSpPr>
        <p:spPr>
          <a:xfrm>
            <a:off x="871038" y="5372100"/>
            <a:ext cx="3681900" cy="3681900"/>
          </a:xfrm>
          <a:prstGeom prst="rect">
            <a:avLst/>
          </a:prstGeom>
          <a:noFill/>
          <a:ln>
            <a:noFill/>
          </a:ln>
        </p:spPr>
      </p:sp>
      <p:sp>
        <p:nvSpPr>
          <p:cNvPr id="180" name="Google Shape;180;p12"/>
          <p:cNvSpPr/>
          <p:nvPr>
            <p:ph idx="3" type="pic"/>
          </p:nvPr>
        </p:nvSpPr>
        <p:spPr>
          <a:xfrm>
            <a:off x="9144038" y="5372100"/>
            <a:ext cx="3681900" cy="3681900"/>
          </a:xfrm>
          <a:prstGeom prst="rect">
            <a:avLst/>
          </a:prstGeom>
          <a:noFill/>
          <a:ln>
            <a:noFill/>
          </a:ln>
        </p:spPr>
      </p:sp>
      <p:sp>
        <p:nvSpPr>
          <p:cNvPr id="181" name="Google Shape;181;p12"/>
          <p:cNvSpPr txBox="1"/>
          <p:nvPr>
            <p:ph type="title"/>
          </p:nvPr>
        </p:nvSpPr>
        <p:spPr>
          <a:xfrm>
            <a:off x="457200" y="274638"/>
            <a:ext cx="8229600" cy="1143000"/>
          </a:xfrm>
          <a:prstGeom prst="rect">
            <a:avLst/>
          </a:prstGeom>
        </p:spPr>
        <p:txBody>
          <a:bodyPr anchorCtr="0" anchor="t"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0">
  <p:cSld name="CUSTOM_9">
    <p:spTree>
      <p:nvGrpSpPr>
        <p:cNvPr id="182" name="Shape 182"/>
        <p:cNvGrpSpPr/>
        <p:nvPr/>
      </p:nvGrpSpPr>
      <p:grpSpPr>
        <a:xfrm>
          <a:off x="0" y="0"/>
          <a:ext cx="0" cy="0"/>
          <a:chOff x="0" y="0"/>
          <a:chExt cx="0" cy="0"/>
        </a:xfrm>
      </p:grpSpPr>
      <p:sp>
        <p:nvSpPr>
          <p:cNvPr id="183" name="Google Shape;183;p13"/>
          <p:cNvSpPr txBox="1"/>
          <p:nvPr>
            <p:ph type="title"/>
          </p:nvPr>
        </p:nvSpPr>
        <p:spPr>
          <a:xfrm>
            <a:off x="457200" y="274638"/>
            <a:ext cx="8229600" cy="1143000"/>
          </a:xfrm>
          <a:prstGeom prst="rect">
            <a:avLst/>
          </a:prstGeom>
        </p:spPr>
        <p:txBody>
          <a:bodyPr anchorCtr="0" anchor="t"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4" name="Google Shape;184;p13"/>
          <p:cNvSpPr/>
          <p:nvPr/>
        </p:nvSpPr>
        <p:spPr>
          <a:xfrm>
            <a:off x="0" y="3216556"/>
            <a:ext cx="10605667" cy="7070444"/>
          </a:xfrm>
          <a:custGeom>
            <a:rect b="b" l="l" r="r" t="t"/>
            <a:pathLst>
              <a:path extrusionOk="0" h="7070444" w="10605667">
                <a:moveTo>
                  <a:pt x="0" y="0"/>
                </a:moveTo>
                <a:lnTo>
                  <a:pt x="10605667" y="0"/>
                </a:lnTo>
                <a:lnTo>
                  <a:pt x="10605667" y="7070444"/>
                </a:lnTo>
                <a:lnTo>
                  <a:pt x="0" y="7070444"/>
                </a:lnTo>
                <a:lnTo>
                  <a:pt x="0" y="0"/>
                </a:lnTo>
                <a:close/>
              </a:path>
            </a:pathLst>
          </a:custGeom>
          <a:blipFill rotWithShape="1">
            <a:blip r:embed="rId2">
              <a:alphaModFix/>
            </a:blip>
            <a:stretch>
              <a:fillRect b="0" l="0" r="0" t="0"/>
            </a:stretch>
          </a:blipFill>
          <a:ln>
            <a:noFill/>
          </a:ln>
        </p:spPr>
      </p:sp>
      <p:cxnSp>
        <p:nvCxnSpPr>
          <p:cNvPr id="185" name="Google Shape;185;p13"/>
          <p:cNvCxnSpPr/>
          <p:nvPr/>
        </p:nvCxnSpPr>
        <p:spPr>
          <a:xfrm>
            <a:off x="12247306" y="2193264"/>
            <a:ext cx="5012100" cy="0"/>
          </a:xfrm>
          <a:prstGeom prst="straightConnector1">
            <a:avLst/>
          </a:prstGeom>
          <a:noFill/>
          <a:ln cap="flat" cmpd="sng" w="50800">
            <a:solidFill>
              <a:srgbClr val="8ACE03"/>
            </a:solidFill>
            <a:prstDash val="solid"/>
            <a:round/>
            <a:headEnd len="sm" w="sm" type="none"/>
            <a:tailEnd len="sm" w="sm" type="none"/>
          </a:ln>
        </p:spPr>
      </p:cxnSp>
      <p:cxnSp>
        <p:nvCxnSpPr>
          <p:cNvPr id="186" name="Google Shape;186;p13"/>
          <p:cNvCxnSpPr/>
          <p:nvPr/>
        </p:nvCxnSpPr>
        <p:spPr>
          <a:xfrm>
            <a:off x="12247306" y="5082844"/>
            <a:ext cx="5012100" cy="0"/>
          </a:xfrm>
          <a:prstGeom prst="straightConnector1">
            <a:avLst/>
          </a:prstGeom>
          <a:noFill/>
          <a:ln cap="flat" cmpd="sng" w="50800">
            <a:solidFill>
              <a:srgbClr val="8ACE03"/>
            </a:solidFill>
            <a:prstDash val="solid"/>
            <a:round/>
            <a:headEnd len="sm" w="sm" type="none"/>
            <a:tailEnd len="sm" w="sm" type="none"/>
          </a:ln>
        </p:spPr>
      </p:cxnSp>
      <p:cxnSp>
        <p:nvCxnSpPr>
          <p:cNvPr id="187" name="Google Shape;187;p13"/>
          <p:cNvCxnSpPr/>
          <p:nvPr/>
        </p:nvCxnSpPr>
        <p:spPr>
          <a:xfrm>
            <a:off x="12247306" y="7972425"/>
            <a:ext cx="5012100" cy="0"/>
          </a:xfrm>
          <a:prstGeom prst="straightConnector1">
            <a:avLst/>
          </a:prstGeom>
          <a:noFill/>
          <a:ln cap="flat" cmpd="sng" w="50800">
            <a:solidFill>
              <a:srgbClr val="8ACE03"/>
            </a:solidFill>
            <a:prstDash val="solid"/>
            <a:round/>
            <a:headEnd len="sm" w="sm" type="none"/>
            <a:tailEnd len="sm" w="sm" type="none"/>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1">
  <p:cSld name="CUSTOM_10">
    <p:spTree>
      <p:nvGrpSpPr>
        <p:cNvPr id="188" name="Shape 188"/>
        <p:cNvGrpSpPr/>
        <p:nvPr/>
      </p:nvGrpSpPr>
      <p:grpSpPr>
        <a:xfrm>
          <a:off x="0" y="0"/>
          <a:ext cx="0" cy="0"/>
          <a:chOff x="0" y="0"/>
          <a:chExt cx="0" cy="0"/>
        </a:xfrm>
      </p:grpSpPr>
      <p:sp>
        <p:nvSpPr>
          <p:cNvPr id="189" name="Google Shape;189;p14"/>
          <p:cNvSpPr txBox="1"/>
          <p:nvPr>
            <p:ph type="title"/>
          </p:nvPr>
        </p:nvSpPr>
        <p:spPr>
          <a:xfrm>
            <a:off x="457200" y="274638"/>
            <a:ext cx="8229600" cy="1143000"/>
          </a:xfrm>
          <a:prstGeom prst="rect">
            <a:avLst/>
          </a:prstGeom>
        </p:spPr>
        <p:txBody>
          <a:bodyPr anchorCtr="0" anchor="t"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0" name="Google Shape;190;p14"/>
          <p:cNvSpPr/>
          <p:nvPr/>
        </p:nvSpPr>
        <p:spPr>
          <a:xfrm rot="-266558">
            <a:off x="5269448" y="-634807"/>
            <a:ext cx="13747560" cy="10576350"/>
          </a:xfrm>
          <a:custGeom>
            <a:rect b="b" l="l" r="r" t="t"/>
            <a:pathLst>
              <a:path extrusionOk="0" h="10571000" w="13740606">
                <a:moveTo>
                  <a:pt x="0" y="0"/>
                </a:moveTo>
                <a:lnTo>
                  <a:pt x="13740606" y="0"/>
                </a:lnTo>
                <a:lnTo>
                  <a:pt x="13740606" y="10571001"/>
                </a:lnTo>
                <a:lnTo>
                  <a:pt x="0" y="10571001"/>
                </a:lnTo>
                <a:lnTo>
                  <a:pt x="0" y="0"/>
                </a:lnTo>
                <a:close/>
              </a:path>
            </a:pathLst>
          </a:custGeom>
          <a:blipFill rotWithShape="1">
            <a:blip r:embed="rId2">
              <a:alphaModFix amt="30000"/>
            </a:blip>
            <a:stretch>
              <a:fillRect b="0" l="0" r="0" t="-94969"/>
            </a:stretch>
          </a:blipFill>
          <a:ln>
            <a:noFill/>
          </a:ln>
        </p:spPr>
      </p:sp>
      <p:grpSp>
        <p:nvGrpSpPr>
          <p:cNvPr id="191" name="Google Shape;191;p14"/>
          <p:cNvGrpSpPr/>
          <p:nvPr/>
        </p:nvGrpSpPr>
        <p:grpSpPr>
          <a:xfrm rot="380638">
            <a:off x="-268525" y="114618"/>
            <a:ext cx="6940981" cy="6615622"/>
            <a:chOff x="0" y="0"/>
            <a:chExt cx="812800" cy="774700"/>
          </a:xfrm>
        </p:grpSpPr>
        <p:sp>
          <p:nvSpPr>
            <p:cNvPr id="192" name="Google Shape;192;p14"/>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193" name="Google Shape;193;p14"/>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94" name="Google Shape;194;p14"/>
          <p:cNvGrpSpPr/>
          <p:nvPr/>
        </p:nvGrpSpPr>
        <p:grpSpPr>
          <a:xfrm rot="348763">
            <a:off x="5422345" y="3422459"/>
            <a:ext cx="5958142" cy="5678854"/>
            <a:chOff x="0" y="0"/>
            <a:chExt cx="812800" cy="774700"/>
          </a:xfrm>
        </p:grpSpPr>
        <p:sp>
          <p:nvSpPr>
            <p:cNvPr id="195" name="Google Shape;195;p14"/>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196" name="Google Shape;196;p14"/>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97" name="Google Shape;197;p14"/>
          <p:cNvGrpSpPr/>
          <p:nvPr/>
        </p:nvGrpSpPr>
        <p:grpSpPr>
          <a:xfrm rot="-277954">
            <a:off x="452034" y="5719180"/>
            <a:ext cx="5499815" cy="5242012"/>
            <a:chOff x="0" y="0"/>
            <a:chExt cx="812800" cy="774700"/>
          </a:xfrm>
        </p:grpSpPr>
        <p:sp>
          <p:nvSpPr>
            <p:cNvPr id="198" name="Google Shape;198;p14"/>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199" name="Google Shape;199;p14"/>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00" name="Google Shape;200;p14"/>
          <p:cNvGrpSpPr/>
          <p:nvPr/>
        </p:nvGrpSpPr>
        <p:grpSpPr>
          <a:xfrm rot="-662373">
            <a:off x="10862407" y="5504069"/>
            <a:ext cx="5367404" cy="5115807"/>
            <a:chOff x="0" y="0"/>
            <a:chExt cx="812800" cy="774700"/>
          </a:xfrm>
        </p:grpSpPr>
        <p:sp>
          <p:nvSpPr>
            <p:cNvPr id="201" name="Google Shape;201;p14"/>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202" name="Google Shape;202;p14"/>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2">
  <p:cSld name="CUSTOM_11">
    <p:bg>
      <p:bgPr>
        <a:solidFill>
          <a:srgbClr val="8ACE03"/>
        </a:solidFill>
      </p:bgPr>
    </p:bg>
    <p:spTree>
      <p:nvGrpSpPr>
        <p:cNvPr id="203" name="Shape 203"/>
        <p:cNvGrpSpPr/>
        <p:nvPr/>
      </p:nvGrpSpPr>
      <p:grpSpPr>
        <a:xfrm>
          <a:off x="0" y="0"/>
          <a:ext cx="0" cy="0"/>
          <a:chOff x="0" y="0"/>
          <a:chExt cx="0" cy="0"/>
        </a:xfrm>
      </p:grpSpPr>
      <p:sp>
        <p:nvSpPr>
          <p:cNvPr id="204" name="Google Shape;204;p15"/>
          <p:cNvSpPr txBox="1"/>
          <p:nvPr/>
        </p:nvSpPr>
        <p:spPr>
          <a:xfrm>
            <a:off x="5676363" y="2919764"/>
            <a:ext cx="12876600" cy="1110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mn-MN" sz="7211" u="none" cap="none" strike="noStrike">
                <a:solidFill>
                  <a:srgbClr val="5C8A00"/>
                </a:solidFill>
                <a:latin typeface="Arial"/>
                <a:ea typeface="Arial"/>
                <a:cs typeface="Arial"/>
                <a:sym typeface="Arial"/>
              </a:rPr>
              <a:t>дахин дахин дурлана</a:t>
            </a:r>
            <a:endParaRPr/>
          </a:p>
        </p:txBody>
      </p:sp>
      <p:sp>
        <p:nvSpPr>
          <p:cNvPr id="205" name="Google Shape;205;p15"/>
          <p:cNvSpPr txBox="1"/>
          <p:nvPr/>
        </p:nvSpPr>
        <p:spPr>
          <a:xfrm>
            <a:off x="5676363" y="4001584"/>
            <a:ext cx="12876600" cy="1110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mn-MN" sz="7211" u="none" cap="none" strike="noStrike">
                <a:solidFill>
                  <a:srgbClr val="5C8A00"/>
                </a:solidFill>
                <a:latin typeface="Arial"/>
                <a:ea typeface="Arial"/>
                <a:cs typeface="Arial"/>
                <a:sym typeface="Arial"/>
              </a:rPr>
              <a:t>дахин дахин дурлана</a:t>
            </a:r>
            <a:endParaRPr/>
          </a:p>
        </p:txBody>
      </p:sp>
      <p:sp>
        <p:nvSpPr>
          <p:cNvPr id="206" name="Google Shape;206;p15"/>
          <p:cNvSpPr txBox="1"/>
          <p:nvPr/>
        </p:nvSpPr>
        <p:spPr>
          <a:xfrm>
            <a:off x="5676363" y="5083404"/>
            <a:ext cx="12876600" cy="1110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mn-MN" sz="7211" u="none" cap="none" strike="noStrike">
                <a:solidFill>
                  <a:srgbClr val="5C8A00"/>
                </a:solidFill>
                <a:latin typeface="Arial"/>
                <a:ea typeface="Arial"/>
                <a:cs typeface="Arial"/>
                <a:sym typeface="Arial"/>
              </a:rPr>
              <a:t>дахин дахин дурлана</a:t>
            </a:r>
            <a:endParaRPr/>
          </a:p>
        </p:txBody>
      </p:sp>
      <p:sp>
        <p:nvSpPr>
          <p:cNvPr id="207" name="Google Shape;207;p15"/>
          <p:cNvSpPr txBox="1"/>
          <p:nvPr/>
        </p:nvSpPr>
        <p:spPr>
          <a:xfrm>
            <a:off x="5676363" y="6165223"/>
            <a:ext cx="12876600" cy="1110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mn-MN" sz="7211" u="none" cap="none" strike="noStrike">
                <a:solidFill>
                  <a:srgbClr val="5C8A00"/>
                </a:solidFill>
                <a:latin typeface="Arial"/>
                <a:ea typeface="Arial"/>
                <a:cs typeface="Arial"/>
                <a:sym typeface="Arial"/>
              </a:rPr>
              <a:t>дахин дахин дурлана</a:t>
            </a:r>
            <a:endParaRPr/>
          </a:p>
        </p:txBody>
      </p:sp>
      <p:sp>
        <p:nvSpPr>
          <p:cNvPr id="208" name="Google Shape;208;p15"/>
          <p:cNvSpPr txBox="1"/>
          <p:nvPr/>
        </p:nvSpPr>
        <p:spPr>
          <a:xfrm>
            <a:off x="5676363" y="7247043"/>
            <a:ext cx="12876600" cy="1110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mn-MN" sz="7211" u="none" cap="none" strike="noStrike">
                <a:solidFill>
                  <a:srgbClr val="5C8A00"/>
                </a:solidFill>
                <a:latin typeface="Arial"/>
                <a:ea typeface="Arial"/>
                <a:cs typeface="Arial"/>
                <a:sym typeface="Arial"/>
              </a:rPr>
              <a:t>дахин дахин дурлана</a:t>
            </a:r>
            <a:endParaRPr/>
          </a:p>
        </p:txBody>
      </p:sp>
      <p:sp>
        <p:nvSpPr>
          <p:cNvPr id="209" name="Google Shape;209;p15"/>
          <p:cNvSpPr txBox="1"/>
          <p:nvPr/>
        </p:nvSpPr>
        <p:spPr>
          <a:xfrm>
            <a:off x="5676363" y="8328863"/>
            <a:ext cx="12876600" cy="1110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mn-MN" sz="7211" u="none" cap="none" strike="noStrike">
                <a:solidFill>
                  <a:srgbClr val="5C8A00"/>
                </a:solidFill>
                <a:latin typeface="Arial"/>
                <a:ea typeface="Arial"/>
                <a:cs typeface="Arial"/>
                <a:sym typeface="Arial"/>
              </a:rPr>
              <a:t>дахин дахин дурлана</a:t>
            </a:r>
            <a:endParaRPr/>
          </a:p>
        </p:txBody>
      </p:sp>
      <p:sp>
        <p:nvSpPr>
          <p:cNvPr id="210" name="Google Shape;210;p15"/>
          <p:cNvSpPr/>
          <p:nvPr>
            <p:ph idx="2" type="pic"/>
          </p:nvPr>
        </p:nvSpPr>
        <p:spPr>
          <a:xfrm>
            <a:off x="6" y="778675"/>
            <a:ext cx="5484300" cy="5484300"/>
          </a:xfrm>
          <a:prstGeom prst="rect">
            <a:avLst/>
          </a:prstGeom>
          <a:noFill/>
          <a:ln>
            <a:noFill/>
          </a:ln>
        </p:spPr>
      </p:sp>
      <p:sp>
        <p:nvSpPr>
          <p:cNvPr id="211" name="Google Shape;211;p15"/>
          <p:cNvSpPr/>
          <p:nvPr>
            <p:ph idx="3" type="pic"/>
          </p:nvPr>
        </p:nvSpPr>
        <p:spPr>
          <a:xfrm>
            <a:off x="3946150" y="4525175"/>
            <a:ext cx="5762700" cy="5762700"/>
          </a:xfrm>
          <a:prstGeom prst="rect">
            <a:avLst/>
          </a:prstGeom>
          <a:noFill/>
          <a:ln>
            <a:noFill/>
          </a:ln>
        </p:spPr>
      </p:sp>
      <p:sp>
        <p:nvSpPr>
          <p:cNvPr id="212" name="Google Shape;212;p15"/>
          <p:cNvSpPr txBox="1"/>
          <p:nvPr/>
        </p:nvSpPr>
        <p:spPr>
          <a:xfrm>
            <a:off x="5676363" y="1837945"/>
            <a:ext cx="12876600" cy="1110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mn-MN" sz="7211" u="none" cap="none" strike="noStrike">
                <a:solidFill>
                  <a:srgbClr val="000000"/>
                </a:solidFill>
                <a:latin typeface="Arial"/>
                <a:ea typeface="Arial"/>
                <a:cs typeface="Arial"/>
                <a:sym typeface="Arial"/>
              </a:rPr>
              <a:t>дахин дахин дурлана</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3">
  <p:cSld name="CUSTOM_12">
    <p:bg>
      <p:bgPr>
        <a:solidFill>
          <a:srgbClr val="8ACE03"/>
        </a:solidFill>
      </p:bgPr>
    </p:bg>
    <p:spTree>
      <p:nvGrpSpPr>
        <p:cNvPr id="213" name="Shape 213"/>
        <p:cNvGrpSpPr/>
        <p:nvPr/>
      </p:nvGrpSpPr>
      <p:grpSpPr>
        <a:xfrm>
          <a:off x="0" y="0"/>
          <a:ext cx="0" cy="0"/>
          <a:chOff x="0" y="0"/>
          <a:chExt cx="0" cy="0"/>
        </a:xfrm>
      </p:grpSpPr>
      <p:sp>
        <p:nvSpPr>
          <p:cNvPr id="214" name="Google Shape;214;p16"/>
          <p:cNvSpPr txBox="1"/>
          <p:nvPr/>
        </p:nvSpPr>
        <p:spPr>
          <a:xfrm>
            <a:off x="5659808" y="4311913"/>
            <a:ext cx="7962000" cy="1110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mn-MN" sz="7211" u="none" cap="none" strike="noStrike">
                <a:solidFill>
                  <a:srgbClr val="5C8A00"/>
                </a:solidFill>
                <a:latin typeface="Arial"/>
                <a:ea typeface="Arial"/>
                <a:cs typeface="Arial"/>
                <a:sym typeface="Arial"/>
              </a:rPr>
              <a:t>илүү олон зураг</a:t>
            </a:r>
            <a:endParaRPr/>
          </a:p>
        </p:txBody>
      </p:sp>
      <p:sp>
        <p:nvSpPr>
          <p:cNvPr id="215" name="Google Shape;215;p16"/>
          <p:cNvSpPr txBox="1"/>
          <p:nvPr/>
        </p:nvSpPr>
        <p:spPr>
          <a:xfrm>
            <a:off x="5659808" y="5409493"/>
            <a:ext cx="7962000" cy="1110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mn-MN" sz="7211" u="none" cap="none" strike="noStrike">
                <a:solidFill>
                  <a:srgbClr val="5C8A00"/>
                </a:solidFill>
                <a:latin typeface="Arial"/>
                <a:ea typeface="Arial"/>
                <a:cs typeface="Arial"/>
                <a:sym typeface="Arial"/>
              </a:rPr>
              <a:t>илүү олон зураг</a:t>
            </a:r>
            <a:endParaRPr/>
          </a:p>
        </p:txBody>
      </p:sp>
      <p:sp>
        <p:nvSpPr>
          <p:cNvPr id="216" name="Google Shape;216;p16"/>
          <p:cNvSpPr txBox="1"/>
          <p:nvPr/>
        </p:nvSpPr>
        <p:spPr>
          <a:xfrm>
            <a:off x="5659808" y="6507072"/>
            <a:ext cx="7962000" cy="1110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mn-MN" sz="7211" u="none" cap="none" strike="noStrike">
                <a:solidFill>
                  <a:srgbClr val="5C8A00"/>
                </a:solidFill>
                <a:latin typeface="Arial"/>
                <a:ea typeface="Arial"/>
                <a:cs typeface="Arial"/>
                <a:sym typeface="Arial"/>
              </a:rPr>
              <a:t>илүү олон зураг</a:t>
            </a:r>
            <a:endParaRPr/>
          </a:p>
        </p:txBody>
      </p:sp>
      <p:sp>
        <p:nvSpPr>
          <p:cNvPr id="217" name="Google Shape;217;p16"/>
          <p:cNvSpPr txBox="1"/>
          <p:nvPr/>
        </p:nvSpPr>
        <p:spPr>
          <a:xfrm>
            <a:off x="5659808" y="2116754"/>
            <a:ext cx="7962000" cy="1110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mn-MN" sz="7211" u="none" cap="none" strike="noStrike">
                <a:solidFill>
                  <a:srgbClr val="5C8A00"/>
                </a:solidFill>
                <a:latin typeface="Arial"/>
                <a:ea typeface="Arial"/>
                <a:cs typeface="Arial"/>
                <a:sym typeface="Arial"/>
              </a:rPr>
              <a:t>илүү олон зураг</a:t>
            </a:r>
            <a:endParaRPr/>
          </a:p>
        </p:txBody>
      </p:sp>
      <p:sp>
        <p:nvSpPr>
          <p:cNvPr id="218" name="Google Shape;218;p16"/>
          <p:cNvSpPr txBox="1"/>
          <p:nvPr/>
        </p:nvSpPr>
        <p:spPr>
          <a:xfrm>
            <a:off x="5659808" y="3214334"/>
            <a:ext cx="7962000" cy="1110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mn-MN" sz="7211" u="none" cap="none" strike="noStrike">
                <a:solidFill>
                  <a:srgbClr val="5C8A00"/>
                </a:solidFill>
                <a:latin typeface="Arial"/>
                <a:ea typeface="Arial"/>
                <a:cs typeface="Arial"/>
                <a:sym typeface="Arial"/>
              </a:rPr>
              <a:t>илүү олон зураг</a:t>
            </a:r>
            <a:endParaRPr/>
          </a:p>
        </p:txBody>
      </p:sp>
      <p:sp>
        <p:nvSpPr>
          <p:cNvPr id="219" name="Google Shape;219;p16"/>
          <p:cNvSpPr/>
          <p:nvPr>
            <p:ph idx="2" type="pic"/>
          </p:nvPr>
        </p:nvSpPr>
        <p:spPr>
          <a:xfrm>
            <a:off x="1028700" y="1027175"/>
            <a:ext cx="3716400" cy="3716400"/>
          </a:xfrm>
          <a:prstGeom prst="rect">
            <a:avLst/>
          </a:prstGeom>
          <a:noFill/>
          <a:ln>
            <a:noFill/>
          </a:ln>
        </p:spPr>
      </p:sp>
      <p:sp>
        <p:nvSpPr>
          <p:cNvPr id="220" name="Google Shape;220;p16"/>
          <p:cNvSpPr/>
          <p:nvPr>
            <p:ph idx="3" type="pic"/>
          </p:nvPr>
        </p:nvSpPr>
        <p:spPr>
          <a:xfrm>
            <a:off x="1028762" y="5143563"/>
            <a:ext cx="3716400" cy="3716400"/>
          </a:xfrm>
          <a:prstGeom prst="rect">
            <a:avLst/>
          </a:prstGeom>
          <a:noFill/>
          <a:ln>
            <a:noFill/>
          </a:ln>
        </p:spPr>
      </p:sp>
      <p:sp>
        <p:nvSpPr>
          <p:cNvPr id="221" name="Google Shape;221;p16"/>
          <p:cNvSpPr/>
          <p:nvPr>
            <p:ph idx="4" type="pic"/>
          </p:nvPr>
        </p:nvSpPr>
        <p:spPr>
          <a:xfrm>
            <a:off x="14394800" y="0"/>
            <a:ext cx="3893400" cy="3893400"/>
          </a:xfrm>
          <a:prstGeom prst="rect">
            <a:avLst/>
          </a:prstGeom>
          <a:noFill/>
          <a:ln>
            <a:noFill/>
          </a:ln>
        </p:spPr>
      </p:sp>
      <p:sp>
        <p:nvSpPr>
          <p:cNvPr id="222" name="Google Shape;222;p16"/>
          <p:cNvSpPr/>
          <p:nvPr>
            <p:ph idx="5" type="pic"/>
          </p:nvPr>
        </p:nvSpPr>
        <p:spPr>
          <a:xfrm>
            <a:off x="5659800" y="4506400"/>
            <a:ext cx="5114100" cy="5780100"/>
          </a:xfrm>
          <a:prstGeom prst="rect">
            <a:avLst/>
          </a:prstGeom>
          <a:noFill/>
          <a:ln>
            <a:noFill/>
          </a:ln>
        </p:spPr>
      </p:sp>
      <p:sp>
        <p:nvSpPr>
          <p:cNvPr id="223" name="Google Shape;223;p16"/>
          <p:cNvSpPr/>
          <p:nvPr>
            <p:ph idx="6" type="pic"/>
          </p:nvPr>
        </p:nvSpPr>
        <p:spPr>
          <a:xfrm>
            <a:off x="11688475" y="4506400"/>
            <a:ext cx="5114100" cy="5780100"/>
          </a:xfrm>
          <a:prstGeom prst="rect">
            <a:avLst/>
          </a:prstGeom>
          <a:noFill/>
          <a:ln>
            <a:noFill/>
          </a:ln>
        </p:spPr>
      </p:sp>
      <p:sp>
        <p:nvSpPr>
          <p:cNvPr id="224" name="Google Shape;224;p16"/>
          <p:cNvSpPr txBox="1"/>
          <p:nvPr/>
        </p:nvSpPr>
        <p:spPr>
          <a:xfrm>
            <a:off x="5659808" y="1019175"/>
            <a:ext cx="7962000" cy="1110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mn-MN" sz="7211" u="none" cap="none" strike="noStrike">
                <a:solidFill>
                  <a:srgbClr val="000000"/>
                </a:solidFill>
                <a:latin typeface="Arial"/>
                <a:ea typeface="Arial"/>
                <a:cs typeface="Arial"/>
                <a:sym typeface="Arial"/>
              </a:rPr>
              <a:t>илүү олон зураг</a:t>
            </a:r>
            <a:endParaRPr/>
          </a:p>
        </p:txBody>
      </p:sp>
      <p:grpSp>
        <p:nvGrpSpPr>
          <p:cNvPr id="225" name="Google Shape;225;p16"/>
          <p:cNvGrpSpPr/>
          <p:nvPr/>
        </p:nvGrpSpPr>
        <p:grpSpPr>
          <a:xfrm rot="-260893">
            <a:off x="2780942" y="7483783"/>
            <a:ext cx="2384221" cy="2272461"/>
            <a:chOff x="0" y="0"/>
            <a:chExt cx="812800" cy="774700"/>
          </a:xfrm>
        </p:grpSpPr>
        <p:sp>
          <p:nvSpPr>
            <p:cNvPr id="226" name="Google Shape;226;p16"/>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227" name="Google Shape;227;p16"/>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228" name="Google Shape;228;p16"/>
          <p:cNvGrpSpPr/>
          <p:nvPr/>
        </p:nvGrpSpPr>
        <p:grpSpPr>
          <a:xfrm rot="-260897">
            <a:off x="13484661" y="2519942"/>
            <a:ext cx="1820303" cy="1734977"/>
            <a:chOff x="0" y="0"/>
            <a:chExt cx="812800" cy="774700"/>
          </a:xfrm>
        </p:grpSpPr>
        <p:sp>
          <p:nvSpPr>
            <p:cNvPr id="229" name="Google Shape;229;p16"/>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230" name="Google Shape;230;p16"/>
            <p:cNvSpPr txBox="1"/>
            <p:nvPr/>
          </p:nvSpPr>
          <p:spPr>
            <a:xfrm>
              <a:off x="228600" y="228600"/>
              <a:ext cx="3555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4">
  <p:cSld name="CUSTOM_13">
    <p:bg>
      <p:bgPr>
        <a:solidFill>
          <a:srgbClr val="8ACE03"/>
        </a:solidFill>
      </p:bgPr>
    </p:bg>
    <p:spTree>
      <p:nvGrpSpPr>
        <p:cNvPr id="231" name="Shape 231"/>
        <p:cNvGrpSpPr/>
        <p:nvPr/>
      </p:nvGrpSpPr>
      <p:grpSpPr>
        <a:xfrm>
          <a:off x="0" y="0"/>
          <a:ext cx="0" cy="0"/>
          <a:chOff x="0" y="0"/>
          <a:chExt cx="0" cy="0"/>
        </a:xfrm>
      </p:grpSpPr>
      <p:sp>
        <p:nvSpPr>
          <p:cNvPr id="232" name="Google Shape;232;p17"/>
          <p:cNvSpPr txBox="1"/>
          <p:nvPr/>
        </p:nvSpPr>
        <p:spPr>
          <a:xfrm>
            <a:off x="852135" y="693064"/>
            <a:ext cx="6421800" cy="718800"/>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000000"/>
                </a:solidFill>
                <a:latin typeface="Arial"/>
                <a:ea typeface="Arial"/>
                <a:cs typeface="Arial"/>
                <a:sym typeface="Arial"/>
              </a:rPr>
              <a:t>илтгэлийн төгсгөл</a:t>
            </a:r>
            <a:endParaRPr/>
          </a:p>
        </p:txBody>
      </p:sp>
      <p:sp>
        <p:nvSpPr>
          <p:cNvPr id="233" name="Google Shape;233;p17"/>
          <p:cNvSpPr txBox="1"/>
          <p:nvPr/>
        </p:nvSpPr>
        <p:spPr>
          <a:xfrm>
            <a:off x="852135" y="1403053"/>
            <a:ext cx="6421800" cy="718800"/>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234" name="Google Shape;234;p17"/>
          <p:cNvSpPr txBox="1"/>
          <p:nvPr/>
        </p:nvSpPr>
        <p:spPr>
          <a:xfrm>
            <a:off x="852135" y="2113043"/>
            <a:ext cx="6421800" cy="718800"/>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235" name="Google Shape;235;p17"/>
          <p:cNvSpPr txBox="1"/>
          <p:nvPr/>
        </p:nvSpPr>
        <p:spPr>
          <a:xfrm>
            <a:off x="852135" y="2823032"/>
            <a:ext cx="6421800" cy="718800"/>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236" name="Google Shape;236;p17"/>
          <p:cNvSpPr txBox="1"/>
          <p:nvPr/>
        </p:nvSpPr>
        <p:spPr>
          <a:xfrm>
            <a:off x="852135" y="3533021"/>
            <a:ext cx="6421800" cy="718800"/>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237" name="Google Shape;237;p17"/>
          <p:cNvSpPr txBox="1"/>
          <p:nvPr/>
        </p:nvSpPr>
        <p:spPr>
          <a:xfrm>
            <a:off x="852135" y="4243011"/>
            <a:ext cx="6421800" cy="718800"/>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238" name="Google Shape;238;p17"/>
          <p:cNvSpPr txBox="1"/>
          <p:nvPr/>
        </p:nvSpPr>
        <p:spPr>
          <a:xfrm>
            <a:off x="852135" y="4953000"/>
            <a:ext cx="6421800" cy="718800"/>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239" name="Google Shape;239;p17"/>
          <p:cNvSpPr txBox="1"/>
          <p:nvPr/>
        </p:nvSpPr>
        <p:spPr>
          <a:xfrm>
            <a:off x="852135" y="5662989"/>
            <a:ext cx="6421800" cy="718800"/>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240" name="Google Shape;240;p17"/>
          <p:cNvSpPr txBox="1"/>
          <p:nvPr/>
        </p:nvSpPr>
        <p:spPr>
          <a:xfrm>
            <a:off x="852135" y="6372979"/>
            <a:ext cx="6421800" cy="718800"/>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241" name="Google Shape;241;p17"/>
          <p:cNvSpPr txBox="1"/>
          <p:nvPr/>
        </p:nvSpPr>
        <p:spPr>
          <a:xfrm>
            <a:off x="852135" y="7082968"/>
            <a:ext cx="6421800" cy="718800"/>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242" name="Google Shape;242;p17"/>
          <p:cNvSpPr txBox="1"/>
          <p:nvPr/>
        </p:nvSpPr>
        <p:spPr>
          <a:xfrm>
            <a:off x="852135" y="7792957"/>
            <a:ext cx="6421800" cy="718800"/>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243" name="Google Shape;243;p17"/>
          <p:cNvSpPr txBox="1"/>
          <p:nvPr/>
        </p:nvSpPr>
        <p:spPr>
          <a:xfrm>
            <a:off x="852135" y="8502947"/>
            <a:ext cx="6421800" cy="718800"/>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244" name="Google Shape;244;p17"/>
          <p:cNvSpPr txBox="1"/>
          <p:nvPr/>
        </p:nvSpPr>
        <p:spPr>
          <a:xfrm>
            <a:off x="10837529" y="838200"/>
            <a:ext cx="6421800" cy="718800"/>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000000"/>
                </a:solidFill>
                <a:latin typeface="Arial"/>
                <a:ea typeface="Arial"/>
                <a:cs typeface="Arial"/>
                <a:sym typeface="Arial"/>
              </a:rPr>
              <a:t>баярлалаа!</a:t>
            </a:r>
            <a:endParaRPr/>
          </a:p>
        </p:txBody>
      </p:sp>
      <p:sp>
        <p:nvSpPr>
          <p:cNvPr id="245" name="Google Shape;245;p17"/>
          <p:cNvSpPr txBox="1"/>
          <p:nvPr/>
        </p:nvSpPr>
        <p:spPr>
          <a:xfrm>
            <a:off x="10837529" y="1548189"/>
            <a:ext cx="6421800" cy="718800"/>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246" name="Google Shape;246;p17"/>
          <p:cNvSpPr txBox="1"/>
          <p:nvPr/>
        </p:nvSpPr>
        <p:spPr>
          <a:xfrm>
            <a:off x="10837529" y="2258179"/>
            <a:ext cx="6421800" cy="718800"/>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247" name="Google Shape;247;p17"/>
          <p:cNvSpPr txBox="1"/>
          <p:nvPr/>
        </p:nvSpPr>
        <p:spPr>
          <a:xfrm>
            <a:off x="10837529" y="2968168"/>
            <a:ext cx="6421800" cy="718800"/>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248" name="Google Shape;248;p17"/>
          <p:cNvSpPr txBox="1"/>
          <p:nvPr/>
        </p:nvSpPr>
        <p:spPr>
          <a:xfrm>
            <a:off x="10837529" y="3678157"/>
            <a:ext cx="6421800" cy="718800"/>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249" name="Google Shape;249;p17"/>
          <p:cNvSpPr txBox="1"/>
          <p:nvPr/>
        </p:nvSpPr>
        <p:spPr>
          <a:xfrm>
            <a:off x="10837529" y="4388147"/>
            <a:ext cx="6421800" cy="718800"/>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250" name="Google Shape;250;p17"/>
          <p:cNvSpPr txBox="1"/>
          <p:nvPr/>
        </p:nvSpPr>
        <p:spPr>
          <a:xfrm>
            <a:off x="10837529" y="5098136"/>
            <a:ext cx="6421800" cy="718800"/>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251" name="Google Shape;251;p17"/>
          <p:cNvSpPr txBox="1"/>
          <p:nvPr/>
        </p:nvSpPr>
        <p:spPr>
          <a:xfrm>
            <a:off x="10837529" y="5808126"/>
            <a:ext cx="6421800" cy="718800"/>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252" name="Google Shape;252;p17"/>
          <p:cNvSpPr txBox="1"/>
          <p:nvPr/>
        </p:nvSpPr>
        <p:spPr>
          <a:xfrm>
            <a:off x="10837529" y="6518115"/>
            <a:ext cx="6421800" cy="718800"/>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253" name="Google Shape;253;p17"/>
          <p:cNvSpPr txBox="1"/>
          <p:nvPr/>
        </p:nvSpPr>
        <p:spPr>
          <a:xfrm>
            <a:off x="10837529" y="7228104"/>
            <a:ext cx="6421800" cy="718800"/>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254" name="Google Shape;254;p17"/>
          <p:cNvSpPr txBox="1"/>
          <p:nvPr/>
        </p:nvSpPr>
        <p:spPr>
          <a:xfrm>
            <a:off x="10837529" y="7938094"/>
            <a:ext cx="6421800" cy="718800"/>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255" name="Google Shape;255;p17"/>
          <p:cNvSpPr txBox="1"/>
          <p:nvPr/>
        </p:nvSpPr>
        <p:spPr>
          <a:xfrm>
            <a:off x="10837529" y="8648083"/>
            <a:ext cx="6421800" cy="718800"/>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256" name="Google Shape;256;p17"/>
          <p:cNvSpPr/>
          <p:nvPr/>
        </p:nvSpPr>
        <p:spPr>
          <a:xfrm flipH="1">
            <a:off x="3472066" y="0"/>
            <a:ext cx="12444846" cy="10530831"/>
          </a:xfrm>
          <a:custGeom>
            <a:rect b="b" l="l" r="r" t="t"/>
            <a:pathLst>
              <a:path extrusionOk="0" h="10530831" w="12444846">
                <a:moveTo>
                  <a:pt x="12444846" y="0"/>
                </a:moveTo>
                <a:lnTo>
                  <a:pt x="0" y="0"/>
                </a:lnTo>
                <a:lnTo>
                  <a:pt x="0" y="10530831"/>
                </a:lnTo>
                <a:lnTo>
                  <a:pt x="12444846" y="10530831"/>
                </a:lnTo>
                <a:lnTo>
                  <a:pt x="12444846" y="0"/>
                </a:lnTo>
                <a:close/>
              </a:path>
            </a:pathLst>
          </a:custGeom>
          <a:blipFill rotWithShape="1">
            <a:blip r:embed="rId2">
              <a:alphaModFix/>
            </a:blip>
            <a:stretch>
              <a:fillRect b="0" l="-12709" r="-14219" t="0"/>
            </a:stretch>
          </a:blipFill>
          <a:ln>
            <a:noFill/>
          </a:ln>
        </p:spPr>
      </p:sp>
      <p:sp>
        <p:nvSpPr>
          <p:cNvPr id="257" name="Google Shape;257;p17"/>
          <p:cNvSpPr/>
          <p:nvPr/>
        </p:nvSpPr>
        <p:spPr>
          <a:xfrm>
            <a:off x="5445052" y="4147712"/>
            <a:ext cx="9025086" cy="2091401"/>
          </a:xfrm>
          <a:prstGeom prst="rect">
            <a:avLst/>
          </a:prstGeom>
        </p:spPr>
        <p:txBody>
          <a:bodyPr>
            <a:prstTxWarp prst="textPlain"/>
          </a:bodyPr>
          <a:lstStyle/>
          <a:p>
            <a:pPr lvl="0" algn="ctr"/>
            <a:r>
              <a:rPr lang="mn-MN" b="0" i="0">
                <a:ln cap="flat" cmpd="sng" w="76200">
                  <a:solidFill>
                    <a:srgbClr val="8ACE03"/>
                  </a:solidFill>
                  <a:prstDash val="solid"/>
                  <a:round/>
                  <a:headEnd len="sm" w="sm" type="none"/>
                  <a:tailEnd len="sm" w="sm" type="none"/>
                </a:ln>
                <a:solidFill>
                  <a:schemeClr val="dk1"/>
                </a:solidFill>
                <a:latin typeface="Arial"/>
              </a:rPr>
              <a:t>баяртай.</a:t>
            </a: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theme" Target="../theme/theme1.xml"/><Relationship Id="rId16" Type="http://schemas.openxmlformats.org/officeDocument/2006/relationships/slideLayout" Target="../slideLayouts/slideLayout16.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ACE03"/>
        </a:solidFill>
      </p:bgPr>
    </p:bg>
    <p:spTree>
      <p:nvGrpSpPr>
        <p:cNvPr id="261" name="Shape 261"/>
        <p:cNvGrpSpPr/>
        <p:nvPr/>
      </p:nvGrpSpPr>
      <p:grpSpPr>
        <a:xfrm>
          <a:off x="0" y="0"/>
          <a:ext cx="0" cy="0"/>
          <a:chOff x="0" y="0"/>
          <a:chExt cx="0" cy="0"/>
        </a:xfrm>
      </p:grpSpPr>
      <p:sp>
        <p:nvSpPr>
          <p:cNvPr id="262" name="Google Shape;262;p18"/>
          <p:cNvSpPr txBox="1"/>
          <p:nvPr/>
        </p:nvSpPr>
        <p:spPr>
          <a:xfrm>
            <a:off x="1028700" y="914400"/>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000000"/>
                </a:solidFill>
                <a:latin typeface="Arial"/>
                <a:ea typeface="Arial"/>
                <a:cs typeface="Arial"/>
                <a:sym typeface="Arial"/>
              </a:rPr>
              <a:t>Graphican</a:t>
            </a:r>
            <a:endParaRPr/>
          </a:p>
        </p:txBody>
      </p:sp>
      <p:sp>
        <p:nvSpPr>
          <p:cNvPr id="263" name="Google Shape;263;p18"/>
          <p:cNvSpPr txBox="1"/>
          <p:nvPr/>
        </p:nvSpPr>
        <p:spPr>
          <a:xfrm>
            <a:off x="12705109" y="914400"/>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000000"/>
                </a:solidFill>
                <a:latin typeface="Arial"/>
                <a:ea typeface="Arial"/>
                <a:cs typeface="Arial"/>
                <a:sym typeface="Arial"/>
              </a:rPr>
              <a:t>Бүтээлч слайдууд</a:t>
            </a:r>
            <a:endParaRPr/>
          </a:p>
        </p:txBody>
      </p:sp>
      <p:sp>
        <p:nvSpPr>
          <p:cNvPr id="264" name="Google Shape;264;p18"/>
          <p:cNvSpPr txBox="1"/>
          <p:nvPr/>
        </p:nvSpPr>
        <p:spPr>
          <a:xfrm>
            <a:off x="1028700" y="1338580"/>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65" name="Google Shape;265;p18"/>
          <p:cNvSpPr txBox="1"/>
          <p:nvPr/>
        </p:nvSpPr>
        <p:spPr>
          <a:xfrm>
            <a:off x="1028700" y="1762760"/>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66" name="Google Shape;266;p18"/>
          <p:cNvSpPr txBox="1"/>
          <p:nvPr/>
        </p:nvSpPr>
        <p:spPr>
          <a:xfrm>
            <a:off x="1028700" y="2186940"/>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67" name="Google Shape;267;p18"/>
          <p:cNvSpPr txBox="1"/>
          <p:nvPr/>
        </p:nvSpPr>
        <p:spPr>
          <a:xfrm>
            <a:off x="1028700" y="2611120"/>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68" name="Google Shape;268;p18"/>
          <p:cNvSpPr txBox="1"/>
          <p:nvPr/>
        </p:nvSpPr>
        <p:spPr>
          <a:xfrm>
            <a:off x="1028700" y="3035300"/>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69" name="Google Shape;269;p18"/>
          <p:cNvSpPr txBox="1"/>
          <p:nvPr/>
        </p:nvSpPr>
        <p:spPr>
          <a:xfrm>
            <a:off x="1028700" y="3459480"/>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70" name="Google Shape;270;p18"/>
          <p:cNvSpPr txBox="1"/>
          <p:nvPr/>
        </p:nvSpPr>
        <p:spPr>
          <a:xfrm>
            <a:off x="1028700" y="3883660"/>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71" name="Google Shape;271;p18"/>
          <p:cNvSpPr txBox="1"/>
          <p:nvPr/>
        </p:nvSpPr>
        <p:spPr>
          <a:xfrm>
            <a:off x="1028700" y="4307841"/>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72" name="Google Shape;272;p18"/>
          <p:cNvSpPr txBox="1"/>
          <p:nvPr/>
        </p:nvSpPr>
        <p:spPr>
          <a:xfrm>
            <a:off x="1028700" y="4732021"/>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73" name="Google Shape;273;p18"/>
          <p:cNvSpPr txBox="1"/>
          <p:nvPr/>
        </p:nvSpPr>
        <p:spPr>
          <a:xfrm>
            <a:off x="12705109" y="1365986"/>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74" name="Google Shape;274;p18"/>
          <p:cNvSpPr txBox="1"/>
          <p:nvPr/>
        </p:nvSpPr>
        <p:spPr>
          <a:xfrm>
            <a:off x="12705109" y="1817572"/>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75" name="Google Shape;275;p18"/>
          <p:cNvSpPr txBox="1"/>
          <p:nvPr/>
        </p:nvSpPr>
        <p:spPr>
          <a:xfrm>
            <a:off x="12705109" y="2269158"/>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76" name="Google Shape;276;p18"/>
          <p:cNvSpPr txBox="1"/>
          <p:nvPr/>
        </p:nvSpPr>
        <p:spPr>
          <a:xfrm>
            <a:off x="12705109" y="2720744"/>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77" name="Google Shape;277;p18"/>
          <p:cNvSpPr txBox="1"/>
          <p:nvPr/>
        </p:nvSpPr>
        <p:spPr>
          <a:xfrm>
            <a:off x="12705109" y="3172330"/>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78" name="Google Shape;278;p18"/>
          <p:cNvSpPr txBox="1"/>
          <p:nvPr/>
        </p:nvSpPr>
        <p:spPr>
          <a:xfrm>
            <a:off x="12705109" y="3623916"/>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79" name="Google Shape;279;p18"/>
          <p:cNvSpPr txBox="1"/>
          <p:nvPr/>
        </p:nvSpPr>
        <p:spPr>
          <a:xfrm>
            <a:off x="12705109" y="4075502"/>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80" name="Google Shape;280;p18"/>
          <p:cNvSpPr txBox="1"/>
          <p:nvPr/>
        </p:nvSpPr>
        <p:spPr>
          <a:xfrm>
            <a:off x="12705109" y="4527089"/>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81" name="Google Shape;281;p18"/>
          <p:cNvSpPr txBox="1"/>
          <p:nvPr/>
        </p:nvSpPr>
        <p:spPr>
          <a:xfrm>
            <a:off x="12705109" y="4978675"/>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82" name="Google Shape;282;p18"/>
          <p:cNvSpPr txBox="1"/>
          <p:nvPr/>
        </p:nvSpPr>
        <p:spPr>
          <a:xfrm>
            <a:off x="12705109" y="5430261"/>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83" name="Google Shape;283;p18"/>
          <p:cNvSpPr txBox="1"/>
          <p:nvPr/>
        </p:nvSpPr>
        <p:spPr>
          <a:xfrm>
            <a:off x="12705109" y="5881847"/>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84" name="Google Shape;284;p18"/>
          <p:cNvSpPr txBox="1"/>
          <p:nvPr/>
        </p:nvSpPr>
        <p:spPr>
          <a:xfrm>
            <a:off x="12705109" y="6333433"/>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85" name="Google Shape;285;p18"/>
          <p:cNvSpPr txBox="1"/>
          <p:nvPr/>
        </p:nvSpPr>
        <p:spPr>
          <a:xfrm>
            <a:off x="12705109" y="6785019"/>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86" name="Google Shape;286;p18"/>
          <p:cNvSpPr txBox="1"/>
          <p:nvPr/>
        </p:nvSpPr>
        <p:spPr>
          <a:xfrm>
            <a:off x="12705109" y="7236605"/>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87" name="Google Shape;287;p18"/>
          <p:cNvSpPr txBox="1"/>
          <p:nvPr/>
        </p:nvSpPr>
        <p:spPr>
          <a:xfrm>
            <a:off x="1028700" y="5190765"/>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88" name="Google Shape;288;p18"/>
          <p:cNvSpPr txBox="1"/>
          <p:nvPr/>
        </p:nvSpPr>
        <p:spPr>
          <a:xfrm>
            <a:off x="1028700" y="5614945"/>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89" name="Google Shape;289;p18"/>
          <p:cNvSpPr txBox="1"/>
          <p:nvPr/>
        </p:nvSpPr>
        <p:spPr>
          <a:xfrm>
            <a:off x="1028700" y="6039125"/>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90" name="Google Shape;290;p18"/>
          <p:cNvSpPr txBox="1"/>
          <p:nvPr/>
        </p:nvSpPr>
        <p:spPr>
          <a:xfrm>
            <a:off x="1028700" y="6463305"/>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91" name="Google Shape;291;p18"/>
          <p:cNvSpPr txBox="1"/>
          <p:nvPr/>
        </p:nvSpPr>
        <p:spPr>
          <a:xfrm>
            <a:off x="1028700" y="6887485"/>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92" name="Google Shape;292;p18"/>
          <p:cNvSpPr txBox="1"/>
          <p:nvPr/>
        </p:nvSpPr>
        <p:spPr>
          <a:xfrm>
            <a:off x="1028700" y="7311665"/>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93" name="Google Shape;293;p18"/>
          <p:cNvSpPr txBox="1"/>
          <p:nvPr/>
        </p:nvSpPr>
        <p:spPr>
          <a:xfrm>
            <a:off x="1028700" y="7735845"/>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94" name="Google Shape;294;p18"/>
          <p:cNvSpPr txBox="1"/>
          <p:nvPr/>
        </p:nvSpPr>
        <p:spPr>
          <a:xfrm>
            <a:off x="1028700" y="8160025"/>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95" name="Google Shape;295;p18"/>
          <p:cNvSpPr txBox="1"/>
          <p:nvPr/>
        </p:nvSpPr>
        <p:spPr>
          <a:xfrm>
            <a:off x="1028700" y="8584205"/>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96" name="Google Shape;296;p18"/>
          <p:cNvSpPr txBox="1"/>
          <p:nvPr/>
        </p:nvSpPr>
        <p:spPr>
          <a:xfrm>
            <a:off x="1028700" y="9008385"/>
            <a:ext cx="1837581" cy="538480"/>
          </a:xfrm>
          <a:prstGeom prst="rect">
            <a:avLst/>
          </a:prstGeom>
          <a:noFill/>
          <a:ln>
            <a:noFill/>
          </a:ln>
        </p:spPr>
        <p:txBody>
          <a:bodyPr anchorCtr="0" anchor="t" bIns="0" lIns="0" spcFirstLastPara="1" rIns="0" wrap="square" tIns="0">
            <a:spAutoFit/>
          </a:bodyPr>
          <a:lstStyle/>
          <a:p>
            <a:pPr indent="0" lvl="0" marL="0" marR="0" rtl="0" algn="l">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Graphican</a:t>
            </a:r>
            <a:endParaRPr/>
          </a:p>
        </p:txBody>
      </p:sp>
      <p:sp>
        <p:nvSpPr>
          <p:cNvPr id="297" name="Google Shape;297;p18"/>
          <p:cNvSpPr txBox="1"/>
          <p:nvPr/>
        </p:nvSpPr>
        <p:spPr>
          <a:xfrm>
            <a:off x="12705109" y="7689360"/>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98" name="Google Shape;298;p18"/>
          <p:cNvSpPr txBox="1"/>
          <p:nvPr/>
        </p:nvSpPr>
        <p:spPr>
          <a:xfrm>
            <a:off x="12705109" y="8140946"/>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299" name="Google Shape;299;p18"/>
          <p:cNvSpPr txBox="1"/>
          <p:nvPr/>
        </p:nvSpPr>
        <p:spPr>
          <a:xfrm>
            <a:off x="12705109" y="8592532"/>
            <a:ext cx="4554191" cy="538480"/>
          </a:xfrm>
          <a:prstGeom prst="rect">
            <a:avLst/>
          </a:prstGeom>
          <a:noFill/>
          <a:ln>
            <a:noFill/>
          </a:ln>
        </p:spPr>
        <p:txBody>
          <a:bodyPr anchorCtr="0" anchor="t" bIns="0" lIns="0" spcFirstLastPara="1" rIns="0" wrap="square" tIns="0">
            <a:spAutoFit/>
          </a:bodyPr>
          <a:lstStyle/>
          <a:p>
            <a:pPr indent="0" lvl="0" marL="0" marR="0" rtl="0" algn="r">
              <a:lnSpc>
                <a:spcPct val="140014"/>
              </a:lnSpc>
              <a:spcBef>
                <a:spcPts val="0"/>
              </a:spcBef>
              <a:spcAft>
                <a:spcPts val="0"/>
              </a:spcAft>
              <a:buNone/>
            </a:pPr>
            <a:r>
              <a:rPr b="1" i="0" lang="mn-MN" sz="2799" u="none" cap="none" strike="noStrike">
                <a:solidFill>
                  <a:srgbClr val="5C8A00"/>
                </a:solidFill>
                <a:latin typeface="Arial"/>
                <a:ea typeface="Arial"/>
                <a:cs typeface="Arial"/>
                <a:sym typeface="Arial"/>
              </a:rPr>
              <a:t>Бүтээлч слайдууд</a:t>
            </a:r>
            <a:endParaRPr/>
          </a:p>
        </p:txBody>
      </p:sp>
      <p:sp>
        <p:nvSpPr>
          <p:cNvPr id="300" name="Google Shape;300;p18"/>
          <p:cNvSpPr/>
          <p:nvPr/>
        </p:nvSpPr>
        <p:spPr>
          <a:xfrm flipH="1">
            <a:off x="2866281" y="0"/>
            <a:ext cx="12146331" cy="11193853"/>
          </a:xfrm>
          <a:custGeom>
            <a:rect b="b" l="l" r="r" t="t"/>
            <a:pathLst>
              <a:path extrusionOk="0" h="11193853" w="12146331">
                <a:moveTo>
                  <a:pt x="12146331" y="0"/>
                </a:moveTo>
                <a:lnTo>
                  <a:pt x="0" y="0"/>
                </a:lnTo>
                <a:lnTo>
                  <a:pt x="0" y="11193853"/>
                </a:lnTo>
                <a:lnTo>
                  <a:pt x="12146331" y="11193853"/>
                </a:lnTo>
                <a:lnTo>
                  <a:pt x="12146331" y="0"/>
                </a:lnTo>
                <a:close/>
              </a:path>
            </a:pathLst>
          </a:custGeom>
          <a:blipFill rotWithShape="1">
            <a:blip r:embed="rId3">
              <a:alphaModFix/>
            </a:blip>
            <a:stretch>
              <a:fillRect b="0" l="-38236" r="0" t="0"/>
            </a:stretch>
          </a:blipFill>
          <a:ln>
            <a:noFill/>
          </a:ln>
        </p:spPr>
      </p:sp>
      <p:sp>
        <p:nvSpPr>
          <p:cNvPr id="301" name="Google Shape;301;p18"/>
          <p:cNvSpPr/>
          <p:nvPr/>
        </p:nvSpPr>
        <p:spPr>
          <a:xfrm>
            <a:off x="5699104" y="3571600"/>
            <a:ext cx="6480660" cy="2859349"/>
          </a:xfrm>
          <a:prstGeom prst="rect">
            <a:avLst/>
          </a:prstGeom>
        </p:spPr>
        <p:txBody>
          <a:bodyPr>
            <a:prstTxWarp prst="textPlain"/>
          </a:bodyPr>
          <a:lstStyle/>
          <a:p>
            <a:pPr lvl="0" algn="ctr"/>
            <a:r>
              <a:rPr b="0" i="0">
                <a:ln cap="flat" cmpd="sng" w="76200">
                  <a:solidFill>
                    <a:srgbClr val="8ACE03"/>
                  </a:solidFill>
                  <a:prstDash val="solid"/>
                  <a:round/>
                  <a:headEnd len="sm" w="sm" type="none"/>
                  <a:tailEnd len="sm" w="sm" type="none"/>
                </a:ln>
                <a:solidFill>
                  <a:schemeClr val="dk1"/>
                </a:solidFill>
                <a:latin typeface="Arial"/>
              </a:rPr>
              <a:t>brat</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05" name="Shape 305"/>
        <p:cNvGrpSpPr/>
        <p:nvPr/>
      </p:nvGrpSpPr>
      <p:grpSpPr>
        <a:xfrm>
          <a:off x="0" y="0"/>
          <a:ext cx="0" cy="0"/>
          <a:chOff x="0" y="0"/>
          <a:chExt cx="0" cy="0"/>
        </a:xfrm>
      </p:grpSpPr>
      <p:grpSp>
        <p:nvGrpSpPr>
          <p:cNvPr id="306" name="Google Shape;306;p19"/>
          <p:cNvGrpSpPr/>
          <p:nvPr/>
        </p:nvGrpSpPr>
        <p:grpSpPr>
          <a:xfrm rot="-1717529">
            <a:off x="-703317" y="246037"/>
            <a:ext cx="4317167" cy="4114800"/>
            <a:chOff x="0" y="0"/>
            <a:chExt cx="812800" cy="774700"/>
          </a:xfrm>
        </p:grpSpPr>
        <p:sp>
          <p:nvSpPr>
            <p:cNvPr id="307" name="Google Shape;307;p19"/>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308" name="Google Shape;308;p19"/>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09" name="Google Shape;309;p19"/>
          <p:cNvSpPr/>
          <p:nvPr/>
        </p:nvSpPr>
        <p:spPr>
          <a:xfrm>
            <a:off x="-94957" y="-207093"/>
            <a:ext cx="10253332" cy="10701187"/>
          </a:xfrm>
          <a:custGeom>
            <a:rect b="b" l="l" r="r" t="t"/>
            <a:pathLst>
              <a:path extrusionOk="0" h="10701187" w="10253332">
                <a:moveTo>
                  <a:pt x="0" y="0"/>
                </a:moveTo>
                <a:lnTo>
                  <a:pt x="10253332" y="0"/>
                </a:lnTo>
                <a:lnTo>
                  <a:pt x="10253332" y="10701186"/>
                </a:lnTo>
                <a:lnTo>
                  <a:pt x="0" y="10701186"/>
                </a:lnTo>
                <a:lnTo>
                  <a:pt x="0" y="0"/>
                </a:lnTo>
                <a:close/>
              </a:path>
            </a:pathLst>
          </a:custGeom>
          <a:blipFill rotWithShape="1">
            <a:blip r:embed="rId3">
              <a:alphaModFix/>
            </a:blip>
            <a:stretch>
              <a:fillRect b="0" l="-62244" r="-16269" t="-14032"/>
            </a:stretch>
          </a:blipFill>
          <a:ln>
            <a:noFill/>
          </a:ln>
        </p:spPr>
      </p:sp>
      <p:sp>
        <p:nvSpPr>
          <p:cNvPr id="310" name="Google Shape;310;p19"/>
          <p:cNvSpPr txBox="1"/>
          <p:nvPr/>
        </p:nvSpPr>
        <p:spPr>
          <a:xfrm>
            <a:off x="8137028" y="3469974"/>
            <a:ext cx="8733547" cy="2452369"/>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mn-MN" sz="8799" u="none" cap="none" strike="noStrike">
                <a:solidFill>
                  <a:srgbClr val="8ACE03"/>
                </a:solidFill>
                <a:latin typeface="Arial"/>
                <a:ea typeface="Arial"/>
                <a:cs typeface="Arial"/>
                <a:sym typeface="Arial"/>
              </a:rPr>
              <a:t>Зуны </a:t>
            </a:r>
            <a:endParaRPr/>
          </a:p>
          <a:p>
            <a:pPr indent="0" lvl="0" marL="0" marR="0" rtl="0" algn="l">
              <a:lnSpc>
                <a:spcPct val="100000"/>
              </a:lnSpc>
              <a:spcBef>
                <a:spcPts val="0"/>
              </a:spcBef>
              <a:spcAft>
                <a:spcPts val="0"/>
              </a:spcAft>
              <a:buNone/>
            </a:pPr>
            <a:r>
              <a:rPr b="1" i="0" lang="mn-MN" sz="8799" u="none" cap="none" strike="noStrike">
                <a:solidFill>
                  <a:srgbClr val="8ACE03"/>
                </a:solidFill>
                <a:latin typeface="Arial"/>
                <a:ea typeface="Arial"/>
                <a:cs typeface="Arial"/>
                <a:sym typeface="Arial"/>
              </a:rPr>
              <a:t>төлөвлөгөө юу вэ?</a:t>
            </a:r>
            <a:endParaRPr/>
          </a:p>
        </p:txBody>
      </p:sp>
      <p:sp>
        <p:nvSpPr>
          <p:cNvPr id="311" name="Google Shape;311;p19"/>
          <p:cNvSpPr txBox="1"/>
          <p:nvPr/>
        </p:nvSpPr>
        <p:spPr>
          <a:xfrm>
            <a:off x="10787025" y="6575782"/>
            <a:ext cx="6472200" cy="25536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2100" u="none" cap="none" strike="noStrike">
                <a:solidFill>
                  <a:srgbClr val="FFFFFF"/>
                </a:solidFill>
                <a:latin typeface="Arial"/>
                <a:ea typeface="Arial"/>
                <a:cs typeface="Arial"/>
                <a:sym typeface="Arial"/>
              </a:rPr>
              <a:t>Товч бөгөөд ойлгомжтой тайлбар. Үзэгчдэд хэрэгтэй мэдээллийг өгнө. Тоо баримт, жишээ ашиглавал илүү үр дүнтэй. Бид хэрэглэгчдэдээ үнэ цэн бүтээхийг зорьдог. Төслийн явц, үр дүнг энд харуулна. Багаараа хамтран шинэ шийдэл хэрэгжүүлнэ.</a:t>
            </a:r>
            <a:endParaRPr/>
          </a:p>
        </p:txBody>
      </p:sp>
      <p:grpSp>
        <p:nvGrpSpPr>
          <p:cNvPr id="312" name="Google Shape;312;p19"/>
          <p:cNvGrpSpPr/>
          <p:nvPr/>
        </p:nvGrpSpPr>
        <p:grpSpPr>
          <a:xfrm rot="1204663">
            <a:off x="6502888" y="-652398"/>
            <a:ext cx="3268280" cy="3115080"/>
            <a:chOff x="0" y="0"/>
            <a:chExt cx="812800" cy="774700"/>
          </a:xfrm>
        </p:grpSpPr>
        <p:sp>
          <p:nvSpPr>
            <p:cNvPr id="313" name="Google Shape;313;p19"/>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314" name="Google Shape;314;p19"/>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15" name="Google Shape;315;p19"/>
          <p:cNvGrpSpPr/>
          <p:nvPr/>
        </p:nvGrpSpPr>
        <p:grpSpPr>
          <a:xfrm rot="-526209">
            <a:off x="10985928" y="-169898"/>
            <a:ext cx="2255822" cy="2150080"/>
            <a:chOff x="0" y="0"/>
            <a:chExt cx="812800" cy="774700"/>
          </a:xfrm>
        </p:grpSpPr>
        <p:sp>
          <p:nvSpPr>
            <p:cNvPr id="316" name="Google Shape;316;p19"/>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317" name="Google Shape;317;p19"/>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18" name="Google Shape;318;p19"/>
          <p:cNvGrpSpPr/>
          <p:nvPr/>
        </p:nvGrpSpPr>
        <p:grpSpPr>
          <a:xfrm rot="1269144">
            <a:off x="14295709" y="292328"/>
            <a:ext cx="1970983" cy="1878593"/>
            <a:chOff x="0" y="0"/>
            <a:chExt cx="812800" cy="774700"/>
          </a:xfrm>
        </p:grpSpPr>
        <p:sp>
          <p:nvSpPr>
            <p:cNvPr id="319" name="Google Shape;319;p19"/>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320" name="Google Shape;320;p19"/>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321" name="Google Shape;321;p19"/>
          <p:cNvGrpSpPr/>
          <p:nvPr/>
        </p:nvGrpSpPr>
        <p:grpSpPr>
          <a:xfrm rot="-440569">
            <a:off x="16951929" y="2019068"/>
            <a:ext cx="1432117" cy="1364987"/>
            <a:chOff x="0" y="0"/>
            <a:chExt cx="812800" cy="774700"/>
          </a:xfrm>
        </p:grpSpPr>
        <p:sp>
          <p:nvSpPr>
            <p:cNvPr id="322" name="Google Shape;322;p19"/>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323" name="Google Shape;323;p19"/>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27" name="Shape 327"/>
        <p:cNvGrpSpPr/>
        <p:nvPr/>
      </p:nvGrpSpPr>
      <p:grpSpPr>
        <a:xfrm>
          <a:off x="0" y="0"/>
          <a:ext cx="0" cy="0"/>
          <a:chOff x="0" y="0"/>
          <a:chExt cx="0" cy="0"/>
        </a:xfrm>
      </p:grpSpPr>
      <p:sp>
        <p:nvSpPr>
          <p:cNvPr id="328" name="Google Shape;328;p20"/>
          <p:cNvSpPr/>
          <p:nvPr/>
        </p:nvSpPr>
        <p:spPr>
          <a:xfrm>
            <a:off x="9492729" y="478467"/>
            <a:ext cx="13456284" cy="9786825"/>
          </a:xfrm>
          <a:custGeom>
            <a:rect b="b" l="l" r="r" t="t"/>
            <a:pathLst>
              <a:path extrusionOk="0" h="9786825" w="13456284">
                <a:moveTo>
                  <a:pt x="0" y="0"/>
                </a:moveTo>
                <a:lnTo>
                  <a:pt x="13456285" y="0"/>
                </a:lnTo>
                <a:lnTo>
                  <a:pt x="13456285" y="9786825"/>
                </a:lnTo>
                <a:lnTo>
                  <a:pt x="0" y="9786825"/>
                </a:lnTo>
                <a:lnTo>
                  <a:pt x="0" y="0"/>
                </a:lnTo>
                <a:close/>
              </a:path>
            </a:pathLst>
          </a:custGeom>
          <a:blipFill rotWithShape="1">
            <a:blip r:embed="rId3">
              <a:alphaModFix/>
            </a:blip>
            <a:stretch>
              <a:fillRect b="0" l="-29585" r="0" t="0"/>
            </a:stretch>
          </a:blipFill>
          <a:ln>
            <a:noFill/>
          </a:ln>
        </p:spPr>
      </p:sp>
      <p:sp>
        <p:nvSpPr>
          <p:cNvPr id="329" name="Google Shape;329;p20"/>
          <p:cNvSpPr txBox="1"/>
          <p:nvPr/>
        </p:nvSpPr>
        <p:spPr>
          <a:xfrm>
            <a:off x="995781" y="1246596"/>
            <a:ext cx="8496948" cy="1337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mn-MN" sz="8799" u="none" cap="none" strike="noStrike">
                <a:solidFill>
                  <a:srgbClr val="8ACE03"/>
                </a:solidFill>
                <a:latin typeface="Arial"/>
                <a:ea typeface="Arial"/>
                <a:cs typeface="Arial"/>
                <a:sym typeface="Arial"/>
              </a:rPr>
              <a:t>жагсаалт</a:t>
            </a:r>
            <a:endParaRPr/>
          </a:p>
        </p:txBody>
      </p:sp>
      <p:sp>
        <p:nvSpPr>
          <p:cNvPr id="330" name="Google Shape;330;p20"/>
          <p:cNvSpPr txBox="1"/>
          <p:nvPr/>
        </p:nvSpPr>
        <p:spPr>
          <a:xfrm>
            <a:off x="995781" y="2880503"/>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01</a:t>
            </a:r>
            <a:endParaRPr/>
          </a:p>
        </p:txBody>
      </p:sp>
      <p:sp>
        <p:nvSpPr>
          <p:cNvPr id="331" name="Google Shape;331;p20"/>
          <p:cNvSpPr txBox="1"/>
          <p:nvPr/>
        </p:nvSpPr>
        <p:spPr>
          <a:xfrm>
            <a:off x="1839277" y="2800175"/>
            <a:ext cx="1296831"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Танилцуулга</a:t>
            </a:r>
            <a:endParaRPr/>
          </a:p>
        </p:txBody>
      </p:sp>
      <p:sp>
        <p:nvSpPr>
          <p:cNvPr id="332" name="Google Shape;332;p20"/>
          <p:cNvSpPr txBox="1"/>
          <p:nvPr/>
        </p:nvSpPr>
        <p:spPr>
          <a:xfrm>
            <a:off x="995781" y="3643242"/>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02</a:t>
            </a:r>
            <a:endParaRPr/>
          </a:p>
        </p:txBody>
      </p:sp>
      <p:sp>
        <p:nvSpPr>
          <p:cNvPr id="333" name="Google Shape;333;p20"/>
          <p:cNvSpPr txBox="1"/>
          <p:nvPr/>
        </p:nvSpPr>
        <p:spPr>
          <a:xfrm>
            <a:off x="1839277" y="3558668"/>
            <a:ext cx="2637962"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Зорилго</a:t>
            </a:r>
            <a:endParaRPr/>
          </a:p>
        </p:txBody>
      </p:sp>
      <p:sp>
        <p:nvSpPr>
          <p:cNvPr id="334" name="Google Shape;334;p20"/>
          <p:cNvSpPr txBox="1"/>
          <p:nvPr/>
        </p:nvSpPr>
        <p:spPr>
          <a:xfrm>
            <a:off x="995781" y="4405981"/>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03</a:t>
            </a:r>
            <a:endParaRPr/>
          </a:p>
        </p:txBody>
      </p:sp>
      <p:sp>
        <p:nvSpPr>
          <p:cNvPr id="335" name="Google Shape;335;p20"/>
          <p:cNvSpPr txBox="1"/>
          <p:nvPr/>
        </p:nvSpPr>
        <p:spPr>
          <a:xfrm>
            <a:off x="1839277" y="4317160"/>
            <a:ext cx="3782670"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Хэрэгцээ</a:t>
            </a:r>
            <a:endParaRPr/>
          </a:p>
        </p:txBody>
      </p:sp>
      <p:sp>
        <p:nvSpPr>
          <p:cNvPr id="336" name="Google Shape;336;p20"/>
          <p:cNvSpPr txBox="1"/>
          <p:nvPr/>
        </p:nvSpPr>
        <p:spPr>
          <a:xfrm>
            <a:off x="995781" y="5168720"/>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04</a:t>
            </a:r>
            <a:endParaRPr/>
          </a:p>
        </p:txBody>
      </p:sp>
      <p:sp>
        <p:nvSpPr>
          <p:cNvPr id="337" name="Google Shape;337;p20"/>
          <p:cNvSpPr txBox="1"/>
          <p:nvPr/>
        </p:nvSpPr>
        <p:spPr>
          <a:xfrm>
            <a:off x="1839277" y="5075652"/>
            <a:ext cx="5401959"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Судалгаа</a:t>
            </a:r>
            <a:endParaRPr/>
          </a:p>
        </p:txBody>
      </p:sp>
      <p:sp>
        <p:nvSpPr>
          <p:cNvPr id="338" name="Google Shape;338;p20"/>
          <p:cNvSpPr txBox="1"/>
          <p:nvPr/>
        </p:nvSpPr>
        <p:spPr>
          <a:xfrm>
            <a:off x="995781" y="5931459"/>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05</a:t>
            </a:r>
            <a:endParaRPr/>
          </a:p>
        </p:txBody>
      </p:sp>
      <p:sp>
        <p:nvSpPr>
          <p:cNvPr id="339" name="Google Shape;339;p20"/>
          <p:cNvSpPr txBox="1"/>
          <p:nvPr/>
        </p:nvSpPr>
        <p:spPr>
          <a:xfrm>
            <a:off x="1839277" y="5834145"/>
            <a:ext cx="5401959"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Санаа</a:t>
            </a:r>
            <a:endParaRPr/>
          </a:p>
        </p:txBody>
      </p:sp>
      <p:sp>
        <p:nvSpPr>
          <p:cNvPr id="340" name="Google Shape;340;p20"/>
          <p:cNvSpPr txBox="1"/>
          <p:nvPr/>
        </p:nvSpPr>
        <p:spPr>
          <a:xfrm>
            <a:off x="995781" y="6694198"/>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06</a:t>
            </a:r>
            <a:endParaRPr/>
          </a:p>
        </p:txBody>
      </p:sp>
      <p:sp>
        <p:nvSpPr>
          <p:cNvPr id="341" name="Google Shape;341;p20"/>
          <p:cNvSpPr txBox="1"/>
          <p:nvPr/>
        </p:nvSpPr>
        <p:spPr>
          <a:xfrm>
            <a:off x="1839277" y="6592637"/>
            <a:ext cx="5401959"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Шийдэл</a:t>
            </a:r>
            <a:endParaRPr/>
          </a:p>
        </p:txBody>
      </p:sp>
      <p:sp>
        <p:nvSpPr>
          <p:cNvPr id="342" name="Google Shape;342;p20"/>
          <p:cNvSpPr txBox="1"/>
          <p:nvPr/>
        </p:nvSpPr>
        <p:spPr>
          <a:xfrm>
            <a:off x="995781" y="7456937"/>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07</a:t>
            </a:r>
            <a:endParaRPr/>
          </a:p>
        </p:txBody>
      </p:sp>
      <p:sp>
        <p:nvSpPr>
          <p:cNvPr id="343" name="Google Shape;343;p20"/>
          <p:cNvSpPr txBox="1"/>
          <p:nvPr/>
        </p:nvSpPr>
        <p:spPr>
          <a:xfrm>
            <a:off x="1839277" y="7351130"/>
            <a:ext cx="5401959"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Төлөвлөгөө</a:t>
            </a:r>
            <a:endParaRPr/>
          </a:p>
        </p:txBody>
      </p:sp>
      <p:sp>
        <p:nvSpPr>
          <p:cNvPr id="344" name="Google Shape;344;p20"/>
          <p:cNvSpPr txBox="1"/>
          <p:nvPr/>
        </p:nvSpPr>
        <p:spPr>
          <a:xfrm>
            <a:off x="995781" y="8219675"/>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08</a:t>
            </a:r>
            <a:endParaRPr/>
          </a:p>
        </p:txBody>
      </p:sp>
      <p:sp>
        <p:nvSpPr>
          <p:cNvPr id="345" name="Google Shape;345;p20"/>
          <p:cNvSpPr txBox="1"/>
          <p:nvPr/>
        </p:nvSpPr>
        <p:spPr>
          <a:xfrm>
            <a:off x="1839277" y="8109622"/>
            <a:ext cx="5401959"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Баг</a:t>
            </a:r>
            <a:endParaRPr/>
          </a:p>
        </p:txBody>
      </p:sp>
      <p:sp>
        <p:nvSpPr>
          <p:cNvPr id="346" name="Google Shape;346;p20"/>
          <p:cNvSpPr txBox="1"/>
          <p:nvPr/>
        </p:nvSpPr>
        <p:spPr>
          <a:xfrm>
            <a:off x="995781" y="8982414"/>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09</a:t>
            </a:r>
            <a:endParaRPr/>
          </a:p>
        </p:txBody>
      </p:sp>
      <p:sp>
        <p:nvSpPr>
          <p:cNvPr id="347" name="Google Shape;347;p20"/>
          <p:cNvSpPr txBox="1"/>
          <p:nvPr/>
        </p:nvSpPr>
        <p:spPr>
          <a:xfrm>
            <a:off x="1839277" y="8868114"/>
            <a:ext cx="5401959"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Хуваарь</a:t>
            </a:r>
            <a:endParaRPr/>
          </a:p>
        </p:txBody>
      </p:sp>
      <p:sp>
        <p:nvSpPr>
          <p:cNvPr id="348" name="Google Shape;348;p20"/>
          <p:cNvSpPr txBox="1"/>
          <p:nvPr/>
        </p:nvSpPr>
        <p:spPr>
          <a:xfrm>
            <a:off x="7744394" y="2812558"/>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10</a:t>
            </a:r>
            <a:endParaRPr/>
          </a:p>
        </p:txBody>
      </p:sp>
      <p:sp>
        <p:nvSpPr>
          <p:cNvPr id="349" name="Google Shape;349;p20"/>
          <p:cNvSpPr txBox="1"/>
          <p:nvPr/>
        </p:nvSpPr>
        <p:spPr>
          <a:xfrm>
            <a:off x="8587889" y="2732230"/>
            <a:ext cx="3341657"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Төсөв</a:t>
            </a:r>
            <a:endParaRPr/>
          </a:p>
        </p:txBody>
      </p:sp>
      <p:sp>
        <p:nvSpPr>
          <p:cNvPr id="350" name="Google Shape;350;p20"/>
          <p:cNvSpPr txBox="1"/>
          <p:nvPr/>
        </p:nvSpPr>
        <p:spPr>
          <a:xfrm>
            <a:off x="7744394" y="3575297"/>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11</a:t>
            </a:r>
            <a:endParaRPr/>
          </a:p>
        </p:txBody>
      </p:sp>
      <p:sp>
        <p:nvSpPr>
          <p:cNvPr id="351" name="Google Shape;351;p20"/>
          <p:cNvSpPr txBox="1"/>
          <p:nvPr/>
        </p:nvSpPr>
        <p:spPr>
          <a:xfrm>
            <a:off x="8587889" y="3490723"/>
            <a:ext cx="2637962"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Эрсдэл</a:t>
            </a:r>
            <a:endParaRPr/>
          </a:p>
        </p:txBody>
      </p:sp>
      <p:sp>
        <p:nvSpPr>
          <p:cNvPr id="352" name="Google Shape;352;p20"/>
          <p:cNvSpPr txBox="1"/>
          <p:nvPr/>
        </p:nvSpPr>
        <p:spPr>
          <a:xfrm>
            <a:off x="7744394" y="4338036"/>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12</a:t>
            </a:r>
            <a:endParaRPr/>
          </a:p>
        </p:txBody>
      </p:sp>
      <p:sp>
        <p:nvSpPr>
          <p:cNvPr id="353" name="Google Shape;353;p20"/>
          <p:cNvSpPr txBox="1"/>
          <p:nvPr/>
        </p:nvSpPr>
        <p:spPr>
          <a:xfrm>
            <a:off x="8587889" y="4249215"/>
            <a:ext cx="3782670"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Хамтрагч</a:t>
            </a:r>
            <a:endParaRPr/>
          </a:p>
        </p:txBody>
      </p:sp>
      <p:sp>
        <p:nvSpPr>
          <p:cNvPr id="354" name="Google Shape;354;p20"/>
          <p:cNvSpPr txBox="1"/>
          <p:nvPr/>
        </p:nvSpPr>
        <p:spPr>
          <a:xfrm>
            <a:off x="7744394" y="5100775"/>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13</a:t>
            </a:r>
            <a:endParaRPr/>
          </a:p>
        </p:txBody>
      </p:sp>
      <p:sp>
        <p:nvSpPr>
          <p:cNvPr id="355" name="Google Shape;355;p20"/>
          <p:cNvSpPr txBox="1"/>
          <p:nvPr/>
        </p:nvSpPr>
        <p:spPr>
          <a:xfrm>
            <a:off x="8587889" y="5007707"/>
            <a:ext cx="5401959"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Маркетинг</a:t>
            </a:r>
            <a:endParaRPr/>
          </a:p>
        </p:txBody>
      </p:sp>
      <p:sp>
        <p:nvSpPr>
          <p:cNvPr id="356" name="Google Shape;356;p20"/>
          <p:cNvSpPr txBox="1"/>
          <p:nvPr/>
        </p:nvSpPr>
        <p:spPr>
          <a:xfrm>
            <a:off x="7744394" y="5863513"/>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14</a:t>
            </a:r>
            <a:endParaRPr/>
          </a:p>
        </p:txBody>
      </p:sp>
      <p:sp>
        <p:nvSpPr>
          <p:cNvPr id="357" name="Google Shape;357;p20"/>
          <p:cNvSpPr txBox="1"/>
          <p:nvPr/>
        </p:nvSpPr>
        <p:spPr>
          <a:xfrm>
            <a:off x="8587889" y="5766200"/>
            <a:ext cx="5401959"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Үр дүнг хэмжих</a:t>
            </a:r>
            <a:endParaRPr/>
          </a:p>
        </p:txBody>
      </p:sp>
      <p:sp>
        <p:nvSpPr>
          <p:cNvPr id="358" name="Google Shape;358;p20"/>
          <p:cNvSpPr txBox="1"/>
          <p:nvPr/>
        </p:nvSpPr>
        <p:spPr>
          <a:xfrm>
            <a:off x="7744394" y="6626252"/>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15</a:t>
            </a:r>
            <a:endParaRPr/>
          </a:p>
        </p:txBody>
      </p:sp>
      <p:sp>
        <p:nvSpPr>
          <p:cNvPr id="359" name="Google Shape;359;p20"/>
          <p:cNvSpPr txBox="1"/>
          <p:nvPr/>
        </p:nvSpPr>
        <p:spPr>
          <a:xfrm>
            <a:off x="8587889" y="6524692"/>
            <a:ext cx="5401959"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Тайлан</a:t>
            </a:r>
            <a:endParaRPr/>
          </a:p>
        </p:txBody>
      </p:sp>
      <p:sp>
        <p:nvSpPr>
          <p:cNvPr id="360" name="Google Shape;360;p20"/>
          <p:cNvSpPr txBox="1"/>
          <p:nvPr/>
        </p:nvSpPr>
        <p:spPr>
          <a:xfrm>
            <a:off x="7744394" y="7388991"/>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16</a:t>
            </a:r>
            <a:endParaRPr/>
          </a:p>
        </p:txBody>
      </p:sp>
      <p:sp>
        <p:nvSpPr>
          <p:cNvPr id="361" name="Google Shape;361;p20"/>
          <p:cNvSpPr txBox="1"/>
          <p:nvPr/>
        </p:nvSpPr>
        <p:spPr>
          <a:xfrm>
            <a:off x="8587889" y="7283185"/>
            <a:ext cx="5401959"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Дүгнэлт</a:t>
            </a:r>
            <a:endParaRPr/>
          </a:p>
        </p:txBody>
      </p:sp>
      <p:sp>
        <p:nvSpPr>
          <p:cNvPr id="362" name="Google Shape;362;p20"/>
          <p:cNvSpPr txBox="1"/>
          <p:nvPr/>
        </p:nvSpPr>
        <p:spPr>
          <a:xfrm>
            <a:off x="7744394" y="8151730"/>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17</a:t>
            </a:r>
            <a:endParaRPr/>
          </a:p>
        </p:txBody>
      </p:sp>
      <p:sp>
        <p:nvSpPr>
          <p:cNvPr id="363" name="Google Shape;363;p20"/>
          <p:cNvSpPr txBox="1"/>
          <p:nvPr/>
        </p:nvSpPr>
        <p:spPr>
          <a:xfrm>
            <a:off x="8587889" y="8041677"/>
            <a:ext cx="5401959"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Асуулт</a:t>
            </a:r>
            <a:endParaRPr/>
          </a:p>
        </p:txBody>
      </p:sp>
      <p:sp>
        <p:nvSpPr>
          <p:cNvPr id="364" name="Google Shape;364;p20"/>
          <p:cNvSpPr txBox="1"/>
          <p:nvPr/>
        </p:nvSpPr>
        <p:spPr>
          <a:xfrm>
            <a:off x="7744394" y="8914469"/>
            <a:ext cx="1182452" cy="558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600" u="none" cap="none" strike="noStrike">
                <a:solidFill>
                  <a:srgbClr val="8ACE03"/>
                </a:solidFill>
                <a:latin typeface="Arial"/>
                <a:ea typeface="Arial"/>
                <a:cs typeface="Arial"/>
                <a:sym typeface="Arial"/>
              </a:rPr>
              <a:t>18</a:t>
            </a:r>
            <a:endParaRPr/>
          </a:p>
        </p:txBody>
      </p:sp>
      <p:sp>
        <p:nvSpPr>
          <p:cNvPr id="365" name="Google Shape;365;p20"/>
          <p:cNvSpPr txBox="1"/>
          <p:nvPr/>
        </p:nvSpPr>
        <p:spPr>
          <a:xfrm>
            <a:off x="8587889" y="8800169"/>
            <a:ext cx="5401959" cy="60452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mn-MN" sz="3200" u="none" cap="none" strike="noStrike">
                <a:solidFill>
                  <a:srgbClr val="8ACE03"/>
                </a:solidFill>
                <a:latin typeface="Arial"/>
                <a:ea typeface="Arial"/>
                <a:cs typeface="Arial"/>
                <a:sym typeface="Arial"/>
              </a:rPr>
              <a:t>Дараагийн алхам</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69" name="Shape 369"/>
        <p:cNvGrpSpPr/>
        <p:nvPr/>
      </p:nvGrpSpPr>
      <p:grpSpPr>
        <a:xfrm>
          <a:off x="0" y="0"/>
          <a:ext cx="0" cy="0"/>
          <a:chOff x="0" y="0"/>
          <a:chExt cx="0" cy="0"/>
        </a:xfrm>
      </p:grpSpPr>
      <p:sp>
        <p:nvSpPr>
          <p:cNvPr id="370" name="Google Shape;370;p21"/>
          <p:cNvSpPr txBox="1"/>
          <p:nvPr/>
        </p:nvSpPr>
        <p:spPr>
          <a:xfrm>
            <a:off x="1028700" y="1558533"/>
            <a:ext cx="8496948" cy="1337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mn-MN" sz="8799" u="none" cap="none" strike="noStrike">
                <a:solidFill>
                  <a:srgbClr val="8ACE03"/>
                </a:solidFill>
                <a:latin typeface="Arial"/>
                <a:ea typeface="Arial"/>
                <a:cs typeface="Arial"/>
                <a:sym typeface="Arial"/>
              </a:rPr>
              <a:t>хөтөлбөр</a:t>
            </a:r>
            <a:endParaRPr/>
          </a:p>
        </p:txBody>
      </p:sp>
      <p:sp>
        <p:nvSpPr>
          <p:cNvPr id="371" name="Google Shape;371;p21"/>
          <p:cNvSpPr/>
          <p:nvPr/>
        </p:nvSpPr>
        <p:spPr>
          <a:xfrm>
            <a:off x="16002000" y="7809353"/>
            <a:ext cx="3429000" cy="3429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
        <p:nvSpPr>
          <p:cNvPr id="372" name="Google Shape;372;p21"/>
          <p:cNvSpPr/>
          <p:nvPr/>
        </p:nvSpPr>
        <p:spPr>
          <a:xfrm>
            <a:off x="12573000" y="7809353"/>
            <a:ext cx="3429000" cy="3429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
        <p:nvSpPr>
          <p:cNvPr id="373" name="Google Shape;373;p21"/>
          <p:cNvSpPr/>
          <p:nvPr/>
        </p:nvSpPr>
        <p:spPr>
          <a:xfrm>
            <a:off x="9144000" y="7809353"/>
            <a:ext cx="3429000" cy="3429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
        <p:nvSpPr>
          <p:cNvPr id="374" name="Google Shape;374;p21"/>
          <p:cNvSpPr/>
          <p:nvPr/>
        </p:nvSpPr>
        <p:spPr>
          <a:xfrm>
            <a:off x="5715000" y="7809353"/>
            <a:ext cx="3429000" cy="3429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
        <p:nvSpPr>
          <p:cNvPr id="375" name="Google Shape;375;p21"/>
          <p:cNvSpPr/>
          <p:nvPr/>
        </p:nvSpPr>
        <p:spPr>
          <a:xfrm>
            <a:off x="2286000" y="7809353"/>
            <a:ext cx="3429000" cy="3429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
        <p:nvSpPr>
          <p:cNvPr id="376" name="Google Shape;376;p21"/>
          <p:cNvSpPr/>
          <p:nvPr/>
        </p:nvSpPr>
        <p:spPr>
          <a:xfrm>
            <a:off x="-1143000" y="7809353"/>
            <a:ext cx="3429000" cy="3429000"/>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cxnSp>
        <p:nvCxnSpPr>
          <p:cNvPr id="377" name="Google Shape;377;p21"/>
          <p:cNvCxnSpPr/>
          <p:nvPr/>
        </p:nvCxnSpPr>
        <p:spPr>
          <a:xfrm>
            <a:off x="1028878" y="4634472"/>
            <a:ext cx="4248474" cy="0"/>
          </a:xfrm>
          <a:prstGeom prst="straightConnector1">
            <a:avLst/>
          </a:prstGeom>
          <a:noFill/>
          <a:ln cap="flat" cmpd="sng" w="50800">
            <a:solidFill>
              <a:srgbClr val="8ACE03"/>
            </a:solidFill>
            <a:prstDash val="solid"/>
            <a:round/>
            <a:headEnd len="sm" w="sm" type="none"/>
            <a:tailEnd len="sm" w="sm" type="none"/>
          </a:ln>
        </p:spPr>
      </p:cxnSp>
      <p:sp>
        <p:nvSpPr>
          <p:cNvPr id="378" name="Google Shape;378;p21"/>
          <p:cNvSpPr txBox="1"/>
          <p:nvPr/>
        </p:nvSpPr>
        <p:spPr>
          <a:xfrm>
            <a:off x="1028700" y="3678215"/>
            <a:ext cx="11826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8ACE03"/>
                </a:solidFill>
                <a:latin typeface="Arial"/>
                <a:ea typeface="Arial"/>
                <a:cs typeface="Arial"/>
                <a:sym typeface="Arial"/>
              </a:rPr>
              <a:t>01</a:t>
            </a:r>
            <a:endParaRPr/>
          </a:p>
        </p:txBody>
      </p:sp>
      <p:sp>
        <p:nvSpPr>
          <p:cNvPr id="379" name="Google Shape;379;p21"/>
          <p:cNvSpPr txBox="1"/>
          <p:nvPr/>
        </p:nvSpPr>
        <p:spPr>
          <a:xfrm>
            <a:off x="3282914" y="3670595"/>
            <a:ext cx="1994400" cy="5541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b="0" i="0" lang="mn-MN" sz="3600" u="none" cap="none" strike="noStrike">
                <a:solidFill>
                  <a:srgbClr val="8ACE03"/>
                </a:solidFill>
                <a:latin typeface="Arial"/>
                <a:ea typeface="Arial"/>
                <a:cs typeface="Arial"/>
                <a:sym typeface="Arial"/>
              </a:rPr>
              <a:t>гарчиг</a:t>
            </a:r>
            <a:endParaRPr/>
          </a:p>
        </p:txBody>
      </p:sp>
      <p:sp>
        <p:nvSpPr>
          <p:cNvPr id="380" name="Google Shape;380;p21"/>
          <p:cNvSpPr txBox="1"/>
          <p:nvPr/>
        </p:nvSpPr>
        <p:spPr>
          <a:xfrm>
            <a:off x="1028700" y="5208353"/>
            <a:ext cx="4248600" cy="14385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2100" u="none" cap="none" strike="noStrike">
                <a:solidFill>
                  <a:srgbClr val="FFFFFF"/>
                </a:solidFill>
                <a:latin typeface="Arial"/>
                <a:ea typeface="Arial"/>
                <a:cs typeface="Arial"/>
                <a:sym typeface="Arial"/>
              </a:rPr>
              <a:t>Зах зээлийн судалгаанд үндэслэн шийдвэр гаргана. Дараагийн алхмуудаа тодорхой төлөвлөнө. </a:t>
            </a:r>
            <a:endParaRPr/>
          </a:p>
        </p:txBody>
      </p:sp>
      <p:cxnSp>
        <p:nvCxnSpPr>
          <p:cNvPr id="381" name="Google Shape;381;p21"/>
          <p:cNvCxnSpPr/>
          <p:nvPr/>
        </p:nvCxnSpPr>
        <p:spPr>
          <a:xfrm>
            <a:off x="6610204" y="4634472"/>
            <a:ext cx="4248474" cy="0"/>
          </a:xfrm>
          <a:prstGeom prst="straightConnector1">
            <a:avLst/>
          </a:prstGeom>
          <a:noFill/>
          <a:ln cap="flat" cmpd="sng" w="50800">
            <a:solidFill>
              <a:srgbClr val="8ACE03"/>
            </a:solidFill>
            <a:prstDash val="solid"/>
            <a:round/>
            <a:headEnd len="sm" w="sm" type="none"/>
            <a:tailEnd len="sm" w="sm" type="none"/>
          </a:ln>
        </p:spPr>
      </p:cxnSp>
      <p:sp>
        <p:nvSpPr>
          <p:cNvPr id="382" name="Google Shape;382;p21"/>
          <p:cNvSpPr txBox="1"/>
          <p:nvPr/>
        </p:nvSpPr>
        <p:spPr>
          <a:xfrm>
            <a:off x="6610026" y="3678215"/>
            <a:ext cx="11826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8ACE03"/>
                </a:solidFill>
                <a:latin typeface="Arial"/>
                <a:ea typeface="Arial"/>
                <a:cs typeface="Arial"/>
                <a:sym typeface="Arial"/>
              </a:rPr>
              <a:t>02</a:t>
            </a:r>
            <a:endParaRPr/>
          </a:p>
        </p:txBody>
      </p:sp>
      <p:sp>
        <p:nvSpPr>
          <p:cNvPr id="383" name="Google Shape;383;p21"/>
          <p:cNvSpPr txBox="1"/>
          <p:nvPr/>
        </p:nvSpPr>
        <p:spPr>
          <a:xfrm>
            <a:off x="8864240" y="3670595"/>
            <a:ext cx="1994400" cy="5541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b="0" i="0" lang="mn-MN" sz="3600" u="none" cap="none" strike="noStrike">
                <a:solidFill>
                  <a:srgbClr val="8ACE03"/>
                </a:solidFill>
                <a:latin typeface="Arial"/>
                <a:ea typeface="Arial"/>
                <a:cs typeface="Arial"/>
                <a:sym typeface="Arial"/>
              </a:rPr>
              <a:t>гарчиг</a:t>
            </a:r>
            <a:endParaRPr/>
          </a:p>
        </p:txBody>
      </p:sp>
      <p:sp>
        <p:nvSpPr>
          <p:cNvPr id="384" name="Google Shape;384;p21"/>
          <p:cNvSpPr txBox="1"/>
          <p:nvPr/>
        </p:nvSpPr>
        <p:spPr>
          <a:xfrm>
            <a:off x="6610026" y="5208353"/>
            <a:ext cx="4248600" cy="14385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2100" u="none" cap="none" strike="noStrike">
                <a:solidFill>
                  <a:srgbClr val="FFFFFF"/>
                </a:solidFill>
                <a:latin typeface="Arial"/>
                <a:ea typeface="Arial"/>
                <a:cs typeface="Arial"/>
                <a:sym typeface="Arial"/>
              </a:rPr>
              <a:t>Өсөлтийг тогтмол хэмжиж, сайжруулна. Энэ хэсэгт өөрийн текстээ оруулна уу. </a:t>
            </a:r>
            <a:endParaRPr/>
          </a:p>
        </p:txBody>
      </p:sp>
      <p:cxnSp>
        <p:nvCxnSpPr>
          <p:cNvPr id="385" name="Google Shape;385;p21"/>
          <p:cNvCxnSpPr/>
          <p:nvPr/>
        </p:nvCxnSpPr>
        <p:spPr>
          <a:xfrm>
            <a:off x="12192356" y="4634472"/>
            <a:ext cx="4248474" cy="0"/>
          </a:xfrm>
          <a:prstGeom prst="straightConnector1">
            <a:avLst/>
          </a:prstGeom>
          <a:noFill/>
          <a:ln cap="flat" cmpd="sng" w="50800">
            <a:solidFill>
              <a:srgbClr val="8ACE03"/>
            </a:solidFill>
            <a:prstDash val="solid"/>
            <a:round/>
            <a:headEnd len="sm" w="sm" type="none"/>
            <a:tailEnd len="sm" w="sm" type="none"/>
          </a:ln>
        </p:spPr>
      </p:cxnSp>
      <p:sp>
        <p:nvSpPr>
          <p:cNvPr id="386" name="Google Shape;386;p21"/>
          <p:cNvSpPr txBox="1"/>
          <p:nvPr/>
        </p:nvSpPr>
        <p:spPr>
          <a:xfrm>
            <a:off x="12192178" y="3678215"/>
            <a:ext cx="11826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800" u="none" cap="none" strike="noStrike">
                <a:solidFill>
                  <a:srgbClr val="8ACE03"/>
                </a:solidFill>
                <a:latin typeface="Arial"/>
                <a:ea typeface="Arial"/>
                <a:cs typeface="Arial"/>
                <a:sym typeface="Arial"/>
              </a:rPr>
              <a:t>03</a:t>
            </a:r>
            <a:endParaRPr/>
          </a:p>
        </p:txBody>
      </p:sp>
      <p:sp>
        <p:nvSpPr>
          <p:cNvPr id="387" name="Google Shape;387;p21"/>
          <p:cNvSpPr txBox="1"/>
          <p:nvPr/>
        </p:nvSpPr>
        <p:spPr>
          <a:xfrm>
            <a:off x="14446392" y="3670595"/>
            <a:ext cx="1994400" cy="5541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rPr b="0" i="0" lang="mn-MN" sz="3600" u="none" cap="none" strike="noStrike">
                <a:solidFill>
                  <a:srgbClr val="8ACE03"/>
                </a:solidFill>
                <a:latin typeface="Arial"/>
                <a:ea typeface="Arial"/>
                <a:cs typeface="Arial"/>
                <a:sym typeface="Arial"/>
              </a:rPr>
              <a:t>гарчиг</a:t>
            </a:r>
            <a:endParaRPr/>
          </a:p>
        </p:txBody>
      </p:sp>
      <p:sp>
        <p:nvSpPr>
          <p:cNvPr id="388" name="Google Shape;388;p21"/>
          <p:cNvSpPr txBox="1"/>
          <p:nvPr/>
        </p:nvSpPr>
        <p:spPr>
          <a:xfrm>
            <a:off x="12192178" y="5208353"/>
            <a:ext cx="4248600" cy="14385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2100" u="none" cap="none" strike="noStrike">
                <a:solidFill>
                  <a:srgbClr val="FFFFFF"/>
                </a:solidFill>
                <a:latin typeface="Arial"/>
                <a:ea typeface="Arial"/>
                <a:cs typeface="Arial"/>
                <a:sym typeface="Arial"/>
              </a:rPr>
              <a:t>Гол үзүүлэлтүүдээ товч дурдана. Хэрэглэгчийн хэрэгцээг нарийн судална.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92" name="Shape 392"/>
        <p:cNvGrpSpPr/>
        <p:nvPr/>
      </p:nvGrpSpPr>
      <p:grpSpPr>
        <a:xfrm>
          <a:off x="0" y="0"/>
          <a:ext cx="0" cy="0"/>
          <a:chOff x="0" y="0"/>
          <a:chExt cx="0" cy="0"/>
        </a:xfrm>
      </p:grpSpPr>
      <p:cxnSp>
        <p:nvCxnSpPr>
          <p:cNvPr id="393" name="Google Shape;393;p22"/>
          <p:cNvCxnSpPr/>
          <p:nvPr/>
        </p:nvCxnSpPr>
        <p:spPr>
          <a:xfrm>
            <a:off x="0" y="6075426"/>
            <a:ext cx="18288000" cy="0"/>
          </a:xfrm>
          <a:prstGeom prst="straightConnector1">
            <a:avLst/>
          </a:prstGeom>
          <a:noFill/>
          <a:ln cap="flat" cmpd="sng" w="95250">
            <a:solidFill>
              <a:srgbClr val="5C8A00"/>
            </a:solidFill>
            <a:prstDash val="solid"/>
            <a:round/>
            <a:headEnd len="sm" w="sm" type="none"/>
            <a:tailEnd len="sm" w="sm" type="none"/>
          </a:ln>
        </p:spPr>
      </p:cxnSp>
      <p:grpSp>
        <p:nvGrpSpPr>
          <p:cNvPr id="394" name="Google Shape;394;p22"/>
          <p:cNvGrpSpPr/>
          <p:nvPr/>
        </p:nvGrpSpPr>
        <p:grpSpPr>
          <a:xfrm>
            <a:off x="1028700" y="5423278"/>
            <a:ext cx="1049239" cy="1000055"/>
            <a:chOff x="0" y="0"/>
            <a:chExt cx="812800" cy="774700"/>
          </a:xfrm>
        </p:grpSpPr>
        <p:sp>
          <p:nvSpPr>
            <p:cNvPr id="395" name="Google Shape;395;p22"/>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396" name="Google Shape;396;p22"/>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397" name="Google Shape;397;p22"/>
          <p:cNvSpPr txBox="1"/>
          <p:nvPr/>
        </p:nvSpPr>
        <p:spPr>
          <a:xfrm>
            <a:off x="1028700" y="1028700"/>
            <a:ext cx="8496948" cy="1337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mn-MN" sz="8799" u="none" cap="none" strike="noStrike">
                <a:solidFill>
                  <a:srgbClr val="8ACE03"/>
                </a:solidFill>
                <a:latin typeface="Arial"/>
                <a:ea typeface="Arial"/>
                <a:cs typeface="Arial"/>
                <a:sym typeface="Arial"/>
              </a:rPr>
              <a:t>хуваарь</a:t>
            </a:r>
            <a:endParaRPr/>
          </a:p>
        </p:txBody>
      </p:sp>
      <p:sp>
        <p:nvSpPr>
          <p:cNvPr id="398" name="Google Shape;398;p22"/>
          <p:cNvSpPr txBox="1"/>
          <p:nvPr/>
        </p:nvSpPr>
        <p:spPr>
          <a:xfrm>
            <a:off x="1028700" y="3356585"/>
            <a:ext cx="1182600" cy="7389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4800" u="none" cap="none" strike="noStrike">
                <a:solidFill>
                  <a:srgbClr val="8ACE03"/>
                </a:solidFill>
                <a:latin typeface="Arial"/>
                <a:ea typeface="Arial"/>
                <a:cs typeface="Arial"/>
                <a:sym typeface="Arial"/>
              </a:rPr>
              <a:t>01</a:t>
            </a:r>
            <a:endParaRPr/>
          </a:p>
        </p:txBody>
      </p:sp>
      <p:sp>
        <p:nvSpPr>
          <p:cNvPr id="399" name="Google Shape;399;p22"/>
          <p:cNvSpPr txBox="1"/>
          <p:nvPr/>
        </p:nvSpPr>
        <p:spPr>
          <a:xfrm>
            <a:off x="2211152" y="3256573"/>
            <a:ext cx="3066300" cy="554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3600" u="none" cap="none" strike="noStrike">
                <a:solidFill>
                  <a:srgbClr val="8ACE03"/>
                </a:solidFill>
                <a:latin typeface="Arial"/>
                <a:ea typeface="Arial"/>
                <a:cs typeface="Arial"/>
                <a:sym typeface="Arial"/>
              </a:rPr>
              <a:t>Дэд гарчиг</a:t>
            </a:r>
            <a:endParaRPr/>
          </a:p>
        </p:txBody>
      </p:sp>
      <p:sp>
        <p:nvSpPr>
          <p:cNvPr id="400" name="Google Shape;400;p22"/>
          <p:cNvSpPr txBox="1"/>
          <p:nvPr/>
        </p:nvSpPr>
        <p:spPr>
          <a:xfrm>
            <a:off x="2211152" y="4052023"/>
            <a:ext cx="4747200" cy="1066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2100" u="none" cap="none" strike="noStrike">
                <a:solidFill>
                  <a:srgbClr val="FFFFFF"/>
                </a:solidFill>
                <a:latin typeface="Arial"/>
                <a:ea typeface="Arial"/>
                <a:cs typeface="Arial"/>
                <a:sym typeface="Arial"/>
              </a:rPr>
              <a:t>Энд гол санаагаа бичнэ үү. Товч бөгөөд ойлгомжтой тайлбар. Үзэгчдэд хэрэгтэй мэдээллийг өгнө. </a:t>
            </a:r>
            <a:endParaRPr/>
          </a:p>
        </p:txBody>
      </p:sp>
      <p:grpSp>
        <p:nvGrpSpPr>
          <p:cNvPr id="401" name="Google Shape;401;p22"/>
          <p:cNvGrpSpPr/>
          <p:nvPr/>
        </p:nvGrpSpPr>
        <p:grpSpPr>
          <a:xfrm>
            <a:off x="8194972" y="5423278"/>
            <a:ext cx="1049239" cy="1000055"/>
            <a:chOff x="0" y="0"/>
            <a:chExt cx="812800" cy="774700"/>
          </a:xfrm>
        </p:grpSpPr>
        <p:sp>
          <p:nvSpPr>
            <p:cNvPr id="402" name="Google Shape;402;p22"/>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403" name="Google Shape;403;p22"/>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404" name="Google Shape;404;p22"/>
          <p:cNvSpPr txBox="1"/>
          <p:nvPr/>
        </p:nvSpPr>
        <p:spPr>
          <a:xfrm>
            <a:off x="8194972" y="3356585"/>
            <a:ext cx="1182600" cy="7389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4800" u="none" cap="none" strike="noStrike">
                <a:solidFill>
                  <a:srgbClr val="8ACE03"/>
                </a:solidFill>
                <a:latin typeface="Arial"/>
                <a:ea typeface="Arial"/>
                <a:cs typeface="Arial"/>
                <a:sym typeface="Arial"/>
              </a:rPr>
              <a:t>03</a:t>
            </a:r>
            <a:endParaRPr/>
          </a:p>
        </p:txBody>
      </p:sp>
      <p:sp>
        <p:nvSpPr>
          <p:cNvPr id="405" name="Google Shape;405;p22"/>
          <p:cNvSpPr txBox="1"/>
          <p:nvPr/>
        </p:nvSpPr>
        <p:spPr>
          <a:xfrm>
            <a:off x="9377424" y="3256573"/>
            <a:ext cx="3066300" cy="554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3600" u="none" cap="none" strike="noStrike">
                <a:solidFill>
                  <a:srgbClr val="8ACE03"/>
                </a:solidFill>
                <a:latin typeface="Arial"/>
                <a:ea typeface="Arial"/>
                <a:cs typeface="Arial"/>
                <a:sym typeface="Arial"/>
              </a:rPr>
              <a:t>Дэд гарчиг</a:t>
            </a:r>
            <a:endParaRPr/>
          </a:p>
        </p:txBody>
      </p:sp>
      <p:sp>
        <p:nvSpPr>
          <p:cNvPr id="406" name="Google Shape;406;p22"/>
          <p:cNvSpPr txBox="1"/>
          <p:nvPr/>
        </p:nvSpPr>
        <p:spPr>
          <a:xfrm>
            <a:off x="9377424" y="4052023"/>
            <a:ext cx="4747200" cy="1066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2100" u="none" cap="none" strike="noStrike">
                <a:solidFill>
                  <a:srgbClr val="FFFFFF"/>
                </a:solidFill>
                <a:latin typeface="Arial"/>
                <a:ea typeface="Arial"/>
                <a:cs typeface="Arial"/>
                <a:sym typeface="Arial"/>
              </a:rPr>
              <a:t>Тоо баримт, жишээ ашиглавал илүү үр дүнтэй. Бид хэрэглэгчдэдээ үнэ цэн бүтээхийг зорьдог. </a:t>
            </a:r>
            <a:endParaRPr/>
          </a:p>
        </p:txBody>
      </p:sp>
      <p:grpSp>
        <p:nvGrpSpPr>
          <p:cNvPr id="407" name="Google Shape;407;p22"/>
          <p:cNvGrpSpPr/>
          <p:nvPr/>
        </p:nvGrpSpPr>
        <p:grpSpPr>
          <a:xfrm>
            <a:off x="4611836" y="5423278"/>
            <a:ext cx="1049239" cy="1000055"/>
            <a:chOff x="0" y="0"/>
            <a:chExt cx="812800" cy="774700"/>
          </a:xfrm>
        </p:grpSpPr>
        <p:sp>
          <p:nvSpPr>
            <p:cNvPr id="408" name="Google Shape;408;p22"/>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409" name="Google Shape;409;p22"/>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410" name="Google Shape;410;p22"/>
          <p:cNvSpPr txBox="1"/>
          <p:nvPr/>
        </p:nvSpPr>
        <p:spPr>
          <a:xfrm>
            <a:off x="4611836" y="6959115"/>
            <a:ext cx="1182600" cy="7389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4800" u="none" cap="none" strike="noStrike">
                <a:solidFill>
                  <a:srgbClr val="8ACE03"/>
                </a:solidFill>
                <a:latin typeface="Arial"/>
                <a:ea typeface="Arial"/>
                <a:cs typeface="Arial"/>
                <a:sym typeface="Arial"/>
              </a:rPr>
              <a:t>02</a:t>
            </a:r>
            <a:endParaRPr/>
          </a:p>
        </p:txBody>
      </p:sp>
      <p:sp>
        <p:nvSpPr>
          <p:cNvPr id="411" name="Google Shape;411;p22"/>
          <p:cNvSpPr txBox="1"/>
          <p:nvPr/>
        </p:nvSpPr>
        <p:spPr>
          <a:xfrm>
            <a:off x="5794288" y="6859103"/>
            <a:ext cx="3066300" cy="554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3600" u="none" cap="none" strike="noStrike">
                <a:solidFill>
                  <a:srgbClr val="8ACE03"/>
                </a:solidFill>
                <a:latin typeface="Arial"/>
                <a:ea typeface="Arial"/>
                <a:cs typeface="Arial"/>
                <a:sym typeface="Arial"/>
              </a:rPr>
              <a:t>Дэд гарчиг</a:t>
            </a:r>
            <a:endParaRPr/>
          </a:p>
        </p:txBody>
      </p:sp>
      <p:sp>
        <p:nvSpPr>
          <p:cNvPr id="412" name="Google Shape;412;p22"/>
          <p:cNvSpPr txBox="1"/>
          <p:nvPr/>
        </p:nvSpPr>
        <p:spPr>
          <a:xfrm>
            <a:off x="5794288" y="7654553"/>
            <a:ext cx="4747200" cy="1066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2100" u="none" cap="none" strike="noStrike">
                <a:solidFill>
                  <a:srgbClr val="FFFFFF"/>
                </a:solidFill>
                <a:latin typeface="Arial"/>
                <a:ea typeface="Arial"/>
                <a:cs typeface="Arial"/>
                <a:sym typeface="Arial"/>
              </a:rPr>
              <a:t>Төслийн явц, үр дүнг энд харуулна. Багаараа хамтран шинэ шийдэл хэрэгжүүлнэ. </a:t>
            </a:r>
            <a:endParaRPr/>
          </a:p>
        </p:txBody>
      </p:sp>
      <p:grpSp>
        <p:nvGrpSpPr>
          <p:cNvPr id="413" name="Google Shape;413;p22"/>
          <p:cNvGrpSpPr/>
          <p:nvPr/>
        </p:nvGrpSpPr>
        <p:grpSpPr>
          <a:xfrm>
            <a:off x="11778108" y="5423278"/>
            <a:ext cx="1049239" cy="1000055"/>
            <a:chOff x="0" y="0"/>
            <a:chExt cx="812800" cy="774700"/>
          </a:xfrm>
        </p:grpSpPr>
        <p:sp>
          <p:nvSpPr>
            <p:cNvPr id="414" name="Google Shape;414;p22"/>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8ACE03"/>
            </a:solidFill>
            <a:ln>
              <a:noFill/>
            </a:ln>
          </p:spPr>
        </p:sp>
        <p:sp>
          <p:nvSpPr>
            <p:cNvPr id="415" name="Google Shape;415;p22"/>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416" name="Google Shape;416;p22"/>
          <p:cNvSpPr txBox="1"/>
          <p:nvPr/>
        </p:nvSpPr>
        <p:spPr>
          <a:xfrm>
            <a:off x="11778108" y="6959115"/>
            <a:ext cx="1182600" cy="7389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4800" u="none" cap="none" strike="noStrike">
                <a:solidFill>
                  <a:srgbClr val="8ACE03"/>
                </a:solidFill>
                <a:latin typeface="Arial"/>
                <a:ea typeface="Arial"/>
                <a:cs typeface="Arial"/>
                <a:sym typeface="Arial"/>
              </a:rPr>
              <a:t>04</a:t>
            </a:r>
            <a:endParaRPr/>
          </a:p>
        </p:txBody>
      </p:sp>
      <p:sp>
        <p:nvSpPr>
          <p:cNvPr id="417" name="Google Shape;417;p22"/>
          <p:cNvSpPr txBox="1"/>
          <p:nvPr/>
        </p:nvSpPr>
        <p:spPr>
          <a:xfrm>
            <a:off x="12960560" y="6859103"/>
            <a:ext cx="3066300" cy="554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3600" u="none" cap="none" strike="noStrike">
                <a:solidFill>
                  <a:srgbClr val="8ACE03"/>
                </a:solidFill>
                <a:latin typeface="Arial"/>
                <a:ea typeface="Arial"/>
                <a:cs typeface="Arial"/>
                <a:sym typeface="Arial"/>
              </a:rPr>
              <a:t>Дэд гарчиг</a:t>
            </a:r>
            <a:endParaRPr/>
          </a:p>
        </p:txBody>
      </p:sp>
      <p:sp>
        <p:nvSpPr>
          <p:cNvPr id="418" name="Google Shape;418;p22"/>
          <p:cNvSpPr txBox="1"/>
          <p:nvPr/>
        </p:nvSpPr>
        <p:spPr>
          <a:xfrm>
            <a:off x="12960560" y="7654553"/>
            <a:ext cx="4747200" cy="1066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2100" u="none" cap="none" strike="noStrike">
                <a:solidFill>
                  <a:srgbClr val="FFFFFF"/>
                </a:solidFill>
                <a:latin typeface="Arial"/>
                <a:ea typeface="Arial"/>
                <a:cs typeface="Arial"/>
                <a:sym typeface="Arial"/>
              </a:rPr>
              <a:t>Зах зээлийн судалгаанд үндэслэн шийдвэр гаргана. Дараагийн алхмуудаа тодорхой төлөвлөнө. </a:t>
            </a:r>
            <a:endParaRPr/>
          </a:p>
        </p:txBody>
      </p:sp>
      <p:sp>
        <p:nvSpPr>
          <p:cNvPr id="419" name="Google Shape;419;p22"/>
          <p:cNvSpPr/>
          <p:nvPr/>
        </p:nvSpPr>
        <p:spPr>
          <a:xfrm>
            <a:off x="15236952" y="0"/>
            <a:ext cx="3051048" cy="3051048"/>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
        <p:nvSpPr>
          <p:cNvPr id="420" name="Google Shape;420;p22"/>
          <p:cNvSpPr/>
          <p:nvPr/>
        </p:nvSpPr>
        <p:spPr>
          <a:xfrm>
            <a:off x="27795" y="7235952"/>
            <a:ext cx="3051048" cy="3051048"/>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8ACE03"/>
          </a:solidFill>
          <a:ln>
            <a:noFill/>
          </a:ln>
        </p:spPr>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ACE03"/>
        </a:solidFill>
      </p:bgPr>
    </p:bg>
    <p:spTree>
      <p:nvGrpSpPr>
        <p:cNvPr id="424" name="Shape 424"/>
        <p:cNvGrpSpPr/>
        <p:nvPr/>
      </p:nvGrpSpPr>
      <p:grpSpPr>
        <a:xfrm>
          <a:off x="0" y="0"/>
          <a:ext cx="0" cy="0"/>
          <a:chOff x="0" y="0"/>
          <a:chExt cx="0" cy="0"/>
        </a:xfrm>
      </p:grpSpPr>
      <p:grpSp>
        <p:nvGrpSpPr>
          <p:cNvPr id="425" name="Google Shape;425;p23"/>
          <p:cNvGrpSpPr/>
          <p:nvPr/>
        </p:nvGrpSpPr>
        <p:grpSpPr>
          <a:xfrm rot="-1467107">
            <a:off x="10502303" y="3843101"/>
            <a:ext cx="3354511" cy="3197269"/>
            <a:chOff x="0" y="0"/>
            <a:chExt cx="812800" cy="774700"/>
          </a:xfrm>
        </p:grpSpPr>
        <p:sp>
          <p:nvSpPr>
            <p:cNvPr id="426" name="Google Shape;426;p23"/>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427" name="Google Shape;427;p23"/>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428" name="Google Shape;428;p23"/>
          <p:cNvSpPr txBox="1"/>
          <p:nvPr/>
        </p:nvSpPr>
        <p:spPr>
          <a:xfrm>
            <a:off x="1028522" y="1677477"/>
            <a:ext cx="9181951" cy="1337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mn-MN" sz="8799" u="none" cap="none" strike="noStrike">
                <a:solidFill>
                  <a:srgbClr val="000000"/>
                </a:solidFill>
                <a:latin typeface="Arial"/>
                <a:ea typeface="Arial"/>
                <a:cs typeface="Arial"/>
                <a:sym typeface="Arial"/>
              </a:rPr>
              <a:t>шинэ хэсэг</a:t>
            </a:r>
            <a:endParaRPr/>
          </a:p>
        </p:txBody>
      </p:sp>
      <p:sp>
        <p:nvSpPr>
          <p:cNvPr id="429" name="Google Shape;429;p23"/>
          <p:cNvSpPr txBox="1"/>
          <p:nvPr/>
        </p:nvSpPr>
        <p:spPr>
          <a:xfrm>
            <a:off x="1028522" y="2782925"/>
            <a:ext cx="9181951" cy="1337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mn-MN" sz="8799" u="none" cap="none" strike="noStrike">
                <a:solidFill>
                  <a:srgbClr val="5C8A00"/>
                </a:solidFill>
                <a:latin typeface="Arial"/>
                <a:ea typeface="Arial"/>
                <a:cs typeface="Arial"/>
                <a:sym typeface="Arial"/>
              </a:rPr>
              <a:t>шинэ хэсэг</a:t>
            </a:r>
            <a:endParaRPr/>
          </a:p>
        </p:txBody>
      </p:sp>
      <p:sp>
        <p:nvSpPr>
          <p:cNvPr id="430" name="Google Shape;430;p23"/>
          <p:cNvSpPr txBox="1"/>
          <p:nvPr/>
        </p:nvSpPr>
        <p:spPr>
          <a:xfrm>
            <a:off x="1028522" y="3908656"/>
            <a:ext cx="9181951" cy="1337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mn-MN" sz="8799" u="none" cap="none" strike="noStrike">
                <a:solidFill>
                  <a:srgbClr val="5C8A00"/>
                </a:solidFill>
                <a:latin typeface="Arial"/>
                <a:ea typeface="Arial"/>
                <a:cs typeface="Arial"/>
                <a:sym typeface="Arial"/>
              </a:rPr>
              <a:t>шинэ хэсэг</a:t>
            </a:r>
            <a:endParaRPr/>
          </a:p>
        </p:txBody>
      </p:sp>
      <p:sp>
        <p:nvSpPr>
          <p:cNvPr id="431" name="Google Shape;431;p23"/>
          <p:cNvSpPr txBox="1"/>
          <p:nvPr/>
        </p:nvSpPr>
        <p:spPr>
          <a:xfrm>
            <a:off x="1028522" y="5110961"/>
            <a:ext cx="9181951" cy="1337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mn-MN" sz="8799" u="none" cap="none" strike="noStrike">
                <a:solidFill>
                  <a:srgbClr val="5C8A00"/>
                </a:solidFill>
                <a:latin typeface="Arial"/>
                <a:ea typeface="Arial"/>
                <a:cs typeface="Arial"/>
                <a:sym typeface="Arial"/>
              </a:rPr>
              <a:t>шинэ хэсэг</a:t>
            </a:r>
            <a:endParaRPr/>
          </a:p>
        </p:txBody>
      </p:sp>
      <p:grpSp>
        <p:nvGrpSpPr>
          <p:cNvPr id="432" name="Google Shape;432;p23"/>
          <p:cNvGrpSpPr/>
          <p:nvPr/>
        </p:nvGrpSpPr>
        <p:grpSpPr>
          <a:xfrm>
            <a:off x="0" y="8495271"/>
            <a:ext cx="19591111" cy="1791729"/>
            <a:chOff x="0" y="0"/>
            <a:chExt cx="26121481" cy="2388973"/>
          </a:xfrm>
        </p:grpSpPr>
        <p:sp>
          <p:nvSpPr>
            <p:cNvPr id="433" name="Google Shape;433;p23"/>
            <p:cNvSpPr/>
            <p:nvPr/>
          </p:nvSpPr>
          <p:spPr>
            <a:xfrm>
              <a:off x="0" y="0"/>
              <a:ext cx="2388973" cy="2388973"/>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434" name="Google Shape;434;p23"/>
            <p:cNvSpPr/>
            <p:nvPr/>
          </p:nvSpPr>
          <p:spPr>
            <a:xfrm>
              <a:off x="2388973" y="0"/>
              <a:ext cx="2388973" cy="2388973"/>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435" name="Google Shape;435;p23"/>
            <p:cNvSpPr/>
            <p:nvPr/>
          </p:nvSpPr>
          <p:spPr>
            <a:xfrm>
              <a:off x="4777945" y="0"/>
              <a:ext cx="2388973" cy="2388973"/>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436" name="Google Shape;436;p23"/>
            <p:cNvSpPr/>
            <p:nvPr/>
          </p:nvSpPr>
          <p:spPr>
            <a:xfrm>
              <a:off x="7166918" y="0"/>
              <a:ext cx="2388973" cy="2388973"/>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437" name="Google Shape;437;p23"/>
            <p:cNvSpPr/>
            <p:nvPr/>
          </p:nvSpPr>
          <p:spPr>
            <a:xfrm>
              <a:off x="9477281" y="0"/>
              <a:ext cx="2388973" cy="2388973"/>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438" name="Google Shape;438;p23"/>
            <p:cNvSpPr/>
            <p:nvPr/>
          </p:nvSpPr>
          <p:spPr>
            <a:xfrm>
              <a:off x="11866254" y="0"/>
              <a:ext cx="2388973" cy="2388973"/>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439" name="Google Shape;439;p23"/>
            <p:cNvSpPr/>
            <p:nvPr/>
          </p:nvSpPr>
          <p:spPr>
            <a:xfrm>
              <a:off x="14255226" y="0"/>
              <a:ext cx="2388973" cy="2388973"/>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440" name="Google Shape;440;p23"/>
            <p:cNvSpPr/>
            <p:nvPr/>
          </p:nvSpPr>
          <p:spPr>
            <a:xfrm>
              <a:off x="16644199" y="0"/>
              <a:ext cx="2388973" cy="2388973"/>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441" name="Google Shape;441;p23"/>
            <p:cNvSpPr/>
            <p:nvPr/>
          </p:nvSpPr>
          <p:spPr>
            <a:xfrm>
              <a:off x="19033171" y="0"/>
              <a:ext cx="2388973" cy="2388973"/>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442" name="Google Shape;442;p23"/>
            <p:cNvSpPr/>
            <p:nvPr/>
          </p:nvSpPr>
          <p:spPr>
            <a:xfrm>
              <a:off x="21422144" y="0"/>
              <a:ext cx="2388973" cy="2388973"/>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sp>
          <p:nvSpPr>
            <p:cNvPr id="443" name="Google Shape;443;p23"/>
            <p:cNvSpPr/>
            <p:nvPr/>
          </p:nvSpPr>
          <p:spPr>
            <a:xfrm>
              <a:off x="23732508" y="0"/>
              <a:ext cx="2388973" cy="2388973"/>
            </a:xfrm>
            <a:custGeom>
              <a:rect b="b" l="l" r="r" t="t"/>
              <a:pathLst>
                <a:path extrusionOk="0" h="6350000" w="6350000">
                  <a:moveTo>
                    <a:pt x="1587500" y="1587500"/>
                  </a:moveTo>
                  <a:lnTo>
                    <a:pt x="0" y="1587500"/>
                  </a:lnTo>
                  <a:lnTo>
                    <a:pt x="0" y="0"/>
                  </a:lnTo>
                  <a:lnTo>
                    <a:pt x="1587500" y="0"/>
                  </a:lnTo>
                  <a:lnTo>
                    <a:pt x="1587500" y="1587500"/>
                  </a:lnTo>
                  <a:close/>
                  <a:moveTo>
                    <a:pt x="4762500" y="0"/>
                  </a:moveTo>
                  <a:lnTo>
                    <a:pt x="3175000" y="0"/>
                  </a:lnTo>
                  <a:lnTo>
                    <a:pt x="3175000" y="1587500"/>
                  </a:lnTo>
                  <a:lnTo>
                    <a:pt x="4762500" y="1587500"/>
                  </a:lnTo>
                  <a:lnTo>
                    <a:pt x="4762500" y="0"/>
                  </a:lnTo>
                  <a:close/>
                  <a:moveTo>
                    <a:pt x="3175000" y="1587500"/>
                  </a:moveTo>
                  <a:lnTo>
                    <a:pt x="1587500" y="1587500"/>
                  </a:lnTo>
                  <a:lnTo>
                    <a:pt x="1587500" y="3175000"/>
                  </a:lnTo>
                  <a:lnTo>
                    <a:pt x="3175000" y="3175000"/>
                  </a:lnTo>
                  <a:lnTo>
                    <a:pt x="3175000" y="1587500"/>
                  </a:lnTo>
                  <a:close/>
                  <a:moveTo>
                    <a:pt x="6350000" y="1587500"/>
                  </a:moveTo>
                  <a:lnTo>
                    <a:pt x="4762500" y="1587500"/>
                  </a:lnTo>
                  <a:lnTo>
                    <a:pt x="4762500" y="3175000"/>
                  </a:lnTo>
                  <a:lnTo>
                    <a:pt x="6350000" y="3175000"/>
                  </a:lnTo>
                  <a:lnTo>
                    <a:pt x="6350000" y="1587500"/>
                  </a:lnTo>
                  <a:close/>
                  <a:moveTo>
                    <a:pt x="1587500" y="3175000"/>
                  </a:moveTo>
                  <a:lnTo>
                    <a:pt x="0" y="3175000"/>
                  </a:lnTo>
                  <a:lnTo>
                    <a:pt x="0" y="4762500"/>
                  </a:lnTo>
                  <a:lnTo>
                    <a:pt x="1587500" y="4762500"/>
                  </a:lnTo>
                  <a:lnTo>
                    <a:pt x="1587500" y="3175000"/>
                  </a:lnTo>
                  <a:close/>
                  <a:moveTo>
                    <a:pt x="4762500" y="3175000"/>
                  </a:moveTo>
                  <a:lnTo>
                    <a:pt x="3175000" y="3175000"/>
                  </a:lnTo>
                  <a:lnTo>
                    <a:pt x="3175000" y="4762500"/>
                  </a:lnTo>
                  <a:lnTo>
                    <a:pt x="4762500" y="4762500"/>
                  </a:lnTo>
                  <a:lnTo>
                    <a:pt x="4762500" y="3175000"/>
                  </a:lnTo>
                  <a:close/>
                  <a:moveTo>
                    <a:pt x="3175000" y="4762500"/>
                  </a:moveTo>
                  <a:lnTo>
                    <a:pt x="1587500" y="4762500"/>
                  </a:lnTo>
                  <a:lnTo>
                    <a:pt x="1587500" y="6350000"/>
                  </a:lnTo>
                  <a:lnTo>
                    <a:pt x="3175000" y="6350000"/>
                  </a:lnTo>
                  <a:lnTo>
                    <a:pt x="3175000" y="4762500"/>
                  </a:lnTo>
                  <a:close/>
                  <a:moveTo>
                    <a:pt x="6350000" y="4762500"/>
                  </a:moveTo>
                  <a:lnTo>
                    <a:pt x="4762500" y="4762500"/>
                  </a:lnTo>
                  <a:lnTo>
                    <a:pt x="4762500" y="6350000"/>
                  </a:lnTo>
                  <a:lnTo>
                    <a:pt x="6350000" y="6350000"/>
                  </a:lnTo>
                  <a:lnTo>
                    <a:pt x="6350000" y="4762500"/>
                  </a:lnTo>
                  <a:close/>
                </a:path>
              </a:pathLst>
            </a:custGeom>
            <a:solidFill>
              <a:srgbClr val="000000"/>
            </a:solidFill>
            <a:ln>
              <a:noFill/>
            </a:ln>
          </p:spPr>
        </p:sp>
      </p:grpSp>
      <p:sp>
        <p:nvSpPr>
          <p:cNvPr id="444" name="Google Shape;444;p23"/>
          <p:cNvSpPr/>
          <p:nvPr/>
        </p:nvSpPr>
        <p:spPr>
          <a:xfrm>
            <a:off x="4319915" y="-217012"/>
            <a:ext cx="13968085" cy="11317496"/>
          </a:xfrm>
          <a:custGeom>
            <a:rect b="b" l="l" r="r" t="t"/>
            <a:pathLst>
              <a:path extrusionOk="0" h="11317496" w="13968085">
                <a:moveTo>
                  <a:pt x="0" y="0"/>
                </a:moveTo>
                <a:lnTo>
                  <a:pt x="13968085" y="0"/>
                </a:lnTo>
                <a:lnTo>
                  <a:pt x="13968085" y="11317496"/>
                </a:lnTo>
                <a:lnTo>
                  <a:pt x="0" y="11317496"/>
                </a:lnTo>
                <a:lnTo>
                  <a:pt x="0" y="0"/>
                </a:lnTo>
                <a:close/>
              </a:path>
            </a:pathLst>
          </a:custGeom>
          <a:blipFill rotWithShape="1">
            <a:blip r:embed="rId3">
              <a:alphaModFix/>
            </a:blip>
            <a:stretch>
              <a:fillRect b="0" l="-3806" r="-15441" t="-10385"/>
            </a:stretch>
          </a:blipFill>
          <a:ln>
            <a:noFill/>
          </a:ln>
        </p:spPr>
      </p:sp>
      <p:grpSp>
        <p:nvGrpSpPr>
          <p:cNvPr id="445" name="Google Shape;445;p23"/>
          <p:cNvGrpSpPr/>
          <p:nvPr/>
        </p:nvGrpSpPr>
        <p:grpSpPr>
          <a:xfrm rot="1196176">
            <a:off x="15539066" y="333441"/>
            <a:ext cx="2427246" cy="2313469"/>
            <a:chOff x="0" y="0"/>
            <a:chExt cx="812800" cy="774700"/>
          </a:xfrm>
        </p:grpSpPr>
        <p:sp>
          <p:nvSpPr>
            <p:cNvPr id="446" name="Google Shape;446;p23"/>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447" name="Google Shape;447;p23"/>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448" name="Google Shape;448;p23"/>
          <p:cNvGrpSpPr/>
          <p:nvPr/>
        </p:nvGrpSpPr>
        <p:grpSpPr>
          <a:xfrm rot="-260852">
            <a:off x="15685787" y="7524383"/>
            <a:ext cx="2037272" cy="1941775"/>
            <a:chOff x="0" y="0"/>
            <a:chExt cx="812800" cy="774700"/>
          </a:xfrm>
        </p:grpSpPr>
        <p:sp>
          <p:nvSpPr>
            <p:cNvPr id="449" name="Google Shape;449;p23"/>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450" name="Google Shape;450;p23"/>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451" name="Google Shape;451;p23"/>
          <p:cNvGrpSpPr/>
          <p:nvPr/>
        </p:nvGrpSpPr>
        <p:grpSpPr>
          <a:xfrm rot="-260852">
            <a:off x="4037342" y="6721239"/>
            <a:ext cx="1529115" cy="1457437"/>
            <a:chOff x="0" y="0"/>
            <a:chExt cx="812800" cy="774700"/>
          </a:xfrm>
        </p:grpSpPr>
        <p:sp>
          <p:nvSpPr>
            <p:cNvPr id="452" name="Google Shape;452;p23"/>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453" name="Google Shape;453;p23"/>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457" name="Shape 457"/>
        <p:cNvGrpSpPr/>
        <p:nvPr/>
      </p:nvGrpSpPr>
      <p:grpSpPr>
        <a:xfrm>
          <a:off x="0" y="0"/>
          <a:ext cx="0" cy="0"/>
          <a:chOff x="0" y="0"/>
          <a:chExt cx="0" cy="0"/>
        </a:xfrm>
      </p:grpSpPr>
      <p:sp>
        <p:nvSpPr>
          <p:cNvPr id="458" name="Google Shape;458;p24"/>
          <p:cNvSpPr/>
          <p:nvPr/>
        </p:nvSpPr>
        <p:spPr>
          <a:xfrm rot="-221824">
            <a:off x="-2448070" y="924594"/>
            <a:ext cx="10630726" cy="10424343"/>
          </a:xfrm>
          <a:custGeom>
            <a:rect b="b" l="l" r="r" t="t"/>
            <a:pathLst>
              <a:path extrusionOk="0" h="10424343" w="10630726">
                <a:moveTo>
                  <a:pt x="0" y="0"/>
                </a:moveTo>
                <a:lnTo>
                  <a:pt x="10630726" y="0"/>
                </a:lnTo>
                <a:lnTo>
                  <a:pt x="10630726" y="10424342"/>
                </a:lnTo>
                <a:lnTo>
                  <a:pt x="0" y="10424342"/>
                </a:lnTo>
                <a:lnTo>
                  <a:pt x="0" y="0"/>
                </a:lnTo>
                <a:close/>
              </a:path>
            </a:pathLst>
          </a:custGeom>
          <a:blipFill rotWithShape="1">
            <a:blip r:embed="rId3">
              <a:alphaModFix amt="30000"/>
            </a:blip>
            <a:stretch>
              <a:fillRect b="-8420" l="-98646" r="-27249" t="-45153"/>
            </a:stretch>
          </a:blipFill>
          <a:ln>
            <a:noFill/>
          </a:ln>
        </p:spPr>
      </p:sp>
      <p:sp>
        <p:nvSpPr>
          <p:cNvPr id="459" name="Google Shape;459;p24"/>
          <p:cNvSpPr txBox="1"/>
          <p:nvPr/>
        </p:nvSpPr>
        <p:spPr>
          <a:xfrm>
            <a:off x="2525945" y="1455546"/>
            <a:ext cx="7011712" cy="4681219"/>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mn-MN" sz="8799" u="none" cap="none" strike="noStrike">
                <a:solidFill>
                  <a:srgbClr val="8ACE03"/>
                </a:solidFill>
                <a:latin typeface="Arial"/>
                <a:ea typeface="Arial"/>
                <a:cs typeface="Arial"/>
                <a:sym typeface="Arial"/>
              </a:rPr>
              <a:t>санаа бүр жижиг үрээс эхэлдэг...</a:t>
            </a:r>
            <a:endParaRPr/>
          </a:p>
        </p:txBody>
      </p:sp>
      <p:cxnSp>
        <p:nvCxnSpPr>
          <p:cNvPr id="460" name="Google Shape;460;p24"/>
          <p:cNvCxnSpPr/>
          <p:nvPr/>
        </p:nvCxnSpPr>
        <p:spPr>
          <a:xfrm>
            <a:off x="10947535" y="2928975"/>
            <a:ext cx="6104468" cy="0"/>
          </a:xfrm>
          <a:prstGeom prst="straightConnector1">
            <a:avLst/>
          </a:prstGeom>
          <a:noFill/>
          <a:ln cap="flat" cmpd="sng" w="50800">
            <a:solidFill>
              <a:srgbClr val="8ACE03"/>
            </a:solidFill>
            <a:prstDash val="solid"/>
            <a:round/>
            <a:headEnd len="sm" w="sm" type="none"/>
            <a:tailEnd len="sm" w="sm" type="none"/>
          </a:ln>
        </p:spPr>
      </p:cxnSp>
      <p:sp>
        <p:nvSpPr>
          <p:cNvPr id="461" name="Google Shape;461;p24"/>
          <p:cNvSpPr txBox="1"/>
          <p:nvPr/>
        </p:nvSpPr>
        <p:spPr>
          <a:xfrm>
            <a:off x="10947357" y="1972718"/>
            <a:ext cx="1182600" cy="7389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4800" u="none" cap="none" strike="noStrike">
                <a:solidFill>
                  <a:srgbClr val="8ACE03"/>
                </a:solidFill>
                <a:latin typeface="Arial"/>
                <a:ea typeface="Arial"/>
                <a:cs typeface="Arial"/>
                <a:sym typeface="Arial"/>
              </a:rPr>
              <a:t>01</a:t>
            </a:r>
            <a:endParaRPr/>
          </a:p>
        </p:txBody>
      </p:sp>
      <p:sp>
        <p:nvSpPr>
          <p:cNvPr id="462" name="Google Shape;462;p24"/>
          <p:cNvSpPr txBox="1"/>
          <p:nvPr/>
        </p:nvSpPr>
        <p:spPr>
          <a:xfrm>
            <a:off x="13985802" y="1965098"/>
            <a:ext cx="3066300" cy="5541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0" i="0" lang="mn-MN" sz="3600" u="none" cap="none" strike="noStrike">
                <a:solidFill>
                  <a:srgbClr val="8ACE03"/>
                </a:solidFill>
                <a:latin typeface="Arial"/>
                <a:ea typeface="Arial"/>
                <a:cs typeface="Arial"/>
                <a:sym typeface="Arial"/>
              </a:rPr>
              <a:t>Дэд гарчиг</a:t>
            </a:r>
            <a:endParaRPr/>
          </a:p>
        </p:txBody>
      </p:sp>
      <p:sp>
        <p:nvSpPr>
          <p:cNvPr id="463" name="Google Shape;463;p24"/>
          <p:cNvSpPr txBox="1"/>
          <p:nvPr/>
        </p:nvSpPr>
        <p:spPr>
          <a:xfrm>
            <a:off x="10947357" y="3207581"/>
            <a:ext cx="6104700" cy="14385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2100" u="none" cap="none" strike="noStrike">
                <a:solidFill>
                  <a:srgbClr val="FFFFFF"/>
                </a:solidFill>
                <a:latin typeface="Arial"/>
                <a:ea typeface="Arial"/>
                <a:cs typeface="Arial"/>
                <a:sym typeface="Arial"/>
              </a:rPr>
              <a:t>Өсөлтийг тогтмол хэмжиж, сайжруулна. Энэ хэсэгт өөрийн текстээ оруулна уу. Гол үзүүлэлтүүдээ товч дурдана.</a:t>
            </a:r>
            <a:endParaRPr/>
          </a:p>
        </p:txBody>
      </p:sp>
      <p:cxnSp>
        <p:nvCxnSpPr>
          <p:cNvPr id="464" name="Google Shape;464;p24"/>
          <p:cNvCxnSpPr/>
          <p:nvPr/>
        </p:nvCxnSpPr>
        <p:spPr>
          <a:xfrm>
            <a:off x="10947535" y="6735513"/>
            <a:ext cx="6104468" cy="0"/>
          </a:xfrm>
          <a:prstGeom prst="straightConnector1">
            <a:avLst/>
          </a:prstGeom>
          <a:noFill/>
          <a:ln cap="flat" cmpd="sng" w="50800">
            <a:solidFill>
              <a:srgbClr val="8ACE03"/>
            </a:solidFill>
            <a:prstDash val="solid"/>
            <a:round/>
            <a:headEnd len="sm" w="sm" type="none"/>
            <a:tailEnd len="sm" w="sm" type="none"/>
          </a:ln>
        </p:spPr>
      </p:cxnSp>
      <p:sp>
        <p:nvSpPr>
          <p:cNvPr id="465" name="Google Shape;465;p24"/>
          <p:cNvSpPr txBox="1"/>
          <p:nvPr/>
        </p:nvSpPr>
        <p:spPr>
          <a:xfrm>
            <a:off x="10947357" y="5779256"/>
            <a:ext cx="1182600" cy="7389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4800" u="none" cap="none" strike="noStrike">
                <a:solidFill>
                  <a:srgbClr val="8ACE03"/>
                </a:solidFill>
                <a:latin typeface="Arial"/>
                <a:ea typeface="Arial"/>
                <a:cs typeface="Arial"/>
                <a:sym typeface="Arial"/>
              </a:rPr>
              <a:t>02</a:t>
            </a:r>
            <a:endParaRPr/>
          </a:p>
        </p:txBody>
      </p:sp>
      <p:sp>
        <p:nvSpPr>
          <p:cNvPr id="466" name="Google Shape;466;p24"/>
          <p:cNvSpPr txBox="1"/>
          <p:nvPr/>
        </p:nvSpPr>
        <p:spPr>
          <a:xfrm>
            <a:off x="13985802" y="5771636"/>
            <a:ext cx="3066300" cy="554100"/>
          </a:xfrm>
          <a:prstGeom prst="rect">
            <a:avLst/>
          </a:prstGeom>
          <a:noFill/>
          <a:ln>
            <a:noFill/>
          </a:ln>
        </p:spPr>
        <p:txBody>
          <a:bodyPr anchorCtr="0" anchor="t" bIns="0" lIns="0" spcFirstLastPara="1" rIns="0" wrap="square" tIns="0">
            <a:spAutoFit/>
          </a:bodyPr>
          <a:lstStyle/>
          <a:p>
            <a:pPr indent="0" lvl="0" marL="0" marR="0" rtl="0" algn="r">
              <a:lnSpc>
                <a:spcPct val="115000"/>
              </a:lnSpc>
              <a:spcBef>
                <a:spcPts val="0"/>
              </a:spcBef>
              <a:spcAft>
                <a:spcPts val="0"/>
              </a:spcAft>
              <a:buNone/>
            </a:pPr>
            <a:r>
              <a:rPr b="0" i="0" lang="mn-MN" sz="3600" u="none" cap="none" strike="noStrike">
                <a:solidFill>
                  <a:srgbClr val="8ACE03"/>
                </a:solidFill>
                <a:latin typeface="Arial"/>
                <a:ea typeface="Arial"/>
                <a:cs typeface="Arial"/>
                <a:sym typeface="Arial"/>
              </a:rPr>
              <a:t>Дэд гарчиг</a:t>
            </a:r>
            <a:endParaRPr/>
          </a:p>
        </p:txBody>
      </p:sp>
      <p:sp>
        <p:nvSpPr>
          <p:cNvPr id="467" name="Google Shape;467;p24"/>
          <p:cNvSpPr txBox="1"/>
          <p:nvPr/>
        </p:nvSpPr>
        <p:spPr>
          <a:xfrm>
            <a:off x="10947357" y="7014119"/>
            <a:ext cx="6104700" cy="14385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mn-MN" sz="2100" u="none" cap="none" strike="noStrike">
                <a:solidFill>
                  <a:srgbClr val="FFFFFF"/>
                </a:solidFill>
                <a:latin typeface="Arial"/>
                <a:ea typeface="Arial"/>
                <a:cs typeface="Arial"/>
                <a:sym typeface="Arial"/>
              </a:rPr>
              <a:t>Хэрэглэгчийн хэрэгцээг нарийн судална. Чанар, хурд, найдвартай байдлыг эрхэмлэнэ. Шинэ боломжийг цаг алдалгүй ашиглана.</a:t>
            </a:r>
            <a:endParaRPr/>
          </a:p>
        </p:txBody>
      </p:sp>
      <p:grpSp>
        <p:nvGrpSpPr>
          <p:cNvPr id="468" name="Google Shape;468;p24"/>
          <p:cNvGrpSpPr/>
          <p:nvPr/>
        </p:nvGrpSpPr>
        <p:grpSpPr>
          <a:xfrm>
            <a:off x="5188497" y="6969287"/>
            <a:ext cx="1272634" cy="1212980"/>
            <a:chOff x="0" y="0"/>
            <a:chExt cx="812800" cy="774700"/>
          </a:xfrm>
        </p:grpSpPr>
        <p:sp>
          <p:nvSpPr>
            <p:cNvPr id="469" name="Google Shape;469;p24"/>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5C8A00"/>
            </a:solidFill>
            <a:ln>
              <a:noFill/>
            </a:ln>
          </p:spPr>
        </p:sp>
        <p:sp>
          <p:nvSpPr>
            <p:cNvPr id="470" name="Google Shape;470;p24"/>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471" name="Google Shape;471;p24"/>
          <p:cNvGrpSpPr/>
          <p:nvPr/>
        </p:nvGrpSpPr>
        <p:grpSpPr>
          <a:xfrm>
            <a:off x="6726760" y="6969287"/>
            <a:ext cx="1272634" cy="1212980"/>
            <a:chOff x="0" y="0"/>
            <a:chExt cx="812800" cy="774700"/>
          </a:xfrm>
        </p:grpSpPr>
        <p:sp>
          <p:nvSpPr>
            <p:cNvPr id="472" name="Google Shape;472;p24"/>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5C8A00"/>
            </a:solidFill>
            <a:ln>
              <a:noFill/>
            </a:ln>
          </p:spPr>
        </p:sp>
        <p:sp>
          <p:nvSpPr>
            <p:cNvPr id="473" name="Google Shape;473;p24"/>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474" name="Google Shape;474;p24"/>
          <p:cNvGrpSpPr/>
          <p:nvPr/>
        </p:nvGrpSpPr>
        <p:grpSpPr>
          <a:xfrm>
            <a:off x="8265023" y="6969287"/>
            <a:ext cx="1272634" cy="1212980"/>
            <a:chOff x="0" y="0"/>
            <a:chExt cx="812800" cy="774700"/>
          </a:xfrm>
        </p:grpSpPr>
        <p:sp>
          <p:nvSpPr>
            <p:cNvPr id="475" name="Google Shape;475;p24"/>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5C8A00"/>
            </a:solidFill>
            <a:ln>
              <a:noFill/>
            </a:ln>
          </p:spPr>
        </p:sp>
        <p:sp>
          <p:nvSpPr>
            <p:cNvPr id="476" name="Google Shape;476;p24"/>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ACE03"/>
        </a:solidFill>
      </p:bgPr>
    </p:bg>
    <p:spTree>
      <p:nvGrpSpPr>
        <p:cNvPr id="480" name="Shape 480"/>
        <p:cNvGrpSpPr/>
        <p:nvPr/>
      </p:nvGrpSpPr>
      <p:grpSpPr>
        <a:xfrm>
          <a:off x="0" y="0"/>
          <a:ext cx="0" cy="0"/>
          <a:chOff x="0" y="0"/>
          <a:chExt cx="0" cy="0"/>
        </a:xfrm>
      </p:grpSpPr>
      <p:sp>
        <p:nvSpPr>
          <p:cNvPr id="481" name="Google Shape;481;p25"/>
          <p:cNvSpPr/>
          <p:nvPr/>
        </p:nvSpPr>
        <p:spPr>
          <a:xfrm flipH="1">
            <a:off x="6671563" y="1684154"/>
            <a:ext cx="6589189" cy="7574146"/>
          </a:xfrm>
          <a:custGeom>
            <a:rect b="b" l="l" r="r" t="t"/>
            <a:pathLst>
              <a:path extrusionOk="0" h="7574146" w="6589189">
                <a:moveTo>
                  <a:pt x="6589189" y="0"/>
                </a:moveTo>
                <a:lnTo>
                  <a:pt x="0" y="0"/>
                </a:lnTo>
                <a:lnTo>
                  <a:pt x="0" y="7574146"/>
                </a:lnTo>
                <a:lnTo>
                  <a:pt x="6589189" y="7574146"/>
                </a:lnTo>
                <a:lnTo>
                  <a:pt x="6589189" y="0"/>
                </a:lnTo>
                <a:close/>
              </a:path>
            </a:pathLst>
          </a:custGeom>
          <a:blipFill rotWithShape="1">
            <a:blip r:embed="rId3">
              <a:alphaModFix amt="80000"/>
            </a:blip>
            <a:stretch>
              <a:fillRect b="-82464" l="-153327" r="-48997" t="-80554"/>
            </a:stretch>
          </a:blipFill>
          <a:ln>
            <a:noFill/>
          </a:ln>
        </p:spPr>
      </p:sp>
      <p:grpSp>
        <p:nvGrpSpPr>
          <p:cNvPr id="482" name="Google Shape;482;p25"/>
          <p:cNvGrpSpPr/>
          <p:nvPr/>
        </p:nvGrpSpPr>
        <p:grpSpPr>
          <a:xfrm rot="1686132">
            <a:off x="6742735" y="7515812"/>
            <a:ext cx="3066579" cy="2922833"/>
            <a:chOff x="0" y="0"/>
            <a:chExt cx="812800" cy="774700"/>
          </a:xfrm>
        </p:grpSpPr>
        <p:sp>
          <p:nvSpPr>
            <p:cNvPr id="483" name="Google Shape;483;p25"/>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484" name="Google Shape;484;p25"/>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485" name="Google Shape;485;p25"/>
          <p:cNvSpPr txBox="1"/>
          <p:nvPr/>
        </p:nvSpPr>
        <p:spPr>
          <a:xfrm>
            <a:off x="1028700" y="1028700"/>
            <a:ext cx="8937457" cy="356679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mn-MN" sz="8799" u="none" cap="none" strike="noStrike">
                <a:solidFill>
                  <a:srgbClr val="000000"/>
                </a:solidFill>
                <a:latin typeface="Arial"/>
                <a:ea typeface="Arial"/>
                <a:cs typeface="Arial"/>
                <a:sym typeface="Arial"/>
              </a:rPr>
              <a:t>санаагаа ургуулж, үрийг нь хадгалъя...</a:t>
            </a:r>
            <a:endParaRPr/>
          </a:p>
        </p:txBody>
      </p:sp>
      <p:sp>
        <p:nvSpPr>
          <p:cNvPr id="486" name="Google Shape;486;p25"/>
          <p:cNvSpPr/>
          <p:nvPr/>
        </p:nvSpPr>
        <p:spPr>
          <a:xfrm flipH="1">
            <a:off x="12731364" y="1684154"/>
            <a:ext cx="6489251" cy="7574146"/>
          </a:xfrm>
          <a:custGeom>
            <a:rect b="b" l="l" r="r" t="t"/>
            <a:pathLst>
              <a:path extrusionOk="0" h="7574146" w="6489251">
                <a:moveTo>
                  <a:pt x="6489251" y="0"/>
                </a:moveTo>
                <a:lnTo>
                  <a:pt x="0" y="0"/>
                </a:lnTo>
                <a:lnTo>
                  <a:pt x="0" y="7574146"/>
                </a:lnTo>
                <a:lnTo>
                  <a:pt x="6489251" y="7574146"/>
                </a:lnTo>
                <a:lnTo>
                  <a:pt x="6489251" y="0"/>
                </a:lnTo>
                <a:close/>
              </a:path>
            </a:pathLst>
          </a:custGeom>
          <a:blipFill rotWithShape="1">
            <a:blip r:embed="rId3">
              <a:alphaModFix amt="80000"/>
            </a:blip>
            <a:stretch>
              <a:fillRect b="-83782" l="-46355" r="-160637" t="-79237"/>
            </a:stretch>
          </a:blipFill>
          <a:ln>
            <a:noFill/>
          </a:ln>
        </p:spPr>
      </p:sp>
      <p:sp>
        <p:nvSpPr>
          <p:cNvPr id="487" name="Google Shape;487;p25"/>
          <p:cNvSpPr txBox="1"/>
          <p:nvPr/>
        </p:nvSpPr>
        <p:spPr>
          <a:xfrm>
            <a:off x="1028700" y="5696970"/>
            <a:ext cx="5206402" cy="990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mn-MN" sz="2100" u="none" cap="none" strike="noStrike">
                <a:solidFill>
                  <a:srgbClr val="000000"/>
                </a:solidFill>
                <a:latin typeface="Arial"/>
                <a:ea typeface="Arial"/>
                <a:cs typeface="Arial"/>
                <a:sym typeface="Arial"/>
              </a:rPr>
              <a:t>Үр дүнд суурилсан шийдлийг санал болгоно. Харилцагчидтайгаа урт хугацааны түншлэл тогтооно. </a:t>
            </a:r>
            <a:endParaRPr/>
          </a:p>
        </p:txBody>
      </p:sp>
      <p:sp>
        <p:nvSpPr>
          <p:cNvPr id="488" name="Google Shape;488;p25"/>
          <p:cNvSpPr txBox="1"/>
          <p:nvPr/>
        </p:nvSpPr>
        <p:spPr>
          <a:xfrm>
            <a:off x="1028700" y="5054985"/>
            <a:ext cx="3066200" cy="68961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mn-MN" sz="3600" u="none" cap="none" strike="noStrike">
                <a:solidFill>
                  <a:srgbClr val="000000"/>
                </a:solidFill>
                <a:latin typeface="Arial"/>
                <a:ea typeface="Arial"/>
                <a:cs typeface="Arial"/>
                <a:sym typeface="Arial"/>
              </a:rPr>
              <a:t>Дэд гарчиг</a:t>
            </a:r>
            <a:endParaRPr/>
          </a:p>
        </p:txBody>
      </p:sp>
      <p:sp>
        <p:nvSpPr>
          <p:cNvPr id="489" name="Google Shape;489;p25"/>
          <p:cNvSpPr txBox="1"/>
          <p:nvPr/>
        </p:nvSpPr>
        <p:spPr>
          <a:xfrm>
            <a:off x="1028700" y="7986629"/>
            <a:ext cx="5206402" cy="990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mn-MN" sz="2100" u="none" cap="none" strike="noStrike">
                <a:solidFill>
                  <a:srgbClr val="000000"/>
                </a:solidFill>
                <a:latin typeface="Arial"/>
                <a:ea typeface="Arial"/>
                <a:cs typeface="Arial"/>
                <a:sym typeface="Arial"/>
              </a:rPr>
              <a:t>Технологийн шинэчлэлийг тасралтгүй нэвтрүүлнэ. Энд гол санаагаа бичнэ үү. </a:t>
            </a:r>
            <a:endParaRPr/>
          </a:p>
        </p:txBody>
      </p:sp>
      <p:sp>
        <p:nvSpPr>
          <p:cNvPr id="490" name="Google Shape;490;p25"/>
          <p:cNvSpPr txBox="1"/>
          <p:nvPr/>
        </p:nvSpPr>
        <p:spPr>
          <a:xfrm>
            <a:off x="1028700" y="7344644"/>
            <a:ext cx="3066200" cy="68961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mn-MN" sz="3600" u="none" cap="none" strike="noStrike">
                <a:solidFill>
                  <a:srgbClr val="000000"/>
                </a:solidFill>
                <a:latin typeface="Arial"/>
                <a:ea typeface="Arial"/>
                <a:cs typeface="Arial"/>
                <a:sym typeface="Arial"/>
              </a:rPr>
              <a:t>Дэд гарчиг</a:t>
            </a:r>
            <a:endParaRPr/>
          </a:p>
        </p:txBody>
      </p:sp>
      <p:grpSp>
        <p:nvGrpSpPr>
          <p:cNvPr id="491" name="Google Shape;491;p25"/>
          <p:cNvGrpSpPr/>
          <p:nvPr/>
        </p:nvGrpSpPr>
        <p:grpSpPr>
          <a:xfrm rot="-1320468">
            <a:off x="11540212" y="602343"/>
            <a:ext cx="4106799" cy="3914293"/>
            <a:chOff x="0" y="0"/>
            <a:chExt cx="812800" cy="774700"/>
          </a:xfrm>
        </p:grpSpPr>
        <p:sp>
          <p:nvSpPr>
            <p:cNvPr id="492" name="Google Shape;492;p25"/>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493" name="Google Shape;493;p25"/>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494" name="Google Shape;494;p25"/>
          <p:cNvGrpSpPr/>
          <p:nvPr/>
        </p:nvGrpSpPr>
        <p:grpSpPr>
          <a:xfrm rot="449348">
            <a:off x="14908001" y="8124406"/>
            <a:ext cx="1475390" cy="1406231"/>
            <a:chOff x="0" y="0"/>
            <a:chExt cx="812800" cy="774700"/>
          </a:xfrm>
        </p:grpSpPr>
        <p:sp>
          <p:nvSpPr>
            <p:cNvPr id="495" name="Google Shape;495;p25"/>
            <p:cNvSpPr/>
            <p:nvPr/>
          </p:nvSpPr>
          <p:spPr>
            <a:xfrm>
              <a:off x="0" y="0"/>
              <a:ext cx="812800" cy="774700"/>
            </a:xfrm>
            <a:custGeom>
              <a:rect b="b" l="l" r="r" t="t"/>
              <a:pathLst>
                <a:path extrusionOk="0" h="774700" w="8128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000000"/>
            </a:solidFill>
            <a:ln>
              <a:noFill/>
            </a:ln>
          </p:spPr>
        </p:sp>
        <p:sp>
          <p:nvSpPr>
            <p:cNvPr id="496" name="Google Shape;496;p25"/>
            <p:cNvSpPr txBox="1"/>
            <p:nvPr/>
          </p:nvSpPr>
          <p:spPr>
            <a:xfrm>
              <a:off x="228600" y="228600"/>
              <a:ext cx="355600" cy="381000"/>
            </a:xfrm>
            <a:prstGeom prst="rect">
              <a:avLst/>
            </a:prstGeom>
            <a:noFill/>
            <a:ln>
              <a:noFill/>
            </a:ln>
          </p:spPr>
          <p:txBody>
            <a:bodyPr anchorCtr="0" anchor="ctr" bIns="50800" lIns="50800" spcFirstLastPara="1" rIns="50800" wrap="square" tIns="50800">
              <a:noAutofit/>
            </a:bodyPr>
            <a:lstStyle/>
            <a:p>
              <a:pPr indent="0" lvl="0" marL="0" marR="0" rtl="0" algn="ctr">
                <a:lnSpc>
                  <a:spcPct val="147722"/>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8ACE03"/>
        </a:solidFill>
      </p:bgPr>
    </p:bg>
    <p:spTree>
      <p:nvGrpSpPr>
        <p:cNvPr id="614" name="Shape 614"/>
        <p:cNvGrpSpPr/>
        <p:nvPr/>
      </p:nvGrpSpPr>
      <p:grpSpPr>
        <a:xfrm>
          <a:off x="0" y="0"/>
          <a:ext cx="0" cy="0"/>
          <a:chOff x="0" y="0"/>
          <a:chExt cx="0" cy="0"/>
        </a:xfrm>
      </p:grpSpPr>
      <p:sp>
        <p:nvSpPr>
          <p:cNvPr id="615" name="Google Shape;615;p32"/>
          <p:cNvSpPr txBox="1"/>
          <p:nvPr/>
        </p:nvSpPr>
        <p:spPr>
          <a:xfrm>
            <a:off x="852135" y="693064"/>
            <a:ext cx="6421771" cy="900489"/>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000000"/>
                </a:solidFill>
                <a:latin typeface="Arial"/>
                <a:ea typeface="Arial"/>
                <a:cs typeface="Arial"/>
                <a:sym typeface="Arial"/>
              </a:rPr>
              <a:t>илтгэлийн төгсгөл</a:t>
            </a:r>
            <a:endParaRPr/>
          </a:p>
        </p:txBody>
      </p:sp>
      <p:sp>
        <p:nvSpPr>
          <p:cNvPr id="616" name="Google Shape;616;p32"/>
          <p:cNvSpPr txBox="1"/>
          <p:nvPr/>
        </p:nvSpPr>
        <p:spPr>
          <a:xfrm>
            <a:off x="852135" y="1403053"/>
            <a:ext cx="6421771" cy="900489"/>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617" name="Google Shape;617;p32"/>
          <p:cNvSpPr txBox="1"/>
          <p:nvPr/>
        </p:nvSpPr>
        <p:spPr>
          <a:xfrm>
            <a:off x="852135" y="2113043"/>
            <a:ext cx="6421771" cy="900489"/>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618" name="Google Shape;618;p32"/>
          <p:cNvSpPr txBox="1"/>
          <p:nvPr/>
        </p:nvSpPr>
        <p:spPr>
          <a:xfrm>
            <a:off x="852135" y="2823032"/>
            <a:ext cx="6421771" cy="900489"/>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619" name="Google Shape;619;p32"/>
          <p:cNvSpPr txBox="1"/>
          <p:nvPr/>
        </p:nvSpPr>
        <p:spPr>
          <a:xfrm>
            <a:off x="852135" y="3533021"/>
            <a:ext cx="6421771" cy="900489"/>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620" name="Google Shape;620;p32"/>
          <p:cNvSpPr txBox="1"/>
          <p:nvPr/>
        </p:nvSpPr>
        <p:spPr>
          <a:xfrm>
            <a:off x="852135" y="4243011"/>
            <a:ext cx="6421771" cy="900489"/>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621" name="Google Shape;621;p32"/>
          <p:cNvSpPr txBox="1"/>
          <p:nvPr/>
        </p:nvSpPr>
        <p:spPr>
          <a:xfrm>
            <a:off x="852135" y="4953000"/>
            <a:ext cx="6421771" cy="900489"/>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622" name="Google Shape;622;p32"/>
          <p:cNvSpPr txBox="1"/>
          <p:nvPr/>
        </p:nvSpPr>
        <p:spPr>
          <a:xfrm>
            <a:off x="852135" y="5662989"/>
            <a:ext cx="6421771" cy="900489"/>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623" name="Google Shape;623;p32"/>
          <p:cNvSpPr txBox="1"/>
          <p:nvPr/>
        </p:nvSpPr>
        <p:spPr>
          <a:xfrm>
            <a:off x="852135" y="6372979"/>
            <a:ext cx="6421771" cy="900489"/>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624" name="Google Shape;624;p32"/>
          <p:cNvSpPr txBox="1"/>
          <p:nvPr/>
        </p:nvSpPr>
        <p:spPr>
          <a:xfrm>
            <a:off x="852135" y="7082968"/>
            <a:ext cx="6421771" cy="900489"/>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625" name="Google Shape;625;p32"/>
          <p:cNvSpPr txBox="1"/>
          <p:nvPr/>
        </p:nvSpPr>
        <p:spPr>
          <a:xfrm>
            <a:off x="852135" y="7792957"/>
            <a:ext cx="6421771" cy="900489"/>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626" name="Google Shape;626;p32"/>
          <p:cNvSpPr txBox="1"/>
          <p:nvPr/>
        </p:nvSpPr>
        <p:spPr>
          <a:xfrm>
            <a:off x="852135" y="8502947"/>
            <a:ext cx="6421771" cy="900489"/>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илтгэлийн төгсгөл</a:t>
            </a:r>
            <a:endParaRPr/>
          </a:p>
        </p:txBody>
      </p:sp>
      <p:sp>
        <p:nvSpPr>
          <p:cNvPr id="627" name="Google Shape;627;p32"/>
          <p:cNvSpPr txBox="1"/>
          <p:nvPr/>
        </p:nvSpPr>
        <p:spPr>
          <a:xfrm>
            <a:off x="10837529" y="838200"/>
            <a:ext cx="6421771" cy="900534"/>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000000"/>
                </a:solidFill>
                <a:latin typeface="Arial"/>
                <a:ea typeface="Arial"/>
                <a:cs typeface="Arial"/>
                <a:sym typeface="Arial"/>
              </a:rPr>
              <a:t>баярлалаа!</a:t>
            </a:r>
            <a:endParaRPr/>
          </a:p>
        </p:txBody>
      </p:sp>
      <p:sp>
        <p:nvSpPr>
          <p:cNvPr id="628" name="Google Shape;628;p32"/>
          <p:cNvSpPr txBox="1"/>
          <p:nvPr/>
        </p:nvSpPr>
        <p:spPr>
          <a:xfrm>
            <a:off x="10837529" y="1548189"/>
            <a:ext cx="6421771" cy="900534"/>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629" name="Google Shape;629;p32"/>
          <p:cNvSpPr txBox="1"/>
          <p:nvPr/>
        </p:nvSpPr>
        <p:spPr>
          <a:xfrm>
            <a:off x="10837529" y="2258179"/>
            <a:ext cx="6421771" cy="900534"/>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630" name="Google Shape;630;p32"/>
          <p:cNvSpPr txBox="1"/>
          <p:nvPr/>
        </p:nvSpPr>
        <p:spPr>
          <a:xfrm>
            <a:off x="10837529" y="2968168"/>
            <a:ext cx="6421771" cy="900534"/>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631" name="Google Shape;631;p32"/>
          <p:cNvSpPr txBox="1"/>
          <p:nvPr/>
        </p:nvSpPr>
        <p:spPr>
          <a:xfrm>
            <a:off x="10837529" y="3678157"/>
            <a:ext cx="6421771" cy="900534"/>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632" name="Google Shape;632;p32"/>
          <p:cNvSpPr txBox="1"/>
          <p:nvPr/>
        </p:nvSpPr>
        <p:spPr>
          <a:xfrm>
            <a:off x="10837529" y="4388147"/>
            <a:ext cx="6421771" cy="900534"/>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633" name="Google Shape;633;p32"/>
          <p:cNvSpPr txBox="1"/>
          <p:nvPr/>
        </p:nvSpPr>
        <p:spPr>
          <a:xfrm>
            <a:off x="10837529" y="5098136"/>
            <a:ext cx="6421771" cy="900534"/>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634" name="Google Shape;634;p32"/>
          <p:cNvSpPr txBox="1"/>
          <p:nvPr/>
        </p:nvSpPr>
        <p:spPr>
          <a:xfrm>
            <a:off x="10837529" y="5808126"/>
            <a:ext cx="6421771" cy="900534"/>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635" name="Google Shape;635;p32"/>
          <p:cNvSpPr txBox="1"/>
          <p:nvPr/>
        </p:nvSpPr>
        <p:spPr>
          <a:xfrm>
            <a:off x="10837529" y="6518115"/>
            <a:ext cx="6421771" cy="900534"/>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636" name="Google Shape;636;p32"/>
          <p:cNvSpPr txBox="1"/>
          <p:nvPr/>
        </p:nvSpPr>
        <p:spPr>
          <a:xfrm>
            <a:off x="10837529" y="7228104"/>
            <a:ext cx="6421771" cy="900534"/>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637" name="Google Shape;637;p32"/>
          <p:cNvSpPr txBox="1"/>
          <p:nvPr/>
        </p:nvSpPr>
        <p:spPr>
          <a:xfrm>
            <a:off x="10837529" y="7938094"/>
            <a:ext cx="6421771" cy="900534"/>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638" name="Google Shape;638;p32"/>
          <p:cNvSpPr txBox="1"/>
          <p:nvPr/>
        </p:nvSpPr>
        <p:spPr>
          <a:xfrm>
            <a:off x="10837529" y="8648083"/>
            <a:ext cx="6421771" cy="900534"/>
          </a:xfrm>
          <a:prstGeom prst="rect">
            <a:avLst/>
          </a:prstGeom>
          <a:noFill/>
          <a:ln>
            <a:noFill/>
          </a:ln>
        </p:spPr>
        <p:txBody>
          <a:bodyPr anchorCtr="0" anchor="t" bIns="0" lIns="0" spcFirstLastPara="1" rIns="0" wrap="square" tIns="0">
            <a:spAutoFit/>
          </a:bodyPr>
          <a:lstStyle/>
          <a:p>
            <a:pPr indent="0" lvl="0" marL="0" marR="0" rtl="0" algn="r">
              <a:lnSpc>
                <a:spcPct val="140021"/>
              </a:lnSpc>
              <a:spcBef>
                <a:spcPts val="0"/>
              </a:spcBef>
              <a:spcAft>
                <a:spcPts val="0"/>
              </a:spcAft>
              <a:buNone/>
            </a:pPr>
            <a:r>
              <a:rPr b="1" i="0" lang="mn-MN" sz="4670" u="none" cap="none" strike="noStrike">
                <a:solidFill>
                  <a:srgbClr val="5C8A00"/>
                </a:solidFill>
                <a:latin typeface="Arial"/>
                <a:ea typeface="Arial"/>
                <a:cs typeface="Arial"/>
                <a:sym typeface="Arial"/>
              </a:rPr>
              <a:t>баярлалаа!</a:t>
            </a:r>
            <a:endParaRPr/>
          </a:p>
        </p:txBody>
      </p:sp>
      <p:sp>
        <p:nvSpPr>
          <p:cNvPr id="639" name="Google Shape;639;p32"/>
          <p:cNvSpPr/>
          <p:nvPr/>
        </p:nvSpPr>
        <p:spPr>
          <a:xfrm flipH="1">
            <a:off x="3472066" y="0"/>
            <a:ext cx="12444846" cy="10530831"/>
          </a:xfrm>
          <a:custGeom>
            <a:rect b="b" l="l" r="r" t="t"/>
            <a:pathLst>
              <a:path extrusionOk="0" h="10530831" w="12444846">
                <a:moveTo>
                  <a:pt x="12444846" y="0"/>
                </a:moveTo>
                <a:lnTo>
                  <a:pt x="0" y="0"/>
                </a:lnTo>
                <a:lnTo>
                  <a:pt x="0" y="10530831"/>
                </a:lnTo>
                <a:lnTo>
                  <a:pt x="12444846" y="10530831"/>
                </a:lnTo>
                <a:lnTo>
                  <a:pt x="12444846" y="0"/>
                </a:lnTo>
                <a:close/>
              </a:path>
            </a:pathLst>
          </a:custGeom>
          <a:blipFill rotWithShape="1">
            <a:blip r:embed="rId3">
              <a:alphaModFix/>
            </a:blip>
            <a:stretch>
              <a:fillRect b="0" l="-12705" r="-14219" t="0"/>
            </a:stretch>
          </a:blipFill>
          <a:ln>
            <a:noFill/>
          </a:ln>
        </p:spPr>
      </p:sp>
      <p:sp>
        <p:nvSpPr>
          <p:cNvPr id="640" name="Google Shape;640;p32"/>
          <p:cNvSpPr/>
          <p:nvPr/>
        </p:nvSpPr>
        <p:spPr>
          <a:xfrm>
            <a:off x="5445052" y="4147712"/>
            <a:ext cx="9025086" cy="2091401"/>
          </a:xfrm>
          <a:prstGeom prst="rect">
            <a:avLst/>
          </a:prstGeom>
        </p:spPr>
        <p:txBody>
          <a:bodyPr>
            <a:prstTxWarp prst="textPlain"/>
          </a:bodyPr>
          <a:lstStyle/>
          <a:p>
            <a:pPr lvl="0" algn="ctr"/>
            <a:r>
              <a:rPr lang="mn-MN" b="0" i="0">
                <a:ln cap="flat" cmpd="sng" w="76200">
                  <a:solidFill>
                    <a:srgbClr val="8ACE03"/>
                  </a:solidFill>
                  <a:prstDash val="solid"/>
                  <a:round/>
                  <a:headEnd len="sm" w="sm" type="none"/>
                  <a:tailEnd len="sm" w="sm" type="none"/>
                </a:ln>
                <a:solidFill>
                  <a:schemeClr val="dk1"/>
                </a:solidFill>
                <a:latin typeface="Arial"/>
              </a:rPr>
              <a:t>баяртай.</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