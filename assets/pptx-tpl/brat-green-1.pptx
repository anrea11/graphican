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70" r:id="rId20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bg>
      <p:bgPr>
        <a:solidFill>
          <a:srgbClr val="8ACE0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1028700" y="914400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12705109" y="914400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1028700" y="1338580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1028700" y="1762760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1028700" y="2186940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1" name="Google Shape;21;p3"/>
          <p:cNvSpPr txBox="1"/>
          <p:nvPr/>
        </p:nvSpPr>
        <p:spPr>
          <a:xfrm>
            <a:off x="1028700" y="2611120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1028700" y="3035300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1028700" y="3459480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4" name="Google Shape;24;p3"/>
          <p:cNvSpPr txBox="1"/>
          <p:nvPr/>
        </p:nvSpPr>
        <p:spPr>
          <a:xfrm>
            <a:off x="1028700" y="3883660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1028700" y="4307841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6" name="Google Shape;26;p3"/>
          <p:cNvSpPr txBox="1"/>
          <p:nvPr/>
        </p:nvSpPr>
        <p:spPr>
          <a:xfrm>
            <a:off x="1028700" y="4732021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12705109" y="1365986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8" name="Google Shape;28;p3"/>
          <p:cNvSpPr txBox="1"/>
          <p:nvPr/>
        </p:nvSpPr>
        <p:spPr>
          <a:xfrm>
            <a:off x="12705109" y="1817572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9" name="Google Shape;29;p3"/>
          <p:cNvSpPr txBox="1"/>
          <p:nvPr/>
        </p:nvSpPr>
        <p:spPr>
          <a:xfrm>
            <a:off x="12705109" y="2269158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0" name="Google Shape;30;p3"/>
          <p:cNvSpPr txBox="1"/>
          <p:nvPr/>
        </p:nvSpPr>
        <p:spPr>
          <a:xfrm>
            <a:off x="12705109" y="2720744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1" name="Google Shape;31;p3"/>
          <p:cNvSpPr txBox="1"/>
          <p:nvPr/>
        </p:nvSpPr>
        <p:spPr>
          <a:xfrm>
            <a:off x="12705109" y="3172330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2" name="Google Shape;32;p3"/>
          <p:cNvSpPr txBox="1"/>
          <p:nvPr/>
        </p:nvSpPr>
        <p:spPr>
          <a:xfrm>
            <a:off x="12705109" y="3623916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3" name="Google Shape;33;p3"/>
          <p:cNvSpPr txBox="1"/>
          <p:nvPr/>
        </p:nvSpPr>
        <p:spPr>
          <a:xfrm>
            <a:off x="12705109" y="4075502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12705109" y="4527089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5" name="Google Shape;35;p3"/>
          <p:cNvSpPr txBox="1"/>
          <p:nvPr/>
        </p:nvSpPr>
        <p:spPr>
          <a:xfrm>
            <a:off x="12705109" y="4978675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6" name="Google Shape;36;p3"/>
          <p:cNvSpPr txBox="1"/>
          <p:nvPr/>
        </p:nvSpPr>
        <p:spPr>
          <a:xfrm>
            <a:off x="12705109" y="5430261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7" name="Google Shape;37;p3"/>
          <p:cNvSpPr txBox="1"/>
          <p:nvPr/>
        </p:nvSpPr>
        <p:spPr>
          <a:xfrm>
            <a:off x="12705109" y="5881847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8" name="Google Shape;38;p3"/>
          <p:cNvSpPr txBox="1"/>
          <p:nvPr/>
        </p:nvSpPr>
        <p:spPr>
          <a:xfrm>
            <a:off x="12705109" y="6333433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9" name="Google Shape;39;p3"/>
          <p:cNvSpPr txBox="1"/>
          <p:nvPr/>
        </p:nvSpPr>
        <p:spPr>
          <a:xfrm>
            <a:off x="12705109" y="6785019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40" name="Google Shape;40;p3"/>
          <p:cNvSpPr txBox="1"/>
          <p:nvPr/>
        </p:nvSpPr>
        <p:spPr>
          <a:xfrm>
            <a:off x="12705109" y="7236605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41" name="Google Shape;41;p3"/>
          <p:cNvSpPr txBox="1"/>
          <p:nvPr/>
        </p:nvSpPr>
        <p:spPr>
          <a:xfrm>
            <a:off x="1028700" y="519076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42" name="Google Shape;42;p3"/>
          <p:cNvSpPr txBox="1"/>
          <p:nvPr/>
        </p:nvSpPr>
        <p:spPr>
          <a:xfrm>
            <a:off x="1028700" y="561494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43" name="Google Shape;43;p3"/>
          <p:cNvSpPr txBox="1"/>
          <p:nvPr/>
        </p:nvSpPr>
        <p:spPr>
          <a:xfrm>
            <a:off x="1028700" y="603912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1028700" y="646330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45" name="Google Shape;45;p3"/>
          <p:cNvSpPr txBox="1"/>
          <p:nvPr/>
        </p:nvSpPr>
        <p:spPr>
          <a:xfrm>
            <a:off x="1028700" y="688748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46" name="Google Shape;46;p3"/>
          <p:cNvSpPr txBox="1"/>
          <p:nvPr/>
        </p:nvSpPr>
        <p:spPr>
          <a:xfrm>
            <a:off x="1028700" y="731166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47" name="Google Shape;47;p3"/>
          <p:cNvSpPr txBox="1"/>
          <p:nvPr/>
        </p:nvSpPr>
        <p:spPr>
          <a:xfrm>
            <a:off x="1028700" y="773584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48" name="Google Shape;48;p3"/>
          <p:cNvSpPr txBox="1"/>
          <p:nvPr/>
        </p:nvSpPr>
        <p:spPr>
          <a:xfrm>
            <a:off x="1028700" y="816002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49" name="Google Shape;49;p3"/>
          <p:cNvSpPr txBox="1"/>
          <p:nvPr/>
        </p:nvSpPr>
        <p:spPr>
          <a:xfrm>
            <a:off x="1028700" y="858420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50" name="Google Shape;50;p3"/>
          <p:cNvSpPr txBox="1"/>
          <p:nvPr/>
        </p:nvSpPr>
        <p:spPr>
          <a:xfrm>
            <a:off x="1028700" y="9008385"/>
            <a:ext cx="183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51" name="Google Shape;51;p3"/>
          <p:cNvSpPr txBox="1"/>
          <p:nvPr/>
        </p:nvSpPr>
        <p:spPr>
          <a:xfrm>
            <a:off x="12705109" y="7689360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52" name="Google Shape;52;p3"/>
          <p:cNvSpPr txBox="1"/>
          <p:nvPr/>
        </p:nvSpPr>
        <p:spPr>
          <a:xfrm>
            <a:off x="12705109" y="8140946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53" name="Google Shape;53;p3"/>
          <p:cNvSpPr txBox="1"/>
          <p:nvPr/>
        </p:nvSpPr>
        <p:spPr>
          <a:xfrm>
            <a:off x="12705109" y="8592532"/>
            <a:ext cx="455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 flipH="1">
            <a:off x="2866281" y="0"/>
            <a:ext cx="12146331" cy="11193853"/>
          </a:xfrm>
          <a:custGeom>
            <a:rect b="b" l="l" r="r" t="t"/>
            <a:pathLst>
              <a:path extrusionOk="0" h="11193853" w="12146331">
                <a:moveTo>
                  <a:pt x="12146331" y="0"/>
                </a:moveTo>
                <a:lnTo>
                  <a:pt x="0" y="0"/>
                </a:lnTo>
                <a:lnTo>
                  <a:pt x="0" y="11193853"/>
                </a:lnTo>
                <a:lnTo>
                  <a:pt x="12146331" y="11193853"/>
                </a:lnTo>
                <a:lnTo>
                  <a:pt x="12146331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38239" r="0" t="0"/>
            </a:stretch>
          </a:blipFill>
          <a:ln>
            <a:noFill/>
          </a:ln>
        </p:spPr>
      </p:sp>
      <p:sp>
        <p:nvSpPr>
          <p:cNvPr id="55" name="Google Shape;55;p3"/>
          <p:cNvSpPr/>
          <p:nvPr/>
        </p:nvSpPr>
        <p:spPr>
          <a:xfrm>
            <a:off x="5699104" y="3571600"/>
            <a:ext cx="6480660" cy="28593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8ACE0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brat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8" name="Google Shape;58;p4"/>
          <p:cNvGrpSpPr/>
          <p:nvPr/>
        </p:nvGrpSpPr>
        <p:grpSpPr>
          <a:xfrm rot="-1717495">
            <a:off x="-703321" y="246059"/>
            <a:ext cx="4317187" cy="4114819"/>
            <a:chOff x="0" y="0"/>
            <a:chExt cx="812800" cy="774700"/>
          </a:xfrm>
        </p:grpSpPr>
        <p:sp>
          <p:nvSpPr>
            <p:cNvPr id="59" name="Google Shape;59;p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60" name="Google Shape;60;p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p4"/>
          <p:cNvSpPr/>
          <p:nvPr/>
        </p:nvSpPr>
        <p:spPr>
          <a:xfrm>
            <a:off x="-94957" y="-207093"/>
            <a:ext cx="10253332" cy="10701187"/>
          </a:xfrm>
          <a:custGeom>
            <a:rect b="b" l="l" r="r" t="t"/>
            <a:pathLst>
              <a:path extrusionOk="0" h="10701187" w="10253332">
                <a:moveTo>
                  <a:pt x="0" y="0"/>
                </a:moveTo>
                <a:lnTo>
                  <a:pt x="10253332" y="0"/>
                </a:lnTo>
                <a:lnTo>
                  <a:pt x="10253332" y="10701186"/>
                </a:lnTo>
                <a:lnTo>
                  <a:pt x="0" y="107011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62248" r="-16268" t="-14028"/>
            </a:stretch>
          </a:blipFill>
          <a:ln>
            <a:noFill/>
          </a:ln>
        </p:spPr>
      </p:sp>
      <p:grpSp>
        <p:nvGrpSpPr>
          <p:cNvPr id="62" name="Google Shape;62;p4"/>
          <p:cNvGrpSpPr/>
          <p:nvPr/>
        </p:nvGrpSpPr>
        <p:grpSpPr>
          <a:xfrm rot="1204684">
            <a:off x="6502883" y="-652397"/>
            <a:ext cx="3268246" cy="3115047"/>
            <a:chOff x="0" y="0"/>
            <a:chExt cx="812800" cy="774700"/>
          </a:xfrm>
        </p:grpSpPr>
        <p:sp>
          <p:nvSpPr>
            <p:cNvPr id="63" name="Google Shape;63;p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64" name="Google Shape;64;p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" name="Google Shape;65;p4"/>
          <p:cNvGrpSpPr/>
          <p:nvPr/>
        </p:nvGrpSpPr>
        <p:grpSpPr>
          <a:xfrm rot="-526258">
            <a:off x="10985940" y="-169915"/>
            <a:ext cx="2255809" cy="2150068"/>
            <a:chOff x="0" y="0"/>
            <a:chExt cx="812800" cy="774700"/>
          </a:xfrm>
        </p:grpSpPr>
        <p:sp>
          <p:nvSpPr>
            <p:cNvPr id="66" name="Google Shape;66;p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67" name="Google Shape;67;p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" name="Google Shape;68;p4"/>
          <p:cNvGrpSpPr/>
          <p:nvPr/>
        </p:nvGrpSpPr>
        <p:grpSpPr>
          <a:xfrm rot="1269121">
            <a:off x="14295727" y="292317"/>
            <a:ext cx="1970936" cy="1878549"/>
            <a:chOff x="0" y="0"/>
            <a:chExt cx="812800" cy="774700"/>
          </a:xfrm>
        </p:grpSpPr>
        <p:sp>
          <p:nvSpPr>
            <p:cNvPr id="69" name="Google Shape;69;p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70" name="Google Shape;70;p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" name="Google Shape;71;p4"/>
          <p:cNvGrpSpPr/>
          <p:nvPr/>
        </p:nvGrpSpPr>
        <p:grpSpPr>
          <a:xfrm rot="-440593">
            <a:off x="16951933" y="2019063"/>
            <a:ext cx="1432114" cy="1364983"/>
            <a:chOff x="0" y="0"/>
            <a:chExt cx="812800" cy="774700"/>
          </a:xfrm>
        </p:grpSpPr>
        <p:sp>
          <p:nvSpPr>
            <p:cNvPr id="72" name="Google Shape;72;p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73" name="Google Shape;73;p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"/>
          <p:cNvSpPr/>
          <p:nvPr/>
        </p:nvSpPr>
        <p:spPr>
          <a:xfrm>
            <a:off x="9492729" y="478467"/>
            <a:ext cx="13456284" cy="9786825"/>
          </a:xfrm>
          <a:custGeom>
            <a:rect b="b" l="l" r="r" t="t"/>
            <a:pathLst>
              <a:path extrusionOk="0" h="9786825" w="13456284">
                <a:moveTo>
                  <a:pt x="0" y="0"/>
                </a:moveTo>
                <a:lnTo>
                  <a:pt x="13456285" y="0"/>
                </a:lnTo>
                <a:lnTo>
                  <a:pt x="13456285" y="9786825"/>
                </a:lnTo>
                <a:lnTo>
                  <a:pt x="0" y="978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29589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"/>
          <p:cNvSpPr/>
          <p:nvPr/>
        </p:nvSpPr>
        <p:spPr>
          <a:xfrm>
            <a:off x="16002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80" name="Google Shape;80;p6"/>
          <p:cNvSpPr/>
          <p:nvPr/>
        </p:nvSpPr>
        <p:spPr>
          <a:xfrm>
            <a:off x="12573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81" name="Google Shape;81;p6"/>
          <p:cNvSpPr/>
          <p:nvPr/>
        </p:nvSpPr>
        <p:spPr>
          <a:xfrm>
            <a:off x="9144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82" name="Google Shape;82;p6"/>
          <p:cNvSpPr/>
          <p:nvPr/>
        </p:nvSpPr>
        <p:spPr>
          <a:xfrm>
            <a:off x="5715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83" name="Google Shape;83;p6"/>
          <p:cNvSpPr/>
          <p:nvPr/>
        </p:nvSpPr>
        <p:spPr>
          <a:xfrm>
            <a:off x="2286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84" name="Google Shape;84;p6"/>
          <p:cNvSpPr/>
          <p:nvPr/>
        </p:nvSpPr>
        <p:spPr>
          <a:xfrm>
            <a:off x="-1143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cxnSp>
        <p:nvCxnSpPr>
          <p:cNvPr id="85" name="Google Shape;85;p6"/>
          <p:cNvCxnSpPr/>
          <p:nvPr/>
        </p:nvCxnSpPr>
        <p:spPr>
          <a:xfrm>
            <a:off x="1028878" y="4634471"/>
            <a:ext cx="4248600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6"/>
          <p:cNvSpPr txBox="1"/>
          <p:nvPr/>
        </p:nvSpPr>
        <p:spPr>
          <a:xfrm>
            <a:off x="1028700" y="3678215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cxnSp>
        <p:nvCxnSpPr>
          <p:cNvPr id="87" name="Google Shape;87;p6"/>
          <p:cNvCxnSpPr/>
          <p:nvPr/>
        </p:nvCxnSpPr>
        <p:spPr>
          <a:xfrm>
            <a:off x="6610204" y="4634471"/>
            <a:ext cx="4248600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6"/>
          <p:cNvSpPr txBox="1"/>
          <p:nvPr/>
        </p:nvSpPr>
        <p:spPr>
          <a:xfrm>
            <a:off x="6610026" y="3678215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cxnSp>
        <p:nvCxnSpPr>
          <p:cNvPr id="89" name="Google Shape;89;p6"/>
          <p:cNvCxnSpPr/>
          <p:nvPr/>
        </p:nvCxnSpPr>
        <p:spPr>
          <a:xfrm>
            <a:off x="12192356" y="4634471"/>
            <a:ext cx="4248600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6"/>
          <p:cNvSpPr txBox="1"/>
          <p:nvPr/>
        </p:nvSpPr>
        <p:spPr>
          <a:xfrm>
            <a:off x="12192178" y="3678215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4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3" name="Google Shape;93;p7"/>
          <p:cNvCxnSpPr/>
          <p:nvPr/>
        </p:nvCxnSpPr>
        <p:spPr>
          <a:xfrm>
            <a:off x="0" y="6075426"/>
            <a:ext cx="18288000" cy="0"/>
          </a:xfrm>
          <a:prstGeom prst="straightConnector1">
            <a:avLst/>
          </a:prstGeom>
          <a:noFill/>
          <a:ln cap="flat" cmpd="sng" w="95250">
            <a:solidFill>
              <a:srgbClr val="5C8A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4" name="Google Shape;94;p7"/>
          <p:cNvGrpSpPr/>
          <p:nvPr/>
        </p:nvGrpSpPr>
        <p:grpSpPr>
          <a:xfrm>
            <a:off x="1028700" y="5423278"/>
            <a:ext cx="1049244" cy="1000060"/>
            <a:chOff x="0" y="0"/>
            <a:chExt cx="812800" cy="774700"/>
          </a:xfrm>
        </p:grpSpPr>
        <p:sp>
          <p:nvSpPr>
            <p:cNvPr id="95" name="Google Shape;95;p7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96" name="Google Shape;96;p7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7"/>
          <p:cNvGrpSpPr/>
          <p:nvPr/>
        </p:nvGrpSpPr>
        <p:grpSpPr>
          <a:xfrm>
            <a:off x="8194972" y="5423278"/>
            <a:ext cx="1049244" cy="1000060"/>
            <a:chOff x="0" y="0"/>
            <a:chExt cx="812800" cy="774700"/>
          </a:xfrm>
        </p:grpSpPr>
        <p:sp>
          <p:nvSpPr>
            <p:cNvPr id="98" name="Google Shape;98;p7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99" name="Google Shape;99;p7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4611836" y="5423278"/>
            <a:ext cx="1049244" cy="1000060"/>
            <a:chOff x="0" y="0"/>
            <a:chExt cx="812800" cy="774700"/>
          </a:xfrm>
        </p:grpSpPr>
        <p:sp>
          <p:nvSpPr>
            <p:cNvPr id="101" name="Google Shape;101;p7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102" name="Google Shape;102;p7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11778108" y="5423278"/>
            <a:ext cx="1049244" cy="1000060"/>
            <a:chOff x="0" y="0"/>
            <a:chExt cx="812800" cy="774700"/>
          </a:xfrm>
        </p:grpSpPr>
        <p:sp>
          <p:nvSpPr>
            <p:cNvPr id="104" name="Google Shape;104;p7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105" name="Google Shape;105;p7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7"/>
          <p:cNvSpPr/>
          <p:nvPr/>
        </p:nvSpPr>
        <p:spPr>
          <a:xfrm>
            <a:off x="15236952" y="0"/>
            <a:ext cx="3048000" cy="3048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107" name="Google Shape;107;p7"/>
          <p:cNvSpPr/>
          <p:nvPr/>
        </p:nvSpPr>
        <p:spPr>
          <a:xfrm>
            <a:off x="27795" y="7235952"/>
            <a:ext cx="3048000" cy="3048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5">
    <p:bg>
      <p:bgPr>
        <a:solidFill>
          <a:srgbClr val="8ACE03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8"/>
          <p:cNvGrpSpPr/>
          <p:nvPr/>
        </p:nvGrpSpPr>
        <p:grpSpPr>
          <a:xfrm rot="-1467106">
            <a:off x="10502296" y="3843112"/>
            <a:ext cx="3354471" cy="3197230"/>
            <a:chOff x="0" y="0"/>
            <a:chExt cx="812800" cy="774700"/>
          </a:xfrm>
        </p:grpSpPr>
        <p:sp>
          <p:nvSpPr>
            <p:cNvPr id="110" name="Google Shape;110;p8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11" name="Google Shape;111;p8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8"/>
          <p:cNvGrpSpPr/>
          <p:nvPr/>
        </p:nvGrpSpPr>
        <p:grpSpPr>
          <a:xfrm>
            <a:off x="0" y="8495271"/>
            <a:ext cx="19585319" cy="1785938"/>
            <a:chOff x="0" y="0"/>
            <a:chExt cx="26113758" cy="2381250"/>
          </a:xfrm>
        </p:grpSpPr>
        <p:sp>
          <p:nvSpPr>
            <p:cNvPr id="113" name="Google Shape;113;p8"/>
            <p:cNvSpPr/>
            <p:nvPr/>
          </p:nvSpPr>
          <p:spPr>
            <a:xfrm>
              <a:off x="0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14" name="Google Shape;114;p8"/>
            <p:cNvSpPr/>
            <p:nvPr/>
          </p:nvSpPr>
          <p:spPr>
            <a:xfrm>
              <a:off x="2388973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15" name="Google Shape;115;p8"/>
            <p:cNvSpPr/>
            <p:nvPr/>
          </p:nvSpPr>
          <p:spPr>
            <a:xfrm>
              <a:off x="4777945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16" name="Google Shape;116;p8"/>
            <p:cNvSpPr/>
            <p:nvPr/>
          </p:nvSpPr>
          <p:spPr>
            <a:xfrm>
              <a:off x="7166918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17" name="Google Shape;117;p8"/>
            <p:cNvSpPr/>
            <p:nvPr/>
          </p:nvSpPr>
          <p:spPr>
            <a:xfrm>
              <a:off x="9477281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18" name="Google Shape;118;p8"/>
            <p:cNvSpPr/>
            <p:nvPr/>
          </p:nvSpPr>
          <p:spPr>
            <a:xfrm>
              <a:off x="11866254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19" name="Google Shape;119;p8"/>
            <p:cNvSpPr/>
            <p:nvPr/>
          </p:nvSpPr>
          <p:spPr>
            <a:xfrm>
              <a:off x="14255226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20" name="Google Shape;120;p8"/>
            <p:cNvSpPr/>
            <p:nvPr/>
          </p:nvSpPr>
          <p:spPr>
            <a:xfrm>
              <a:off x="16644199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21" name="Google Shape;121;p8"/>
            <p:cNvSpPr/>
            <p:nvPr/>
          </p:nvSpPr>
          <p:spPr>
            <a:xfrm>
              <a:off x="19033171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22" name="Google Shape;122;p8"/>
            <p:cNvSpPr/>
            <p:nvPr/>
          </p:nvSpPr>
          <p:spPr>
            <a:xfrm>
              <a:off x="21422144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23" name="Google Shape;123;p8"/>
            <p:cNvSpPr/>
            <p:nvPr/>
          </p:nvSpPr>
          <p:spPr>
            <a:xfrm>
              <a:off x="23732508" y="0"/>
              <a:ext cx="2381250" cy="2381250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124" name="Google Shape;124;p8"/>
          <p:cNvSpPr/>
          <p:nvPr/>
        </p:nvSpPr>
        <p:spPr>
          <a:xfrm>
            <a:off x="4319915" y="-217012"/>
            <a:ext cx="13968085" cy="11317496"/>
          </a:xfrm>
          <a:custGeom>
            <a:rect b="b" l="l" r="r" t="t"/>
            <a:pathLst>
              <a:path extrusionOk="0" h="11317496" w="13968085">
                <a:moveTo>
                  <a:pt x="0" y="0"/>
                </a:moveTo>
                <a:lnTo>
                  <a:pt x="13968085" y="0"/>
                </a:lnTo>
                <a:lnTo>
                  <a:pt x="13968085" y="11317496"/>
                </a:lnTo>
                <a:lnTo>
                  <a:pt x="0" y="11317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3808" r="-15439" t="-10389"/>
            </a:stretch>
          </a:blipFill>
          <a:ln>
            <a:noFill/>
          </a:ln>
        </p:spPr>
      </p:sp>
      <p:grpSp>
        <p:nvGrpSpPr>
          <p:cNvPr id="125" name="Google Shape;125;p8"/>
          <p:cNvGrpSpPr/>
          <p:nvPr/>
        </p:nvGrpSpPr>
        <p:grpSpPr>
          <a:xfrm rot="1196134">
            <a:off x="15539089" y="333428"/>
            <a:ext cx="2427221" cy="2313445"/>
            <a:chOff x="0" y="0"/>
            <a:chExt cx="812800" cy="774700"/>
          </a:xfrm>
        </p:grpSpPr>
        <p:sp>
          <p:nvSpPr>
            <p:cNvPr id="126" name="Google Shape;126;p8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27" name="Google Shape;127;p8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8"/>
          <p:cNvGrpSpPr/>
          <p:nvPr/>
        </p:nvGrpSpPr>
        <p:grpSpPr>
          <a:xfrm rot="-260840">
            <a:off x="15685785" y="7524386"/>
            <a:ext cx="2037293" cy="1941795"/>
            <a:chOff x="0" y="0"/>
            <a:chExt cx="812800" cy="774700"/>
          </a:xfrm>
        </p:grpSpPr>
        <p:sp>
          <p:nvSpPr>
            <p:cNvPr id="129" name="Google Shape;129;p8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30" name="Google Shape;130;p8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8"/>
          <p:cNvGrpSpPr/>
          <p:nvPr/>
        </p:nvGrpSpPr>
        <p:grpSpPr>
          <a:xfrm rot="-260825">
            <a:off x="4037337" y="6721245"/>
            <a:ext cx="1529131" cy="1457453"/>
            <a:chOff x="0" y="0"/>
            <a:chExt cx="812800" cy="774700"/>
          </a:xfrm>
        </p:grpSpPr>
        <p:sp>
          <p:nvSpPr>
            <p:cNvPr id="132" name="Google Shape;132;p8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33" name="Google Shape;133;p8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1">
  <p:cSld name="CUSTOM_5_1">
    <p:bg>
      <p:bgPr>
        <a:solidFill>
          <a:srgbClr val="8ACE03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/>
          <p:nvPr/>
        </p:nvSpPr>
        <p:spPr>
          <a:xfrm flipH="1">
            <a:off x="6671563" y="1684154"/>
            <a:ext cx="6589189" cy="7574146"/>
          </a:xfrm>
          <a:custGeom>
            <a:rect b="b" l="l" r="r" t="t"/>
            <a:pathLst>
              <a:path extrusionOk="0" h="7574146" w="6589189">
                <a:moveTo>
                  <a:pt x="6589189" y="0"/>
                </a:moveTo>
                <a:lnTo>
                  <a:pt x="0" y="0"/>
                </a:lnTo>
                <a:lnTo>
                  <a:pt x="0" y="7574146"/>
                </a:lnTo>
                <a:lnTo>
                  <a:pt x="6589189" y="7574146"/>
                </a:lnTo>
                <a:lnTo>
                  <a:pt x="6589189" y="0"/>
                </a:lnTo>
                <a:close/>
              </a:path>
            </a:pathLst>
          </a:custGeom>
          <a:blipFill rotWithShape="1">
            <a:blip r:embed="rId2">
              <a:alphaModFix amt="80000"/>
            </a:blip>
            <a:stretch>
              <a:fillRect b="-82464" l="-153330" r="-48994" t="-80554"/>
            </a:stretch>
          </a:blipFill>
          <a:ln>
            <a:noFill/>
          </a:ln>
        </p:spPr>
      </p:sp>
      <p:grpSp>
        <p:nvGrpSpPr>
          <p:cNvPr id="136" name="Google Shape;136;p9"/>
          <p:cNvGrpSpPr/>
          <p:nvPr/>
        </p:nvGrpSpPr>
        <p:grpSpPr>
          <a:xfrm rot="1686129">
            <a:off x="6742730" y="7515816"/>
            <a:ext cx="3066604" cy="2922857"/>
            <a:chOff x="0" y="0"/>
            <a:chExt cx="812800" cy="774700"/>
          </a:xfrm>
        </p:grpSpPr>
        <p:sp>
          <p:nvSpPr>
            <p:cNvPr id="137" name="Google Shape;137;p9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38" name="Google Shape;138;p9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9"/>
          <p:cNvSpPr/>
          <p:nvPr/>
        </p:nvSpPr>
        <p:spPr>
          <a:xfrm flipH="1">
            <a:off x="12731364" y="1684154"/>
            <a:ext cx="6489251" cy="7574146"/>
          </a:xfrm>
          <a:custGeom>
            <a:rect b="b" l="l" r="r" t="t"/>
            <a:pathLst>
              <a:path extrusionOk="0" h="7574146" w="6489251">
                <a:moveTo>
                  <a:pt x="6489251" y="0"/>
                </a:moveTo>
                <a:lnTo>
                  <a:pt x="0" y="0"/>
                </a:lnTo>
                <a:lnTo>
                  <a:pt x="0" y="7574146"/>
                </a:lnTo>
                <a:lnTo>
                  <a:pt x="6489251" y="7574146"/>
                </a:lnTo>
                <a:lnTo>
                  <a:pt x="6489251" y="0"/>
                </a:lnTo>
                <a:close/>
              </a:path>
            </a:pathLst>
          </a:custGeom>
          <a:blipFill rotWithShape="1">
            <a:blip r:embed="rId2">
              <a:alphaModFix amt="80000"/>
            </a:blip>
            <a:stretch>
              <a:fillRect b="-83784" l="-46354" r="-160629" t="-79234"/>
            </a:stretch>
          </a:blipFill>
          <a:ln>
            <a:noFill/>
          </a:ln>
        </p:spPr>
      </p:sp>
      <p:grpSp>
        <p:nvGrpSpPr>
          <p:cNvPr id="140" name="Google Shape;140;p9"/>
          <p:cNvGrpSpPr/>
          <p:nvPr/>
        </p:nvGrpSpPr>
        <p:grpSpPr>
          <a:xfrm rot="-1320466">
            <a:off x="11540213" y="602341"/>
            <a:ext cx="4106813" cy="3914306"/>
            <a:chOff x="0" y="0"/>
            <a:chExt cx="812800" cy="774700"/>
          </a:xfrm>
        </p:grpSpPr>
        <p:sp>
          <p:nvSpPr>
            <p:cNvPr id="141" name="Google Shape;141;p9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42" name="Google Shape;142;p9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9"/>
          <p:cNvGrpSpPr/>
          <p:nvPr/>
        </p:nvGrpSpPr>
        <p:grpSpPr>
          <a:xfrm rot="449371">
            <a:off x="14907996" y="8124410"/>
            <a:ext cx="1475383" cy="1406224"/>
            <a:chOff x="0" y="0"/>
            <a:chExt cx="812800" cy="774700"/>
          </a:xfrm>
        </p:grpSpPr>
        <p:sp>
          <p:nvSpPr>
            <p:cNvPr id="144" name="Google Shape;144;p9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45" name="Google Shape;145;p9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7">
  <p:cSld name="CUSTOM_6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0"/>
          <p:cNvSpPr/>
          <p:nvPr/>
        </p:nvSpPr>
        <p:spPr>
          <a:xfrm rot="-223697">
            <a:off x="-2445549" y="921657"/>
            <a:ext cx="10626639" cy="10420335"/>
          </a:xfrm>
          <a:custGeom>
            <a:rect b="b" l="l" r="r" t="t"/>
            <a:pathLst>
              <a:path extrusionOk="0" h="10424343" w="10630726">
                <a:moveTo>
                  <a:pt x="0" y="0"/>
                </a:moveTo>
                <a:lnTo>
                  <a:pt x="10630726" y="0"/>
                </a:lnTo>
                <a:lnTo>
                  <a:pt x="10630726" y="10424342"/>
                </a:lnTo>
                <a:lnTo>
                  <a:pt x="0" y="10424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0000"/>
            </a:blip>
            <a:stretch>
              <a:fillRect b="-8419" l="-98644" r="-27247" t="-45157"/>
            </a:stretch>
          </a:blipFill>
          <a:ln>
            <a:noFill/>
          </a:ln>
        </p:spPr>
      </p:sp>
      <p:cxnSp>
        <p:nvCxnSpPr>
          <p:cNvPr id="149" name="Google Shape;149;p10"/>
          <p:cNvCxnSpPr/>
          <p:nvPr/>
        </p:nvCxnSpPr>
        <p:spPr>
          <a:xfrm>
            <a:off x="10947535" y="2928974"/>
            <a:ext cx="6104400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10"/>
          <p:cNvSpPr txBox="1"/>
          <p:nvPr/>
        </p:nvSpPr>
        <p:spPr>
          <a:xfrm>
            <a:off x="10947357" y="1972718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cxnSp>
        <p:nvCxnSpPr>
          <p:cNvPr id="151" name="Google Shape;151;p10"/>
          <p:cNvCxnSpPr/>
          <p:nvPr/>
        </p:nvCxnSpPr>
        <p:spPr>
          <a:xfrm>
            <a:off x="10947535" y="6735512"/>
            <a:ext cx="6104400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10"/>
          <p:cNvSpPr txBox="1"/>
          <p:nvPr/>
        </p:nvSpPr>
        <p:spPr>
          <a:xfrm>
            <a:off x="10947357" y="5779256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grpSp>
        <p:nvGrpSpPr>
          <p:cNvPr id="153" name="Google Shape;153;p10"/>
          <p:cNvGrpSpPr/>
          <p:nvPr/>
        </p:nvGrpSpPr>
        <p:grpSpPr>
          <a:xfrm>
            <a:off x="5188497" y="6969287"/>
            <a:ext cx="1272601" cy="1212948"/>
            <a:chOff x="0" y="0"/>
            <a:chExt cx="812800" cy="774700"/>
          </a:xfrm>
        </p:grpSpPr>
        <p:sp>
          <p:nvSpPr>
            <p:cNvPr id="154" name="Google Shape;154;p10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8A00"/>
            </a:solidFill>
            <a:ln>
              <a:noFill/>
            </a:ln>
          </p:spPr>
        </p:sp>
        <p:sp>
          <p:nvSpPr>
            <p:cNvPr id="155" name="Google Shape;155;p10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10"/>
          <p:cNvGrpSpPr/>
          <p:nvPr/>
        </p:nvGrpSpPr>
        <p:grpSpPr>
          <a:xfrm>
            <a:off x="6726760" y="6969287"/>
            <a:ext cx="1272601" cy="1212948"/>
            <a:chOff x="0" y="0"/>
            <a:chExt cx="812800" cy="774700"/>
          </a:xfrm>
        </p:grpSpPr>
        <p:sp>
          <p:nvSpPr>
            <p:cNvPr id="157" name="Google Shape;157;p10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8A00"/>
            </a:solidFill>
            <a:ln>
              <a:noFill/>
            </a:ln>
          </p:spPr>
        </p:sp>
        <p:sp>
          <p:nvSpPr>
            <p:cNvPr id="158" name="Google Shape;158;p10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10"/>
          <p:cNvGrpSpPr/>
          <p:nvPr/>
        </p:nvGrpSpPr>
        <p:grpSpPr>
          <a:xfrm>
            <a:off x="8265023" y="6969287"/>
            <a:ext cx="1272601" cy="1212948"/>
            <a:chOff x="0" y="0"/>
            <a:chExt cx="812800" cy="774700"/>
          </a:xfrm>
        </p:grpSpPr>
        <p:sp>
          <p:nvSpPr>
            <p:cNvPr id="160" name="Google Shape;160;p10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8A00"/>
            </a:solidFill>
            <a:ln>
              <a:noFill/>
            </a:ln>
          </p:spPr>
        </p:sp>
        <p:sp>
          <p:nvSpPr>
            <p:cNvPr id="161" name="Google Shape;161;p10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8">
  <p:cSld name="CUSTOM_7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1"/>
          <p:cNvSpPr/>
          <p:nvPr/>
        </p:nvSpPr>
        <p:spPr>
          <a:xfrm>
            <a:off x="0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65" name="Google Shape;165;p11"/>
          <p:cNvSpPr/>
          <p:nvPr/>
        </p:nvSpPr>
        <p:spPr>
          <a:xfrm>
            <a:off x="1791729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66" name="Google Shape;166;p11"/>
          <p:cNvSpPr/>
          <p:nvPr/>
        </p:nvSpPr>
        <p:spPr>
          <a:xfrm>
            <a:off x="3583459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67" name="Google Shape;167;p11"/>
          <p:cNvSpPr/>
          <p:nvPr/>
        </p:nvSpPr>
        <p:spPr>
          <a:xfrm>
            <a:off x="5375188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68" name="Google Shape;168;p11"/>
          <p:cNvSpPr/>
          <p:nvPr/>
        </p:nvSpPr>
        <p:spPr>
          <a:xfrm>
            <a:off x="7107961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69" name="Google Shape;169;p11"/>
          <p:cNvSpPr/>
          <p:nvPr/>
        </p:nvSpPr>
        <p:spPr>
          <a:xfrm>
            <a:off x="8899690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70" name="Google Shape;170;p11"/>
          <p:cNvSpPr/>
          <p:nvPr/>
        </p:nvSpPr>
        <p:spPr>
          <a:xfrm>
            <a:off x="10691420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71" name="Google Shape;171;p11"/>
          <p:cNvSpPr/>
          <p:nvPr/>
        </p:nvSpPr>
        <p:spPr>
          <a:xfrm>
            <a:off x="12483149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72" name="Google Shape;172;p11"/>
          <p:cNvSpPr/>
          <p:nvPr/>
        </p:nvSpPr>
        <p:spPr>
          <a:xfrm>
            <a:off x="14274879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73" name="Google Shape;173;p11"/>
          <p:cNvSpPr/>
          <p:nvPr/>
        </p:nvSpPr>
        <p:spPr>
          <a:xfrm>
            <a:off x="16066608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74" name="Google Shape;174;p11"/>
          <p:cNvSpPr/>
          <p:nvPr/>
        </p:nvSpPr>
        <p:spPr>
          <a:xfrm>
            <a:off x="17799381" y="0"/>
            <a:ext cx="1793875" cy="1793875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5C8A00"/>
          </a:solidFill>
          <a:ln>
            <a:noFill/>
          </a:ln>
        </p:spPr>
      </p:sp>
      <p:sp>
        <p:nvSpPr>
          <p:cNvPr id="175" name="Google Shape;175;p11"/>
          <p:cNvSpPr/>
          <p:nvPr/>
        </p:nvSpPr>
        <p:spPr>
          <a:xfrm>
            <a:off x="-149473" y="526015"/>
            <a:ext cx="5490554" cy="9760985"/>
          </a:xfrm>
          <a:custGeom>
            <a:rect b="b" l="l" r="r" t="t"/>
            <a:pathLst>
              <a:path extrusionOk="0" h="9760985" w="5490554">
                <a:moveTo>
                  <a:pt x="0" y="0"/>
                </a:moveTo>
                <a:lnTo>
                  <a:pt x="5490554" y="0"/>
                </a:lnTo>
                <a:lnTo>
                  <a:pt x="5490554" y="9760985"/>
                </a:lnTo>
                <a:lnTo>
                  <a:pt x="0" y="9760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11"/>
          <p:cNvSpPr/>
          <p:nvPr/>
        </p:nvSpPr>
        <p:spPr>
          <a:xfrm flipH="1">
            <a:off x="12946919" y="526015"/>
            <a:ext cx="5490554" cy="9760985"/>
          </a:xfrm>
          <a:custGeom>
            <a:rect b="b" l="l" r="r" t="t"/>
            <a:pathLst>
              <a:path extrusionOk="0" h="9760985" w="5490554">
                <a:moveTo>
                  <a:pt x="5490554" y="0"/>
                </a:moveTo>
                <a:lnTo>
                  <a:pt x="0" y="0"/>
                </a:lnTo>
                <a:lnTo>
                  <a:pt x="0" y="9760985"/>
                </a:lnTo>
                <a:lnTo>
                  <a:pt x="5490554" y="9760985"/>
                </a:lnTo>
                <a:lnTo>
                  <a:pt x="5490554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9">
  <p:cSld name="CUSTOM_8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/>
          <p:nvPr/>
        </p:nvSpPr>
        <p:spPr>
          <a:xfrm>
            <a:off x="5454343" y="-1440417"/>
            <a:ext cx="12833657" cy="9133286"/>
          </a:xfrm>
          <a:custGeom>
            <a:rect b="b" l="l" r="r" t="t"/>
            <a:pathLst>
              <a:path extrusionOk="0" h="9133286" w="12833657">
                <a:moveTo>
                  <a:pt x="0" y="0"/>
                </a:moveTo>
                <a:lnTo>
                  <a:pt x="12833657" y="0"/>
                </a:lnTo>
                <a:lnTo>
                  <a:pt x="12833657" y="9133286"/>
                </a:lnTo>
                <a:lnTo>
                  <a:pt x="0" y="91332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12"/>
          <p:cNvSpPr/>
          <p:nvPr>
            <p:ph idx="2" type="pic"/>
          </p:nvPr>
        </p:nvSpPr>
        <p:spPr>
          <a:xfrm>
            <a:off x="871038" y="5372100"/>
            <a:ext cx="3681900" cy="36819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12"/>
          <p:cNvSpPr/>
          <p:nvPr>
            <p:ph idx="3" type="pic"/>
          </p:nvPr>
        </p:nvSpPr>
        <p:spPr>
          <a:xfrm>
            <a:off x="9144038" y="5372100"/>
            <a:ext cx="3681900" cy="36819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0">
  <p:cSld name="CUSTOM_9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3"/>
          <p:cNvSpPr/>
          <p:nvPr/>
        </p:nvSpPr>
        <p:spPr>
          <a:xfrm>
            <a:off x="0" y="3216556"/>
            <a:ext cx="10605667" cy="7070444"/>
          </a:xfrm>
          <a:custGeom>
            <a:rect b="b" l="l" r="r" t="t"/>
            <a:pathLst>
              <a:path extrusionOk="0" h="7070444" w="10605667">
                <a:moveTo>
                  <a:pt x="0" y="0"/>
                </a:moveTo>
                <a:lnTo>
                  <a:pt x="10605667" y="0"/>
                </a:lnTo>
                <a:lnTo>
                  <a:pt x="10605667" y="7070444"/>
                </a:lnTo>
                <a:lnTo>
                  <a:pt x="0" y="7070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85" name="Google Shape;185;p13"/>
          <p:cNvCxnSpPr/>
          <p:nvPr/>
        </p:nvCxnSpPr>
        <p:spPr>
          <a:xfrm>
            <a:off x="12247306" y="2193264"/>
            <a:ext cx="5012100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13"/>
          <p:cNvCxnSpPr/>
          <p:nvPr/>
        </p:nvCxnSpPr>
        <p:spPr>
          <a:xfrm>
            <a:off x="12247306" y="5082844"/>
            <a:ext cx="5012100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13"/>
          <p:cNvCxnSpPr/>
          <p:nvPr/>
        </p:nvCxnSpPr>
        <p:spPr>
          <a:xfrm>
            <a:off x="12247306" y="7972425"/>
            <a:ext cx="5012100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1">
  <p:cSld name="CUSTOM_10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14"/>
          <p:cNvSpPr/>
          <p:nvPr/>
        </p:nvSpPr>
        <p:spPr>
          <a:xfrm rot="-266558">
            <a:off x="5269448" y="-634807"/>
            <a:ext cx="13747560" cy="10576350"/>
          </a:xfrm>
          <a:custGeom>
            <a:rect b="b" l="l" r="r" t="t"/>
            <a:pathLst>
              <a:path extrusionOk="0" h="10571000" w="13740606">
                <a:moveTo>
                  <a:pt x="0" y="0"/>
                </a:moveTo>
                <a:lnTo>
                  <a:pt x="13740606" y="0"/>
                </a:lnTo>
                <a:lnTo>
                  <a:pt x="13740606" y="10571001"/>
                </a:lnTo>
                <a:lnTo>
                  <a:pt x="0" y="105710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0000"/>
            </a:blip>
            <a:stretch>
              <a:fillRect b="0" l="0" r="0" t="-94969"/>
            </a:stretch>
          </a:blipFill>
          <a:ln>
            <a:noFill/>
          </a:ln>
        </p:spPr>
      </p:sp>
      <p:grpSp>
        <p:nvGrpSpPr>
          <p:cNvPr id="191" name="Google Shape;191;p14"/>
          <p:cNvGrpSpPr/>
          <p:nvPr/>
        </p:nvGrpSpPr>
        <p:grpSpPr>
          <a:xfrm rot="380638">
            <a:off x="-268525" y="114618"/>
            <a:ext cx="6940981" cy="6615622"/>
            <a:chOff x="0" y="0"/>
            <a:chExt cx="812800" cy="774700"/>
          </a:xfrm>
        </p:grpSpPr>
        <p:sp>
          <p:nvSpPr>
            <p:cNvPr id="192" name="Google Shape;192;p1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193" name="Google Shape;193;p1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14"/>
          <p:cNvGrpSpPr/>
          <p:nvPr/>
        </p:nvGrpSpPr>
        <p:grpSpPr>
          <a:xfrm rot="348763">
            <a:off x="5422345" y="3422459"/>
            <a:ext cx="5958142" cy="5678854"/>
            <a:chOff x="0" y="0"/>
            <a:chExt cx="812800" cy="774700"/>
          </a:xfrm>
        </p:grpSpPr>
        <p:sp>
          <p:nvSpPr>
            <p:cNvPr id="195" name="Google Shape;195;p1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196" name="Google Shape;196;p1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14"/>
          <p:cNvGrpSpPr/>
          <p:nvPr/>
        </p:nvGrpSpPr>
        <p:grpSpPr>
          <a:xfrm rot="-277954">
            <a:off x="452034" y="5719180"/>
            <a:ext cx="5499815" cy="5242012"/>
            <a:chOff x="0" y="0"/>
            <a:chExt cx="812800" cy="774700"/>
          </a:xfrm>
        </p:grpSpPr>
        <p:sp>
          <p:nvSpPr>
            <p:cNvPr id="198" name="Google Shape;198;p1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199" name="Google Shape;199;p1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14"/>
          <p:cNvGrpSpPr/>
          <p:nvPr/>
        </p:nvGrpSpPr>
        <p:grpSpPr>
          <a:xfrm rot="-662373">
            <a:off x="10862407" y="5504069"/>
            <a:ext cx="5367404" cy="5115807"/>
            <a:chOff x="0" y="0"/>
            <a:chExt cx="812800" cy="774700"/>
          </a:xfrm>
        </p:grpSpPr>
        <p:sp>
          <p:nvSpPr>
            <p:cNvPr id="201" name="Google Shape;201;p1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202" name="Google Shape;202;p14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">
  <p:cSld name="CUSTOM_11">
    <p:bg>
      <p:bgPr>
        <a:solidFill>
          <a:srgbClr val="8ACE03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 txBox="1"/>
          <p:nvPr/>
        </p:nvSpPr>
        <p:spPr>
          <a:xfrm>
            <a:off x="5676363" y="2919764"/>
            <a:ext cx="12876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5676363" y="4001584"/>
            <a:ext cx="12876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5676363" y="5083404"/>
            <a:ext cx="12876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5676363" y="6165223"/>
            <a:ext cx="12876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208" name="Google Shape;208;p15"/>
          <p:cNvSpPr txBox="1"/>
          <p:nvPr/>
        </p:nvSpPr>
        <p:spPr>
          <a:xfrm>
            <a:off x="5676363" y="7247043"/>
            <a:ext cx="12876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5676363" y="8328863"/>
            <a:ext cx="12876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  <p:sp>
        <p:nvSpPr>
          <p:cNvPr id="210" name="Google Shape;210;p15"/>
          <p:cNvSpPr/>
          <p:nvPr>
            <p:ph idx="2" type="pic"/>
          </p:nvPr>
        </p:nvSpPr>
        <p:spPr>
          <a:xfrm>
            <a:off x="6" y="778675"/>
            <a:ext cx="5484300" cy="54843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15"/>
          <p:cNvSpPr/>
          <p:nvPr>
            <p:ph idx="3" type="pic"/>
          </p:nvPr>
        </p:nvSpPr>
        <p:spPr>
          <a:xfrm>
            <a:off x="3946150" y="4525175"/>
            <a:ext cx="5762700" cy="57627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15"/>
          <p:cNvSpPr txBox="1"/>
          <p:nvPr/>
        </p:nvSpPr>
        <p:spPr>
          <a:xfrm>
            <a:off x="5676363" y="1837945"/>
            <a:ext cx="12876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дахин дахин дурлана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3">
  <p:cSld name="CUSTOM_12">
    <p:bg>
      <p:bgPr>
        <a:solidFill>
          <a:srgbClr val="8ACE03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 txBox="1"/>
          <p:nvPr/>
        </p:nvSpPr>
        <p:spPr>
          <a:xfrm>
            <a:off x="5659808" y="4311913"/>
            <a:ext cx="79620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5659808" y="5409493"/>
            <a:ext cx="79620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5659808" y="6507072"/>
            <a:ext cx="79620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5659808" y="2116754"/>
            <a:ext cx="79620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5659808" y="3214334"/>
            <a:ext cx="79620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sp>
        <p:nvSpPr>
          <p:cNvPr id="219" name="Google Shape;219;p16"/>
          <p:cNvSpPr/>
          <p:nvPr>
            <p:ph idx="2" type="pic"/>
          </p:nvPr>
        </p:nvSpPr>
        <p:spPr>
          <a:xfrm>
            <a:off x="1028700" y="1027175"/>
            <a:ext cx="3716400" cy="37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6"/>
          <p:cNvSpPr/>
          <p:nvPr>
            <p:ph idx="3" type="pic"/>
          </p:nvPr>
        </p:nvSpPr>
        <p:spPr>
          <a:xfrm>
            <a:off x="1028762" y="5143563"/>
            <a:ext cx="3716400" cy="37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16"/>
          <p:cNvSpPr/>
          <p:nvPr>
            <p:ph idx="4" type="pic"/>
          </p:nvPr>
        </p:nvSpPr>
        <p:spPr>
          <a:xfrm>
            <a:off x="14394800" y="0"/>
            <a:ext cx="3893400" cy="38934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16"/>
          <p:cNvSpPr/>
          <p:nvPr>
            <p:ph idx="5" type="pic"/>
          </p:nvPr>
        </p:nvSpPr>
        <p:spPr>
          <a:xfrm>
            <a:off x="5659800" y="4506400"/>
            <a:ext cx="5114100" cy="578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16"/>
          <p:cNvSpPr/>
          <p:nvPr>
            <p:ph idx="6" type="pic"/>
          </p:nvPr>
        </p:nvSpPr>
        <p:spPr>
          <a:xfrm>
            <a:off x="11688475" y="4506400"/>
            <a:ext cx="5114100" cy="578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16"/>
          <p:cNvSpPr txBox="1"/>
          <p:nvPr/>
        </p:nvSpPr>
        <p:spPr>
          <a:xfrm>
            <a:off x="5659808" y="1019175"/>
            <a:ext cx="79620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72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илүү олон зураг</a:t>
            </a:r>
            <a:endParaRPr/>
          </a:p>
        </p:txBody>
      </p:sp>
      <p:grpSp>
        <p:nvGrpSpPr>
          <p:cNvPr id="225" name="Google Shape;225;p16"/>
          <p:cNvGrpSpPr/>
          <p:nvPr/>
        </p:nvGrpSpPr>
        <p:grpSpPr>
          <a:xfrm rot="-260893">
            <a:off x="2780942" y="7483783"/>
            <a:ext cx="2384221" cy="2272461"/>
            <a:chOff x="0" y="0"/>
            <a:chExt cx="812800" cy="774700"/>
          </a:xfrm>
        </p:grpSpPr>
        <p:sp>
          <p:nvSpPr>
            <p:cNvPr id="226" name="Google Shape;226;p16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27" name="Google Shape;227;p16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16"/>
          <p:cNvGrpSpPr/>
          <p:nvPr/>
        </p:nvGrpSpPr>
        <p:grpSpPr>
          <a:xfrm rot="-260897">
            <a:off x="13484661" y="2519942"/>
            <a:ext cx="1820303" cy="1734977"/>
            <a:chOff x="0" y="0"/>
            <a:chExt cx="812800" cy="774700"/>
          </a:xfrm>
        </p:grpSpPr>
        <p:sp>
          <p:nvSpPr>
            <p:cNvPr id="229" name="Google Shape;229;p16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30" name="Google Shape;230;p16"/>
            <p:cNvSpPr txBox="1"/>
            <p:nvPr/>
          </p:nvSpPr>
          <p:spPr>
            <a:xfrm>
              <a:off x="228600" y="228600"/>
              <a:ext cx="35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4">
  <p:cSld name="CUSTOM_13">
    <p:bg>
      <p:bgPr>
        <a:solidFill>
          <a:srgbClr val="8ACE03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/>
          <p:nvPr/>
        </p:nvSpPr>
        <p:spPr>
          <a:xfrm>
            <a:off x="852135" y="693064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852135" y="1403053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852135" y="2113043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852135" y="2823032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852135" y="3533021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852135" y="4243011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852135" y="4953000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852135" y="5662989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852135" y="6372979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852135" y="7082968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42" name="Google Shape;242;p17"/>
          <p:cNvSpPr txBox="1"/>
          <p:nvPr/>
        </p:nvSpPr>
        <p:spPr>
          <a:xfrm>
            <a:off x="852135" y="7792957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852135" y="8502947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10837529" y="838200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10837529" y="1548189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10837529" y="2258179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10837529" y="2968168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48" name="Google Shape;248;p17"/>
          <p:cNvSpPr txBox="1"/>
          <p:nvPr/>
        </p:nvSpPr>
        <p:spPr>
          <a:xfrm>
            <a:off x="10837529" y="3678157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>
            <a:off x="10837529" y="4388147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10837529" y="5098136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51" name="Google Shape;251;p17"/>
          <p:cNvSpPr txBox="1"/>
          <p:nvPr/>
        </p:nvSpPr>
        <p:spPr>
          <a:xfrm>
            <a:off x="10837529" y="5808126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10837529" y="6518115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10837529" y="7228104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10837529" y="7938094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10837529" y="8648083"/>
            <a:ext cx="6421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256" name="Google Shape;256;p17"/>
          <p:cNvSpPr/>
          <p:nvPr/>
        </p:nvSpPr>
        <p:spPr>
          <a:xfrm flipH="1">
            <a:off x="3472066" y="0"/>
            <a:ext cx="12444846" cy="10530831"/>
          </a:xfrm>
          <a:custGeom>
            <a:rect b="b" l="l" r="r" t="t"/>
            <a:pathLst>
              <a:path extrusionOk="0" h="10530831" w="12444846">
                <a:moveTo>
                  <a:pt x="12444846" y="0"/>
                </a:moveTo>
                <a:lnTo>
                  <a:pt x="0" y="0"/>
                </a:lnTo>
                <a:lnTo>
                  <a:pt x="0" y="10530831"/>
                </a:lnTo>
                <a:lnTo>
                  <a:pt x="12444846" y="10530831"/>
                </a:lnTo>
                <a:lnTo>
                  <a:pt x="12444846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12709" r="-14219" t="0"/>
            </a:stretch>
          </a:blipFill>
          <a:ln>
            <a:noFill/>
          </a:ln>
        </p:spPr>
      </p:sp>
      <p:sp>
        <p:nvSpPr>
          <p:cNvPr id="257" name="Google Shape;257;p17"/>
          <p:cNvSpPr/>
          <p:nvPr/>
        </p:nvSpPr>
        <p:spPr>
          <a:xfrm>
            <a:off x="5445052" y="4147712"/>
            <a:ext cx="9025086" cy="209140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lang="mn-MN" b="0" i="0">
                <a:ln cap="flat" cmpd="sng" w="76200">
                  <a:solidFill>
                    <a:srgbClr val="8ACE0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баяртай.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CE03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 txBox="1"/>
          <p:nvPr/>
        </p:nvSpPr>
        <p:spPr>
          <a:xfrm>
            <a:off x="1028700" y="914400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12705109" y="914400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1028700" y="1338580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1028700" y="1762760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1028700" y="2186940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1028700" y="2611120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1028700" y="3035300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1028700" y="3459480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1028700" y="3883660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1028700" y="4307841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1028700" y="4732021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12705109" y="1365986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12705109" y="1817572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12705109" y="2269158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76" name="Google Shape;276;p18"/>
          <p:cNvSpPr txBox="1"/>
          <p:nvPr/>
        </p:nvSpPr>
        <p:spPr>
          <a:xfrm>
            <a:off x="12705109" y="2720744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77" name="Google Shape;277;p18"/>
          <p:cNvSpPr txBox="1"/>
          <p:nvPr/>
        </p:nvSpPr>
        <p:spPr>
          <a:xfrm>
            <a:off x="12705109" y="3172330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78" name="Google Shape;278;p18"/>
          <p:cNvSpPr txBox="1"/>
          <p:nvPr/>
        </p:nvSpPr>
        <p:spPr>
          <a:xfrm>
            <a:off x="12705109" y="3623916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79" name="Google Shape;279;p18"/>
          <p:cNvSpPr txBox="1"/>
          <p:nvPr/>
        </p:nvSpPr>
        <p:spPr>
          <a:xfrm>
            <a:off x="12705109" y="4075502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80" name="Google Shape;280;p18"/>
          <p:cNvSpPr txBox="1"/>
          <p:nvPr/>
        </p:nvSpPr>
        <p:spPr>
          <a:xfrm>
            <a:off x="12705109" y="4527089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12705109" y="4978675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82" name="Google Shape;282;p18"/>
          <p:cNvSpPr txBox="1"/>
          <p:nvPr/>
        </p:nvSpPr>
        <p:spPr>
          <a:xfrm>
            <a:off x="12705109" y="5430261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83" name="Google Shape;283;p18"/>
          <p:cNvSpPr txBox="1"/>
          <p:nvPr/>
        </p:nvSpPr>
        <p:spPr>
          <a:xfrm>
            <a:off x="12705109" y="5881847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84" name="Google Shape;284;p18"/>
          <p:cNvSpPr txBox="1"/>
          <p:nvPr/>
        </p:nvSpPr>
        <p:spPr>
          <a:xfrm>
            <a:off x="12705109" y="6333433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12705109" y="6785019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12705109" y="7236605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87" name="Google Shape;287;p18"/>
          <p:cNvSpPr txBox="1"/>
          <p:nvPr/>
        </p:nvSpPr>
        <p:spPr>
          <a:xfrm>
            <a:off x="1028700" y="519076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88" name="Google Shape;288;p18"/>
          <p:cNvSpPr txBox="1"/>
          <p:nvPr/>
        </p:nvSpPr>
        <p:spPr>
          <a:xfrm>
            <a:off x="1028700" y="561494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89" name="Google Shape;289;p18"/>
          <p:cNvSpPr txBox="1"/>
          <p:nvPr/>
        </p:nvSpPr>
        <p:spPr>
          <a:xfrm>
            <a:off x="1028700" y="603912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90" name="Google Shape;290;p18"/>
          <p:cNvSpPr txBox="1"/>
          <p:nvPr/>
        </p:nvSpPr>
        <p:spPr>
          <a:xfrm>
            <a:off x="1028700" y="646330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91" name="Google Shape;291;p18"/>
          <p:cNvSpPr txBox="1"/>
          <p:nvPr/>
        </p:nvSpPr>
        <p:spPr>
          <a:xfrm>
            <a:off x="1028700" y="688748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92" name="Google Shape;292;p18"/>
          <p:cNvSpPr txBox="1"/>
          <p:nvPr/>
        </p:nvSpPr>
        <p:spPr>
          <a:xfrm>
            <a:off x="1028700" y="731166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1028700" y="773584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94" name="Google Shape;294;p18"/>
          <p:cNvSpPr txBox="1"/>
          <p:nvPr/>
        </p:nvSpPr>
        <p:spPr>
          <a:xfrm>
            <a:off x="1028700" y="816002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95" name="Google Shape;295;p18"/>
          <p:cNvSpPr txBox="1"/>
          <p:nvPr/>
        </p:nvSpPr>
        <p:spPr>
          <a:xfrm>
            <a:off x="1028700" y="858420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1028700" y="9008385"/>
            <a:ext cx="183758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Graphican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12705109" y="7689360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98" name="Google Shape;298;p18"/>
          <p:cNvSpPr txBox="1"/>
          <p:nvPr/>
        </p:nvSpPr>
        <p:spPr>
          <a:xfrm>
            <a:off x="12705109" y="8140946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12705109" y="8592532"/>
            <a:ext cx="4554191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2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Бүтээлч слайдууд</a:t>
            </a:r>
            <a:endParaRPr/>
          </a:p>
        </p:txBody>
      </p:sp>
      <p:sp>
        <p:nvSpPr>
          <p:cNvPr id="300" name="Google Shape;300;p18"/>
          <p:cNvSpPr/>
          <p:nvPr/>
        </p:nvSpPr>
        <p:spPr>
          <a:xfrm flipH="1">
            <a:off x="2866281" y="0"/>
            <a:ext cx="12146331" cy="11193853"/>
          </a:xfrm>
          <a:custGeom>
            <a:rect b="b" l="l" r="r" t="t"/>
            <a:pathLst>
              <a:path extrusionOk="0" h="11193853" w="12146331">
                <a:moveTo>
                  <a:pt x="12146331" y="0"/>
                </a:moveTo>
                <a:lnTo>
                  <a:pt x="0" y="0"/>
                </a:lnTo>
                <a:lnTo>
                  <a:pt x="0" y="11193853"/>
                </a:lnTo>
                <a:lnTo>
                  <a:pt x="12146331" y="11193853"/>
                </a:lnTo>
                <a:lnTo>
                  <a:pt x="1214633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8236" r="0" t="0"/>
            </a:stretch>
          </a:blipFill>
          <a:ln>
            <a:noFill/>
          </a:ln>
        </p:spPr>
      </p:sp>
      <p:sp>
        <p:nvSpPr>
          <p:cNvPr id="301" name="Google Shape;301;p18"/>
          <p:cNvSpPr/>
          <p:nvPr/>
        </p:nvSpPr>
        <p:spPr>
          <a:xfrm>
            <a:off x="5699104" y="3571600"/>
            <a:ext cx="6480660" cy="28593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76200">
                  <a:solidFill>
                    <a:srgbClr val="8ACE0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brat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19"/>
          <p:cNvGrpSpPr/>
          <p:nvPr/>
        </p:nvGrpSpPr>
        <p:grpSpPr>
          <a:xfrm rot="-1717529">
            <a:off x="-703317" y="246037"/>
            <a:ext cx="4317167" cy="4114800"/>
            <a:chOff x="0" y="0"/>
            <a:chExt cx="812800" cy="774700"/>
          </a:xfrm>
        </p:grpSpPr>
        <p:sp>
          <p:nvSpPr>
            <p:cNvPr id="307" name="Google Shape;307;p19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308" name="Google Shape;308;p19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9" name="Google Shape;309;p19"/>
          <p:cNvSpPr/>
          <p:nvPr/>
        </p:nvSpPr>
        <p:spPr>
          <a:xfrm>
            <a:off x="-94957" y="-207093"/>
            <a:ext cx="10253332" cy="10701187"/>
          </a:xfrm>
          <a:custGeom>
            <a:rect b="b" l="l" r="r" t="t"/>
            <a:pathLst>
              <a:path extrusionOk="0" h="10701187" w="10253332">
                <a:moveTo>
                  <a:pt x="0" y="0"/>
                </a:moveTo>
                <a:lnTo>
                  <a:pt x="10253332" y="0"/>
                </a:lnTo>
                <a:lnTo>
                  <a:pt x="10253332" y="10701186"/>
                </a:lnTo>
                <a:lnTo>
                  <a:pt x="0" y="107011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244" r="-16269" t="-14032"/>
            </a:stretch>
          </a:blipFill>
          <a:ln>
            <a:noFill/>
          </a:ln>
        </p:spPr>
      </p:sp>
      <p:sp>
        <p:nvSpPr>
          <p:cNvPr id="310" name="Google Shape;310;p19"/>
          <p:cNvSpPr txBox="1"/>
          <p:nvPr/>
        </p:nvSpPr>
        <p:spPr>
          <a:xfrm>
            <a:off x="8137028" y="3469974"/>
            <a:ext cx="8733547" cy="2452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Зуны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төлөвлөгөө юу вэ?</a:t>
            </a:r>
            <a:endParaRPr/>
          </a:p>
        </p:txBody>
      </p:sp>
      <p:sp>
        <p:nvSpPr>
          <p:cNvPr id="311" name="Google Shape;311;p19"/>
          <p:cNvSpPr txBox="1"/>
          <p:nvPr/>
        </p:nvSpPr>
        <p:spPr>
          <a:xfrm>
            <a:off x="10787025" y="6575782"/>
            <a:ext cx="6472200" cy="25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Багаараа хамтран шинэ шийдэл хэрэгжүүлнэ. Зах зээлийн судалгаанд үндэслэн шийдвэр гаргана. Дараагийн алхмуудаа тодорхой төлөвлөнө. Өсөлтийг тогтмол хэмжиж, сайжруулна. Энэ хэсэгт өөрийн текстээ оруулна уу.</a:t>
            </a:r>
            <a:endParaRPr/>
          </a:p>
        </p:txBody>
      </p:sp>
      <p:grpSp>
        <p:nvGrpSpPr>
          <p:cNvPr id="312" name="Google Shape;312;p19"/>
          <p:cNvGrpSpPr/>
          <p:nvPr/>
        </p:nvGrpSpPr>
        <p:grpSpPr>
          <a:xfrm rot="1204663">
            <a:off x="6502888" y="-652398"/>
            <a:ext cx="3268280" cy="3115080"/>
            <a:chOff x="0" y="0"/>
            <a:chExt cx="812800" cy="774700"/>
          </a:xfrm>
        </p:grpSpPr>
        <p:sp>
          <p:nvSpPr>
            <p:cNvPr id="313" name="Google Shape;313;p19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314" name="Google Shape;314;p19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19"/>
          <p:cNvGrpSpPr/>
          <p:nvPr/>
        </p:nvGrpSpPr>
        <p:grpSpPr>
          <a:xfrm rot="-526209">
            <a:off x="10985928" y="-169898"/>
            <a:ext cx="2255822" cy="2150080"/>
            <a:chOff x="0" y="0"/>
            <a:chExt cx="812800" cy="774700"/>
          </a:xfrm>
        </p:grpSpPr>
        <p:sp>
          <p:nvSpPr>
            <p:cNvPr id="316" name="Google Shape;316;p19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317" name="Google Shape;317;p19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19"/>
          <p:cNvGrpSpPr/>
          <p:nvPr/>
        </p:nvGrpSpPr>
        <p:grpSpPr>
          <a:xfrm rot="1269144">
            <a:off x="14295709" y="292328"/>
            <a:ext cx="1970983" cy="1878593"/>
            <a:chOff x="0" y="0"/>
            <a:chExt cx="812800" cy="774700"/>
          </a:xfrm>
        </p:grpSpPr>
        <p:sp>
          <p:nvSpPr>
            <p:cNvPr id="319" name="Google Shape;319;p19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320" name="Google Shape;320;p19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19"/>
          <p:cNvGrpSpPr/>
          <p:nvPr/>
        </p:nvGrpSpPr>
        <p:grpSpPr>
          <a:xfrm rot="-440569">
            <a:off x="16951929" y="2019068"/>
            <a:ext cx="1432117" cy="1364987"/>
            <a:chOff x="0" y="0"/>
            <a:chExt cx="812800" cy="774700"/>
          </a:xfrm>
        </p:grpSpPr>
        <p:sp>
          <p:nvSpPr>
            <p:cNvPr id="322" name="Google Shape;322;p19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323" name="Google Shape;323;p19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"/>
          <p:cNvSpPr/>
          <p:nvPr/>
        </p:nvSpPr>
        <p:spPr>
          <a:xfrm>
            <a:off x="9492729" y="478467"/>
            <a:ext cx="13456284" cy="9786825"/>
          </a:xfrm>
          <a:custGeom>
            <a:rect b="b" l="l" r="r" t="t"/>
            <a:pathLst>
              <a:path extrusionOk="0" h="9786825" w="13456284">
                <a:moveTo>
                  <a:pt x="0" y="0"/>
                </a:moveTo>
                <a:lnTo>
                  <a:pt x="13456285" y="0"/>
                </a:lnTo>
                <a:lnTo>
                  <a:pt x="13456285" y="9786825"/>
                </a:lnTo>
                <a:lnTo>
                  <a:pt x="0" y="978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9585" r="0" t="0"/>
            </a:stretch>
          </a:blipFill>
          <a:ln>
            <a:noFill/>
          </a:ln>
        </p:spPr>
      </p:sp>
      <p:sp>
        <p:nvSpPr>
          <p:cNvPr id="329" name="Google Shape;329;p20"/>
          <p:cNvSpPr txBox="1"/>
          <p:nvPr/>
        </p:nvSpPr>
        <p:spPr>
          <a:xfrm>
            <a:off x="995781" y="1246596"/>
            <a:ext cx="8496948" cy="13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жагсаалт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995781" y="2880503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1839277" y="2800175"/>
            <a:ext cx="1296831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Танилцуулга</a:t>
            </a:r>
            <a:endParaRPr/>
          </a:p>
        </p:txBody>
      </p:sp>
      <p:sp>
        <p:nvSpPr>
          <p:cNvPr id="332" name="Google Shape;332;p20"/>
          <p:cNvSpPr txBox="1"/>
          <p:nvPr/>
        </p:nvSpPr>
        <p:spPr>
          <a:xfrm>
            <a:off x="995781" y="3643242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33" name="Google Shape;333;p20"/>
          <p:cNvSpPr txBox="1"/>
          <p:nvPr/>
        </p:nvSpPr>
        <p:spPr>
          <a:xfrm>
            <a:off x="1839277" y="3558668"/>
            <a:ext cx="2637962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Зорилго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995781" y="4405981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1839277" y="4317160"/>
            <a:ext cx="3782670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Хэрэгцээ</a:t>
            </a:r>
            <a:endParaRPr/>
          </a:p>
        </p:txBody>
      </p:sp>
      <p:sp>
        <p:nvSpPr>
          <p:cNvPr id="336" name="Google Shape;336;p20"/>
          <p:cNvSpPr txBox="1"/>
          <p:nvPr/>
        </p:nvSpPr>
        <p:spPr>
          <a:xfrm>
            <a:off x="995781" y="5168720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37" name="Google Shape;337;p20"/>
          <p:cNvSpPr txBox="1"/>
          <p:nvPr/>
        </p:nvSpPr>
        <p:spPr>
          <a:xfrm>
            <a:off x="1839277" y="5075652"/>
            <a:ext cx="5401959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Судалгаа</a:t>
            </a:r>
            <a:endParaRPr/>
          </a:p>
        </p:txBody>
      </p:sp>
      <p:sp>
        <p:nvSpPr>
          <p:cNvPr id="338" name="Google Shape;338;p20"/>
          <p:cNvSpPr txBox="1"/>
          <p:nvPr/>
        </p:nvSpPr>
        <p:spPr>
          <a:xfrm>
            <a:off x="995781" y="5931459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39" name="Google Shape;339;p20"/>
          <p:cNvSpPr txBox="1"/>
          <p:nvPr/>
        </p:nvSpPr>
        <p:spPr>
          <a:xfrm>
            <a:off x="1839277" y="5834145"/>
            <a:ext cx="5401959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Санаа</a:t>
            </a:r>
            <a:endParaRPr/>
          </a:p>
        </p:txBody>
      </p:sp>
      <p:sp>
        <p:nvSpPr>
          <p:cNvPr id="340" name="Google Shape;340;p20"/>
          <p:cNvSpPr txBox="1"/>
          <p:nvPr/>
        </p:nvSpPr>
        <p:spPr>
          <a:xfrm>
            <a:off x="995781" y="6694198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1839277" y="6592637"/>
            <a:ext cx="5401959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Шийдэл</a:t>
            </a:r>
            <a:endParaRPr/>
          </a:p>
        </p:txBody>
      </p:sp>
      <p:sp>
        <p:nvSpPr>
          <p:cNvPr id="342" name="Google Shape;342;p20"/>
          <p:cNvSpPr txBox="1"/>
          <p:nvPr/>
        </p:nvSpPr>
        <p:spPr>
          <a:xfrm>
            <a:off x="995781" y="7456937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343" name="Google Shape;343;p20"/>
          <p:cNvSpPr txBox="1"/>
          <p:nvPr/>
        </p:nvSpPr>
        <p:spPr>
          <a:xfrm>
            <a:off x="1839277" y="7351130"/>
            <a:ext cx="5401959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Төлөвлөгөө</a:t>
            </a:r>
            <a:endParaRPr/>
          </a:p>
        </p:txBody>
      </p:sp>
      <p:sp>
        <p:nvSpPr>
          <p:cNvPr id="344" name="Google Shape;344;p20"/>
          <p:cNvSpPr txBox="1"/>
          <p:nvPr/>
        </p:nvSpPr>
        <p:spPr>
          <a:xfrm>
            <a:off x="995781" y="8219675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345" name="Google Shape;345;p20"/>
          <p:cNvSpPr txBox="1"/>
          <p:nvPr/>
        </p:nvSpPr>
        <p:spPr>
          <a:xfrm>
            <a:off x="1839277" y="8109622"/>
            <a:ext cx="5401959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Баг</a:t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995781" y="8982414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1839277" y="8868114"/>
            <a:ext cx="5401959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Хуваарь</a:t>
            </a:r>
            <a:endParaRPr/>
          </a:p>
        </p:txBody>
      </p:sp>
      <p:sp>
        <p:nvSpPr>
          <p:cNvPr id="348" name="Google Shape;348;p20"/>
          <p:cNvSpPr txBox="1"/>
          <p:nvPr/>
        </p:nvSpPr>
        <p:spPr>
          <a:xfrm>
            <a:off x="7744394" y="2812558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49" name="Google Shape;349;p20"/>
          <p:cNvSpPr txBox="1"/>
          <p:nvPr/>
        </p:nvSpPr>
        <p:spPr>
          <a:xfrm>
            <a:off x="8587889" y="2732230"/>
            <a:ext cx="3341657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Төсөв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7744394" y="3575297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351" name="Google Shape;351;p20"/>
          <p:cNvSpPr txBox="1"/>
          <p:nvPr/>
        </p:nvSpPr>
        <p:spPr>
          <a:xfrm>
            <a:off x="8587889" y="3490723"/>
            <a:ext cx="2637962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Эрсдэл</a:t>
            </a:r>
            <a:endParaRPr/>
          </a:p>
        </p:txBody>
      </p:sp>
      <p:sp>
        <p:nvSpPr>
          <p:cNvPr id="352" name="Google Shape;352;p20"/>
          <p:cNvSpPr txBox="1"/>
          <p:nvPr/>
        </p:nvSpPr>
        <p:spPr>
          <a:xfrm>
            <a:off x="7744394" y="4338036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353" name="Google Shape;353;p20"/>
          <p:cNvSpPr txBox="1"/>
          <p:nvPr/>
        </p:nvSpPr>
        <p:spPr>
          <a:xfrm>
            <a:off x="8587889" y="4249215"/>
            <a:ext cx="3782670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Хамтрагч</a:t>
            </a:r>
            <a:endParaRPr/>
          </a:p>
        </p:txBody>
      </p:sp>
      <p:sp>
        <p:nvSpPr>
          <p:cNvPr id="354" name="Google Shape;354;p20"/>
          <p:cNvSpPr txBox="1"/>
          <p:nvPr/>
        </p:nvSpPr>
        <p:spPr>
          <a:xfrm>
            <a:off x="7744394" y="5100775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8587889" y="5007707"/>
            <a:ext cx="5401959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Маркетинг</a:t>
            </a:r>
            <a:endParaRPr/>
          </a:p>
        </p:txBody>
      </p:sp>
      <p:sp>
        <p:nvSpPr>
          <p:cNvPr id="356" name="Google Shape;356;p20"/>
          <p:cNvSpPr txBox="1"/>
          <p:nvPr/>
        </p:nvSpPr>
        <p:spPr>
          <a:xfrm>
            <a:off x="7744394" y="5863513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357" name="Google Shape;357;p20"/>
          <p:cNvSpPr txBox="1"/>
          <p:nvPr/>
        </p:nvSpPr>
        <p:spPr>
          <a:xfrm>
            <a:off x="8587889" y="5766200"/>
            <a:ext cx="5401959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Үр дүнг хэмжих</a:t>
            </a:r>
            <a:endParaRPr/>
          </a:p>
        </p:txBody>
      </p:sp>
      <p:sp>
        <p:nvSpPr>
          <p:cNvPr id="358" name="Google Shape;358;p20"/>
          <p:cNvSpPr txBox="1"/>
          <p:nvPr/>
        </p:nvSpPr>
        <p:spPr>
          <a:xfrm>
            <a:off x="7744394" y="6626252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8587889" y="6524692"/>
            <a:ext cx="5401959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Тайлан</a:t>
            </a:r>
            <a:endParaRPr/>
          </a:p>
        </p:txBody>
      </p:sp>
      <p:sp>
        <p:nvSpPr>
          <p:cNvPr id="360" name="Google Shape;360;p20"/>
          <p:cNvSpPr txBox="1"/>
          <p:nvPr/>
        </p:nvSpPr>
        <p:spPr>
          <a:xfrm>
            <a:off x="7744394" y="7388991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361" name="Google Shape;361;p20"/>
          <p:cNvSpPr txBox="1"/>
          <p:nvPr/>
        </p:nvSpPr>
        <p:spPr>
          <a:xfrm>
            <a:off x="8587889" y="7283185"/>
            <a:ext cx="5401959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Дүгнэлт</a:t>
            </a:r>
            <a:endParaRPr/>
          </a:p>
        </p:txBody>
      </p:sp>
      <p:sp>
        <p:nvSpPr>
          <p:cNvPr id="362" name="Google Shape;362;p20"/>
          <p:cNvSpPr txBox="1"/>
          <p:nvPr/>
        </p:nvSpPr>
        <p:spPr>
          <a:xfrm>
            <a:off x="7744394" y="8151730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363" name="Google Shape;363;p20"/>
          <p:cNvSpPr txBox="1"/>
          <p:nvPr/>
        </p:nvSpPr>
        <p:spPr>
          <a:xfrm>
            <a:off x="8587889" y="8041677"/>
            <a:ext cx="5401959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Асуулт</a:t>
            </a:r>
            <a:endParaRPr/>
          </a:p>
        </p:txBody>
      </p:sp>
      <p:sp>
        <p:nvSpPr>
          <p:cNvPr id="364" name="Google Shape;364;p20"/>
          <p:cNvSpPr txBox="1"/>
          <p:nvPr/>
        </p:nvSpPr>
        <p:spPr>
          <a:xfrm>
            <a:off x="7744394" y="8914469"/>
            <a:ext cx="1182452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sp>
        <p:nvSpPr>
          <p:cNvPr id="365" name="Google Shape;365;p20"/>
          <p:cNvSpPr txBox="1"/>
          <p:nvPr/>
        </p:nvSpPr>
        <p:spPr>
          <a:xfrm>
            <a:off x="8587889" y="8800169"/>
            <a:ext cx="5401959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2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Дараагийн алхам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"/>
          <p:cNvSpPr txBox="1"/>
          <p:nvPr/>
        </p:nvSpPr>
        <p:spPr>
          <a:xfrm>
            <a:off x="1028700" y="1558533"/>
            <a:ext cx="8496948" cy="13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хөтөлбөр</a:t>
            </a:r>
            <a:endParaRPr/>
          </a:p>
        </p:txBody>
      </p:sp>
      <p:sp>
        <p:nvSpPr>
          <p:cNvPr id="371" name="Google Shape;371;p21"/>
          <p:cNvSpPr/>
          <p:nvPr/>
        </p:nvSpPr>
        <p:spPr>
          <a:xfrm>
            <a:off x="16002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372" name="Google Shape;372;p21"/>
          <p:cNvSpPr/>
          <p:nvPr/>
        </p:nvSpPr>
        <p:spPr>
          <a:xfrm>
            <a:off x="12573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373" name="Google Shape;373;p21"/>
          <p:cNvSpPr/>
          <p:nvPr/>
        </p:nvSpPr>
        <p:spPr>
          <a:xfrm>
            <a:off x="9144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374" name="Google Shape;374;p21"/>
          <p:cNvSpPr/>
          <p:nvPr/>
        </p:nvSpPr>
        <p:spPr>
          <a:xfrm>
            <a:off x="5715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375" name="Google Shape;375;p21"/>
          <p:cNvSpPr/>
          <p:nvPr/>
        </p:nvSpPr>
        <p:spPr>
          <a:xfrm>
            <a:off x="2286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376" name="Google Shape;376;p21"/>
          <p:cNvSpPr/>
          <p:nvPr/>
        </p:nvSpPr>
        <p:spPr>
          <a:xfrm>
            <a:off x="-1143000" y="7809353"/>
            <a:ext cx="3429000" cy="3429000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cxnSp>
        <p:nvCxnSpPr>
          <p:cNvPr id="377" name="Google Shape;377;p21"/>
          <p:cNvCxnSpPr/>
          <p:nvPr/>
        </p:nvCxnSpPr>
        <p:spPr>
          <a:xfrm>
            <a:off x="1028878" y="4634472"/>
            <a:ext cx="4248474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21"/>
          <p:cNvSpPr txBox="1"/>
          <p:nvPr/>
        </p:nvSpPr>
        <p:spPr>
          <a:xfrm>
            <a:off x="1028700" y="3678215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79" name="Google Shape;379;p21"/>
          <p:cNvSpPr txBox="1"/>
          <p:nvPr/>
        </p:nvSpPr>
        <p:spPr>
          <a:xfrm>
            <a:off x="3282914" y="3670595"/>
            <a:ext cx="199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гарчиг</a:t>
            </a:r>
            <a:endParaRPr/>
          </a:p>
        </p:txBody>
      </p:sp>
      <p:sp>
        <p:nvSpPr>
          <p:cNvPr id="380" name="Google Shape;380;p21"/>
          <p:cNvSpPr txBox="1"/>
          <p:nvPr/>
        </p:nvSpPr>
        <p:spPr>
          <a:xfrm>
            <a:off x="1028700" y="5208353"/>
            <a:ext cx="4248600" cy="14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Гол үзүүлэлтүүдээ товч дурдана. Хэрэглэгчийн хэрэгцээг нарийн судална. </a:t>
            </a:r>
            <a:endParaRPr/>
          </a:p>
        </p:txBody>
      </p:sp>
      <p:cxnSp>
        <p:nvCxnSpPr>
          <p:cNvPr id="381" name="Google Shape;381;p21"/>
          <p:cNvCxnSpPr/>
          <p:nvPr/>
        </p:nvCxnSpPr>
        <p:spPr>
          <a:xfrm>
            <a:off x="6610204" y="4634472"/>
            <a:ext cx="4248474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" name="Google Shape;382;p21"/>
          <p:cNvSpPr txBox="1"/>
          <p:nvPr/>
        </p:nvSpPr>
        <p:spPr>
          <a:xfrm>
            <a:off x="6610026" y="3678215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83" name="Google Shape;383;p21"/>
          <p:cNvSpPr txBox="1"/>
          <p:nvPr/>
        </p:nvSpPr>
        <p:spPr>
          <a:xfrm>
            <a:off x="8864240" y="3670595"/>
            <a:ext cx="199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гарчиг</a:t>
            </a:r>
            <a:endParaRPr/>
          </a:p>
        </p:txBody>
      </p:sp>
      <p:sp>
        <p:nvSpPr>
          <p:cNvPr id="384" name="Google Shape;384;p21"/>
          <p:cNvSpPr txBox="1"/>
          <p:nvPr/>
        </p:nvSpPr>
        <p:spPr>
          <a:xfrm>
            <a:off x="6610026" y="5208353"/>
            <a:ext cx="4248600" cy="14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Чанар, хурд, найдвартай байдлыг эрхэмлэнэ. Шинэ боломжийг цаг алдалгүй ашиглана. </a:t>
            </a:r>
            <a:endParaRPr/>
          </a:p>
        </p:txBody>
      </p:sp>
      <p:cxnSp>
        <p:nvCxnSpPr>
          <p:cNvPr id="385" name="Google Shape;385;p21"/>
          <p:cNvCxnSpPr/>
          <p:nvPr/>
        </p:nvCxnSpPr>
        <p:spPr>
          <a:xfrm>
            <a:off x="12192356" y="4634472"/>
            <a:ext cx="4248474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p21"/>
          <p:cNvSpPr txBox="1"/>
          <p:nvPr/>
        </p:nvSpPr>
        <p:spPr>
          <a:xfrm>
            <a:off x="12192178" y="3678215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87" name="Google Shape;387;p21"/>
          <p:cNvSpPr txBox="1"/>
          <p:nvPr/>
        </p:nvSpPr>
        <p:spPr>
          <a:xfrm>
            <a:off x="14446392" y="3670595"/>
            <a:ext cx="199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гарчиг</a:t>
            </a:r>
            <a:endParaRPr/>
          </a:p>
        </p:txBody>
      </p:sp>
      <p:sp>
        <p:nvSpPr>
          <p:cNvPr id="388" name="Google Shape;388;p21"/>
          <p:cNvSpPr txBox="1"/>
          <p:nvPr/>
        </p:nvSpPr>
        <p:spPr>
          <a:xfrm>
            <a:off x="12192178" y="5208353"/>
            <a:ext cx="4248600" cy="14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Үр дүнд суурилсан шийдлийг санал болгоно. Харилцагчидтайгаа урт хугацааны түншлэл тогтооно.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3" name="Google Shape;393;p22"/>
          <p:cNvCxnSpPr/>
          <p:nvPr/>
        </p:nvCxnSpPr>
        <p:spPr>
          <a:xfrm>
            <a:off x="0" y="6075426"/>
            <a:ext cx="18288000" cy="0"/>
          </a:xfrm>
          <a:prstGeom prst="straightConnector1">
            <a:avLst/>
          </a:prstGeom>
          <a:noFill/>
          <a:ln cap="flat" cmpd="sng" w="95250">
            <a:solidFill>
              <a:srgbClr val="5C8A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4" name="Google Shape;394;p22"/>
          <p:cNvGrpSpPr/>
          <p:nvPr/>
        </p:nvGrpSpPr>
        <p:grpSpPr>
          <a:xfrm>
            <a:off x="1028700" y="5423278"/>
            <a:ext cx="1049239" cy="1000055"/>
            <a:chOff x="0" y="0"/>
            <a:chExt cx="812800" cy="774700"/>
          </a:xfrm>
        </p:grpSpPr>
        <p:sp>
          <p:nvSpPr>
            <p:cNvPr id="395" name="Google Shape;395;p22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396" name="Google Shape;396;p22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7" name="Google Shape;397;p22"/>
          <p:cNvSpPr txBox="1"/>
          <p:nvPr/>
        </p:nvSpPr>
        <p:spPr>
          <a:xfrm>
            <a:off x="1028700" y="1028700"/>
            <a:ext cx="8496948" cy="13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хуваарь</a:t>
            </a:r>
            <a:endParaRPr/>
          </a:p>
        </p:txBody>
      </p:sp>
      <p:sp>
        <p:nvSpPr>
          <p:cNvPr id="398" name="Google Shape;398;p22"/>
          <p:cNvSpPr txBox="1"/>
          <p:nvPr/>
        </p:nvSpPr>
        <p:spPr>
          <a:xfrm>
            <a:off x="1028700" y="3356585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99" name="Google Shape;399;p22"/>
          <p:cNvSpPr txBox="1"/>
          <p:nvPr/>
        </p:nvSpPr>
        <p:spPr>
          <a:xfrm>
            <a:off x="2211152" y="3256573"/>
            <a:ext cx="306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Дэд гарчиг</a:t>
            </a:r>
            <a:endParaRPr/>
          </a:p>
        </p:txBody>
      </p:sp>
      <p:sp>
        <p:nvSpPr>
          <p:cNvPr id="400" name="Google Shape;400;p22"/>
          <p:cNvSpPr txBox="1"/>
          <p:nvPr/>
        </p:nvSpPr>
        <p:spPr>
          <a:xfrm>
            <a:off x="2211152" y="4052023"/>
            <a:ext cx="4747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Багаараа хамтран шинэ шийдэл хэрэгжүүлнэ. Зах зээлийн судалгаанд үндэслэн шийдвэр гаргана. </a:t>
            </a:r>
            <a:endParaRPr/>
          </a:p>
        </p:txBody>
      </p:sp>
      <p:grpSp>
        <p:nvGrpSpPr>
          <p:cNvPr id="401" name="Google Shape;401;p22"/>
          <p:cNvGrpSpPr/>
          <p:nvPr/>
        </p:nvGrpSpPr>
        <p:grpSpPr>
          <a:xfrm>
            <a:off x="8194972" y="5423278"/>
            <a:ext cx="1049239" cy="1000055"/>
            <a:chOff x="0" y="0"/>
            <a:chExt cx="812800" cy="774700"/>
          </a:xfrm>
        </p:grpSpPr>
        <p:sp>
          <p:nvSpPr>
            <p:cNvPr id="402" name="Google Shape;402;p22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403" name="Google Shape;403;p22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" name="Google Shape;404;p22"/>
          <p:cNvSpPr txBox="1"/>
          <p:nvPr/>
        </p:nvSpPr>
        <p:spPr>
          <a:xfrm>
            <a:off x="8194972" y="3356585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405" name="Google Shape;405;p22"/>
          <p:cNvSpPr txBox="1"/>
          <p:nvPr/>
        </p:nvSpPr>
        <p:spPr>
          <a:xfrm>
            <a:off x="9377424" y="3256573"/>
            <a:ext cx="306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Дэд гарчиг</a:t>
            </a:r>
            <a:endParaRPr/>
          </a:p>
        </p:txBody>
      </p:sp>
      <p:sp>
        <p:nvSpPr>
          <p:cNvPr id="406" name="Google Shape;406;p22"/>
          <p:cNvSpPr txBox="1"/>
          <p:nvPr/>
        </p:nvSpPr>
        <p:spPr>
          <a:xfrm>
            <a:off x="9377424" y="4052023"/>
            <a:ext cx="4747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Дараагийн алхмуудаа тодорхой төлөвлөнө. Өсөлтийг тогтмол хэмжиж, сайжруулна. </a:t>
            </a:r>
            <a:endParaRPr/>
          </a:p>
        </p:txBody>
      </p:sp>
      <p:grpSp>
        <p:nvGrpSpPr>
          <p:cNvPr id="407" name="Google Shape;407;p22"/>
          <p:cNvGrpSpPr/>
          <p:nvPr/>
        </p:nvGrpSpPr>
        <p:grpSpPr>
          <a:xfrm>
            <a:off x="4611836" y="5423278"/>
            <a:ext cx="1049239" cy="1000055"/>
            <a:chOff x="0" y="0"/>
            <a:chExt cx="812800" cy="774700"/>
          </a:xfrm>
        </p:grpSpPr>
        <p:sp>
          <p:nvSpPr>
            <p:cNvPr id="408" name="Google Shape;408;p22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409" name="Google Shape;409;p22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0" name="Google Shape;410;p22"/>
          <p:cNvSpPr txBox="1"/>
          <p:nvPr/>
        </p:nvSpPr>
        <p:spPr>
          <a:xfrm>
            <a:off x="4611836" y="6959115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411" name="Google Shape;411;p22"/>
          <p:cNvSpPr txBox="1"/>
          <p:nvPr/>
        </p:nvSpPr>
        <p:spPr>
          <a:xfrm>
            <a:off x="5794288" y="6859103"/>
            <a:ext cx="306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Дэд гарчиг</a:t>
            </a:r>
            <a:endParaRPr/>
          </a:p>
        </p:txBody>
      </p:sp>
      <p:sp>
        <p:nvSpPr>
          <p:cNvPr id="412" name="Google Shape;412;p22"/>
          <p:cNvSpPr txBox="1"/>
          <p:nvPr/>
        </p:nvSpPr>
        <p:spPr>
          <a:xfrm>
            <a:off x="5794288" y="7654553"/>
            <a:ext cx="4747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Энэ хэсэгт өөрийн текстээ оруулна уу. Гол үзүүлэлтүүдээ товч дурдана. </a:t>
            </a:r>
            <a:endParaRPr/>
          </a:p>
        </p:txBody>
      </p:sp>
      <p:grpSp>
        <p:nvGrpSpPr>
          <p:cNvPr id="413" name="Google Shape;413;p22"/>
          <p:cNvGrpSpPr/>
          <p:nvPr/>
        </p:nvGrpSpPr>
        <p:grpSpPr>
          <a:xfrm>
            <a:off x="11778108" y="5423278"/>
            <a:ext cx="1049239" cy="1000055"/>
            <a:chOff x="0" y="0"/>
            <a:chExt cx="812800" cy="774700"/>
          </a:xfrm>
        </p:grpSpPr>
        <p:sp>
          <p:nvSpPr>
            <p:cNvPr id="414" name="Google Shape;414;p22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ACE03"/>
            </a:solidFill>
            <a:ln>
              <a:noFill/>
            </a:ln>
          </p:spPr>
        </p:sp>
        <p:sp>
          <p:nvSpPr>
            <p:cNvPr id="415" name="Google Shape;415;p22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22"/>
          <p:cNvSpPr txBox="1"/>
          <p:nvPr/>
        </p:nvSpPr>
        <p:spPr>
          <a:xfrm>
            <a:off x="11778108" y="6959115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417" name="Google Shape;417;p22"/>
          <p:cNvSpPr txBox="1"/>
          <p:nvPr/>
        </p:nvSpPr>
        <p:spPr>
          <a:xfrm>
            <a:off x="12960560" y="6859103"/>
            <a:ext cx="306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Дэд гарчиг</a:t>
            </a:r>
            <a:endParaRPr/>
          </a:p>
        </p:txBody>
      </p:sp>
      <p:sp>
        <p:nvSpPr>
          <p:cNvPr id="418" name="Google Shape;418;p22"/>
          <p:cNvSpPr txBox="1"/>
          <p:nvPr/>
        </p:nvSpPr>
        <p:spPr>
          <a:xfrm>
            <a:off x="12960560" y="7654553"/>
            <a:ext cx="4747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Хэрэглэгчийн хэрэгцээг нарийн судална. Чанар, хурд, найдвартай байдлыг эрхэмлэнэ. </a:t>
            </a:r>
            <a:endParaRPr/>
          </a:p>
        </p:txBody>
      </p:sp>
      <p:sp>
        <p:nvSpPr>
          <p:cNvPr id="419" name="Google Shape;419;p22"/>
          <p:cNvSpPr/>
          <p:nvPr/>
        </p:nvSpPr>
        <p:spPr>
          <a:xfrm>
            <a:off x="15236952" y="0"/>
            <a:ext cx="3051048" cy="3051048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  <p:sp>
        <p:nvSpPr>
          <p:cNvPr id="420" name="Google Shape;420;p22"/>
          <p:cNvSpPr/>
          <p:nvPr/>
        </p:nvSpPr>
        <p:spPr>
          <a:xfrm>
            <a:off x="27795" y="7235952"/>
            <a:ext cx="3051048" cy="3051048"/>
          </a:xfrm>
          <a:custGeom>
            <a:rect b="b" l="l" r="r" t="t"/>
            <a:pathLst>
              <a:path extrusionOk="0" h="6350000" w="6350000">
                <a:moveTo>
                  <a:pt x="1587500" y="1587500"/>
                </a:moveTo>
                <a:lnTo>
                  <a:pt x="0" y="1587500"/>
                </a:lnTo>
                <a:lnTo>
                  <a:pt x="0" y="0"/>
                </a:lnTo>
                <a:lnTo>
                  <a:pt x="1587500" y="0"/>
                </a:lnTo>
                <a:lnTo>
                  <a:pt x="1587500" y="1587500"/>
                </a:lnTo>
                <a:close/>
                <a:moveTo>
                  <a:pt x="4762500" y="0"/>
                </a:moveTo>
                <a:lnTo>
                  <a:pt x="3175000" y="0"/>
                </a:lnTo>
                <a:lnTo>
                  <a:pt x="3175000" y="1587500"/>
                </a:lnTo>
                <a:lnTo>
                  <a:pt x="4762500" y="1587500"/>
                </a:lnTo>
                <a:lnTo>
                  <a:pt x="4762500" y="0"/>
                </a:lnTo>
                <a:close/>
                <a:moveTo>
                  <a:pt x="3175000" y="1587500"/>
                </a:moveTo>
                <a:lnTo>
                  <a:pt x="1587500" y="1587500"/>
                </a:lnTo>
                <a:lnTo>
                  <a:pt x="1587500" y="3175000"/>
                </a:lnTo>
                <a:lnTo>
                  <a:pt x="3175000" y="3175000"/>
                </a:lnTo>
                <a:lnTo>
                  <a:pt x="3175000" y="1587500"/>
                </a:lnTo>
                <a:close/>
                <a:moveTo>
                  <a:pt x="6350000" y="1587500"/>
                </a:moveTo>
                <a:lnTo>
                  <a:pt x="4762500" y="1587500"/>
                </a:lnTo>
                <a:lnTo>
                  <a:pt x="4762500" y="3175000"/>
                </a:lnTo>
                <a:lnTo>
                  <a:pt x="6350000" y="3175000"/>
                </a:lnTo>
                <a:lnTo>
                  <a:pt x="6350000" y="1587500"/>
                </a:lnTo>
                <a:close/>
                <a:moveTo>
                  <a:pt x="1587500" y="3175000"/>
                </a:moveTo>
                <a:lnTo>
                  <a:pt x="0" y="3175000"/>
                </a:lnTo>
                <a:lnTo>
                  <a:pt x="0" y="4762500"/>
                </a:lnTo>
                <a:lnTo>
                  <a:pt x="1587500" y="4762500"/>
                </a:lnTo>
                <a:lnTo>
                  <a:pt x="1587500" y="3175000"/>
                </a:lnTo>
                <a:close/>
                <a:moveTo>
                  <a:pt x="4762500" y="3175000"/>
                </a:moveTo>
                <a:lnTo>
                  <a:pt x="3175000" y="3175000"/>
                </a:lnTo>
                <a:lnTo>
                  <a:pt x="3175000" y="4762500"/>
                </a:lnTo>
                <a:lnTo>
                  <a:pt x="4762500" y="4762500"/>
                </a:lnTo>
                <a:lnTo>
                  <a:pt x="4762500" y="3175000"/>
                </a:lnTo>
                <a:close/>
                <a:moveTo>
                  <a:pt x="3175000" y="4762500"/>
                </a:moveTo>
                <a:lnTo>
                  <a:pt x="1587500" y="4762500"/>
                </a:lnTo>
                <a:lnTo>
                  <a:pt x="1587500" y="6350000"/>
                </a:lnTo>
                <a:lnTo>
                  <a:pt x="3175000" y="6350000"/>
                </a:lnTo>
                <a:lnTo>
                  <a:pt x="3175000" y="4762500"/>
                </a:lnTo>
                <a:close/>
                <a:moveTo>
                  <a:pt x="6350000" y="4762500"/>
                </a:moveTo>
                <a:lnTo>
                  <a:pt x="4762500" y="4762500"/>
                </a:lnTo>
                <a:lnTo>
                  <a:pt x="4762500" y="6350000"/>
                </a:lnTo>
                <a:lnTo>
                  <a:pt x="6350000" y="6350000"/>
                </a:lnTo>
                <a:lnTo>
                  <a:pt x="6350000" y="4762500"/>
                </a:lnTo>
                <a:close/>
              </a:path>
            </a:pathLst>
          </a:custGeom>
          <a:solidFill>
            <a:srgbClr val="8ACE03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CE03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23"/>
          <p:cNvGrpSpPr/>
          <p:nvPr/>
        </p:nvGrpSpPr>
        <p:grpSpPr>
          <a:xfrm rot="-1467107">
            <a:off x="10502303" y="3843101"/>
            <a:ext cx="3354511" cy="3197269"/>
            <a:chOff x="0" y="0"/>
            <a:chExt cx="812800" cy="774700"/>
          </a:xfrm>
        </p:grpSpPr>
        <p:sp>
          <p:nvSpPr>
            <p:cNvPr id="426" name="Google Shape;426;p23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27" name="Google Shape;427;p23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23"/>
          <p:cNvSpPr txBox="1"/>
          <p:nvPr/>
        </p:nvSpPr>
        <p:spPr>
          <a:xfrm>
            <a:off x="1028522" y="1677477"/>
            <a:ext cx="9181951" cy="13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шинэ хэсэг</a:t>
            </a:r>
            <a:endParaRPr/>
          </a:p>
        </p:txBody>
      </p:sp>
      <p:sp>
        <p:nvSpPr>
          <p:cNvPr id="429" name="Google Shape;429;p23"/>
          <p:cNvSpPr txBox="1"/>
          <p:nvPr/>
        </p:nvSpPr>
        <p:spPr>
          <a:xfrm>
            <a:off x="1028522" y="2782925"/>
            <a:ext cx="9181951" cy="13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шинэ хэсэг</a:t>
            </a:r>
            <a:endParaRPr/>
          </a:p>
        </p:txBody>
      </p:sp>
      <p:sp>
        <p:nvSpPr>
          <p:cNvPr id="430" name="Google Shape;430;p23"/>
          <p:cNvSpPr txBox="1"/>
          <p:nvPr/>
        </p:nvSpPr>
        <p:spPr>
          <a:xfrm>
            <a:off x="1028522" y="3908656"/>
            <a:ext cx="9181951" cy="13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шинэ хэсэг</a:t>
            </a:r>
            <a:endParaRPr/>
          </a:p>
        </p:txBody>
      </p:sp>
      <p:sp>
        <p:nvSpPr>
          <p:cNvPr id="431" name="Google Shape;431;p23"/>
          <p:cNvSpPr txBox="1"/>
          <p:nvPr/>
        </p:nvSpPr>
        <p:spPr>
          <a:xfrm>
            <a:off x="1028522" y="5110961"/>
            <a:ext cx="9181951" cy="13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шинэ хэсэг</a:t>
            </a:r>
            <a:endParaRPr/>
          </a:p>
        </p:txBody>
      </p:sp>
      <p:grpSp>
        <p:nvGrpSpPr>
          <p:cNvPr id="432" name="Google Shape;432;p23"/>
          <p:cNvGrpSpPr/>
          <p:nvPr/>
        </p:nvGrpSpPr>
        <p:grpSpPr>
          <a:xfrm>
            <a:off x="0" y="8495271"/>
            <a:ext cx="19591111" cy="1791729"/>
            <a:chOff x="0" y="0"/>
            <a:chExt cx="26121481" cy="2388973"/>
          </a:xfrm>
        </p:grpSpPr>
        <p:sp>
          <p:nvSpPr>
            <p:cNvPr id="433" name="Google Shape;433;p23"/>
            <p:cNvSpPr/>
            <p:nvPr/>
          </p:nvSpPr>
          <p:spPr>
            <a:xfrm>
              <a:off x="0" y="0"/>
              <a:ext cx="2388973" cy="2388973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34" name="Google Shape;434;p23"/>
            <p:cNvSpPr/>
            <p:nvPr/>
          </p:nvSpPr>
          <p:spPr>
            <a:xfrm>
              <a:off x="2388973" y="0"/>
              <a:ext cx="2388973" cy="2388973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35" name="Google Shape;435;p23"/>
            <p:cNvSpPr/>
            <p:nvPr/>
          </p:nvSpPr>
          <p:spPr>
            <a:xfrm>
              <a:off x="4777945" y="0"/>
              <a:ext cx="2388973" cy="2388973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36" name="Google Shape;436;p23"/>
            <p:cNvSpPr/>
            <p:nvPr/>
          </p:nvSpPr>
          <p:spPr>
            <a:xfrm>
              <a:off x="7166918" y="0"/>
              <a:ext cx="2388973" cy="2388973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37" name="Google Shape;437;p23"/>
            <p:cNvSpPr/>
            <p:nvPr/>
          </p:nvSpPr>
          <p:spPr>
            <a:xfrm>
              <a:off x="9477281" y="0"/>
              <a:ext cx="2388973" cy="2388973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38" name="Google Shape;438;p23"/>
            <p:cNvSpPr/>
            <p:nvPr/>
          </p:nvSpPr>
          <p:spPr>
            <a:xfrm>
              <a:off x="11866254" y="0"/>
              <a:ext cx="2388973" cy="2388973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39" name="Google Shape;439;p23"/>
            <p:cNvSpPr/>
            <p:nvPr/>
          </p:nvSpPr>
          <p:spPr>
            <a:xfrm>
              <a:off x="14255226" y="0"/>
              <a:ext cx="2388973" cy="2388973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40" name="Google Shape;440;p23"/>
            <p:cNvSpPr/>
            <p:nvPr/>
          </p:nvSpPr>
          <p:spPr>
            <a:xfrm>
              <a:off x="16644199" y="0"/>
              <a:ext cx="2388973" cy="2388973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41" name="Google Shape;441;p23"/>
            <p:cNvSpPr/>
            <p:nvPr/>
          </p:nvSpPr>
          <p:spPr>
            <a:xfrm>
              <a:off x="19033171" y="0"/>
              <a:ext cx="2388973" cy="2388973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42" name="Google Shape;442;p23"/>
            <p:cNvSpPr/>
            <p:nvPr/>
          </p:nvSpPr>
          <p:spPr>
            <a:xfrm>
              <a:off x="21422144" y="0"/>
              <a:ext cx="2388973" cy="2388973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43" name="Google Shape;443;p23"/>
            <p:cNvSpPr/>
            <p:nvPr/>
          </p:nvSpPr>
          <p:spPr>
            <a:xfrm>
              <a:off x="23732508" y="0"/>
              <a:ext cx="2388973" cy="2388973"/>
            </a:xfrm>
            <a:custGeom>
              <a:rect b="b" l="l" r="r" t="t"/>
              <a:pathLst>
                <a:path extrusionOk="0" h="6350000" w="6350000">
                  <a:moveTo>
                    <a:pt x="1587500" y="1587500"/>
                  </a:moveTo>
                  <a:lnTo>
                    <a:pt x="0" y="1587500"/>
                  </a:lnTo>
                  <a:lnTo>
                    <a:pt x="0" y="0"/>
                  </a:lnTo>
                  <a:lnTo>
                    <a:pt x="1587500" y="0"/>
                  </a:lnTo>
                  <a:lnTo>
                    <a:pt x="1587500" y="1587500"/>
                  </a:lnTo>
                  <a:close/>
                  <a:moveTo>
                    <a:pt x="4762500" y="0"/>
                  </a:moveTo>
                  <a:lnTo>
                    <a:pt x="3175000" y="0"/>
                  </a:lnTo>
                  <a:lnTo>
                    <a:pt x="3175000" y="1587500"/>
                  </a:lnTo>
                  <a:lnTo>
                    <a:pt x="4762500" y="1587500"/>
                  </a:lnTo>
                  <a:lnTo>
                    <a:pt x="4762500" y="0"/>
                  </a:lnTo>
                  <a:close/>
                  <a:moveTo>
                    <a:pt x="3175000" y="1587500"/>
                  </a:moveTo>
                  <a:lnTo>
                    <a:pt x="1587500" y="1587500"/>
                  </a:lnTo>
                  <a:lnTo>
                    <a:pt x="1587500" y="3175000"/>
                  </a:lnTo>
                  <a:lnTo>
                    <a:pt x="3175000" y="3175000"/>
                  </a:lnTo>
                  <a:lnTo>
                    <a:pt x="3175000" y="1587500"/>
                  </a:lnTo>
                  <a:close/>
                  <a:moveTo>
                    <a:pt x="6350000" y="1587500"/>
                  </a:moveTo>
                  <a:lnTo>
                    <a:pt x="4762500" y="1587500"/>
                  </a:lnTo>
                  <a:lnTo>
                    <a:pt x="4762500" y="3175000"/>
                  </a:lnTo>
                  <a:lnTo>
                    <a:pt x="6350000" y="3175000"/>
                  </a:lnTo>
                  <a:lnTo>
                    <a:pt x="6350000" y="1587500"/>
                  </a:lnTo>
                  <a:close/>
                  <a:moveTo>
                    <a:pt x="1587500" y="3175000"/>
                  </a:moveTo>
                  <a:lnTo>
                    <a:pt x="0" y="3175000"/>
                  </a:lnTo>
                  <a:lnTo>
                    <a:pt x="0" y="4762500"/>
                  </a:lnTo>
                  <a:lnTo>
                    <a:pt x="1587500" y="4762500"/>
                  </a:lnTo>
                  <a:lnTo>
                    <a:pt x="1587500" y="3175000"/>
                  </a:lnTo>
                  <a:close/>
                  <a:moveTo>
                    <a:pt x="4762500" y="3175000"/>
                  </a:moveTo>
                  <a:lnTo>
                    <a:pt x="3175000" y="3175000"/>
                  </a:lnTo>
                  <a:lnTo>
                    <a:pt x="3175000" y="4762500"/>
                  </a:lnTo>
                  <a:lnTo>
                    <a:pt x="4762500" y="4762500"/>
                  </a:lnTo>
                  <a:lnTo>
                    <a:pt x="4762500" y="3175000"/>
                  </a:lnTo>
                  <a:close/>
                  <a:moveTo>
                    <a:pt x="3175000" y="4762500"/>
                  </a:moveTo>
                  <a:lnTo>
                    <a:pt x="1587500" y="4762500"/>
                  </a:lnTo>
                  <a:lnTo>
                    <a:pt x="1587500" y="6350000"/>
                  </a:lnTo>
                  <a:lnTo>
                    <a:pt x="3175000" y="6350000"/>
                  </a:lnTo>
                  <a:lnTo>
                    <a:pt x="3175000" y="4762500"/>
                  </a:lnTo>
                  <a:close/>
                  <a:moveTo>
                    <a:pt x="6350000" y="4762500"/>
                  </a:moveTo>
                  <a:lnTo>
                    <a:pt x="4762500" y="4762500"/>
                  </a:lnTo>
                  <a:lnTo>
                    <a:pt x="4762500" y="6350000"/>
                  </a:lnTo>
                  <a:lnTo>
                    <a:pt x="6350000" y="6350000"/>
                  </a:lnTo>
                  <a:lnTo>
                    <a:pt x="6350000" y="4762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444" name="Google Shape;444;p23"/>
          <p:cNvSpPr/>
          <p:nvPr/>
        </p:nvSpPr>
        <p:spPr>
          <a:xfrm>
            <a:off x="4319915" y="-217012"/>
            <a:ext cx="13968085" cy="11317496"/>
          </a:xfrm>
          <a:custGeom>
            <a:rect b="b" l="l" r="r" t="t"/>
            <a:pathLst>
              <a:path extrusionOk="0" h="11317496" w="13968085">
                <a:moveTo>
                  <a:pt x="0" y="0"/>
                </a:moveTo>
                <a:lnTo>
                  <a:pt x="13968085" y="0"/>
                </a:lnTo>
                <a:lnTo>
                  <a:pt x="13968085" y="11317496"/>
                </a:lnTo>
                <a:lnTo>
                  <a:pt x="0" y="11317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806" r="-15441" t="-10385"/>
            </a:stretch>
          </a:blipFill>
          <a:ln>
            <a:noFill/>
          </a:ln>
        </p:spPr>
      </p:sp>
      <p:grpSp>
        <p:nvGrpSpPr>
          <p:cNvPr id="445" name="Google Shape;445;p23"/>
          <p:cNvGrpSpPr/>
          <p:nvPr/>
        </p:nvGrpSpPr>
        <p:grpSpPr>
          <a:xfrm rot="1196176">
            <a:off x="15539066" y="333441"/>
            <a:ext cx="2427246" cy="2313469"/>
            <a:chOff x="0" y="0"/>
            <a:chExt cx="812800" cy="774700"/>
          </a:xfrm>
        </p:grpSpPr>
        <p:sp>
          <p:nvSpPr>
            <p:cNvPr id="446" name="Google Shape;446;p23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47" name="Google Shape;447;p23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8" name="Google Shape;448;p23"/>
          <p:cNvGrpSpPr/>
          <p:nvPr/>
        </p:nvGrpSpPr>
        <p:grpSpPr>
          <a:xfrm rot="-260852">
            <a:off x="15685787" y="7524383"/>
            <a:ext cx="2037272" cy="1941775"/>
            <a:chOff x="0" y="0"/>
            <a:chExt cx="812800" cy="774700"/>
          </a:xfrm>
        </p:grpSpPr>
        <p:sp>
          <p:nvSpPr>
            <p:cNvPr id="449" name="Google Shape;449;p23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50" name="Google Shape;450;p23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1" name="Google Shape;451;p23"/>
          <p:cNvGrpSpPr/>
          <p:nvPr/>
        </p:nvGrpSpPr>
        <p:grpSpPr>
          <a:xfrm rot="-260852">
            <a:off x="4037342" y="6721239"/>
            <a:ext cx="1529115" cy="1457437"/>
            <a:chOff x="0" y="0"/>
            <a:chExt cx="812800" cy="774700"/>
          </a:xfrm>
        </p:grpSpPr>
        <p:sp>
          <p:nvSpPr>
            <p:cNvPr id="452" name="Google Shape;452;p23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53" name="Google Shape;453;p23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4"/>
          <p:cNvSpPr/>
          <p:nvPr/>
        </p:nvSpPr>
        <p:spPr>
          <a:xfrm rot="-221824">
            <a:off x="-2448070" y="924594"/>
            <a:ext cx="10630726" cy="10424343"/>
          </a:xfrm>
          <a:custGeom>
            <a:rect b="b" l="l" r="r" t="t"/>
            <a:pathLst>
              <a:path extrusionOk="0" h="10424343" w="10630726">
                <a:moveTo>
                  <a:pt x="0" y="0"/>
                </a:moveTo>
                <a:lnTo>
                  <a:pt x="10630726" y="0"/>
                </a:lnTo>
                <a:lnTo>
                  <a:pt x="10630726" y="10424342"/>
                </a:lnTo>
                <a:lnTo>
                  <a:pt x="0" y="10424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-8420" l="-98646" r="-27249" t="-45153"/>
            </a:stretch>
          </a:blipFill>
          <a:ln>
            <a:noFill/>
          </a:ln>
        </p:spPr>
      </p:sp>
      <p:sp>
        <p:nvSpPr>
          <p:cNvPr id="459" name="Google Shape;459;p24"/>
          <p:cNvSpPr txBox="1"/>
          <p:nvPr/>
        </p:nvSpPr>
        <p:spPr>
          <a:xfrm>
            <a:off x="2525945" y="1455546"/>
            <a:ext cx="7011712" cy="4681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санаа бүр жижиг үрээс эхэлдэг...</a:t>
            </a:r>
            <a:endParaRPr/>
          </a:p>
        </p:txBody>
      </p:sp>
      <p:cxnSp>
        <p:nvCxnSpPr>
          <p:cNvPr id="460" name="Google Shape;460;p24"/>
          <p:cNvCxnSpPr/>
          <p:nvPr/>
        </p:nvCxnSpPr>
        <p:spPr>
          <a:xfrm>
            <a:off x="10947535" y="2928975"/>
            <a:ext cx="6104468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1" name="Google Shape;461;p24"/>
          <p:cNvSpPr txBox="1"/>
          <p:nvPr/>
        </p:nvSpPr>
        <p:spPr>
          <a:xfrm>
            <a:off x="10947357" y="1972718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462" name="Google Shape;462;p24"/>
          <p:cNvSpPr txBox="1"/>
          <p:nvPr/>
        </p:nvSpPr>
        <p:spPr>
          <a:xfrm>
            <a:off x="13985802" y="1965098"/>
            <a:ext cx="306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Дэд гарчиг</a:t>
            </a:r>
            <a:endParaRPr/>
          </a:p>
        </p:txBody>
      </p:sp>
      <p:sp>
        <p:nvSpPr>
          <p:cNvPr id="463" name="Google Shape;463;p24"/>
          <p:cNvSpPr txBox="1"/>
          <p:nvPr/>
        </p:nvSpPr>
        <p:spPr>
          <a:xfrm>
            <a:off x="10947357" y="3207581"/>
            <a:ext cx="6104700" cy="14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Шинэ боломжийг цаг алдалгүй ашиглана. Үр дүнд суурилсан шийдлийг санал болгоно. Харилцагчидтайгаа урт хугацааны түншлэл тогтооно.</a:t>
            </a:r>
            <a:endParaRPr/>
          </a:p>
        </p:txBody>
      </p:sp>
      <p:cxnSp>
        <p:nvCxnSpPr>
          <p:cNvPr id="464" name="Google Shape;464;p24"/>
          <p:cNvCxnSpPr/>
          <p:nvPr/>
        </p:nvCxnSpPr>
        <p:spPr>
          <a:xfrm>
            <a:off x="10947535" y="6735513"/>
            <a:ext cx="6104468" cy="0"/>
          </a:xfrm>
          <a:prstGeom prst="straightConnector1">
            <a:avLst/>
          </a:prstGeom>
          <a:noFill/>
          <a:ln cap="flat" cmpd="sng" w="50800">
            <a:solidFill>
              <a:srgbClr val="8ACE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p24"/>
          <p:cNvSpPr txBox="1"/>
          <p:nvPr/>
        </p:nvSpPr>
        <p:spPr>
          <a:xfrm>
            <a:off x="10947357" y="5779256"/>
            <a:ext cx="11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466" name="Google Shape;466;p24"/>
          <p:cNvSpPr txBox="1"/>
          <p:nvPr/>
        </p:nvSpPr>
        <p:spPr>
          <a:xfrm>
            <a:off x="13985802" y="5771636"/>
            <a:ext cx="306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3600" u="none" cap="none" strike="noStrike">
                <a:solidFill>
                  <a:srgbClr val="8ACE03"/>
                </a:solidFill>
                <a:latin typeface="Arial"/>
                <a:ea typeface="Arial"/>
                <a:cs typeface="Arial"/>
                <a:sym typeface="Arial"/>
              </a:rPr>
              <a:t>Дэд гарчиг</a:t>
            </a:r>
            <a:endParaRPr/>
          </a:p>
        </p:txBody>
      </p:sp>
      <p:sp>
        <p:nvSpPr>
          <p:cNvPr id="467" name="Google Shape;467;p24"/>
          <p:cNvSpPr txBox="1"/>
          <p:nvPr/>
        </p:nvSpPr>
        <p:spPr>
          <a:xfrm>
            <a:off x="10947357" y="7014119"/>
            <a:ext cx="6104700" cy="14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Технологийн шинэчлэлийг тасралтгүй нэвтрүүлнэ. Энд гол санаагаа бичнэ үү. Товч бөгөөд ойлгомжтой тайлбар.</a:t>
            </a:r>
            <a:endParaRPr/>
          </a:p>
        </p:txBody>
      </p:sp>
      <p:grpSp>
        <p:nvGrpSpPr>
          <p:cNvPr id="468" name="Google Shape;468;p24"/>
          <p:cNvGrpSpPr/>
          <p:nvPr/>
        </p:nvGrpSpPr>
        <p:grpSpPr>
          <a:xfrm>
            <a:off x="5188497" y="6969287"/>
            <a:ext cx="1272634" cy="1212980"/>
            <a:chOff x="0" y="0"/>
            <a:chExt cx="812800" cy="774700"/>
          </a:xfrm>
        </p:grpSpPr>
        <p:sp>
          <p:nvSpPr>
            <p:cNvPr id="469" name="Google Shape;469;p2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8A00"/>
            </a:solidFill>
            <a:ln>
              <a:noFill/>
            </a:ln>
          </p:spPr>
        </p:sp>
        <p:sp>
          <p:nvSpPr>
            <p:cNvPr id="470" name="Google Shape;470;p24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1" name="Google Shape;471;p24"/>
          <p:cNvGrpSpPr/>
          <p:nvPr/>
        </p:nvGrpSpPr>
        <p:grpSpPr>
          <a:xfrm>
            <a:off x="6726760" y="6969287"/>
            <a:ext cx="1272634" cy="1212980"/>
            <a:chOff x="0" y="0"/>
            <a:chExt cx="812800" cy="774700"/>
          </a:xfrm>
        </p:grpSpPr>
        <p:sp>
          <p:nvSpPr>
            <p:cNvPr id="472" name="Google Shape;472;p2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8A00"/>
            </a:solidFill>
            <a:ln>
              <a:noFill/>
            </a:ln>
          </p:spPr>
        </p:sp>
        <p:sp>
          <p:nvSpPr>
            <p:cNvPr id="473" name="Google Shape;473;p24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24"/>
          <p:cNvGrpSpPr/>
          <p:nvPr/>
        </p:nvGrpSpPr>
        <p:grpSpPr>
          <a:xfrm>
            <a:off x="8265023" y="6969287"/>
            <a:ext cx="1272634" cy="1212980"/>
            <a:chOff x="0" y="0"/>
            <a:chExt cx="812800" cy="774700"/>
          </a:xfrm>
        </p:grpSpPr>
        <p:sp>
          <p:nvSpPr>
            <p:cNvPr id="475" name="Google Shape;475;p24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8A00"/>
            </a:solidFill>
            <a:ln>
              <a:noFill/>
            </a:ln>
          </p:spPr>
        </p:sp>
        <p:sp>
          <p:nvSpPr>
            <p:cNvPr id="476" name="Google Shape;476;p24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CE03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5"/>
          <p:cNvSpPr/>
          <p:nvPr/>
        </p:nvSpPr>
        <p:spPr>
          <a:xfrm flipH="1">
            <a:off x="6671563" y="1684154"/>
            <a:ext cx="6589189" cy="7574146"/>
          </a:xfrm>
          <a:custGeom>
            <a:rect b="b" l="l" r="r" t="t"/>
            <a:pathLst>
              <a:path extrusionOk="0" h="7574146" w="6589189">
                <a:moveTo>
                  <a:pt x="6589189" y="0"/>
                </a:moveTo>
                <a:lnTo>
                  <a:pt x="0" y="0"/>
                </a:lnTo>
                <a:lnTo>
                  <a:pt x="0" y="7574146"/>
                </a:lnTo>
                <a:lnTo>
                  <a:pt x="6589189" y="7574146"/>
                </a:lnTo>
                <a:lnTo>
                  <a:pt x="6589189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-82464" l="-153327" r="-48997" t="-80554"/>
            </a:stretch>
          </a:blipFill>
          <a:ln>
            <a:noFill/>
          </a:ln>
        </p:spPr>
      </p:sp>
      <p:grpSp>
        <p:nvGrpSpPr>
          <p:cNvPr id="482" name="Google Shape;482;p25"/>
          <p:cNvGrpSpPr/>
          <p:nvPr/>
        </p:nvGrpSpPr>
        <p:grpSpPr>
          <a:xfrm rot="1686132">
            <a:off x="6742735" y="7515812"/>
            <a:ext cx="3066579" cy="2922833"/>
            <a:chOff x="0" y="0"/>
            <a:chExt cx="812800" cy="774700"/>
          </a:xfrm>
        </p:grpSpPr>
        <p:sp>
          <p:nvSpPr>
            <p:cNvPr id="483" name="Google Shape;483;p25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84" name="Google Shape;484;p25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5" name="Google Shape;485;p25"/>
          <p:cNvSpPr txBox="1"/>
          <p:nvPr/>
        </p:nvSpPr>
        <p:spPr>
          <a:xfrm>
            <a:off x="1028700" y="1028700"/>
            <a:ext cx="8937457" cy="3566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8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санаагаа ургуулж, үрийг нь хадгалъя...</a:t>
            </a:r>
            <a:endParaRPr/>
          </a:p>
        </p:txBody>
      </p:sp>
      <p:sp>
        <p:nvSpPr>
          <p:cNvPr id="486" name="Google Shape;486;p25"/>
          <p:cNvSpPr/>
          <p:nvPr/>
        </p:nvSpPr>
        <p:spPr>
          <a:xfrm flipH="1">
            <a:off x="12731364" y="1684154"/>
            <a:ext cx="6489251" cy="7574146"/>
          </a:xfrm>
          <a:custGeom>
            <a:rect b="b" l="l" r="r" t="t"/>
            <a:pathLst>
              <a:path extrusionOk="0" h="7574146" w="6489251">
                <a:moveTo>
                  <a:pt x="6489251" y="0"/>
                </a:moveTo>
                <a:lnTo>
                  <a:pt x="0" y="0"/>
                </a:lnTo>
                <a:lnTo>
                  <a:pt x="0" y="7574146"/>
                </a:lnTo>
                <a:lnTo>
                  <a:pt x="6489251" y="7574146"/>
                </a:lnTo>
                <a:lnTo>
                  <a:pt x="6489251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-83782" l="-46355" r="-160637" t="-79237"/>
            </a:stretch>
          </a:blipFill>
          <a:ln>
            <a:noFill/>
          </a:ln>
        </p:spPr>
      </p:sp>
      <p:sp>
        <p:nvSpPr>
          <p:cNvPr id="487" name="Google Shape;487;p25"/>
          <p:cNvSpPr txBox="1"/>
          <p:nvPr/>
        </p:nvSpPr>
        <p:spPr>
          <a:xfrm>
            <a:off x="1028700" y="5696970"/>
            <a:ext cx="5206402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Үзэгчдэд хэрэгтэй мэдээллийг өгнө. Тоо баримт, жишээ ашиглавал илүү үр дүнтэй. </a:t>
            </a:r>
            <a:endParaRPr/>
          </a:p>
        </p:txBody>
      </p:sp>
      <p:sp>
        <p:nvSpPr>
          <p:cNvPr id="488" name="Google Shape;488;p25"/>
          <p:cNvSpPr txBox="1"/>
          <p:nvPr/>
        </p:nvSpPr>
        <p:spPr>
          <a:xfrm>
            <a:off x="1028700" y="5054985"/>
            <a:ext cx="3066200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Дэд гарчиг</a:t>
            </a:r>
            <a:endParaRPr/>
          </a:p>
        </p:txBody>
      </p:sp>
      <p:sp>
        <p:nvSpPr>
          <p:cNvPr id="489" name="Google Shape;489;p25"/>
          <p:cNvSpPr txBox="1"/>
          <p:nvPr/>
        </p:nvSpPr>
        <p:spPr>
          <a:xfrm>
            <a:off x="1028700" y="7986629"/>
            <a:ext cx="5206402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Бид хэрэглэгчдэдээ үнэ цэн бүтээхийг зорьдог. Төслийн явц, үр дүнг энд харуулна. </a:t>
            </a:r>
            <a:endParaRPr/>
          </a:p>
        </p:txBody>
      </p:sp>
      <p:sp>
        <p:nvSpPr>
          <p:cNvPr id="490" name="Google Shape;490;p25"/>
          <p:cNvSpPr txBox="1"/>
          <p:nvPr/>
        </p:nvSpPr>
        <p:spPr>
          <a:xfrm>
            <a:off x="1028700" y="7344644"/>
            <a:ext cx="3066200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Дэд гарчиг</a:t>
            </a:r>
            <a:endParaRPr/>
          </a:p>
        </p:txBody>
      </p:sp>
      <p:grpSp>
        <p:nvGrpSpPr>
          <p:cNvPr id="491" name="Google Shape;491;p25"/>
          <p:cNvGrpSpPr/>
          <p:nvPr/>
        </p:nvGrpSpPr>
        <p:grpSpPr>
          <a:xfrm rot="-1320468">
            <a:off x="11540212" y="602343"/>
            <a:ext cx="4106799" cy="3914293"/>
            <a:chOff x="0" y="0"/>
            <a:chExt cx="812800" cy="774700"/>
          </a:xfrm>
        </p:grpSpPr>
        <p:sp>
          <p:nvSpPr>
            <p:cNvPr id="492" name="Google Shape;492;p25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93" name="Google Shape;493;p25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4" name="Google Shape;494;p25"/>
          <p:cNvGrpSpPr/>
          <p:nvPr/>
        </p:nvGrpSpPr>
        <p:grpSpPr>
          <a:xfrm rot="449348">
            <a:off x="14908001" y="8124406"/>
            <a:ext cx="1475390" cy="1406231"/>
            <a:chOff x="0" y="0"/>
            <a:chExt cx="812800" cy="774700"/>
          </a:xfrm>
        </p:grpSpPr>
        <p:sp>
          <p:nvSpPr>
            <p:cNvPr id="495" name="Google Shape;495;p25"/>
            <p:cNvSpPr/>
            <p:nvPr/>
          </p:nvSpPr>
          <p:spPr>
            <a:xfrm>
              <a:off x="0" y="0"/>
              <a:ext cx="812800" cy="774700"/>
            </a:xfrm>
            <a:custGeom>
              <a:rect b="b" l="l" r="r" t="t"/>
              <a:pathLst>
                <a:path extrusionOk="0"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96" name="Google Shape;496;p25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CE03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2"/>
          <p:cNvSpPr txBox="1"/>
          <p:nvPr/>
        </p:nvSpPr>
        <p:spPr>
          <a:xfrm>
            <a:off x="852135" y="693064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16" name="Google Shape;616;p32"/>
          <p:cNvSpPr txBox="1"/>
          <p:nvPr/>
        </p:nvSpPr>
        <p:spPr>
          <a:xfrm>
            <a:off x="852135" y="1403053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17" name="Google Shape;617;p32"/>
          <p:cNvSpPr txBox="1"/>
          <p:nvPr/>
        </p:nvSpPr>
        <p:spPr>
          <a:xfrm>
            <a:off x="852135" y="2113043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18" name="Google Shape;618;p32"/>
          <p:cNvSpPr txBox="1"/>
          <p:nvPr/>
        </p:nvSpPr>
        <p:spPr>
          <a:xfrm>
            <a:off x="852135" y="2823032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19" name="Google Shape;619;p32"/>
          <p:cNvSpPr txBox="1"/>
          <p:nvPr/>
        </p:nvSpPr>
        <p:spPr>
          <a:xfrm>
            <a:off x="852135" y="3533021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20" name="Google Shape;620;p32"/>
          <p:cNvSpPr txBox="1"/>
          <p:nvPr/>
        </p:nvSpPr>
        <p:spPr>
          <a:xfrm>
            <a:off x="852135" y="4243011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21" name="Google Shape;621;p32"/>
          <p:cNvSpPr txBox="1"/>
          <p:nvPr/>
        </p:nvSpPr>
        <p:spPr>
          <a:xfrm>
            <a:off x="852135" y="4953000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22" name="Google Shape;622;p32"/>
          <p:cNvSpPr txBox="1"/>
          <p:nvPr/>
        </p:nvSpPr>
        <p:spPr>
          <a:xfrm>
            <a:off x="852135" y="5662989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23" name="Google Shape;623;p32"/>
          <p:cNvSpPr txBox="1"/>
          <p:nvPr/>
        </p:nvSpPr>
        <p:spPr>
          <a:xfrm>
            <a:off x="852135" y="6372979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24" name="Google Shape;624;p32"/>
          <p:cNvSpPr txBox="1"/>
          <p:nvPr/>
        </p:nvSpPr>
        <p:spPr>
          <a:xfrm>
            <a:off x="852135" y="7082968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25" name="Google Shape;625;p32"/>
          <p:cNvSpPr txBox="1"/>
          <p:nvPr/>
        </p:nvSpPr>
        <p:spPr>
          <a:xfrm>
            <a:off x="852135" y="7792957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26" name="Google Shape;626;p32"/>
          <p:cNvSpPr txBox="1"/>
          <p:nvPr/>
        </p:nvSpPr>
        <p:spPr>
          <a:xfrm>
            <a:off x="852135" y="8502947"/>
            <a:ext cx="6421771" cy="90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илтгэлийн төгсгөл</a:t>
            </a:r>
            <a:endParaRPr/>
          </a:p>
        </p:txBody>
      </p:sp>
      <p:sp>
        <p:nvSpPr>
          <p:cNvPr id="627" name="Google Shape;627;p32"/>
          <p:cNvSpPr txBox="1"/>
          <p:nvPr/>
        </p:nvSpPr>
        <p:spPr>
          <a:xfrm>
            <a:off x="10837529" y="838200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28" name="Google Shape;628;p32"/>
          <p:cNvSpPr txBox="1"/>
          <p:nvPr/>
        </p:nvSpPr>
        <p:spPr>
          <a:xfrm>
            <a:off x="10837529" y="1548189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29" name="Google Shape;629;p32"/>
          <p:cNvSpPr txBox="1"/>
          <p:nvPr/>
        </p:nvSpPr>
        <p:spPr>
          <a:xfrm>
            <a:off x="10837529" y="2258179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0" name="Google Shape;630;p32"/>
          <p:cNvSpPr txBox="1"/>
          <p:nvPr/>
        </p:nvSpPr>
        <p:spPr>
          <a:xfrm>
            <a:off x="10837529" y="2968168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1" name="Google Shape;631;p32"/>
          <p:cNvSpPr txBox="1"/>
          <p:nvPr/>
        </p:nvSpPr>
        <p:spPr>
          <a:xfrm>
            <a:off x="10837529" y="3678157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2" name="Google Shape;632;p32"/>
          <p:cNvSpPr txBox="1"/>
          <p:nvPr/>
        </p:nvSpPr>
        <p:spPr>
          <a:xfrm>
            <a:off x="10837529" y="4388147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3" name="Google Shape;633;p32"/>
          <p:cNvSpPr txBox="1"/>
          <p:nvPr/>
        </p:nvSpPr>
        <p:spPr>
          <a:xfrm>
            <a:off x="10837529" y="5098136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4" name="Google Shape;634;p32"/>
          <p:cNvSpPr txBox="1"/>
          <p:nvPr/>
        </p:nvSpPr>
        <p:spPr>
          <a:xfrm>
            <a:off x="10837529" y="5808126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5" name="Google Shape;635;p32"/>
          <p:cNvSpPr txBox="1"/>
          <p:nvPr/>
        </p:nvSpPr>
        <p:spPr>
          <a:xfrm>
            <a:off x="10837529" y="6518115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6" name="Google Shape;636;p32"/>
          <p:cNvSpPr txBox="1"/>
          <p:nvPr/>
        </p:nvSpPr>
        <p:spPr>
          <a:xfrm>
            <a:off x="10837529" y="7228104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7" name="Google Shape;637;p32"/>
          <p:cNvSpPr txBox="1"/>
          <p:nvPr/>
        </p:nvSpPr>
        <p:spPr>
          <a:xfrm>
            <a:off x="10837529" y="7938094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8" name="Google Shape;638;p32"/>
          <p:cNvSpPr txBox="1"/>
          <p:nvPr/>
        </p:nvSpPr>
        <p:spPr>
          <a:xfrm>
            <a:off x="10837529" y="8648083"/>
            <a:ext cx="6421771" cy="90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4670" u="none" cap="none" strike="noStrike">
                <a:solidFill>
                  <a:srgbClr val="5C8A00"/>
                </a:solidFill>
                <a:latin typeface="Arial"/>
                <a:ea typeface="Arial"/>
                <a:cs typeface="Arial"/>
                <a:sym typeface="Arial"/>
              </a:rPr>
              <a:t>баярлалаа!</a:t>
            </a:r>
            <a:endParaRPr/>
          </a:p>
        </p:txBody>
      </p:sp>
      <p:sp>
        <p:nvSpPr>
          <p:cNvPr id="639" name="Google Shape;639;p32"/>
          <p:cNvSpPr/>
          <p:nvPr/>
        </p:nvSpPr>
        <p:spPr>
          <a:xfrm flipH="1">
            <a:off x="3472066" y="0"/>
            <a:ext cx="12444846" cy="10530831"/>
          </a:xfrm>
          <a:custGeom>
            <a:rect b="b" l="l" r="r" t="t"/>
            <a:pathLst>
              <a:path extrusionOk="0" h="10530831" w="12444846">
                <a:moveTo>
                  <a:pt x="12444846" y="0"/>
                </a:moveTo>
                <a:lnTo>
                  <a:pt x="0" y="0"/>
                </a:lnTo>
                <a:lnTo>
                  <a:pt x="0" y="10530831"/>
                </a:lnTo>
                <a:lnTo>
                  <a:pt x="12444846" y="10530831"/>
                </a:lnTo>
                <a:lnTo>
                  <a:pt x="1244484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705" r="-14219" t="0"/>
            </a:stretch>
          </a:blipFill>
          <a:ln>
            <a:noFill/>
          </a:ln>
        </p:spPr>
      </p:sp>
      <p:sp>
        <p:nvSpPr>
          <p:cNvPr id="640" name="Google Shape;640;p32"/>
          <p:cNvSpPr/>
          <p:nvPr/>
        </p:nvSpPr>
        <p:spPr>
          <a:xfrm>
            <a:off x="5445052" y="4147712"/>
            <a:ext cx="9025086" cy="209140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lang="mn-MN" b="0" i="0">
                <a:ln cap="flat" cmpd="sng" w="76200">
                  <a:solidFill>
                    <a:srgbClr val="8ACE0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баяртай.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