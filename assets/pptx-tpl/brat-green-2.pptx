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4" r:id="rId4"/>
  </p:sldMasterIdLst>
  <p:notesMasterIdLst>
    <p:notesMasterId r:id="rId5"/>
  </p:notesMasterIdLst>
  <p:sldIdLst>
    <p:sldId id="256" r:id="rId6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10287000" cx="18288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?><Relationships xmlns="http://schemas.openxmlformats.org/package/2006/relationships"><Relationship Id="rId20" Type="http://schemas.openxmlformats.org/officeDocument/2006/relationships/slide" Target="slides/slide15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 1">
  <p:cSld name="CUSTOM">
    <p:bg>
      <p:bgPr>
        <a:solidFill>
          <a:srgbClr val="8ACE03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/>
        </p:nvSpPr>
        <p:spPr>
          <a:xfrm>
            <a:off x="1028700" y="914400"/>
            <a:ext cx="18375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279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Graphican</a:t>
            </a:r>
            <a:endParaRPr/>
          </a:p>
        </p:txBody>
      </p:sp>
      <p:sp>
        <p:nvSpPr>
          <p:cNvPr id="17" name="Google Shape;17;p3"/>
          <p:cNvSpPr txBox="1"/>
          <p:nvPr/>
        </p:nvSpPr>
        <p:spPr>
          <a:xfrm>
            <a:off x="12705109" y="914400"/>
            <a:ext cx="45543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279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Бүтээлч слайдууд</a:t>
            </a:r>
            <a:endParaRPr/>
          </a:p>
        </p:txBody>
      </p:sp>
      <p:sp>
        <p:nvSpPr>
          <p:cNvPr id="18" name="Google Shape;18;p3"/>
          <p:cNvSpPr txBox="1"/>
          <p:nvPr/>
        </p:nvSpPr>
        <p:spPr>
          <a:xfrm>
            <a:off x="1028700" y="1338580"/>
            <a:ext cx="18375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2799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Graphican</a:t>
            </a:r>
            <a:endParaRPr/>
          </a:p>
        </p:txBody>
      </p:sp>
      <p:sp>
        <p:nvSpPr>
          <p:cNvPr id="19" name="Google Shape;19;p3"/>
          <p:cNvSpPr txBox="1"/>
          <p:nvPr/>
        </p:nvSpPr>
        <p:spPr>
          <a:xfrm>
            <a:off x="1028700" y="1762760"/>
            <a:ext cx="18375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2799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Graphican</a:t>
            </a:r>
            <a:endParaRPr/>
          </a:p>
        </p:txBody>
      </p:sp>
      <p:sp>
        <p:nvSpPr>
          <p:cNvPr id="20" name="Google Shape;20;p3"/>
          <p:cNvSpPr txBox="1"/>
          <p:nvPr/>
        </p:nvSpPr>
        <p:spPr>
          <a:xfrm>
            <a:off x="1028700" y="2186940"/>
            <a:ext cx="18375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2799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Graphican</a:t>
            </a:r>
            <a:endParaRPr/>
          </a:p>
        </p:txBody>
      </p:sp>
      <p:sp>
        <p:nvSpPr>
          <p:cNvPr id="21" name="Google Shape;21;p3"/>
          <p:cNvSpPr txBox="1"/>
          <p:nvPr/>
        </p:nvSpPr>
        <p:spPr>
          <a:xfrm>
            <a:off x="1028700" y="2611120"/>
            <a:ext cx="18375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2799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Graphican</a:t>
            </a:r>
            <a:endParaRPr/>
          </a:p>
        </p:txBody>
      </p:sp>
      <p:sp>
        <p:nvSpPr>
          <p:cNvPr id="22" name="Google Shape;22;p3"/>
          <p:cNvSpPr txBox="1"/>
          <p:nvPr/>
        </p:nvSpPr>
        <p:spPr>
          <a:xfrm>
            <a:off x="1028700" y="3035300"/>
            <a:ext cx="18375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2799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Graphican</a:t>
            </a:r>
            <a:endParaRPr/>
          </a:p>
        </p:txBody>
      </p:sp>
      <p:sp>
        <p:nvSpPr>
          <p:cNvPr id="23" name="Google Shape;23;p3"/>
          <p:cNvSpPr txBox="1"/>
          <p:nvPr/>
        </p:nvSpPr>
        <p:spPr>
          <a:xfrm>
            <a:off x="1028700" y="3459480"/>
            <a:ext cx="18375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2799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Graphican</a:t>
            </a:r>
            <a:endParaRPr/>
          </a:p>
        </p:txBody>
      </p:sp>
      <p:sp>
        <p:nvSpPr>
          <p:cNvPr id="24" name="Google Shape;24;p3"/>
          <p:cNvSpPr txBox="1"/>
          <p:nvPr/>
        </p:nvSpPr>
        <p:spPr>
          <a:xfrm>
            <a:off x="1028700" y="3883660"/>
            <a:ext cx="18375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2799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Graphican</a:t>
            </a:r>
            <a:endParaRPr/>
          </a:p>
        </p:txBody>
      </p:sp>
      <p:sp>
        <p:nvSpPr>
          <p:cNvPr id="25" name="Google Shape;25;p3"/>
          <p:cNvSpPr txBox="1"/>
          <p:nvPr/>
        </p:nvSpPr>
        <p:spPr>
          <a:xfrm>
            <a:off x="1028700" y="4307841"/>
            <a:ext cx="18375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2799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Graphican</a:t>
            </a:r>
            <a:endParaRPr/>
          </a:p>
        </p:txBody>
      </p:sp>
      <p:sp>
        <p:nvSpPr>
          <p:cNvPr id="26" name="Google Shape;26;p3"/>
          <p:cNvSpPr txBox="1"/>
          <p:nvPr/>
        </p:nvSpPr>
        <p:spPr>
          <a:xfrm>
            <a:off x="1028700" y="4732021"/>
            <a:ext cx="18375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2799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Graphican</a:t>
            </a:r>
            <a:endParaRPr/>
          </a:p>
        </p:txBody>
      </p:sp>
      <p:sp>
        <p:nvSpPr>
          <p:cNvPr id="27" name="Google Shape;27;p3"/>
          <p:cNvSpPr txBox="1"/>
          <p:nvPr/>
        </p:nvSpPr>
        <p:spPr>
          <a:xfrm>
            <a:off x="12705109" y="1365986"/>
            <a:ext cx="45543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2799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Бүтээлч слайдууд</a:t>
            </a:r>
            <a:endParaRPr/>
          </a:p>
        </p:txBody>
      </p:sp>
      <p:sp>
        <p:nvSpPr>
          <p:cNvPr id="28" name="Google Shape;28;p3"/>
          <p:cNvSpPr txBox="1"/>
          <p:nvPr/>
        </p:nvSpPr>
        <p:spPr>
          <a:xfrm>
            <a:off x="12705109" y="1817572"/>
            <a:ext cx="45543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2799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Бүтээлч слайдууд</a:t>
            </a:r>
            <a:endParaRPr/>
          </a:p>
        </p:txBody>
      </p:sp>
      <p:sp>
        <p:nvSpPr>
          <p:cNvPr id="29" name="Google Shape;29;p3"/>
          <p:cNvSpPr txBox="1"/>
          <p:nvPr/>
        </p:nvSpPr>
        <p:spPr>
          <a:xfrm>
            <a:off x="12705109" y="2269158"/>
            <a:ext cx="45543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2799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Бүтээлч слайдууд</a:t>
            </a:r>
            <a:endParaRPr/>
          </a:p>
        </p:txBody>
      </p:sp>
      <p:sp>
        <p:nvSpPr>
          <p:cNvPr id="30" name="Google Shape;30;p3"/>
          <p:cNvSpPr txBox="1"/>
          <p:nvPr/>
        </p:nvSpPr>
        <p:spPr>
          <a:xfrm>
            <a:off x="12705109" y="2720744"/>
            <a:ext cx="45543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2799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Бүтээлч слайдууд</a:t>
            </a:r>
            <a:endParaRPr/>
          </a:p>
        </p:txBody>
      </p:sp>
      <p:sp>
        <p:nvSpPr>
          <p:cNvPr id="31" name="Google Shape;31;p3"/>
          <p:cNvSpPr txBox="1"/>
          <p:nvPr/>
        </p:nvSpPr>
        <p:spPr>
          <a:xfrm>
            <a:off x="12705109" y="3172330"/>
            <a:ext cx="45543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2799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Бүтээлч слайдууд</a:t>
            </a:r>
            <a:endParaRPr/>
          </a:p>
        </p:txBody>
      </p:sp>
      <p:sp>
        <p:nvSpPr>
          <p:cNvPr id="32" name="Google Shape;32;p3"/>
          <p:cNvSpPr txBox="1"/>
          <p:nvPr/>
        </p:nvSpPr>
        <p:spPr>
          <a:xfrm>
            <a:off x="12705109" y="3623916"/>
            <a:ext cx="45543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2799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Бүтээлч слайдууд</a:t>
            </a:r>
            <a:endParaRPr/>
          </a:p>
        </p:txBody>
      </p:sp>
      <p:sp>
        <p:nvSpPr>
          <p:cNvPr id="33" name="Google Shape;33;p3"/>
          <p:cNvSpPr txBox="1"/>
          <p:nvPr/>
        </p:nvSpPr>
        <p:spPr>
          <a:xfrm>
            <a:off x="12705109" y="4075502"/>
            <a:ext cx="45543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2799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Бүтээлч слайдууд</a:t>
            </a:r>
            <a:endParaRPr/>
          </a:p>
        </p:txBody>
      </p:sp>
      <p:sp>
        <p:nvSpPr>
          <p:cNvPr id="34" name="Google Shape;34;p3"/>
          <p:cNvSpPr txBox="1"/>
          <p:nvPr/>
        </p:nvSpPr>
        <p:spPr>
          <a:xfrm>
            <a:off x="12705109" y="4527089"/>
            <a:ext cx="45543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2799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Бүтээлч слайдууд</a:t>
            </a:r>
            <a:endParaRPr/>
          </a:p>
        </p:txBody>
      </p:sp>
      <p:sp>
        <p:nvSpPr>
          <p:cNvPr id="35" name="Google Shape;35;p3"/>
          <p:cNvSpPr txBox="1"/>
          <p:nvPr/>
        </p:nvSpPr>
        <p:spPr>
          <a:xfrm>
            <a:off x="12705109" y="4978675"/>
            <a:ext cx="45543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2799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Бүтээлч слайдууд</a:t>
            </a:r>
            <a:endParaRPr/>
          </a:p>
        </p:txBody>
      </p:sp>
      <p:sp>
        <p:nvSpPr>
          <p:cNvPr id="36" name="Google Shape;36;p3"/>
          <p:cNvSpPr txBox="1"/>
          <p:nvPr/>
        </p:nvSpPr>
        <p:spPr>
          <a:xfrm>
            <a:off x="12705109" y="5430261"/>
            <a:ext cx="45543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2799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Бүтээлч слайдууд</a:t>
            </a:r>
            <a:endParaRPr/>
          </a:p>
        </p:txBody>
      </p:sp>
      <p:sp>
        <p:nvSpPr>
          <p:cNvPr id="37" name="Google Shape;37;p3"/>
          <p:cNvSpPr txBox="1"/>
          <p:nvPr/>
        </p:nvSpPr>
        <p:spPr>
          <a:xfrm>
            <a:off x="12705109" y="5881847"/>
            <a:ext cx="45543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2799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Бүтээлч слайдууд</a:t>
            </a:r>
            <a:endParaRPr/>
          </a:p>
        </p:txBody>
      </p:sp>
      <p:sp>
        <p:nvSpPr>
          <p:cNvPr id="38" name="Google Shape;38;p3"/>
          <p:cNvSpPr txBox="1"/>
          <p:nvPr/>
        </p:nvSpPr>
        <p:spPr>
          <a:xfrm>
            <a:off x="12705109" y="6333433"/>
            <a:ext cx="45543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2799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Бүтээлч слайдууд</a:t>
            </a:r>
            <a:endParaRPr/>
          </a:p>
        </p:txBody>
      </p:sp>
      <p:sp>
        <p:nvSpPr>
          <p:cNvPr id="39" name="Google Shape;39;p3"/>
          <p:cNvSpPr txBox="1"/>
          <p:nvPr/>
        </p:nvSpPr>
        <p:spPr>
          <a:xfrm>
            <a:off x="12705109" y="6785019"/>
            <a:ext cx="45543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2799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Бүтээлч слайдууд</a:t>
            </a:r>
            <a:endParaRPr/>
          </a:p>
        </p:txBody>
      </p:sp>
      <p:sp>
        <p:nvSpPr>
          <p:cNvPr id="40" name="Google Shape;40;p3"/>
          <p:cNvSpPr txBox="1"/>
          <p:nvPr/>
        </p:nvSpPr>
        <p:spPr>
          <a:xfrm>
            <a:off x="12705109" y="7236605"/>
            <a:ext cx="45543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2799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Бүтээлч слайдууд</a:t>
            </a:r>
            <a:endParaRPr/>
          </a:p>
        </p:txBody>
      </p:sp>
      <p:sp>
        <p:nvSpPr>
          <p:cNvPr id="41" name="Google Shape;41;p3"/>
          <p:cNvSpPr txBox="1"/>
          <p:nvPr/>
        </p:nvSpPr>
        <p:spPr>
          <a:xfrm>
            <a:off x="1028700" y="5190765"/>
            <a:ext cx="18375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2799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Graphican</a:t>
            </a:r>
            <a:endParaRPr/>
          </a:p>
        </p:txBody>
      </p:sp>
      <p:sp>
        <p:nvSpPr>
          <p:cNvPr id="42" name="Google Shape;42;p3"/>
          <p:cNvSpPr txBox="1"/>
          <p:nvPr/>
        </p:nvSpPr>
        <p:spPr>
          <a:xfrm>
            <a:off x="1028700" y="5614945"/>
            <a:ext cx="18375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2799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Graphican</a:t>
            </a:r>
            <a:endParaRPr/>
          </a:p>
        </p:txBody>
      </p:sp>
      <p:sp>
        <p:nvSpPr>
          <p:cNvPr id="43" name="Google Shape;43;p3"/>
          <p:cNvSpPr txBox="1"/>
          <p:nvPr/>
        </p:nvSpPr>
        <p:spPr>
          <a:xfrm>
            <a:off x="1028700" y="6039125"/>
            <a:ext cx="18375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2799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Graphican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1028700" y="6463305"/>
            <a:ext cx="18375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2799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Graphican</a:t>
            </a:r>
            <a:endParaRPr/>
          </a:p>
        </p:txBody>
      </p:sp>
      <p:sp>
        <p:nvSpPr>
          <p:cNvPr id="45" name="Google Shape;45;p3"/>
          <p:cNvSpPr txBox="1"/>
          <p:nvPr/>
        </p:nvSpPr>
        <p:spPr>
          <a:xfrm>
            <a:off x="1028700" y="6887485"/>
            <a:ext cx="18375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2799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Graphican</a:t>
            </a:r>
            <a:endParaRPr/>
          </a:p>
        </p:txBody>
      </p:sp>
      <p:sp>
        <p:nvSpPr>
          <p:cNvPr id="46" name="Google Shape;46;p3"/>
          <p:cNvSpPr txBox="1"/>
          <p:nvPr/>
        </p:nvSpPr>
        <p:spPr>
          <a:xfrm>
            <a:off x="1028700" y="7311665"/>
            <a:ext cx="18375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2799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Graphican</a:t>
            </a:r>
            <a:endParaRPr/>
          </a:p>
        </p:txBody>
      </p:sp>
      <p:sp>
        <p:nvSpPr>
          <p:cNvPr id="47" name="Google Shape;47;p3"/>
          <p:cNvSpPr txBox="1"/>
          <p:nvPr/>
        </p:nvSpPr>
        <p:spPr>
          <a:xfrm>
            <a:off x="1028700" y="7735845"/>
            <a:ext cx="18375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2799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Graphican</a:t>
            </a:r>
            <a:endParaRPr/>
          </a:p>
        </p:txBody>
      </p:sp>
      <p:sp>
        <p:nvSpPr>
          <p:cNvPr id="48" name="Google Shape;48;p3"/>
          <p:cNvSpPr txBox="1"/>
          <p:nvPr/>
        </p:nvSpPr>
        <p:spPr>
          <a:xfrm>
            <a:off x="1028700" y="8160025"/>
            <a:ext cx="18375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2799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Graphican</a:t>
            </a:r>
            <a:endParaRPr/>
          </a:p>
        </p:txBody>
      </p:sp>
      <p:sp>
        <p:nvSpPr>
          <p:cNvPr id="49" name="Google Shape;49;p3"/>
          <p:cNvSpPr txBox="1"/>
          <p:nvPr/>
        </p:nvSpPr>
        <p:spPr>
          <a:xfrm>
            <a:off x="1028700" y="8584205"/>
            <a:ext cx="18375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2799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Graphican</a:t>
            </a:r>
            <a:endParaRPr/>
          </a:p>
        </p:txBody>
      </p:sp>
      <p:sp>
        <p:nvSpPr>
          <p:cNvPr id="50" name="Google Shape;50;p3"/>
          <p:cNvSpPr txBox="1"/>
          <p:nvPr/>
        </p:nvSpPr>
        <p:spPr>
          <a:xfrm>
            <a:off x="1028700" y="9008385"/>
            <a:ext cx="18375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2799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Graphican</a:t>
            </a:r>
            <a:endParaRPr/>
          </a:p>
        </p:txBody>
      </p:sp>
      <p:sp>
        <p:nvSpPr>
          <p:cNvPr id="51" name="Google Shape;51;p3"/>
          <p:cNvSpPr txBox="1"/>
          <p:nvPr/>
        </p:nvSpPr>
        <p:spPr>
          <a:xfrm>
            <a:off x="12705109" y="7689360"/>
            <a:ext cx="45543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2799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Бүтээлч слайдууд</a:t>
            </a:r>
            <a:endParaRPr/>
          </a:p>
        </p:txBody>
      </p:sp>
      <p:sp>
        <p:nvSpPr>
          <p:cNvPr id="52" name="Google Shape;52;p3"/>
          <p:cNvSpPr txBox="1"/>
          <p:nvPr/>
        </p:nvSpPr>
        <p:spPr>
          <a:xfrm>
            <a:off x="12705109" y="8140946"/>
            <a:ext cx="45543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2799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Бүтээлч слайдууд</a:t>
            </a:r>
            <a:endParaRPr/>
          </a:p>
        </p:txBody>
      </p:sp>
      <p:sp>
        <p:nvSpPr>
          <p:cNvPr id="53" name="Google Shape;53;p3"/>
          <p:cNvSpPr txBox="1"/>
          <p:nvPr/>
        </p:nvSpPr>
        <p:spPr>
          <a:xfrm>
            <a:off x="12705109" y="8592532"/>
            <a:ext cx="45543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2799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Бүтээлч слайдууд</a:t>
            </a:r>
            <a:endParaRPr/>
          </a:p>
        </p:txBody>
      </p:sp>
      <p:sp>
        <p:nvSpPr>
          <p:cNvPr id="54" name="Google Shape;54;p3"/>
          <p:cNvSpPr/>
          <p:nvPr/>
        </p:nvSpPr>
        <p:spPr>
          <a:xfrm flipH="1">
            <a:off x="2866281" y="0"/>
            <a:ext cx="12146331" cy="11193853"/>
          </a:xfrm>
          <a:custGeom>
            <a:rect b="b" l="l" r="r" t="t"/>
            <a:pathLst>
              <a:path extrusionOk="0" h="11193853" w="12146331">
                <a:moveTo>
                  <a:pt x="12146331" y="0"/>
                </a:moveTo>
                <a:lnTo>
                  <a:pt x="0" y="0"/>
                </a:lnTo>
                <a:lnTo>
                  <a:pt x="0" y="11193853"/>
                </a:lnTo>
                <a:lnTo>
                  <a:pt x="12146331" y="11193853"/>
                </a:lnTo>
                <a:lnTo>
                  <a:pt x="12146331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-38239" r="0" t="0"/>
            </a:stretch>
          </a:blipFill>
          <a:ln>
            <a:noFill/>
          </a:ln>
        </p:spPr>
      </p:sp>
      <p:sp>
        <p:nvSpPr>
          <p:cNvPr id="55" name="Google Shape;55;p3"/>
          <p:cNvSpPr/>
          <p:nvPr/>
        </p:nvSpPr>
        <p:spPr>
          <a:xfrm>
            <a:off x="5699104" y="3571600"/>
            <a:ext cx="6480660" cy="2859349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0" i="0">
                <a:ln cap="flat" cmpd="sng" w="76200">
                  <a:solidFill>
                    <a:srgbClr val="8ACE03"/>
                  </a:solidFill>
                  <a:prstDash val="solid"/>
                  <a:round/>
                  <a:headEnd len="sm" w="sm" type="none"/>
                  <a:tailEnd len="sm" w="sm" type="none"/>
                </a:ln>
                <a:solidFill>
                  <a:schemeClr val="dk1"/>
                </a:solidFill>
                <a:latin typeface="Arial"/>
              </a:rPr>
              <a:t>brat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 2">
  <p:cSld name="CUSTOM_1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58" name="Google Shape;58;p4"/>
          <p:cNvGrpSpPr/>
          <p:nvPr/>
        </p:nvGrpSpPr>
        <p:grpSpPr>
          <a:xfrm rot="-1717495">
            <a:off x="-703321" y="246059"/>
            <a:ext cx="4317187" cy="4114819"/>
            <a:chOff x="0" y="0"/>
            <a:chExt cx="812800" cy="774700"/>
          </a:xfrm>
        </p:grpSpPr>
        <p:sp>
          <p:nvSpPr>
            <p:cNvPr id="59" name="Google Shape;59;p4"/>
            <p:cNvSpPr/>
            <p:nvPr/>
          </p:nvSpPr>
          <p:spPr>
            <a:xfrm>
              <a:off x="0" y="0"/>
              <a:ext cx="812800" cy="774700"/>
            </a:xfrm>
            <a:custGeom>
              <a:rect b="b" l="l" r="r" t="t"/>
              <a:pathLst>
                <a:path extrusionOk="0" h="774700" w="812800">
                  <a:moveTo>
                    <a:pt x="406400" y="0"/>
                  </a:moveTo>
                  <a:lnTo>
                    <a:pt x="502338" y="295909"/>
                  </a:lnTo>
                  <a:lnTo>
                    <a:pt x="812800" y="295909"/>
                  </a:lnTo>
                  <a:lnTo>
                    <a:pt x="561631" y="478791"/>
                  </a:lnTo>
                  <a:lnTo>
                    <a:pt x="657569" y="774700"/>
                  </a:lnTo>
                  <a:lnTo>
                    <a:pt x="406400" y="591819"/>
                  </a:lnTo>
                  <a:lnTo>
                    <a:pt x="155231" y="774700"/>
                  </a:lnTo>
                  <a:lnTo>
                    <a:pt x="251169" y="478791"/>
                  </a:lnTo>
                  <a:lnTo>
                    <a:pt x="0" y="295909"/>
                  </a:lnTo>
                  <a:lnTo>
                    <a:pt x="310462" y="295909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8ACE03"/>
            </a:solidFill>
            <a:ln>
              <a:noFill/>
            </a:ln>
          </p:spPr>
        </p:sp>
        <p:sp>
          <p:nvSpPr>
            <p:cNvPr id="60" name="Google Shape;60;p4"/>
            <p:cNvSpPr txBox="1"/>
            <p:nvPr/>
          </p:nvSpPr>
          <p:spPr>
            <a:xfrm>
              <a:off x="228600" y="228600"/>
              <a:ext cx="355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61" name="Google Shape;61;p4"/>
          <p:cNvSpPr/>
          <p:nvPr/>
        </p:nvSpPr>
        <p:spPr>
          <a:xfrm>
            <a:off x="-94957" y="-207093"/>
            <a:ext cx="10253332" cy="10701187"/>
          </a:xfrm>
          <a:custGeom>
            <a:rect b="b" l="l" r="r" t="t"/>
            <a:pathLst>
              <a:path extrusionOk="0" h="10701187" w="10253332">
                <a:moveTo>
                  <a:pt x="0" y="0"/>
                </a:moveTo>
                <a:lnTo>
                  <a:pt x="10253332" y="0"/>
                </a:lnTo>
                <a:lnTo>
                  <a:pt x="10253332" y="10701186"/>
                </a:lnTo>
                <a:lnTo>
                  <a:pt x="0" y="1070118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-62248" r="-16268" t="-14028"/>
            </a:stretch>
          </a:blipFill>
          <a:ln>
            <a:noFill/>
          </a:ln>
        </p:spPr>
      </p:sp>
      <p:grpSp>
        <p:nvGrpSpPr>
          <p:cNvPr id="62" name="Google Shape;62;p4"/>
          <p:cNvGrpSpPr/>
          <p:nvPr/>
        </p:nvGrpSpPr>
        <p:grpSpPr>
          <a:xfrm rot="1204684">
            <a:off x="6502883" y="-652397"/>
            <a:ext cx="3268246" cy="3115047"/>
            <a:chOff x="0" y="0"/>
            <a:chExt cx="812800" cy="774700"/>
          </a:xfrm>
        </p:grpSpPr>
        <p:sp>
          <p:nvSpPr>
            <p:cNvPr id="63" name="Google Shape;63;p4"/>
            <p:cNvSpPr/>
            <p:nvPr/>
          </p:nvSpPr>
          <p:spPr>
            <a:xfrm>
              <a:off x="0" y="0"/>
              <a:ext cx="812800" cy="774700"/>
            </a:xfrm>
            <a:custGeom>
              <a:rect b="b" l="l" r="r" t="t"/>
              <a:pathLst>
                <a:path extrusionOk="0" h="774700" w="812800">
                  <a:moveTo>
                    <a:pt x="406400" y="0"/>
                  </a:moveTo>
                  <a:lnTo>
                    <a:pt x="502338" y="295909"/>
                  </a:lnTo>
                  <a:lnTo>
                    <a:pt x="812800" y="295909"/>
                  </a:lnTo>
                  <a:lnTo>
                    <a:pt x="561631" y="478791"/>
                  </a:lnTo>
                  <a:lnTo>
                    <a:pt x="657569" y="774700"/>
                  </a:lnTo>
                  <a:lnTo>
                    <a:pt x="406400" y="591819"/>
                  </a:lnTo>
                  <a:lnTo>
                    <a:pt x="155231" y="774700"/>
                  </a:lnTo>
                  <a:lnTo>
                    <a:pt x="251169" y="478791"/>
                  </a:lnTo>
                  <a:lnTo>
                    <a:pt x="0" y="295909"/>
                  </a:lnTo>
                  <a:lnTo>
                    <a:pt x="310462" y="295909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8ACE03"/>
            </a:solidFill>
            <a:ln>
              <a:noFill/>
            </a:ln>
          </p:spPr>
        </p:sp>
        <p:sp>
          <p:nvSpPr>
            <p:cNvPr id="64" name="Google Shape;64;p4"/>
            <p:cNvSpPr txBox="1"/>
            <p:nvPr/>
          </p:nvSpPr>
          <p:spPr>
            <a:xfrm>
              <a:off x="228600" y="228600"/>
              <a:ext cx="355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5" name="Google Shape;65;p4"/>
          <p:cNvGrpSpPr/>
          <p:nvPr/>
        </p:nvGrpSpPr>
        <p:grpSpPr>
          <a:xfrm rot="-526258">
            <a:off x="10985940" y="-169915"/>
            <a:ext cx="2255809" cy="2150068"/>
            <a:chOff x="0" y="0"/>
            <a:chExt cx="812800" cy="774700"/>
          </a:xfrm>
        </p:grpSpPr>
        <p:sp>
          <p:nvSpPr>
            <p:cNvPr id="66" name="Google Shape;66;p4"/>
            <p:cNvSpPr/>
            <p:nvPr/>
          </p:nvSpPr>
          <p:spPr>
            <a:xfrm>
              <a:off x="0" y="0"/>
              <a:ext cx="812800" cy="774700"/>
            </a:xfrm>
            <a:custGeom>
              <a:rect b="b" l="l" r="r" t="t"/>
              <a:pathLst>
                <a:path extrusionOk="0" h="774700" w="812800">
                  <a:moveTo>
                    <a:pt x="406400" y="0"/>
                  </a:moveTo>
                  <a:lnTo>
                    <a:pt x="502338" y="295909"/>
                  </a:lnTo>
                  <a:lnTo>
                    <a:pt x="812800" y="295909"/>
                  </a:lnTo>
                  <a:lnTo>
                    <a:pt x="561631" y="478791"/>
                  </a:lnTo>
                  <a:lnTo>
                    <a:pt x="657569" y="774700"/>
                  </a:lnTo>
                  <a:lnTo>
                    <a:pt x="406400" y="591819"/>
                  </a:lnTo>
                  <a:lnTo>
                    <a:pt x="155231" y="774700"/>
                  </a:lnTo>
                  <a:lnTo>
                    <a:pt x="251169" y="478791"/>
                  </a:lnTo>
                  <a:lnTo>
                    <a:pt x="0" y="295909"/>
                  </a:lnTo>
                  <a:lnTo>
                    <a:pt x="310462" y="295909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8ACE03"/>
            </a:solidFill>
            <a:ln>
              <a:noFill/>
            </a:ln>
          </p:spPr>
        </p:sp>
        <p:sp>
          <p:nvSpPr>
            <p:cNvPr id="67" name="Google Shape;67;p4"/>
            <p:cNvSpPr txBox="1"/>
            <p:nvPr/>
          </p:nvSpPr>
          <p:spPr>
            <a:xfrm>
              <a:off x="228600" y="228600"/>
              <a:ext cx="355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8" name="Google Shape;68;p4"/>
          <p:cNvGrpSpPr/>
          <p:nvPr/>
        </p:nvGrpSpPr>
        <p:grpSpPr>
          <a:xfrm rot="1269121">
            <a:off x="14295727" y="292317"/>
            <a:ext cx="1970936" cy="1878549"/>
            <a:chOff x="0" y="0"/>
            <a:chExt cx="812800" cy="774700"/>
          </a:xfrm>
        </p:grpSpPr>
        <p:sp>
          <p:nvSpPr>
            <p:cNvPr id="69" name="Google Shape;69;p4"/>
            <p:cNvSpPr/>
            <p:nvPr/>
          </p:nvSpPr>
          <p:spPr>
            <a:xfrm>
              <a:off x="0" y="0"/>
              <a:ext cx="812800" cy="774700"/>
            </a:xfrm>
            <a:custGeom>
              <a:rect b="b" l="l" r="r" t="t"/>
              <a:pathLst>
                <a:path extrusionOk="0" h="774700" w="812800">
                  <a:moveTo>
                    <a:pt x="406400" y="0"/>
                  </a:moveTo>
                  <a:lnTo>
                    <a:pt x="502338" y="295909"/>
                  </a:lnTo>
                  <a:lnTo>
                    <a:pt x="812800" y="295909"/>
                  </a:lnTo>
                  <a:lnTo>
                    <a:pt x="561631" y="478791"/>
                  </a:lnTo>
                  <a:lnTo>
                    <a:pt x="657569" y="774700"/>
                  </a:lnTo>
                  <a:lnTo>
                    <a:pt x="406400" y="591819"/>
                  </a:lnTo>
                  <a:lnTo>
                    <a:pt x="155231" y="774700"/>
                  </a:lnTo>
                  <a:lnTo>
                    <a:pt x="251169" y="478791"/>
                  </a:lnTo>
                  <a:lnTo>
                    <a:pt x="0" y="295909"/>
                  </a:lnTo>
                  <a:lnTo>
                    <a:pt x="310462" y="295909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8ACE03"/>
            </a:solidFill>
            <a:ln>
              <a:noFill/>
            </a:ln>
          </p:spPr>
        </p:sp>
        <p:sp>
          <p:nvSpPr>
            <p:cNvPr id="70" name="Google Shape;70;p4"/>
            <p:cNvSpPr txBox="1"/>
            <p:nvPr/>
          </p:nvSpPr>
          <p:spPr>
            <a:xfrm>
              <a:off x="228600" y="228600"/>
              <a:ext cx="355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1" name="Google Shape;71;p4"/>
          <p:cNvGrpSpPr/>
          <p:nvPr/>
        </p:nvGrpSpPr>
        <p:grpSpPr>
          <a:xfrm rot="-440593">
            <a:off x="16951933" y="2019063"/>
            <a:ext cx="1432114" cy="1364983"/>
            <a:chOff x="0" y="0"/>
            <a:chExt cx="812800" cy="774700"/>
          </a:xfrm>
        </p:grpSpPr>
        <p:sp>
          <p:nvSpPr>
            <p:cNvPr id="72" name="Google Shape;72;p4"/>
            <p:cNvSpPr/>
            <p:nvPr/>
          </p:nvSpPr>
          <p:spPr>
            <a:xfrm>
              <a:off x="0" y="0"/>
              <a:ext cx="812800" cy="774700"/>
            </a:xfrm>
            <a:custGeom>
              <a:rect b="b" l="l" r="r" t="t"/>
              <a:pathLst>
                <a:path extrusionOk="0" h="774700" w="812800">
                  <a:moveTo>
                    <a:pt x="406400" y="0"/>
                  </a:moveTo>
                  <a:lnTo>
                    <a:pt x="502338" y="295909"/>
                  </a:lnTo>
                  <a:lnTo>
                    <a:pt x="812800" y="295909"/>
                  </a:lnTo>
                  <a:lnTo>
                    <a:pt x="561631" y="478791"/>
                  </a:lnTo>
                  <a:lnTo>
                    <a:pt x="657569" y="774700"/>
                  </a:lnTo>
                  <a:lnTo>
                    <a:pt x="406400" y="591819"/>
                  </a:lnTo>
                  <a:lnTo>
                    <a:pt x="155231" y="774700"/>
                  </a:lnTo>
                  <a:lnTo>
                    <a:pt x="251169" y="478791"/>
                  </a:lnTo>
                  <a:lnTo>
                    <a:pt x="0" y="295909"/>
                  </a:lnTo>
                  <a:lnTo>
                    <a:pt x="310462" y="295909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8ACE03"/>
            </a:solidFill>
            <a:ln>
              <a:noFill/>
            </a:ln>
          </p:spPr>
        </p:sp>
        <p:sp>
          <p:nvSpPr>
            <p:cNvPr id="73" name="Google Shape;73;p4"/>
            <p:cNvSpPr txBox="1"/>
            <p:nvPr/>
          </p:nvSpPr>
          <p:spPr>
            <a:xfrm>
              <a:off x="228600" y="228600"/>
              <a:ext cx="355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 3">
  <p:cSld name="CUSTOM_2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5"/>
          <p:cNvSpPr/>
          <p:nvPr/>
        </p:nvSpPr>
        <p:spPr>
          <a:xfrm>
            <a:off x="9492729" y="478467"/>
            <a:ext cx="13456284" cy="9786825"/>
          </a:xfrm>
          <a:custGeom>
            <a:rect b="b" l="l" r="r" t="t"/>
            <a:pathLst>
              <a:path extrusionOk="0" h="9786825" w="13456284">
                <a:moveTo>
                  <a:pt x="0" y="0"/>
                </a:moveTo>
                <a:lnTo>
                  <a:pt x="13456285" y="0"/>
                </a:lnTo>
                <a:lnTo>
                  <a:pt x="13456285" y="9786825"/>
                </a:lnTo>
                <a:lnTo>
                  <a:pt x="0" y="97868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-29589" r="0" t="0"/>
            </a:stretch>
          </a:blipFill>
          <a:ln>
            <a:noFill/>
          </a:ln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 4">
  <p:cSld name="CUSTOM_3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6"/>
          <p:cNvSpPr/>
          <p:nvPr/>
        </p:nvSpPr>
        <p:spPr>
          <a:xfrm>
            <a:off x="16002000" y="7809353"/>
            <a:ext cx="3429000" cy="3429000"/>
          </a:xfrm>
          <a:custGeom>
            <a:rect b="b" l="l" r="r" t="t"/>
            <a:pathLst>
              <a:path extrusionOk="0" h="6350000" w="6350000">
                <a:moveTo>
                  <a:pt x="1587500" y="1587500"/>
                </a:moveTo>
                <a:lnTo>
                  <a:pt x="0" y="1587500"/>
                </a:lnTo>
                <a:lnTo>
                  <a:pt x="0" y="0"/>
                </a:lnTo>
                <a:lnTo>
                  <a:pt x="1587500" y="0"/>
                </a:lnTo>
                <a:lnTo>
                  <a:pt x="1587500" y="1587500"/>
                </a:lnTo>
                <a:close/>
                <a:moveTo>
                  <a:pt x="4762500" y="0"/>
                </a:moveTo>
                <a:lnTo>
                  <a:pt x="3175000" y="0"/>
                </a:lnTo>
                <a:lnTo>
                  <a:pt x="3175000" y="1587500"/>
                </a:lnTo>
                <a:lnTo>
                  <a:pt x="4762500" y="1587500"/>
                </a:lnTo>
                <a:lnTo>
                  <a:pt x="4762500" y="0"/>
                </a:lnTo>
                <a:close/>
                <a:moveTo>
                  <a:pt x="3175000" y="1587500"/>
                </a:moveTo>
                <a:lnTo>
                  <a:pt x="1587500" y="1587500"/>
                </a:lnTo>
                <a:lnTo>
                  <a:pt x="1587500" y="3175000"/>
                </a:lnTo>
                <a:lnTo>
                  <a:pt x="3175000" y="3175000"/>
                </a:lnTo>
                <a:lnTo>
                  <a:pt x="3175000" y="1587500"/>
                </a:lnTo>
                <a:close/>
                <a:moveTo>
                  <a:pt x="6350000" y="1587500"/>
                </a:moveTo>
                <a:lnTo>
                  <a:pt x="4762500" y="1587500"/>
                </a:lnTo>
                <a:lnTo>
                  <a:pt x="4762500" y="3175000"/>
                </a:lnTo>
                <a:lnTo>
                  <a:pt x="6350000" y="3175000"/>
                </a:lnTo>
                <a:lnTo>
                  <a:pt x="6350000" y="1587500"/>
                </a:lnTo>
                <a:close/>
                <a:moveTo>
                  <a:pt x="1587500" y="3175000"/>
                </a:moveTo>
                <a:lnTo>
                  <a:pt x="0" y="3175000"/>
                </a:lnTo>
                <a:lnTo>
                  <a:pt x="0" y="4762500"/>
                </a:lnTo>
                <a:lnTo>
                  <a:pt x="1587500" y="4762500"/>
                </a:lnTo>
                <a:lnTo>
                  <a:pt x="1587500" y="3175000"/>
                </a:lnTo>
                <a:close/>
                <a:moveTo>
                  <a:pt x="4762500" y="3175000"/>
                </a:moveTo>
                <a:lnTo>
                  <a:pt x="3175000" y="3175000"/>
                </a:lnTo>
                <a:lnTo>
                  <a:pt x="3175000" y="4762500"/>
                </a:lnTo>
                <a:lnTo>
                  <a:pt x="4762500" y="4762500"/>
                </a:lnTo>
                <a:lnTo>
                  <a:pt x="4762500" y="3175000"/>
                </a:lnTo>
                <a:close/>
                <a:moveTo>
                  <a:pt x="3175000" y="4762500"/>
                </a:moveTo>
                <a:lnTo>
                  <a:pt x="1587500" y="4762500"/>
                </a:lnTo>
                <a:lnTo>
                  <a:pt x="1587500" y="6350000"/>
                </a:lnTo>
                <a:lnTo>
                  <a:pt x="3175000" y="6350000"/>
                </a:lnTo>
                <a:lnTo>
                  <a:pt x="3175000" y="4762500"/>
                </a:lnTo>
                <a:close/>
                <a:moveTo>
                  <a:pt x="6350000" y="4762500"/>
                </a:moveTo>
                <a:lnTo>
                  <a:pt x="4762500" y="4762500"/>
                </a:lnTo>
                <a:lnTo>
                  <a:pt x="4762500" y="6350000"/>
                </a:lnTo>
                <a:lnTo>
                  <a:pt x="6350000" y="6350000"/>
                </a:lnTo>
                <a:lnTo>
                  <a:pt x="6350000" y="4762500"/>
                </a:lnTo>
                <a:close/>
              </a:path>
            </a:pathLst>
          </a:custGeom>
          <a:solidFill>
            <a:srgbClr val="8ACE03"/>
          </a:solidFill>
          <a:ln>
            <a:noFill/>
          </a:ln>
        </p:spPr>
      </p:sp>
      <p:sp>
        <p:nvSpPr>
          <p:cNvPr id="80" name="Google Shape;80;p6"/>
          <p:cNvSpPr/>
          <p:nvPr/>
        </p:nvSpPr>
        <p:spPr>
          <a:xfrm>
            <a:off x="12573000" y="7809353"/>
            <a:ext cx="3429000" cy="3429000"/>
          </a:xfrm>
          <a:custGeom>
            <a:rect b="b" l="l" r="r" t="t"/>
            <a:pathLst>
              <a:path extrusionOk="0" h="6350000" w="6350000">
                <a:moveTo>
                  <a:pt x="1587500" y="1587500"/>
                </a:moveTo>
                <a:lnTo>
                  <a:pt x="0" y="1587500"/>
                </a:lnTo>
                <a:lnTo>
                  <a:pt x="0" y="0"/>
                </a:lnTo>
                <a:lnTo>
                  <a:pt x="1587500" y="0"/>
                </a:lnTo>
                <a:lnTo>
                  <a:pt x="1587500" y="1587500"/>
                </a:lnTo>
                <a:close/>
                <a:moveTo>
                  <a:pt x="4762500" y="0"/>
                </a:moveTo>
                <a:lnTo>
                  <a:pt x="3175000" y="0"/>
                </a:lnTo>
                <a:lnTo>
                  <a:pt x="3175000" y="1587500"/>
                </a:lnTo>
                <a:lnTo>
                  <a:pt x="4762500" y="1587500"/>
                </a:lnTo>
                <a:lnTo>
                  <a:pt x="4762500" y="0"/>
                </a:lnTo>
                <a:close/>
                <a:moveTo>
                  <a:pt x="3175000" y="1587500"/>
                </a:moveTo>
                <a:lnTo>
                  <a:pt x="1587500" y="1587500"/>
                </a:lnTo>
                <a:lnTo>
                  <a:pt x="1587500" y="3175000"/>
                </a:lnTo>
                <a:lnTo>
                  <a:pt x="3175000" y="3175000"/>
                </a:lnTo>
                <a:lnTo>
                  <a:pt x="3175000" y="1587500"/>
                </a:lnTo>
                <a:close/>
                <a:moveTo>
                  <a:pt x="6350000" y="1587500"/>
                </a:moveTo>
                <a:lnTo>
                  <a:pt x="4762500" y="1587500"/>
                </a:lnTo>
                <a:lnTo>
                  <a:pt x="4762500" y="3175000"/>
                </a:lnTo>
                <a:lnTo>
                  <a:pt x="6350000" y="3175000"/>
                </a:lnTo>
                <a:lnTo>
                  <a:pt x="6350000" y="1587500"/>
                </a:lnTo>
                <a:close/>
                <a:moveTo>
                  <a:pt x="1587500" y="3175000"/>
                </a:moveTo>
                <a:lnTo>
                  <a:pt x="0" y="3175000"/>
                </a:lnTo>
                <a:lnTo>
                  <a:pt x="0" y="4762500"/>
                </a:lnTo>
                <a:lnTo>
                  <a:pt x="1587500" y="4762500"/>
                </a:lnTo>
                <a:lnTo>
                  <a:pt x="1587500" y="3175000"/>
                </a:lnTo>
                <a:close/>
                <a:moveTo>
                  <a:pt x="4762500" y="3175000"/>
                </a:moveTo>
                <a:lnTo>
                  <a:pt x="3175000" y="3175000"/>
                </a:lnTo>
                <a:lnTo>
                  <a:pt x="3175000" y="4762500"/>
                </a:lnTo>
                <a:lnTo>
                  <a:pt x="4762500" y="4762500"/>
                </a:lnTo>
                <a:lnTo>
                  <a:pt x="4762500" y="3175000"/>
                </a:lnTo>
                <a:close/>
                <a:moveTo>
                  <a:pt x="3175000" y="4762500"/>
                </a:moveTo>
                <a:lnTo>
                  <a:pt x="1587500" y="4762500"/>
                </a:lnTo>
                <a:lnTo>
                  <a:pt x="1587500" y="6350000"/>
                </a:lnTo>
                <a:lnTo>
                  <a:pt x="3175000" y="6350000"/>
                </a:lnTo>
                <a:lnTo>
                  <a:pt x="3175000" y="4762500"/>
                </a:lnTo>
                <a:close/>
                <a:moveTo>
                  <a:pt x="6350000" y="4762500"/>
                </a:moveTo>
                <a:lnTo>
                  <a:pt x="4762500" y="4762500"/>
                </a:lnTo>
                <a:lnTo>
                  <a:pt x="4762500" y="6350000"/>
                </a:lnTo>
                <a:lnTo>
                  <a:pt x="6350000" y="6350000"/>
                </a:lnTo>
                <a:lnTo>
                  <a:pt x="6350000" y="4762500"/>
                </a:lnTo>
                <a:close/>
              </a:path>
            </a:pathLst>
          </a:custGeom>
          <a:solidFill>
            <a:srgbClr val="8ACE03"/>
          </a:solidFill>
          <a:ln>
            <a:noFill/>
          </a:ln>
        </p:spPr>
      </p:sp>
      <p:sp>
        <p:nvSpPr>
          <p:cNvPr id="81" name="Google Shape;81;p6"/>
          <p:cNvSpPr/>
          <p:nvPr/>
        </p:nvSpPr>
        <p:spPr>
          <a:xfrm>
            <a:off x="9144000" y="7809353"/>
            <a:ext cx="3429000" cy="3429000"/>
          </a:xfrm>
          <a:custGeom>
            <a:rect b="b" l="l" r="r" t="t"/>
            <a:pathLst>
              <a:path extrusionOk="0" h="6350000" w="6350000">
                <a:moveTo>
                  <a:pt x="1587500" y="1587500"/>
                </a:moveTo>
                <a:lnTo>
                  <a:pt x="0" y="1587500"/>
                </a:lnTo>
                <a:lnTo>
                  <a:pt x="0" y="0"/>
                </a:lnTo>
                <a:lnTo>
                  <a:pt x="1587500" y="0"/>
                </a:lnTo>
                <a:lnTo>
                  <a:pt x="1587500" y="1587500"/>
                </a:lnTo>
                <a:close/>
                <a:moveTo>
                  <a:pt x="4762500" y="0"/>
                </a:moveTo>
                <a:lnTo>
                  <a:pt x="3175000" y="0"/>
                </a:lnTo>
                <a:lnTo>
                  <a:pt x="3175000" y="1587500"/>
                </a:lnTo>
                <a:lnTo>
                  <a:pt x="4762500" y="1587500"/>
                </a:lnTo>
                <a:lnTo>
                  <a:pt x="4762500" y="0"/>
                </a:lnTo>
                <a:close/>
                <a:moveTo>
                  <a:pt x="3175000" y="1587500"/>
                </a:moveTo>
                <a:lnTo>
                  <a:pt x="1587500" y="1587500"/>
                </a:lnTo>
                <a:lnTo>
                  <a:pt x="1587500" y="3175000"/>
                </a:lnTo>
                <a:lnTo>
                  <a:pt x="3175000" y="3175000"/>
                </a:lnTo>
                <a:lnTo>
                  <a:pt x="3175000" y="1587500"/>
                </a:lnTo>
                <a:close/>
                <a:moveTo>
                  <a:pt x="6350000" y="1587500"/>
                </a:moveTo>
                <a:lnTo>
                  <a:pt x="4762500" y="1587500"/>
                </a:lnTo>
                <a:lnTo>
                  <a:pt x="4762500" y="3175000"/>
                </a:lnTo>
                <a:lnTo>
                  <a:pt x="6350000" y="3175000"/>
                </a:lnTo>
                <a:lnTo>
                  <a:pt x="6350000" y="1587500"/>
                </a:lnTo>
                <a:close/>
                <a:moveTo>
                  <a:pt x="1587500" y="3175000"/>
                </a:moveTo>
                <a:lnTo>
                  <a:pt x="0" y="3175000"/>
                </a:lnTo>
                <a:lnTo>
                  <a:pt x="0" y="4762500"/>
                </a:lnTo>
                <a:lnTo>
                  <a:pt x="1587500" y="4762500"/>
                </a:lnTo>
                <a:lnTo>
                  <a:pt x="1587500" y="3175000"/>
                </a:lnTo>
                <a:close/>
                <a:moveTo>
                  <a:pt x="4762500" y="3175000"/>
                </a:moveTo>
                <a:lnTo>
                  <a:pt x="3175000" y="3175000"/>
                </a:lnTo>
                <a:lnTo>
                  <a:pt x="3175000" y="4762500"/>
                </a:lnTo>
                <a:lnTo>
                  <a:pt x="4762500" y="4762500"/>
                </a:lnTo>
                <a:lnTo>
                  <a:pt x="4762500" y="3175000"/>
                </a:lnTo>
                <a:close/>
                <a:moveTo>
                  <a:pt x="3175000" y="4762500"/>
                </a:moveTo>
                <a:lnTo>
                  <a:pt x="1587500" y="4762500"/>
                </a:lnTo>
                <a:lnTo>
                  <a:pt x="1587500" y="6350000"/>
                </a:lnTo>
                <a:lnTo>
                  <a:pt x="3175000" y="6350000"/>
                </a:lnTo>
                <a:lnTo>
                  <a:pt x="3175000" y="4762500"/>
                </a:lnTo>
                <a:close/>
                <a:moveTo>
                  <a:pt x="6350000" y="4762500"/>
                </a:moveTo>
                <a:lnTo>
                  <a:pt x="4762500" y="4762500"/>
                </a:lnTo>
                <a:lnTo>
                  <a:pt x="4762500" y="6350000"/>
                </a:lnTo>
                <a:lnTo>
                  <a:pt x="6350000" y="6350000"/>
                </a:lnTo>
                <a:lnTo>
                  <a:pt x="6350000" y="4762500"/>
                </a:lnTo>
                <a:close/>
              </a:path>
            </a:pathLst>
          </a:custGeom>
          <a:solidFill>
            <a:srgbClr val="8ACE03"/>
          </a:solidFill>
          <a:ln>
            <a:noFill/>
          </a:ln>
        </p:spPr>
      </p:sp>
      <p:sp>
        <p:nvSpPr>
          <p:cNvPr id="82" name="Google Shape;82;p6"/>
          <p:cNvSpPr/>
          <p:nvPr/>
        </p:nvSpPr>
        <p:spPr>
          <a:xfrm>
            <a:off x="5715000" y="7809353"/>
            <a:ext cx="3429000" cy="3429000"/>
          </a:xfrm>
          <a:custGeom>
            <a:rect b="b" l="l" r="r" t="t"/>
            <a:pathLst>
              <a:path extrusionOk="0" h="6350000" w="6350000">
                <a:moveTo>
                  <a:pt x="1587500" y="1587500"/>
                </a:moveTo>
                <a:lnTo>
                  <a:pt x="0" y="1587500"/>
                </a:lnTo>
                <a:lnTo>
                  <a:pt x="0" y="0"/>
                </a:lnTo>
                <a:lnTo>
                  <a:pt x="1587500" y="0"/>
                </a:lnTo>
                <a:lnTo>
                  <a:pt x="1587500" y="1587500"/>
                </a:lnTo>
                <a:close/>
                <a:moveTo>
                  <a:pt x="4762500" y="0"/>
                </a:moveTo>
                <a:lnTo>
                  <a:pt x="3175000" y="0"/>
                </a:lnTo>
                <a:lnTo>
                  <a:pt x="3175000" y="1587500"/>
                </a:lnTo>
                <a:lnTo>
                  <a:pt x="4762500" y="1587500"/>
                </a:lnTo>
                <a:lnTo>
                  <a:pt x="4762500" y="0"/>
                </a:lnTo>
                <a:close/>
                <a:moveTo>
                  <a:pt x="3175000" y="1587500"/>
                </a:moveTo>
                <a:lnTo>
                  <a:pt x="1587500" y="1587500"/>
                </a:lnTo>
                <a:lnTo>
                  <a:pt x="1587500" y="3175000"/>
                </a:lnTo>
                <a:lnTo>
                  <a:pt x="3175000" y="3175000"/>
                </a:lnTo>
                <a:lnTo>
                  <a:pt x="3175000" y="1587500"/>
                </a:lnTo>
                <a:close/>
                <a:moveTo>
                  <a:pt x="6350000" y="1587500"/>
                </a:moveTo>
                <a:lnTo>
                  <a:pt x="4762500" y="1587500"/>
                </a:lnTo>
                <a:lnTo>
                  <a:pt x="4762500" y="3175000"/>
                </a:lnTo>
                <a:lnTo>
                  <a:pt x="6350000" y="3175000"/>
                </a:lnTo>
                <a:lnTo>
                  <a:pt x="6350000" y="1587500"/>
                </a:lnTo>
                <a:close/>
                <a:moveTo>
                  <a:pt x="1587500" y="3175000"/>
                </a:moveTo>
                <a:lnTo>
                  <a:pt x="0" y="3175000"/>
                </a:lnTo>
                <a:lnTo>
                  <a:pt x="0" y="4762500"/>
                </a:lnTo>
                <a:lnTo>
                  <a:pt x="1587500" y="4762500"/>
                </a:lnTo>
                <a:lnTo>
                  <a:pt x="1587500" y="3175000"/>
                </a:lnTo>
                <a:close/>
                <a:moveTo>
                  <a:pt x="4762500" y="3175000"/>
                </a:moveTo>
                <a:lnTo>
                  <a:pt x="3175000" y="3175000"/>
                </a:lnTo>
                <a:lnTo>
                  <a:pt x="3175000" y="4762500"/>
                </a:lnTo>
                <a:lnTo>
                  <a:pt x="4762500" y="4762500"/>
                </a:lnTo>
                <a:lnTo>
                  <a:pt x="4762500" y="3175000"/>
                </a:lnTo>
                <a:close/>
                <a:moveTo>
                  <a:pt x="3175000" y="4762500"/>
                </a:moveTo>
                <a:lnTo>
                  <a:pt x="1587500" y="4762500"/>
                </a:lnTo>
                <a:lnTo>
                  <a:pt x="1587500" y="6350000"/>
                </a:lnTo>
                <a:lnTo>
                  <a:pt x="3175000" y="6350000"/>
                </a:lnTo>
                <a:lnTo>
                  <a:pt x="3175000" y="4762500"/>
                </a:lnTo>
                <a:close/>
                <a:moveTo>
                  <a:pt x="6350000" y="4762500"/>
                </a:moveTo>
                <a:lnTo>
                  <a:pt x="4762500" y="4762500"/>
                </a:lnTo>
                <a:lnTo>
                  <a:pt x="4762500" y="6350000"/>
                </a:lnTo>
                <a:lnTo>
                  <a:pt x="6350000" y="6350000"/>
                </a:lnTo>
                <a:lnTo>
                  <a:pt x="6350000" y="4762500"/>
                </a:lnTo>
                <a:close/>
              </a:path>
            </a:pathLst>
          </a:custGeom>
          <a:solidFill>
            <a:srgbClr val="8ACE03"/>
          </a:solidFill>
          <a:ln>
            <a:noFill/>
          </a:ln>
        </p:spPr>
      </p:sp>
      <p:sp>
        <p:nvSpPr>
          <p:cNvPr id="83" name="Google Shape;83;p6"/>
          <p:cNvSpPr/>
          <p:nvPr/>
        </p:nvSpPr>
        <p:spPr>
          <a:xfrm>
            <a:off x="2286000" y="7809353"/>
            <a:ext cx="3429000" cy="3429000"/>
          </a:xfrm>
          <a:custGeom>
            <a:rect b="b" l="l" r="r" t="t"/>
            <a:pathLst>
              <a:path extrusionOk="0" h="6350000" w="6350000">
                <a:moveTo>
                  <a:pt x="1587500" y="1587500"/>
                </a:moveTo>
                <a:lnTo>
                  <a:pt x="0" y="1587500"/>
                </a:lnTo>
                <a:lnTo>
                  <a:pt x="0" y="0"/>
                </a:lnTo>
                <a:lnTo>
                  <a:pt x="1587500" y="0"/>
                </a:lnTo>
                <a:lnTo>
                  <a:pt x="1587500" y="1587500"/>
                </a:lnTo>
                <a:close/>
                <a:moveTo>
                  <a:pt x="4762500" y="0"/>
                </a:moveTo>
                <a:lnTo>
                  <a:pt x="3175000" y="0"/>
                </a:lnTo>
                <a:lnTo>
                  <a:pt x="3175000" y="1587500"/>
                </a:lnTo>
                <a:lnTo>
                  <a:pt x="4762500" y="1587500"/>
                </a:lnTo>
                <a:lnTo>
                  <a:pt x="4762500" y="0"/>
                </a:lnTo>
                <a:close/>
                <a:moveTo>
                  <a:pt x="3175000" y="1587500"/>
                </a:moveTo>
                <a:lnTo>
                  <a:pt x="1587500" y="1587500"/>
                </a:lnTo>
                <a:lnTo>
                  <a:pt x="1587500" y="3175000"/>
                </a:lnTo>
                <a:lnTo>
                  <a:pt x="3175000" y="3175000"/>
                </a:lnTo>
                <a:lnTo>
                  <a:pt x="3175000" y="1587500"/>
                </a:lnTo>
                <a:close/>
                <a:moveTo>
                  <a:pt x="6350000" y="1587500"/>
                </a:moveTo>
                <a:lnTo>
                  <a:pt x="4762500" y="1587500"/>
                </a:lnTo>
                <a:lnTo>
                  <a:pt x="4762500" y="3175000"/>
                </a:lnTo>
                <a:lnTo>
                  <a:pt x="6350000" y="3175000"/>
                </a:lnTo>
                <a:lnTo>
                  <a:pt x="6350000" y="1587500"/>
                </a:lnTo>
                <a:close/>
                <a:moveTo>
                  <a:pt x="1587500" y="3175000"/>
                </a:moveTo>
                <a:lnTo>
                  <a:pt x="0" y="3175000"/>
                </a:lnTo>
                <a:lnTo>
                  <a:pt x="0" y="4762500"/>
                </a:lnTo>
                <a:lnTo>
                  <a:pt x="1587500" y="4762500"/>
                </a:lnTo>
                <a:lnTo>
                  <a:pt x="1587500" y="3175000"/>
                </a:lnTo>
                <a:close/>
                <a:moveTo>
                  <a:pt x="4762500" y="3175000"/>
                </a:moveTo>
                <a:lnTo>
                  <a:pt x="3175000" y="3175000"/>
                </a:lnTo>
                <a:lnTo>
                  <a:pt x="3175000" y="4762500"/>
                </a:lnTo>
                <a:lnTo>
                  <a:pt x="4762500" y="4762500"/>
                </a:lnTo>
                <a:lnTo>
                  <a:pt x="4762500" y="3175000"/>
                </a:lnTo>
                <a:close/>
                <a:moveTo>
                  <a:pt x="3175000" y="4762500"/>
                </a:moveTo>
                <a:lnTo>
                  <a:pt x="1587500" y="4762500"/>
                </a:lnTo>
                <a:lnTo>
                  <a:pt x="1587500" y="6350000"/>
                </a:lnTo>
                <a:lnTo>
                  <a:pt x="3175000" y="6350000"/>
                </a:lnTo>
                <a:lnTo>
                  <a:pt x="3175000" y="4762500"/>
                </a:lnTo>
                <a:close/>
                <a:moveTo>
                  <a:pt x="6350000" y="4762500"/>
                </a:moveTo>
                <a:lnTo>
                  <a:pt x="4762500" y="4762500"/>
                </a:lnTo>
                <a:lnTo>
                  <a:pt x="4762500" y="6350000"/>
                </a:lnTo>
                <a:lnTo>
                  <a:pt x="6350000" y="6350000"/>
                </a:lnTo>
                <a:lnTo>
                  <a:pt x="6350000" y="4762500"/>
                </a:lnTo>
                <a:close/>
              </a:path>
            </a:pathLst>
          </a:custGeom>
          <a:solidFill>
            <a:srgbClr val="8ACE03"/>
          </a:solidFill>
          <a:ln>
            <a:noFill/>
          </a:ln>
        </p:spPr>
      </p:sp>
      <p:sp>
        <p:nvSpPr>
          <p:cNvPr id="84" name="Google Shape;84;p6"/>
          <p:cNvSpPr/>
          <p:nvPr/>
        </p:nvSpPr>
        <p:spPr>
          <a:xfrm>
            <a:off x="-1143000" y="7809353"/>
            <a:ext cx="3429000" cy="3429000"/>
          </a:xfrm>
          <a:custGeom>
            <a:rect b="b" l="l" r="r" t="t"/>
            <a:pathLst>
              <a:path extrusionOk="0" h="6350000" w="6350000">
                <a:moveTo>
                  <a:pt x="1587500" y="1587500"/>
                </a:moveTo>
                <a:lnTo>
                  <a:pt x="0" y="1587500"/>
                </a:lnTo>
                <a:lnTo>
                  <a:pt x="0" y="0"/>
                </a:lnTo>
                <a:lnTo>
                  <a:pt x="1587500" y="0"/>
                </a:lnTo>
                <a:lnTo>
                  <a:pt x="1587500" y="1587500"/>
                </a:lnTo>
                <a:close/>
                <a:moveTo>
                  <a:pt x="4762500" y="0"/>
                </a:moveTo>
                <a:lnTo>
                  <a:pt x="3175000" y="0"/>
                </a:lnTo>
                <a:lnTo>
                  <a:pt x="3175000" y="1587500"/>
                </a:lnTo>
                <a:lnTo>
                  <a:pt x="4762500" y="1587500"/>
                </a:lnTo>
                <a:lnTo>
                  <a:pt x="4762500" y="0"/>
                </a:lnTo>
                <a:close/>
                <a:moveTo>
                  <a:pt x="3175000" y="1587500"/>
                </a:moveTo>
                <a:lnTo>
                  <a:pt x="1587500" y="1587500"/>
                </a:lnTo>
                <a:lnTo>
                  <a:pt x="1587500" y="3175000"/>
                </a:lnTo>
                <a:lnTo>
                  <a:pt x="3175000" y="3175000"/>
                </a:lnTo>
                <a:lnTo>
                  <a:pt x="3175000" y="1587500"/>
                </a:lnTo>
                <a:close/>
                <a:moveTo>
                  <a:pt x="6350000" y="1587500"/>
                </a:moveTo>
                <a:lnTo>
                  <a:pt x="4762500" y="1587500"/>
                </a:lnTo>
                <a:lnTo>
                  <a:pt x="4762500" y="3175000"/>
                </a:lnTo>
                <a:lnTo>
                  <a:pt x="6350000" y="3175000"/>
                </a:lnTo>
                <a:lnTo>
                  <a:pt x="6350000" y="1587500"/>
                </a:lnTo>
                <a:close/>
                <a:moveTo>
                  <a:pt x="1587500" y="3175000"/>
                </a:moveTo>
                <a:lnTo>
                  <a:pt x="0" y="3175000"/>
                </a:lnTo>
                <a:lnTo>
                  <a:pt x="0" y="4762500"/>
                </a:lnTo>
                <a:lnTo>
                  <a:pt x="1587500" y="4762500"/>
                </a:lnTo>
                <a:lnTo>
                  <a:pt x="1587500" y="3175000"/>
                </a:lnTo>
                <a:close/>
                <a:moveTo>
                  <a:pt x="4762500" y="3175000"/>
                </a:moveTo>
                <a:lnTo>
                  <a:pt x="3175000" y="3175000"/>
                </a:lnTo>
                <a:lnTo>
                  <a:pt x="3175000" y="4762500"/>
                </a:lnTo>
                <a:lnTo>
                  <a:pt x="4762500" y="4762500"/>
                </a:lnTo>
                <a:lnTo>
                  <a:pt x="4762500" y="3175000"/>
                </a:lnTo>
                <a:close/>
                <a:moveTo>
                  <a:pt x="3175000" y="4762500"/>
                </a:moveTo>
                <a:lnTo>
                  <a:pt x="1587500" y="4762500"/>
                </a:lnTo>
                <a:lnTo>
                  <a:pt x="1587500" y="6350000"/>
                </a:lnTo>
                <a:lnTo>
                  <a:pt x="3175000" y="6350000"/>
                </a:lnTo>
                <a:lnTo>
                  <a:pt x="3175000" y="4762500"/>
                </a:lnTo>
                <a:close/>
                <a:moveTo>
                  <a:pt x="6350000" y="4762500"/>
                </a:moveTo>
                <a:lnTo>
                  <a:pt x="4762500" y="4762500"/>
                </a:lnTo>
                <a:lnTo>
                  <a:pt x="4762500" y="6350000"/>
                </a:lnTo>
                <a:lnTo>
                  <a:pt x="6350000" y="6350000"/>
                </a:lnTo>
                <a:lnTo>
                  <a:pt x="6350000" y="4762500"/>
                </a:lnTo>
                <a:close/>
              </a:path>
            </a:pathLst>
          </a:custGeom>
          <a:solidFill>
            <a:srgbClr val="8ACE03"/>
          </a:solidFill>
          <a:ln>
            <a:noFill/>
          </a:ln>
        </p:spPr>
      </p:sp>
      <p:cxnSp>
        <p:nvCxnSpPr>
          <p:cNvPr id="85" name="Google Shape;85;p6"/>
          <p:cNvCxnSpPr/>
          <p:nvPr/>
        </p:nvCxnSpPr>
        <p:spPr>
          <a:xfrm>
            <a:off x="1028878" y="4634471"/>
            <a:ext cx="4248600" cy="0"/>
          </a:xfrm>
          <a:prstGeom prst="straightConnector1">
            <a:avLst/>
          </a:prstGeom>
          <a:noFill/>
          <a:ln cap="flat" cmpd="sng" w="50800">
            <a:solidFill>
              <a:srgbClr val="8ACE0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6" name="Google Shape;86;p6"/>
          <p:cNvSpPr txBox="1"/>
          <p:nvPr/>
        </p:nvSpPr>
        <p:spPr>
          <a:xfrm>
            <a:off x="1028700" y="3678215"/>
            <a:ext cx="11826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800" u="none" cap="none" strike="noStrike">
                <a:solidFill>
                  <a:srgbClr val="8ACE03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/>
          </a:p>
        </p:txBody>
      </p:sp>
      <p:cxnSp>
        <p:nvCxnSpPr>
          <p:cNvPr id="87" name="Google Shape;87;p6"/>
          <p:cNvCxnSpPr/>
          <p:nvPr/>
        </p:nvCxnSpPr>
        <p:spPr>
          <a:xfrm>
            <a:off x="6610204" y="4634471"/>
            <a:ext cx="4248600" cy="0"/>
          </a:xfrm>
          <a:prstGeom prst="straightConnector1">
            <a:avLst/>
          </a:prstGeom>
          <a:noFill/>
          <a:ln cap="flat" cmpd="sng" w="50800">
            <a:solidFill>
              <a:srgbClr val="8ACE0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8" name="Google Shape;88;p6"/>
          <p:cNvSpPr txBox="1"/>
          <p:nvPr/>
        </p:nvSpPr>
        <p:spPr>
          <a:xfrm>
            <a:off x="6610026" y="3678215"/>
            <a:ext cx="11826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800" u="none" cap="none" strike="noStrike">
                <a:solidFill>
                  <a:srgbClr val="8ACE03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/>
          </a:p>
        </p:txBody>
      </p:sp>
      <p:cxnSp>
        <p:nvCxnSpPr>
          <p:cNvPr id="89" name="Google Shape;89;p6"/>
          <p:cNvCxnSpPr/>
          <p:nvPr/>
        </p:nvCxnSpPr>
        <p:spPr>
          <a:xfrm>
            <a:off x="12192356" y="4634471"/>
            <a:ext cx="4248600" cy="0"/>
          </a:xfrm>
          <a:prstGeom prst="straightConnector1">
            <a:avLst/>
          </a:prstGeom>
          <a:noFill/>
          <a:ln cap="flat" cmpd="sng" w="50800">
            <a:solidFill>
              <a:srgbClr val="8ACE0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0" name="Google Shape;90;p6"/>
          <p:cNvSpPr txBox="1"/>
          <p:nvPr/>
        </p:nvSpPr>
        <p:spPr>
          <a:xfrm>
            <a:off x="12192178" y="3678215"/>
            <a:ext cx="11826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800" u="none" cap="none" strike="noStrike">
                <a:solidFill>
                  <a:srgbClr val="8ACE03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 5">
  <p:cSld name="CUSTOM_4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cxnSp>
        <p:nvCxnSpPr>
          <p:cNvPr id="93" name="Google Shape;93;p7"/>
          <p:cNvCxnSpPr/>
          <p:nvPr/>
        </p:nvCxnSpPr>
        <p:spPr>
          <a:xfrm>
            <a:off x="0" y="6075426"/>
            <a:ext cx="18288000" cy="0"/>
          </a:xfrm>
          <a:prstGeom prst="straightConnector1">
            <a:avLst/>
          </a:prstGeom>
          <a:noFill/>
          <a:ln cap="flat" cmpd="sng" w="95250">
            <a:solidFill>
              <a:srgbClr val="5C8A00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94" name="Google Shape;94;p7"/>
          <p:cNvGrpSpPr/>
          <p:nvPr/>
        </p:nvGrpSpPr>
        <p:grpSpPr>
          <a:xfrm>
            <a:off x="1028700" y="5423278"/>
            <a:ext cx="1049244" cy="1000060"/>
            <a:chOff x="0" y="0"/>
            <a:chExt cx="812800" cy="774700"/>
          </a:xfrm>
        </p:grpSpPr>
        <p:sp>
          <p:nvSpPr>
            <p:cNvPr id="95" name="Google Shape;95;p7"/>
            <p:cNvSpPr/>
            <p:nvPr/>
          </p:nvSpPr>
          <p:spPr>
            <a:xfrm>
              <a:off x="0" y="0"/>
              <a:ext cx="812800" cy="774700"/>
            </a:xfrm>
            <a:custGeom>
              <a:rect b="b" l="l" r="r" t="t"/>
              <a:pathLst>
                <a:path extrusionOk="0" h="774700" w="812800">
                  <a:moveTo>
                    <a:pt x="406400" y="0"/>
                  </a:moveTo>
                  <a:lnTo>
                    <a:pt x="502338" y="295909"/>
                  </a:lnTo>
                  <a:lnTo>
                    <a:pt x="812800" y="295909"/>
                  </a:lnTo>
                  <a:lnTo>
                    <a:pt x="561631" y="478791"/>
                  </a:lnTo>
                  <a:lnTo>
                    <a:pt x="657569" y="774700"/>
                  </a:lnTo>
                  <a:lnTo>
                    <a:pt x="406400" y="591819"/>
                  </a:lnTo>
                  <a:lnTo>
                    <a:pt x="155231" y="774700"/>
                  </a:lnTo>
                  <a:lnTo>
                    <a:pt x="251169" y="478791"/>
                  </a:lnTo>
                  <a:lnTo>
                    <a:pt x="0" y="295909"/>
                  </a:lnTo>
                  <a:lnTo>
                    <a:pt x="310462" y="295909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8ACE03"/>
            </a:solidFill>
            <a:ln>
              <a:noFill/>
            </a:ln>
          </p:spPr>
        </p:sp>
        <p:sp>
          <p:nvSpPr>
            <p:cNvPr id="96" name="Google Shape;96;p7"/>
            <p:cNvSpPr txBox="1"/>
            <p:nvPr/>
          </p:nvSpPr>
          <p:spPr>
            <a:xfrm>
              <a:off x="228600" y="228600"/>
              <a:ext cx="355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7" name="Google Shape;97;p7"/>
          <p:cNvGrpSpPr/>
          <p:nvPr/>
        </p:nvGrpSpPr>
        <p:grpSpPr>
          <a:xfrm>
            <a:off x="8194972" y="5423278"/>
            <a:ext cx="1049244" cy="1000060"/>
            <a:chOff x="0" y="0"/>
            <a:chExt cx="812800" cy="774700"/>
          </a:xfrm>
        </p:grpSpPr>
        <p:sp>
          <p:nvSpPr>
            <p:cNvPr id="98" name="Google Shape;98;p7"/>
            <p:cNvSpPr/>
            <p:nvPr/>
          </p:nvSpPr>
          <p:spPr>
            <a:xfrm>
              <a:off x="0" y="0"/>
              <a:ext cx="812800" cy="774700"/>
            </a:xfrm>
            <a:custGeom>
              <a:rect b="b" l="l" r="r" t="t"/>
              <a:pathLst>
                <a:path extrusionOk="0" h="774700" w="812800">
                  <a:moveTo>
                    <a:pt x="406400" y="0"/>
                  </a:moveTo>
                  <a:lnTo>
                    <a:pt x="502338" y="295909"/>
                  </a:lnTo>
                  <a:lnTo>
                    <a:pt x="812800" y="295909"/>
                  </a:lnTo>
                  <a:lnTo>
                    <a:pt x="561631" y="478791"/>
                  </a:lnTo>
                  <a:lnTo>
                    <a:pt x="657569" y="774700"/>
                  </a:lnTo>
                  <a:lnTo>
                    <a:pt x="406400" y="591819"/>
                  </a:lnTo>
                  <a:lnTo>
                    <a:pt x="155231" y="774700"/>
                  </a:lnTo>
                  <a:lnTo>
                    <a:pt x="251169" y="478791"/>
                  </a:lnTo>
                  <a:lnTo>
                    <a:pt x="0" y="295909"/>
                  </a:lnTo>
                  <a:lnTo>
                    <a:pt x="310462" y="295909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8ACE03"/>
            </a:solidFill>
            <a:ln>
              <a:noFill/>
            </a:ln>
          </p:spPr>
        </p:sp>
        <p:sp>
          <p:nvSpPr>
            <p:cNvPr id="99" name="Google Shape;99;p7"/>
            <p:cNvSpPr txBox="1"/>
            <p:nvPr/>
          </p:nvSpPr>
          <p:spPr>
            <a:xfrm>
              <a:off x="228600" y="228600"/>
              <a:ext cx="355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0" name="Google Shape;100;p7"/>
          <p:cNvGrpSpPr/>
          <p:nvPr/>
        </p:nvGrpSpPr>
        <p:grpSpPr>
          <a:xfrm>
            <a:off x="4611836" y="5423278"/>
            <a:ext cx="1049244" cy="1000060"/>
            <a:chOff x="0" y="0"/>
            <a:chExt cx="812800" cy="774700"/>
          </a:xfrm>
        </p:grpSpPr>
        <p:sp>
          <p:nvSpPr>
            <p:cNvPr id="101" name="Google Shape;101;p7"/>
            <p:cNvSpPr/>
            <p:nvPr/>
          </p:nvSpPr>
          <p:spPr>
            <a:xfrm>
              <a:off x="0" y="0"/>
              <a:ext cx="812800" cy="774700"/>
            </a:xfrm>
            <a:custGeom>
              <a:rect b="b" l="l" r="r" t="t"/>
              <a:pathLst>
                <a:path extrusionOk="0" h="774700" w="812800">
                  <a:moveTo>
                    <a:pt x="406400" y="0"/>
                  </a:moveTo>
                  <a:lnTo>
                    <a:pt x="502338" y="295909"/>
                  </a:lnTo>
                  <a:lnTo>
                    <a:pt x="812800" y="295909"/>
                  </a:lnTo>
                  <a:lnTo>
                    <a:pt x="561631" y="478791"/>
                  </a:lnTo>
                  <a:lnTo>
                    <a:pt x="657569" y="774700"/>
                  </a:lnTo>
                  <a:lnTo>
                    <a:pt x="406400" y="591819"/>
                  </a:lnTo>
                  <a:lnTo>
                    <a:pt x="155231" y="774700"/>
                  </a:lnTo>
                  <a:lnTo>
                    <a:pt x="251169" y="478791"/>
                  </a:lnTo>
                  <a:lnTo>
                    <a:pt x="0" y="295909"/>
                  </a:lnTo>
                  <a:lnTo>
                    <a:pt x="310462" y="295909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8ACE03"/>
            </a:solidFill>
            <a:ln>
              <a:noFill/>
            </a:ln>
          </p:spPr>
        </p:sp>
        <p:sp>
          <p:nvSpPr>
            <p:cNvPr id="102" name="Google Shape;102;p7"/>
            <p:cNvSpPr txBox="1"/>
            <p:nvPr/>
          </p:nvSpPr>
          <p:spPr>
            <a:xfrm>
              <a:off x="228600" y="228600"/>
              <a:ext cx="355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3" name="Google Shape;103;p7"/>
          <p:cNvGrpSpPr/>
          <p:nvPr/>
        </p:nvGrpSpPr>
        <p:grpSpPr>
          <a:xfrm>
            <a:off x="11778108" y="5423278"/>
            <a:ext cx="1049244" cy="1000060"/>
            <a:chOff x="0" y="0"/>
            <a:chExt cx="812800" cy="774700"/>
          </a:xfrm>
        </p:grpSpPr>
        <p:sp>
          <p:nvSpPr>
            <p:cNvPr id="104" name="Google Shape;104;p7"/>
            <p:cNvSpPr/>
            <p:nvPr/>
          </p:nvSpPr>
          <p:spPr>
            <a:xfrm>
              <a:off x="0" y="0"/>
              <a:ext cx="812800" cy="774700"/>
            </a:xfrm>
            <a:custGeom>
              <a:rect b="b" l="l" r="r" t="t"/>
              <a:pathLst>
                <a:path extrusionOk="0" h="774700" w="812800">
                  <a:moveTo>
                    <a:pt x="406400" y="0"/>
                  </a:moveTo>
                  <a:lnTo>
                    <a:pt x="502338" y="295909"/>
                  </a:lnTo>
                  <a:lnTo>
                    <a:pt x="812800" y="295909"/>
                  </a:lnTo>
                  <a:lnTo>
                    <a:pt x="561631" y="478791"/>
                  </a:lnTo>
                  <a:lnTo>
                    <a:pt x="657569" y="774700"/>
                  </a:lnTo>
                  <a:lnTo>
                    <a:pt x="406400" y="591819"/>
                  </a:lnTo>
                  <a:lnTo>
                    <a:pt x="155231" y="774700"/>
                  </a:lnTo>
                  <a:lnTo>
                    <a:pt x="251169" y="478791"/>
                  </a:lnTo>
                  <a:lnTo>
                    <a:pt x="0" y="295909"/>
                  </a:lnTo>
                  <a:lnTo>
                    <a:pt x="310462" y="295909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8ACE03"/>
            </a:solidFill>
            <a:ln>
              <a:noFill/>
            </a:ln>
          </p:spPr>
        </p:sp>
        <p:sp>
          <p:nvSpPr>
            <p:cNvPr id="105" name="Google Shape;105;p7"/>
            <p:cNvSpPr txBox="1"/>
            <p:nvPr/>
          </p:nvSpPr>
          <p:spPr>
            <a:xfrm>
              <a:off x="228600" y="228600"/>
              <a:ext cx="355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06" name="Google Shape;106;p7"/>
          <p:cNvSpPr/>
          <p:nvPr/>
        </p:nvSpPr>
        <p:spPr>
          <a:xfrm>
            <a:off x="15236952" y="0"/>
            <a:ext cx="3048000" cy="3048000"/>
          </a:xfrm>
          <a:custGeom>
            <a:rect b="b" l="l" r="r" t="t"/>
            <a:pathLst>
              <a:path extrusionOk="0" h="6350000" w="6350000">
                <a:moveTo>
                  <a:pt x="1587500" y="1587500"/>
                </a:moveTo>
                <a:lnTo>
                  <a:pt x="0" y="1587500"/>
                </a:lnTo>
                <a:lnTo>
                  <a:pt x="0" y="0"/>
                </a:lnTo>
                <a:lnTo>
                  <a:pt x="1587500" y="0"/>
                </a:lnTo>
                <a:lnTo>
                  <a:pt x="1587500" y="1587500"/>
                </a:lnTo>
                <a:close/>
                <a:moveTo>
                  <a:pt x="4762500" y="0"/>
                </a:moveTo>
                <a:lnTo>
                  <a:pt x="3175000" y="0"/>
                </a:lnTo>
                <a:lnTo>
                  <a:pt x="3175000" y="1587500"/>
                </a:lnTo>
                <a:lnTo>
                  <a:pt x="4762500" y="1587500"/>
                </a:lnTo>
                <a:lnTo>
                  <a:pt x="4762500" y="0"/>
                </a:lnTo>
                <a:close/>
                <a:moveTo>
                  <a:pt x="3175000" y="1587500"/>
                </a:moveTo>
                <a:lnTo>
                  <a:pt x="1587500" y="1587500"/>
                </a:lnTo>
                <a:lnTo>
                  <a:pt x="1587500" y="3175000"/>
                </a:lnTo>
                <a:lnTo>
                  <a:pt x="3175000" y="3175000"/>
                </a:lnTo>
                <a:lnTo>
                  <a:pt x="3175000" y="1587500"/>
                </a:lnTo>
                <a:close/>
                <a:moveTo>
                  <a:pt x="6350000" y="1587500"/>
                </a:moveTo>
                <a:lnTo>
                  <a:pt x="4762500" y="1587500"/>
                </a:lnTo>
                <a:lnTo>
                  <a:pt x="4762500" y="3175000"/>
                </a:lnTo>
                <a:lnTo>
                  <a:pt x="6350000" y="3175000"/>
                </a:lnTo>
                <a:lnTo>
                  <a:pt x="6350000" y="1587500"/>
                </a:lnTo>
                <a:close/>
                <a:moveTo>
                  <a:pt x="1587500" y="3175000"/>
                </a:moveTo>
                <a:lnTo>
                  <a:pt x="0" y="3175000"/>
                </a:lnTo>
                <a:lnTo>
                  <a:pt x="0" y="4762500"/>
                </a:lnTo>
                <a:lnTo>
                  <a:pt x="1587500" y="4762500"/>
                </a:lnTo>
                <a:lnTo>
                  <a:pt x="1587500" y="3175000"/>
                </a:lnTo>
                <a:close/>
                <a:moveTo>
                  <a:pt x="4762500" y="3175000"/>
                </a:moveTo>
                <a:lnTo>
                  <a:pt x="3175000" y="3175000"/>
                </a:lnTo>
                <a:lnTo>
                  <a:pt x="3175000" y="4762500"/>
                </a:lnTo>
                <a:lnTo>
                  <a:pt x="4762500" y="4762500"/>
                </a:lnTo>
                <a:lnTo>
                  <a:pt x="4762500" y="3175000"/>
                </a:lnTo>
                <a:close/>
                <a:moveTo>
                  <a:pt x="3175000" y="4762500"/>
                </a:moveTo>
                <a:lnTo>
                  <a:pt x="1587500" y="4762500"/>
                </a:lnTo>
                <a:lnTo>
                  <a:pt x="1587500" y="6350000"/>
                </a:lnTo>
                <a:lnTo>
                  <a:pt x="3175000" y="6350000"/>
                </a:lnTo>
                <a:lnTo>
                  <a:pt x="3175000" y="4762500"/>
                </a:lnTo>
                <a:close/>
                <a:moveTo>
                  <a:pt x="6350000" y="4762500"/>
                </a:moveTo>
                <a:lnTo>
                  <a:pt x="4762500" y="4762500"/>
                </a:lnTo>
                <a:lnTo>
                  <a:pt x="4762500" y="6350000"/>
                </a:lnTo>
                <a:lnTo>
                  <a:pt x="6350000" y="6350000"/>
                </a:lnTo>
                <a:lnTo>
                  <a:pt x="6350000" y="4762500"/>
                </a:lnTo>
                <a:close/>
              </a:path>
            </a:pathLst>
          </a:custGeom>
          <a:solidFill>
            <a:srgbClr val="8ACE03"/>
          </a:solidFill>
          <a:ln>
            <a:noFill/>
          </a:ln>
        </p:spPr>
      </p:sp>
      <p:sp>
        <p:nvSpPr>
          <p:cNvPr id="107" name="Google Shape;107;p7"/>
          <p:cNvSpPr/>
          <p:nvPr/>
        </p:nvSpPr>
        <p:spPr>
          <a:xfrm>
            <a:off x="27795" y="7235952"/>
            <a:ext cx="3048000" cy="3048000"/>
          </a:xfrm>
          <a:custGeom>
            <a:rect b="b" l="l" r="r" t="t"/>
            <a:pathLst>
              <a:path extrusionOk="0" h="6350000" w="6350000">
                <a:moveTo>
                  <a:pt x="1587500" y="1587500"/>
                </a:moveTo>
                <a:lnTo>
                  <a:pt x="0" y="1587500"/>
                </a:lnTo>
                <a:lnTo>
                  <a:pt x="0" y="0"/>
                </a:lnTo>
                <a:lnTo>
                  <a:pt x="1587500" y="0"/>
                </a:lnTo>
                <a:lnTo>
                  <a:pt x="1587500" y="1587500"/>
                </a:lnTo>
                <a:close/>
                <a:moveTo>
                  <a:pt x="4762500" y="0"/>
                </a:moveTo>
                <a:lnTo>
                  <a:pt x="3175000" y="0"/>
                </a:lnTo>
                <a:lnTo>
                  <a:pt x="3175000" y="1587500"/>
                </a:lnTo>
                <a:lnTo>
                  <a:pt x="4762500" y="1587500"/>
                </a:lnTo>
                <a:lnTo>
                  <a:pt x="4762500" y="0"/>
                </a:lnTo>
                <a:close/>
                <a:moveTo>
                  <a:pt x="3175000" y="1587500"/>
                </a:moveTo>
                <a:lnTo>
                  <a:pt x="1587500" y="1587500"/>
                </a:lnTo>
                <a:lnTo>
                  <a:pt x="1587500" y="3175000"/>
                </a:lnTo>
                <a:lnTo>
                  <a:pt x="3175000" y="3175000"/>
                </a:lnTo>
                <a:lnTo>
                  <a:pt x="3175000" y="1587500"/>
                </a:lnTo>
                <a:close/>
                <a:moveTo>
                  <a:pt x="6350000" y="1587500"/>
                </a:moveTo>
                <a:lnTo>
                  <a:pt x="4762500" y="1587500"/>
                </a:lnTo>
                <a:lnTo>
                  <a:pt x="4762500" y="3175000"/>
                </a:lnTo>
                <a:lnTo>
                  <a:pt x="6350000" y="3175000"/>
                </a:lnTo>
                <a:lnTo>
                  <a:pt x="6350000" y="1587500"/>
                </a:lnTo>
                <a:close/>
                <a:moveTo>
                  <a:pt x="1587500" y="3175000"/>
                </a:moveTo>
                <a:lnTo>
                  <a:pt x="0" y="3175000"/>
                </a:lnTo>
                <a:lnTo>
                  <a:pt x="0" y="4762500"/>
                </a:lnTo>
                <a:lnTo>
                  <a:pt x="1587500" y="4762500"/>
                </a:lnTo>
                <a:lnTo>
                  <a:pt x="1587500" y="3175000"/>
                </a:lnTo>
                <a:close/>
                <a:moveTo>
                  <a:pt x="4762500" y="3175000"/>
                </a:moveTo>
                <a:lnTo>
                  <a:pt x="3175000" y="3175000"/>
                </a:lnTo>
                <a:lnTo>
                  <a:pt x="3175000" y="4762500"/>
                </a:lnTo>
                <a:lnTo>
                  <a:pt x="4762500" y="4762500"/>
                </a:lnTo>
                <a:lnTo>
                  <a:pt x="4762500" y="3175000"/>
                </a:lnTo>
                <a:close/>
                <a:moveTo>
                  <a:pt x="3175000" y="4762500"/>
                </a:moveTo>
                <a:lnTo>
                  <a:pt x="1587500" y="4762500"/>
                </a:lnTo>
                <a:lnTo>
                  <a:pt x="1587500" y="6350000"/>
                </a:lnTo>
                <a:lnTo>
                  <a:pt x="3175000" y="6350000"/>
                </a:lnTo>
                <a:lnTo>
                  <a:pt x="3175000" y="4762500"/>
                </a:lnTo>
                <a:close/>
                <a:moveTo>
                  <a:pt x="6350000" y="4762500"/>
                </a:moveTo>
                <a:lnTo>
                  <a:pt x="4762500" y="4762500"/>
                </a:lnTo>
                <a:lnTo>
                  <a:pt x="4762500" y="6350000"/>
                </a:lnTo>
                <a:lnTo>
                  <a:pt x="6350000" y="6350000"/>
                </a:lnTo>
                <a:lnTo>
                  <a:pt x="6350000" y="4762500"/>
                </a:lnTo>
                <a:close/>
              </a:path>
            </a:pathLst>
          </a:custGeom>
          <a:solidFill>
            <a:srgbClr val="8ACE03"/>
          </a:solidFill>
          <a:ln>
            <a:noFill/>
          </a:ln>
        </p:spPr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 6">
  <p:cSld name="CUSTOM_5">
    <p:bg>
      <p:bgPr>
        <a:solidFill>
          <a:srgbClr val="8ACE03"/>
        </a:solidFill>
      </p:bgPr>
    </p:bg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9" name="Google Shape;109;p8"/>
          <p:cNvGrpSpPr/>
          <p:nvPr/>
        </p:nvGrpSpPr>
        <p:grpSpPr>
          <a:xfrm rot="-1467106">
            <a:off x="10502296" y="3843112"/>
            <a:ext cx="3354471" cy="3197230"/>
            <a:chOff x="0" y="0"/>
            <a:chExt cx="812800" cy="774700"/>
          </a:xfrm>
        </p:grpSpPr>
        <p:sp>
          <p:nvSpPr>
            <p:cNvPr id="110" name="Google Shape;110;p8"/>
            <p:cNvSpPr/>
            <p:nvPr/>
          </p:nvSpPr>
          <p:spPr>
            <a:xfrm>
              <a:off x="0" y="0"/>
              <a:ext cx="812800" cy="774700"/>
            </a:xfrm>
            <a:custGeom>
              <a:rect b="b" l="l" r="r" t="t"/>
              <a:pathLst>
                <a:path extrusionOk="0" h="774700" w="812800">
                  <a:moveTo>
                    <a:pt x="406400" y="0"/>
                  </a:moveTo>
                  <a:lnTo>
                    <a:pt x="502338" y="295909"/>
                  </a:lnTo>
                  <a:lnTo>
                    <a:pt x="812800" y="295909"/>
                  </a:lnTo>
                  <a:lnTo>
                    <a:pt x="561631" y="478791"/>
                  </a:lnTo>
                  <a:lnTo>
                    <a:pt x="657569" y="774700"/>
                  </a:lnTo>
                  <a:lnTo>
                    <a:pt x="406400" y="591819"/>
                  </a:lnTo>
                  <a:lnTo>
                    <a:pt x="155231" y="774700"/>
                  </a:lnTo>
                  <a:lnTo>
                    <a:pt x="251169" y="478791"/>
                  </a:lnTo>
                  <a:lnTo>
                    <a:pt x="0" y="295909"/>
                  </a:lnTo>
                  <a:lnTo>
                    <a:pt x="310462" y="295909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</p:sp>
        <p:sp>
          <p:nvSpPr>
            <p:cNvPr id="111" name="Google Shape;111;p8"/>
            <p:cNvSpPr txBox="1"/>
            <p:nvPr/>
          </p:nvSpPr>
          <p:spPr>
            <a:xfrm>
              <a:off x="228600" y="228600"/>
              <a:ext cx="355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2" name="Google Shape;112;p8"/>
          <p:cNvGrpSpPr/>
          <p:nvPr/>
        </p:nvGrpSpPr>
        <p:grpSpPr>
          <a:xfrm>
            <a:off x="0" y="8495271"/>
            <a:ext cx="19585319" cy="1785938"/>
            <a:chOff x="0" y="0"/>
            <a:chExt cx="26113758" cy="2381250"/>
          </a:xfrm>
        </p:grpSpPr>
        <p:sp>
          <p:nvSpPr>
            <p:cNvPr id="113" name="Google Shape;113;p8"/>
            <p:cNvSpPr/>
            <p:nvPr/>
          </p:nvSpPr>
          <p:spPr>
            <a:xfrm>
              <a:off x="0" y="0"/>
              <a:ext cx="2381250" cy="2381250"/>
            </a:xfrm>
            <a:custGeom>
              <a:rect b="b" l="l" r="r" t="t"/>
              <a:pathLst>
                <a:path extrusionOk="0" h="6350000" w="6350000">
                  <a:moveTo>
                    <a:pt x="1587500" y="1587500"/>
                  </a:moveTo>
                  <a:lnTo>
                    <a:pt x="0" y="1587500"/>
                  </a:lnTo>
                  <a:lnTo>
                    <a:pt x="0" y="0"/>
                  </a:lnTo>
                  <a:lnTo>
                    <a:pt x="1587500" y="0"/>
                  </a:lnTo>
                  <a:lnTo>
                    <a:pt x="1587500" y="1587500"/>
                  </a:lnTo>
                  <a:close/>
                  <a:moveTo>
                    <a:pt x="4762500" y="0"/>
                  </a:moveTo>
                  <a:lnTo>
                    <a:pt x="3175000" y="0"/>
                  </a:lnTo>
                  <a:lnTo>
                    <a:pt x="3175000" y="1587500"/>
                  </a:lnTo>
                  <a:lnTo>
                    <a:pt x="4762500" y="1587500"/>
                  </a:lnTo>
                  <a:lnTo>
                    <a:pt x="4762500" y="0"/>
                  </a:lnTo>
                  <a:close/>
                  <a:moveTo>
                    <a:pt x="3175000" y="1587500"/>
                  </a:moveTo>
                  <a:lnTo>
                    <a:pt x="1587500" y="1587500"/>
                  </a:lnTo>
                  <a:lnTo>
                    <a:pt x="1587500" y="3175000"/>
                  </a:lnTo>
                  <a:lnTo>
                    <a:pt x="3175000" y="3175000"/>
                  </a:lnTo>
                  <a:lnTo>
                    <a:pt x="3175000" y="1587500"/>
                  </a:lnTo>
                  <a:close/>
                  <a:moveTo>
                    <a:pt x="6350000" y="1587500"/>
                  </a:moveTo>
                  <a:lnTo>
                    <a:pt x="4762500" y="1587500"/>
                  </a:lnTo>
                  <a:lnTo>
                    <a:pt x="4762500" y="3175000"/>
                  </a:lnTo>
                  <a:lnTo>
                    <a:pt x="6350000" y="3175000"/>
                  </a:lnTo>
                  <a:lnTo>
                    <a:pt x="6350000" y="1587500"/>
                  </a:lnTo>
                  <a:close/>
                  <a:moveTo>
                    <a:pt x="1587500" y="3175000"/>
                  </a:moveTo>
                  <a:lnTo>
                    <a:pt x="0" y="3175000"/>
                  </a:lnTo>
                  <a:lnTo>
                    <a:pt x="0" y="4762500"/>
                  </a:lnTo>
                  <a:lnTo>
                    <a:pt x="1587500" y="4762500"/>
                  </a:lnTo>
                  <a:lnTo>
                    <a:pt x="1587500" y="3175000"/>
                  </a:lnTo>
                  <a:close/>
                  <a:moveTo>
                    <a:pt x="4762500" y="3175000"/>
                  </a:moveTo>
                  <a:lnTo>
                    <a:pt x="3175000" y="3175000"/>
                  </a:lnTo>
                  <a:lnTo>
                    <a:pt x="3175000" y="4762500"/>
                  </a:lnTo>
                  <a:lnTo>
                    <a:pt x="4762500" y="4762500"/>
                  </a:lnTo>
                  <a:lnTo>
                    <a:pt x="4762500" y="3175000"/>
                  </a:lnTo>
                  <a:close/>
                  <a:moveTo>
                    <a:pt x="3175000" y="4762500"/>
                  </a:moveTo>
                  <a:lnTo>
                    <a:pt x="1587500" y="4762500"/>
                  </a:lnTo>
                  <a:lnTo>
                    <a:pt x="1587500" y="6350000"/>
                  </a:lnTo>
                  <a:lnTo>
                    <a:pt x="3175000" y="6350000"/>
                  </a:lnTo>
                  <a:lnTo>
                    <a:pt x="3175000" y="4762500"/>
                  </a:lnTo>
                  <a:close/>
                  <a:moveTo>
                    <a:pt x="6350000" y="4762500"/>
                  </a:moveTo>
                  <a:lnTo>
                    <a:pt x="4762500" y="4762500"/>
                  </a:lnTo>
                  <a:lnTo>
                    <a:pt x="4762500" y="6350000"/>
                  </a:lnTo>
                  <a:lnTo>
                    <a:pt x="6350000" y="6350000"/>
                  </a:lnTo>
                  <a:lnTo>
                    <a:pt x="6350000" y="476250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</p:sp>
        <p:sp>
          <p:nvSpPr>
            <p:cNvPr id="114" name="Google Shape;114;p8"/>
            <p:cNvSpPr/>
            <p:nvPr/>
          </p:nvSpPr>
          <p:spPr>
            <a:xfrm>
              <a:off x="2388973" y="0"/>
              <a:ext cx="2381250" cy="2381250"/>
            </a:xfrm>
            <a:custGeom>
              <a:rect b="b" l="l" r="r" t="t"/>
              <a:pathLst>
                <a:path extrusionOk="0" h="6350000" w="6350000">
                  <a:moveTo>
                    <a:pt x="1587500" y="1587500"/>
                  </a:moveTo>
                  <a:lnTo>
                    <a:pt x="0" y="1587500"/>
                  </a:lnTo>
                  <a:lnTo>
                    <a:pt x="0" y="0"/>
                  </a:lnTo>
                  <a:lnTo>
                    <a:pt x="1587500" y="0"/>
                  </a:lnTo>
                  <a:lnTo>
                    <a:pt x="1587500" y="1587500"/>
                  </a:lnTo>
                  <a:close/>
                  <a:moveTo>
                    <a:pt x="4762500" y="0"/>
                  </a:moveTo>
                  <a:lnTo>
                    <a:pt x="3175000" y="0"/>
                  </a:lnTo>
                  <a:lnTo>
                    <a:pt x="3175000" y="1587500"/>
                  </a:lnTo>
                  <a:lnTo>
                    <a:pt x="4762500" y="1587500"/>
                  </a:lnTo>
                  <a:lnTo>
                    <a:pt x="4762500" y="0"/>
                  </a:lnTo>
                  <a:close/>
                  <a:moveTo>
                    <a:pt x="3175000" y="1587500"/>
                  </a:moveTo>
                  <a:lnTo>
                    <a:pt x="1587500" y="1587500"/>
                  </a:lnTo>
                  <a:lnTo>
                    <a:pt x="1587500" y="3175000"/>
                  </a:lnTo>
                  <a:lnTo>
                    <a:pt x="3175000" y="3175000"/>
                  </a:lnTo>
                  <a:lnTo>
                    <a:pt x="3175000" y="1587500"/>
                  </a:lnTo>
                  <a:close/>
                  <a:moveTo>
                    <a:pt x="6350000" y="1587500"/>
                  </a:moveTo>
                  <a:lnTo>
                    <a:pt x="4762500" y="1587500"/>
                  </a:lnTo>
                  <a:lnTo>
                    <a:pt x="4762500" y="3175000"/>
                  </a:lnTo>
                  <a:lnTo>
                    <a:pt x="6350000" y="3175000"/>
                  </a:lnTo>
                  <a:lnTo>
                    <a:pt x="6350000" y="1587500"/>
                  </a:lnTo>
                  <a:close/>
                  <a:moveTo>
                    <a:pt x="1587500" y="3175000"/>
                  </a:moveTo>
                  <a:lnTo>
                    <a:pt x="0" y="3175000"/>
                  </a:lnTo>
                  <a:lnTo>
                    <a:pt x="0" y="4762500"/>
                  </a:lnTo>
                  <a:lnTo>
                    <a:pt x="1587500" y="4762500"/>
                  </a:lnTo>
                  <a:lnTo>
                    <a:pt x="1587500" y="3175000"/>
                  </a:lnTo>
                  <a:close/>
                  <a:moveTo>
                    <a:pt x="4762500" y="3175000"/>
                  </a:moveTo>
                  <a:lnTo>
                    <a:pt x="3175000" y="3175000"/>
                  </a:lnTo>
                  <a:lnTo>
                    <a:pt x="3175000" y="4762500"/>
                  </a:lnTo>
                  <a:lnTo>
                    <a:pt x="4762500" y="4762500"/>
                  </a:lnTo>
                  <a:lnTo>
                    <a:pt x="4762500" y="3175000"/>
                  </a:lnTo>
                  <a:close/>
                  <a:moveTo>
                    <a:pt x="3175000" y="4762500"/>
                  </a:moveTo>
                  <a:lnTo>
                    <a:pt x="1587500" y="4762500"/>
                  </a:lnTo>
                  <a:lnTo>
                    <a:pt x="1587500" y="6350000"/>
                  </a:lnTo>
                  <a:lnTo>
                    <a:pt x="3175000" y="6350000"/>
                  </a:lnTo>
                  <a:lnTo>
                    <a:pt x="3175000" y="4762500"/>
                  </a:lnTo>
                  <a:close/>
                  <a:moveTo>
                    <a:pt x="6350000" y="4762500"/>
                  </a:moveTo>
                  <a:lnTo>
                    <a:pt x="4762500" y="4762500"/>
                  </a:lnTo>
                  <a:lnTo>
                    <a:pt x="4762500" y="6350000"/>
                  </a:lnTo>
                  <a:lnTo>
                    <a:pt x="6350000" y="6350000"/>
                  </a:lnTo>
                  <a:lnTo>
                    <a:pt x="6350000" y="476250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</p:sp>
        <p:sp>
          <p:nvSpPr>
            <p:cNvPr id="115" name="Google Shape;115;p8"/>
            <p:cNvSpPr/>
            <p:nvPr/>
          </p:nvSpPr>
          <p:spPr>
            <a:xfrm>
              <a:off x="4777945" y="0"/>
              <a:ext cx="2381250" cy="2381250"/>
            </a:xfrm>
            <a:custGeom>
              <a:rect b="b" l="l" r="r" t="t"/>
              <a:pathLst>
                <a:path extrusionOk="0" h="6350000" w="6350000">
                  <a:moveTo>
                    <a:pt x="1587500" y="1587500"/>
                  </a:moveTo>
                  <a:lnTo>
                    <a:pt x="0" y="1587500"/>
                  </a:lnTo>
                  <a:lnTo>
                    <a:pt x="0" y="0"/>
                  </a:lnTo>
                  <a:lnTo>
                    <a:pt x="1587500" y="0"/>
                  </a:lnTo>
                  <a:lnTo>
                    <a:pt x="1587500" y="1587500"/>
                  </a:lnTo>
                  <a:close/>
                  <a:moveTo>
                    <a:pt x="4762500" y="0"/>
                  </a:moveTo>
                  <a:lnTo>
                    <a:pt x="3175000" y="0"/>
                  </a:lnTo>
                  <a:lnTo>
                    <a:pt x="3175000" y="1587500"/>
                  </a:lnTo>
                  <a:lnTo>
                    <a:pt x="4762500" y="1587500"/>
                  </a:lnTo>
                  <a:lnTo>
                    <a:pt x="4762500" y="0"/>
                  </a:lnTo>
                  <a:close/>
                  <a:moveTo>
                    <a:pt x="3175000" y="1587500"/>
                  </a:moveTo>
                  <a:lnTo>
                    <a:pt x="1587500" y="1587500"/>
                  </a:lnTo>
                  <a:lnTo>
                    <a:pt x="1587500" y="3175000"/>
                  </a:lnTo>
                  <a:lnTo>
                    <a:pt x="3175000" y="3175000"/>
                  </a:lnTo>
                  <a:lnTo>
                    <a:pt x="3175000" y="1587500"/>
                  </a:lnTo>
                  <a:close/>
                  <a:moveTo>
                    <a:pt x="6350000" y="1587500"/>
                  </a:moveTo>
                  <a:lnTo>
                    <a:pt x="4762500" y="1587500"/>
                  </a:lnTo>
                  <a:lnTo>
                    <a:pt x="4762500" y="3175000"/>
                  </a:lnTo>
                  <a:lnTo>
                    <a:pt x="6350000" y="3175000"/>
                  </a:lnTo>
                  <a:lnTo>
                    <a:pt x="6350000" y="1587500"/>
                  </a:lnTo>
                  <a:close/>
                  <a:moveTo>
                    <a:pt x="1587500" y="3175000"/>
                  </a:moveTo>
                  <a:lnTo>
                    <a:pt x="0" y="3175000"/>
                  </a:lnTo>
                  <a:lnTo>
                    <a:pt x="0" y="4762500"/>
                  </a:lnTo>
                  <a:lnTo>
                    <a:pt x="1587500" y="4762500"/>
                  </a:lnTo>
                  <a:lnTo>
                    <a:pt x="1587500" y="3175000"/>
                  </a:lnTo>
                  <a:close/>
                  <a:moveTo>
                    <a:pt x="4762500" y="3175000"/>
                  </a:moveTo>
                  <a:lnTo>
                    <a:pt x="3175000" y="3175000"/>
                  </a:lnTo>
                  <a:lnTo>
                    <a:pt x="3175000" y="4762500"/>
                  </a:lnTo>
                  <a:lnTo>
                    <a:pt x="4762500" y="4762500"/>
                  </a:lnTo>
                  <a:lnTo>
                    <a:pt x="4762500" y="3175000"/>
                  </a:lnTo>
                  <a:close/>
                  <a:moveTo>
                    <a:pt x="3175000" y="4762500"/>
                  </a:moveTo>
                  <a:lnTo>
                    <a:pt x="1587500" y="4762500"/>
                  </a:lnTo>
                  <a:lnTo>
                    <a:pt x="1587500" y="6350000"/>
                  </a:lnTo>
                  <a:lnTo>
                    <a:pt x="3175000" y="6350000"/>
                  </a:lnTo>
                  <a:lnTo>
                    <a:pt x="3175000" y="4762500"/>
                  </a:lnTo>
                  <a:close/>
                  <a:moveTo>
                    <a:pt x="6350000" y="4762500"/>
                  </a:moveTo>
                  <a:lnTo>
                    <a:pt x="4762500" y="4762500"/>
                  </a:lnTo>
                  <a:lnTo>
                    <a:pt x="4762500" y="6350000"/>
                  </a:lnTo>
                  <a:lnTo>
                    <a:pt x="6350000" y="6350000"/>
                  </a:lnTo>
                  <a:lnTo>
                    <a:pt x="6350000" y="476250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</p:sp>
        <p:sp>
          <p:nvSpPr>
            <p:cNvPr id="116" name="Google Shape;116;p8"/>
            <p:cNvSpPr/>
            <p:nvPr/>
          </p:nvSpPr>
          <p:spPr>
            <a:xfrm>
              <a:off x="7166918" y="0"/>
              <a:ext cx="2381250" cy="2381250"/>
            </a:xfrm>
            <a:custGeom>
              <a:rect b="b" l="l" r="r" t="t"/>
              <a:pathLst>
                <a:path extrusionOk="0" h="6350000" w="6350000">
                  <a:moveTo>
                    <a:pt x="1587500" y="1587500"/>
                  </a:moveTo>
                  <a:lnTo>
                    <a:pt x="0" y="1587500"/>
                  </a:lnTo>
                  <a:lnTo>
                    <a:pt x="0" y="0"/>
                  </a:lnTo>
                  <a:lnTo>
                    <a:pt x="1587500" y="0"/>
                  </a:lnTo>
                  <a:lnTo>
                    <a:pt x="1587500" y="1587500"/>
                  </a:lnTo>
                  <a:close/>
                  <a:moveTo>
                    <a:pt x="4762500" y="0"/>
                  </a:moveTo>
                  <a:lnTo>
                    <a:pt x="3175000" y="0"/>
                  </a:lnTo>
                  <a:lnTo>
                    <a:pt x="3175000" y="1587500"/>
                  </a:lnTo>
                  <a:lnTo>
                    <a:pt x="4762500" y="1587500"/>
                  </a:lnTo>
                  <a:lnTo>
                    <a:pt x="4762500" y="0"/>
                  </a:lnTo>
                  <a:close/>
                  <a:moveTo>
                    <a:pt x="3175000" y="1587500"/>
                  </a:moveTo>
                  <a:lnTo>
                    <a:pt x="1587500" y="1587500"/>
                  </a:lnTo>
                  <a:lnTo>
                    <a:pt x="1587500" y="3175000"/>
                  </a:lnTo>
                  <a:lnTo>
                    <a:pt x="3175000" y="3175000"/>
                  </a:lnTo>
                  <a:lnTo>
                    <a:pt x="3175000" y="1587500"/>
                  </a:lnTo>
                  <a:close/>
                  <a:moveTo>
                    <a:pt x="6350000" y="1587500"/>
                  </a:moveTo>
                  <a:lnTo>
                    <a:pt x="4762500" y="1587500"/>
                  </a:lnTo>
                  <a:lnTo>
                    <a:pt x="4762500" y="3175000"/>
                  </a:lnTo>
                  <a:lnTo>
                    <a:pt x="6350000" y="3175000"/>
                  </a:lnTo>
                  <a:lnTo>
                    <a:pt x="6350000" y="1587500"/>
                  </a:lnTo>
                  <a:close/>
                  <a:moveTo>
                    <a:pt x="1587500" y="3175000"/>
                  </a:moveTo>
                  <a:lnTo>
                    <a:pt x="0" y="3175000"/>
                  </a:lnTo>
                  <a:lnTo>
                    <a:pt x="0" y="4762500"/>
                  </a:lnTo>
                  <a:lnTo>
                    <a:pt x="1587500" y="4762500"/>
                  </a:lnTo>
                  <a:lnTo>
                    <a:pt x="1587500" y="3175000"/>
                  </a:lnTo>
                  <a:close/>
                  <a:moveTo>
                    <a:pt x="4762500" y="3175000"/>
                  </a:moveTo>
                  <a:lnTo>
                    <a:pt x="3175000" y="3175000"/>
                  </a:lnTo>
                  <a:lnTo>
                    <a:pt x="3175000" y="4762500"/>
                  </a:lnTo>
                  <a:lnTo>
                    <a:pt x="4762500" y="4762500"/>
                  </a:lnTo>
                  <a:lnTo>
                    <a:pt x="4762500" y="3175000"/>
                  </a:lnTo>
                  <a:close/>
                  <a:moveTo>
                    <a:pt x="3175000" y="4762500"/>
                  </a:moveTo>
                  <a:lnTo>
                    <a:pt x="1587500" y="4762500"/>
                  </a:lnTo>
                  <a:lnTo>
                    <a:pt x="1587500" y="6350000"/>
                  </a:lnTo>
                  <a:lnTo>
                    <a:pt x="3175000" y="6350000"/>
                  </a:lnTo>
                  <a:lnTo>
                    <a:pt x="3175000" y="4762500"/>
                  </a:lnTo>
                  <a:close/>
                  <a:moveTo>
                    <a:pt x="6350000" y="4762500"/>
                  </a:moveTo>
                  <a:lnTo>
                    <a:pt x="4762500" y="4762500"/>
                  </a:lnTo>
                  <a:lnTo>
                    <a:pt x="4762500" y="6350000"/>
                  </a:lnTo>
                  <a:lnTo>
                    <a:pt x="6350000" y="6350000"/>
                  </a:lnTo>
                  <a:lnTo>
                    <a:pt x="6350000" y="476250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</p:sp>
        <p:sp>
          <p:nvSpPr>
            <p:cNvPr id="117" name="Google Shape;117;p8"/>
            <p:cNvSpPr/>
            <p:nvPr/>
          </p:nvSpPr>
          <p:spPr>
            <a:xfrm>
              <a:off x="9477281" y="0"/>
              <a:ext cx="2381250" cy="2381250"/>
            </a:xfrm>
            <a:custGeom>
              <a:rect b="b" l="l" r="r" t="t"/>
              <a:pathLst>
                <a:path extrusionOk="0" h="6350000" w="6350000">
                  <a:moveTo>
                    <a:pt x="1587500" y="1587500"/>
                  </a:moveTo>
                  <a:lnTo>
                    <a:pt x="0" y="1587500"/>
                  </a:lnTo>
                  <a:lnTo>
                    <a:pt x="0" y="0"/>
                  </a:lnTo>
                  <a:lnTo>
                    <a:pt x="1587500" y="0"/>
                  </a:lnTo>
                  <a:lnTo>
                    <a:pt x="1587500" y="1587500"/>
                  </a:lnTo>
                  <a:close/>
                  <a:moveTo>
                    <a:pt x="4762500" y="0"/>
                  </a:moveTo>
                  <a:lnTo>
                    <a:pt x="3175000" y="0"/>
                  </a:lnTo>
                  <a:lnTo>
                    <a:pt x="3175000" y="1587500"/>
                  </a:lnTo>
                  <a:lnTo>
                    <a:pt x="4762500" y="1587500"/>
                  </a:lnTo>
                  <a:lnTo>
                    <a:pt x="4762500" y="0"/>
                  </a:lnTo>
                  <a:close/>
                  <a:moveTo>
                    <a:pt x="3175000" y="1587500"/>
                  </a:moveTo>
                  <a:lnTo>
                    <a:pt x="1587500" y="1587500"/>
                  </a:lnTo>
                  <a:lnTo>
                    <a:pt x="1587500" y="3175000"/>
                  </a:lnTo>
                  <a:lnTo>
                    <a:pt x="3175000" y="3175000"/>
                  </a:lnTo>
                  <a:lnTo>
                    <a:pt x="3175000" y="1587500"/>
                  </a:lnTo>
                  <a:close/>
                  <a:moveTo>
                    <a:pt x="6350000" y="1587500"/>
                  </a:moveTo>
                  <a:lnTo>
                    <a:pt x="4762500" y="1587500"/>
                  </a:lnTo>
                  <a:lnTo>
                    <a:pt x="4762500" y="3175000"/>
                  </a:lnTo>
                  <a:lnTo>
                    <a:pt x="6350000" y="3175000"/>
                  </a:lnTo>
                  <a:lnTo>
                    <a:pt x="6350000" y="1587500"/>
                  </a:lnTo>
                  <a:close/>
                  <a:moveTo>
                    <a:pt x="1587500" y="3175000"/>
                  </a:moveTo>
                  <a:lnTo>
                    <a:pt x="0" y="3175000"/>
                  </a:lnTo>
                  <a:lnTo>
                    <a:pt x="0" y="4762500"/>
                  </a:lnTo>
                  <a:lnTo>
                    <a:pt x="1587500" y="4762500"/>
                  </a:lnTo>
                  <a:lnTo>
                    <a:pt x="1587500" y="3175000"/>
                  </a:lnTo>
                  <a:close/>
                  <a:moveTo>
                    <a:pt x="4762500" y="3175000"/>
                  </a:moveTo>
                  <a:lnTo>
                    <a:pt x="3175000" y="3175000"/>
                  </a:lnTo>
                  <a:lnTo>
                    <a:pt x="3175000" y="4762500"/>
                  </a:lnTo>
                  <a:lnTo>
                    <a:pt x="4762500" y="4762500"/>
                  </a:lnTo>
                  <a:lnTo>
                    <a:pt x="4762500" y="3175000"/>
                  </a:lnTo>
                  <a:close/>
                  <a:moveTo>
                    <a:pt x="3175000" y="4762500"/>
                  </a:moveTo>
                  <a:lnTo>
                    <a:pt x="1587500" y="4762500"/>
                  </a:lnTo>
                  <a:lnTo>
                    <a:pt x="1587500" y="6350000"/>
                  </a:lnTo>
                  <a:lnTo>
                    <a:pt x="3175000" y="6350000"/>
                  </a:lnTo>
                  <a:lnTo>
                    <a:pt x="3175000" y="4762500"/>
                  </a:lnTo>
                  <a:close/>
                  <a:moveTo>
                    <a:pt x="6350000" y="4762500"/>
                  </a:moveTo>
                  <a:lnTo>
                    <a:pt x="4762500" y="4762500"/>
                  </a:lnTo>
                  <a:lnTo>
                    <a:pt x="4762500" y="6350000"/>
                  </a:lnTo>
                  <a:lnTo>
                    <a:pt x="6350000" y="6350000"/>
                  </a:lnTo>
                  <a:lnTo>
                    <a:pt x="6350000" y="476250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</p:sp>
        <p:sp>
          <p:nvSpPr>
            <p:cNvPr id="118" name="Google Shape;118;p8"/>
            <p:cNvSpPr/>
            <p:nvPr/>
          </p:nvSpPr>
          <p:spPr>
            <a:xfrm>
              <a:off x="11866254" y="0"/>
              <a:ext cx="2381250" cy="2381250"/>
            </a:xfrm>
            <a:custGeom>
              <a:rect b="b" l="l" r="r" t="t"/>
              <a:pathLst>
                <a:path extrusionOk="0" h="6350000" w="6350000">
                  <a:moveTo>
                    <a:pt x="1587500" y="1587500"/>
                  </a:moveTo>
                  <a:lnTo>
                    <a:pt x="0" y="1587500"/>
                  </a:lnTo>
                  <a:lnTo>
                    <a:pt x="0" y="0"/>
                  </a:lnTo>
                  <a:lnTo>
                    <a:pt x="1587500" y="0"/>
                  </a:lnTo>
                  <a:lnTo>
                    <a:pt x="1587500" y="1587500"/>
                  </a:lnTo>
                  <a:close/>
                  <a:moveTo>
                    <a:pt x="4762500" y="0"/>
                  </a:moveTo>
                  <a:lnTo>
                    <a:pt x="3175000" y="0"/>
                  </a:lnTo>
                  <a:lnTo>
                    <a:pt x="3175000" y="1587500"/>
                  </a:lnTo>
                  <a:lnTo>
                    <a:pt x="4762500" y="1587500"/>
                  </a:lnTo>
                  <a:lnTo>
                    <a:pt x="4762500" y="0"/>
                  </a:lnTo>
                  <a:close/>
                  <a:moveTo>
                    <a:pt x="3175000" y="1587500"/>
                  </a:moveTo>
                  <a:lnTo>
                    <a:pt x="1587500" y="1587500"/>
                  </a:lnTo>
                  <a:lnTo>
                    <a:pt x="1587500" y="3175000"/>
                  </a:lnTo>
                  <a:lnTo>
                    <a:pt x="3175000" y="3175000"/>
                  </a:lnTo>
                  <a:lnTo>
                    <a:pt x="3175000" y="1587500"/>
                  </a:lnTo>
                  <a:close/>
                  <a:moveTo>
                    <a:pt x="6350000" y="1587500"/>
                  </a:moveTo>
                  <a:lnTo>
                    <a:pt x="4762500" y="1587500"/>
                  </a:lnTo>
                  <a:lnTo>
                    <a:pt x="4762500" y="3175000"/>
                  </a:lnTo>
                  <a:lnTo>
                    <a:pt x="6350000" y="3175000"/>
                  </a:lnTo>
                  <a:lnTo>
                    <a:pt x="6350000" y="1587500"/>
                  </a:lnTo>
                  <a:close/>
                  <a:moveTo>
                    <a:pt x="1587500" y="3175000"/>
                  </a:moveTo>
                  <a:lnTo>
                    <a:pt x="0" y="3175000"/>
                  </a:lnTo>
                  <a:lnTo>
                    <a:pt x="0" y="4762500"/>
                  </a:lnTo>
                  <a:lnTo>
                    <a:pt x="1587500" y="4762500"/>
                  </a:lnTo>
                  <a:lnTo>
                    <a:pt x="1587500" y="3175000"/>
                  </a:lnTo>
                  <a:close/>
                  <a:moveTo>
                    <a:pt x="4762500" y="3175000"/>
                  </a:moveTo>
                  <a:lnTo>
                    <a:pt x="3175000" y="3175000"/>
                  </a:lnTo>
                  <a:lnTo>
                    <a:pt x="3175000" y="4762500"/>
                  </a:lnTo>
                  <a:lnTo>
                    <a:pt x="4762500" y="4762500"/>
                  </a:lnTo>
                  <a:lnTo>
                    <a:pt x="4762500" y="3175000"/>
                  </a:lnTo>
                  <a:close/>
                  <a:moveTo>
                    <a:pt x="3175000" y="4762500"/>
                  </a:moveTo>
                  <a:lnTo>
                    <a:pt x="1587500" y="4762500"/>
                  </a:lnTo>
                  <a:lnTo>
                    <a:pt x="1587500" y="6350000"/>
                  </a:lnTo>
                  <a:lnTo>
                    <a:pt x="3175000" y="6350000"/>
                  </a:lnTo>
                  <a:lnTo>
                    <a:pt x="3175000" y="4762500"/>
                  </a:lnTo>
                  <a:close/>
                  <a:moveTo>
                    <a:pt x="6350000" y="4762500"/>
                  </a:moveTo>
                  <a:lnTo>
                    <a:pt x="4762500" y="4762500"/>
                  </a:lnTo>
                  <a:lnTo>
                    <a:pt x="4762500" y="6350000"/>
                  </a:lnTo>
                  <a:lnTo>
                    <a:pt x="6350000" y="6350000"/>
                  </a:lnTo>
                  <a:lnTo>
                    <a:pt x="6350000" y="476250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</p:sp>
        <p:sp>
          <p:nvSpPr>
            <p:cNvPr id="119" name="Google Shape;119;p8"/>
            <p:cNvSpPr/>
            <p:nvPr/>
          </p:nvSpPr>
          <p:spPr>
            <a:xfrm>
              <a:off x="14255226" y="0"/>
              <a:ext cx="2381250" cy="2381250"/>
            </a:xfrm>
            <a:custGeom>
              <a:rect b="b" l="l" r="r" t="t"/>
              <a:pathLst>
                <a:path extrusionOk="0" h="6350000" w="6350000">
                  <a:moveTo>
                    <a:pt x="1587500" y="1587500"/>
                  </a:moveTo>
                  <a:lnTo>
                    <a:pt x="0" y="1587500"/>
                  </a:lnTo>
                  <a:lnTo>
                    <a:pt x="0" y="0"/>
                  </a:lnTo>
                  <a:lnTo>
                    <a:pt x="1587500" y="0"/>
                  </a:lnTo>
                  <a:lnTo>
                    <a:pt x="1587500" y="1587500"/>
                  </a:lnTo>
                  <a:close/>
                  <a:moveTo>
                    <a:pt x="4762500" y="0"/>
                  </a:moveTo>
                  <a:lnTo>
                    <a:pt x="3175000" y="0"/>
                  </a:lnTo>
                  <a:lnTo>
                    <a:pt x="3175000" y="1587500"/>
                  </a:lnTo>
                  <a:lnTo>
                    <a:pt x="4762500" y="1587500"/>
                  </a:lnTo>
                  <a:lnTo>
                    <a:pt x="4762500" y="0"/>
                  </a:lnTo>
                  <a:close/>
                  <a:moveTo>
                    <a:pt x="3175000" y="1587500"/>
                  </a:moveTo>
                  <a:lnTo>
                    <a:pt x="1587500" y="1587500"/>
                  </a:lnTo>
                  <a:lnTo>
                    <a:pt x="1587500" y="3175000"/>
                  </a:lnTo>
                  <a:lnTo>
                    <a:pt x="3175000" y="3175000"/>
                  </a:lnTo>
                  <a:lnTo>
                    <a:pt x="3175000" y="1587500"/>
                  </a:lnTo>
                  <a:close/>
                  <a:moveTo>
                    <a:pt x="6350000" y="1587500"/>
                  </a:moveTo>
                  <a:lnTo>
                    <a:pt x="4762500" y="1587500"/>
                  </a:lnTo>
                  <a:lnTo>
                    <a:pt x="4762500" y="3175000"/>
                  </a:lnTo>
                  <a:lnTo>
                    <a:pt x="6350000" y="3175000"/>
                  </a:lnTo>
                  <a:lnTo>
                    <a:pt x="6350000" y="1587500"/>
                  </a:lnTo>
                  <a:close/>
                  <a:moveTo>
                    <a:pt x="1587500" y="3175000"/>
                  </a:moveTo>
                  <a:lnTo>
                    <a:pt x="0" y="3175000"/>
                  </a:lnTo>
                  <a:lnTo>
                    <a:pt x="0" y="4762500"/>
                  </a:lnTo>
                  <a:lnTo>
                    <a:pt x="1587500" y="4762500"/>
                  </a:lnTo>
                  <a:lnTo>
                    <a:pt x="1587500" y="3175000"/>
                  </a:lnTo>
                  <a:close/>
                  <a:moveTo>
                    <a:pt x="4762500" y="3175000"/>
                  </a:moveTo>
                  <a:lnTo>
                    <a:pt x="3175000" y="3175000"/>
                  </a:lnTo>
                  <a:lnTo>
                    <a:pt x="3175000" y="4762500"/>
                  </a:lnTo>
                  <a:lnTo>
                    <a:pt x="4762500" y="4762500"/>
                  </a:lnTo>
                  <a:lnTo>
                    <a:pt x="4762500" y="3175000"/>
                  </a:lnTo>
                  <a:close/>
                  <a:moveTo>
                    <a:pt x="3175000" y="4762500"/>
                  </a:moveTo>
                  <a:lnTo>
                    <a:pt x="1587500" y="4762500"/>
                  </a:lnTo>
                  <a:lnTo>
                    <a:pt x="1587500" y="6350000"/>
                  </a:lnTo>
                  <a:lnTo>
                    <a:pt x="3175000" y="6350000"/>
                  </a:lnTo>
                  <a:lnTo>
                    <a:pt x="3175000" y="4762500"/>
                  </a:lnTo>
                  <a:close/>
                  <a:moveTo>
                    <a:pt x="6350000" y="4762500"/>
                  </a:moveTo>
                  <a:lnTo>
                    <a:pt x="4762500" y="4762500"/>
                  </a:lnTo>
                  <a:lnTo>
                    <a:pt x="4762500" y="6350000"/>
                  </a:lnTo>
                  <a:lnTo>
                    <a:pt x="6350000" y="6350000"/>
                  </a:lnTo>
                  <a:lnTo>
                    <a:pt x="6350000" y="476250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</p:sp>
        <p:sp>
          <p:nvSpPr>
            <p:cNvPr id="120" name="Google Shape;120;p8"/>
            <p:cNvSpPr/>
            <p:nvPr/>
          </p:nvSpPr>
          <p:spPr>
            <a:xfrm>
              <a:off x="16644199" y="0"/>
              <a:ext cx="2381250" cy="2381250"/>
            </a:xfrm>
            <a:custGeom>
              <a:rect b="b" l="l" r="r" t="t"/>
              <a:pathLst>
                <a:path extrusionOk="0" h="6350000" w="6350000">
                  <a:moveTo>
                    <a:pt x="1587500" y="1587500"/>
                  </a:moveTo>
                  <a:lnTo>
                    <a:pt x="0" y="1587500"/>
                  </a:lnTo>
                  <a:lnTo>
                    <a:pt x="0" y="0"/>
                  </a:lnTo>
                  <a:lnTo>
                    <a:pt x="1587500" y="0"/>
                  </a:lnTo>
                  <a:lnTo>
                    <a:pt x="1587500" y="1587500"/>
                  </a:lnTo>
                  <a:close/>
                  <a:moveTo>
                    <a:pt x="4762500" y="0"/>
                  </a:moveTo>
                  <a:lnTo>
                    <a:pt x="3175000" y="0"/>
                  </a:lnTo>
                  <a:lnTo>
                    <a:pt x="3175000" y="1587500"/>
                  </a:lnTo>
                  <a:lnTo>
                    <a:pt x="4762500" y="1587500"/>
                  </a:lnTo>
                  <a:lnTo>
                    <a:pt x="4762500" y="0"/>
                  </a:lnTo>
                  <a:close/>
                  <a:moveTo>
                    <a:pt x="3175000" y="1587500"/>
                  </a:moveTo>
                  <a:lnTo>
                    <a:pt x="1587500" y="1587500"/>
                  </a:lnTo>
                  <a:lnTo>
                    <a:pt x="1587500" y="3175000"/>
                  </a:lnTo>
                  <a:lnTo>
                    <a:pt x="3175000" y="3175000"/>
                  </a:lnTo>
                  <a:lnTo>
                    <a:pt x="3175000" y="1587500"/>
                  </a:lnTo>
                  <a:close/>
                  <a:moveTo>
                    <a:pt x="6350000" y="1587500"/>
                  </a:moveTo>
                  <a:lnTo>
                    <a:pt x="4762500" y="1587500"/>
                  </a:lnTo>
                  <a:lnTo>
                    <a:pt x="4762500" y="3175000"/>
                  </a:lnTo>
                  <a:lnTo>
                    <a:pt x="6350000" y="3175000"/>
                  </a:lnTo>
                  <a:lnTo>
                    <a:pt x="6350000" y="1587500"/>
                  </a:lnTo>
                  <a:close/>
                  <a:moveTo>
                    <a:pt x="1587500" y="3175000"/>
                  </a:moveTo>
                  <a:lnTo>
                    <a:pt x="0" y="3175000"/>
                  </a:lnTo>
                  <a:lnTo>
                    <a:pt x="0" y="4762500"/>
                  </a:lnTo>
                  <a:lnTo>
                    <a:pt x="1587500" y="4762500"/>
                  </a:lnTo>
                  <a:lnTo>
                    <a:pt x="1587500" y="3175000"/>
                  </a:lnTo>
                  <a:close/>
                  <a:moveTo>
                    <a:pt x="4762500" y="3175000"/>
                  </a:moveTo>
                  <a:lnTo>
                    <a:pt x="3175000" y="3175000"/>
                  </a:lnTo>
                  <a:lnTo>
                    <a:pt x="3175000" y="4762500"/>
                  </a:lnTo>
                  <a:lnTo>
                    <a:pt x="4762500" y="4762500"/>
                  </a:lnTo>
                  <a:lnTo>
                    <a:pt x="4762500" y="3175000"/>
                  </a:lnTo>
                  <a:close/>
                  <a:moveTo>
                    <a:pt x="3175000" y="4762500"/>
                  </a:moveTo>
                  <a:lnTo>
                    <a:pt x="1587500" y="4762500"/>
                  </a:lnTo>
                  <a:lnTo>
                    <a:pt x="1587500" y="6350000"/>
                  </a:lnTo>
                  <a:lnTo>
                    <a:pt x="3175000" y="6350000"/>
                  </a:lnTo>
                  <a:lnTo>
                    <a:pt x="3175000" y="4762500"/>
                  </a:lnTo>
                  <a:close/>
                  <a:moveTo>
                    <a:pt x="6350000" y="4762500"/>
                  </a:moveTo>
                  <a:lnTo>
                    <a:pt x="4762500" y="4762500"/>
                  </a:lnTo>
                  <a:lnTo>
                    <a:pt x="4762500" y="6350000"/>
                  </a:lnTo>
                  <a:lnTo>
                    <a:pt x="6350000" y="6350000"/>
                  </a:lnTo>
                  <a:lnTo>
                    <a:pt x="6350000" y="476250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</p:sp>
        <p:sp>
          <p:nvSpPr>
            <p:cNvPr id="121" name="Google Shape;121;p8"/>
            <p:cNvSpPr/>
            <p:nvPr/>
          </p:nvSpPr>
          <p:spPr>
            <a:xfrm>
              <a:off x="19033171" y="0"/>
              <a:ext cx="2381250" cy="2381250"/>
            </a:xfrm>
            <a:custGeom>
              <a:rect b="b" l="l" r="r" t="t"/>
              <a:pathLst>
                <a:path extrusionOk="0" h="6350000" w="6350000">
                  <a:moveTo>
                    <a:pt x="1587500" y="1587500"/>
                  </a:moveTo>
                  <a:lnTo>
                    <a:pt x="0" y="1587500"/>
                  </a:lnTo>
                  <a:lnTo>
                    <a:pt x="0" y="0"/>
                  </a:lnTo>
                  <a:lnTo>
                    <a:pt x="1587500" y="0"/>
                  </a:lnTo>
                  <a:lnTo>
                    <a:pt x="1587500" y="1587500"/>
                  </a:lnTo>
                  <a:close/>
                  <a:moveTo>
                    <a:pt x="4762500" y="0"/>
                  </a:moveTo>
                  <a:lnTo>
                    <a:pt x="3175000" y="0"/>
                  </a:lnTo>
                  <a:lnTo>
                    <a:pt x="3175000" y="1587500"/>
                  </a:lnTo>
                  <a:lnTo>
                    <a:pt x="4762500" y="1587500"/>
                  </a:lnTo>
                  <a:lnTo>
                    <a:pt x="4762500" y="0"/>
                  </a:lnTo>
                  <a:close/>
                  <a:moveTo>
                    <a:pt x="3175000" y="1587500"/>
                  </a:moveTo>
                  <a:lnTo>
                    <a:pt x="1587500" y="1587500"/>
                  </a:lnTo>
                  <a:lnTo>
                    <a:pt x="1587500" y="3175000"/>
                  </a:lnTo>
                  <a:lnTo>
                    <a:pt x="3175000" y="3175000"/>
                  </a:lnTo>
                  <a:lnTo>
                    <a:pt x="3175000" y="1587500"/>
                  </a:lnTo>
                  <a:close/>
                  <a:moveTo>
                    <a:pt x="6350000" y="1587500"/>
                  </a:moveTo>
                  <a:lnTo>
                    <a:pt x="4762500" y="1587500"/>
                  </a:lnTo>
                  <a:lnTo>
                    <a:pt x="4762500" y="3175000"/>
                  </a:lnTo>
                  <a:lnTo>
                    <a:pt x="6350000" y="3175000"/>
                  </a:lnTo>
                  <a:lnTo>
                    <a:pt x="6350000" y="1587500"/>
                  </a:lnTo>
                  <a:close/>
                  <a:moveTo>
                    <a:pt x="1587500" y="3175000"/>
                  </a:moveTo>
                  <a:lnTo>
                    <a:pt x="0" y="3175000"/>
                  </a:lnTo>
                  <a:lnTo>
                    <a:pt x="0" y="4762500"/>
                  </a:lnTo>
                  <a:lnTo>
                    <a:pt x="1587500" y="4762500"/>
                  </a:lnTo>
                  <a:lnTo>
                    <a:pt x="1587500" y="3175000"/>
                  </a:lnTo>
                  <a:close/>
                  <a:moveTo>
                    <a:pt x="4762500" y="3175000"/>
                  </a:moveTo>
                  <a:lnTo>
                    <a:pt x="3175000" y="3175000"/>
                  </a:lnTo>
                  <a:lnTo>
                    <a:pt x="3175000" y="4762500"/>
                  </a:lnTo>
                  <a:lnTo>
                    <a:pt x="4762500" y="4762500"/>
                  </a:lnTo>
                  <a:lnTo>
                    <a:pt x="4762500" y="3175000"/>
                  </a:lnTo>
                  <a:close/>
                  <a:moveTo>
                    <a:pt x="3175000" y="4762500"/>
                  </a:moveTo>
                  <a:lnTo>
                    <a:pt x="1587500" y="4762500"/>
                  </a:lnTo>
                  <a:lnTo>
                    <a:pt x="1587500" y="6350000"/>
                  </a:lnTo>
                  <a:lnTo>
                    <a:pt x="3175000" y="6350000"/>
                  </a:lnTo>
                  <a:lnTo>
                    <a:pt x="3175000" y="4762500"/>
                  </a:lnTo>
                  <a:close/>
                  <a:moveTo>
                    <a:pt x="6350000" y="4762500"/>
                  </a:moveTo>
                  <a:lnTo>
                    <a:pt x="4762500" y="4762500"/>
                  </a:lnTo>
                  <a:lnTo>
                    <a:pt x="4762500" y="6350000"/>
                  </a:lnTo>
                  <a:lnTo>
                    <a:pt x="6350000" y="6350000"/>
                  </a:lnTo>
                  <a:lnTo>
                    <a:pt x="6350000" y="476250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</p:sp>
        <p:sp>
          <p:nvSpPr>
            <p:cNvPr id="122" name="Google Shape;122;p8"/>
            <p:cNvSpPr/>
            <p:nvPr/>
          </p:nvSpPr>
          <p:spPr>
            <a:xfrm>
              <a:off x="21422144" y="0"/>
              <a:ext cx="2381250" cy="2381250"/>
            </a:xfrm>
            <a:custGeom>
              <a:rect b="b" l="l" r="r" t="t"/>
              <a:pathLst>
                <a:path extrusionOk="0" h="6350000" w="6350000">
                  <a:moveTo>
                    <a:pt x="1587500" y="1587500"/>
                  </a:moveTo>
                  <a:lnTo>
                    <a:pt x="0" y="1587500"/>
                  </a:lnTo>
                  <a:lnTo>
                    <a:pt x="0" y="0"/>
                  </a:lnTo>
                  <a:lnTo>
                    <a:pt x="1587500" y="0"/>
                  </a:lnTo>
                  <a:lnTo>
                    <a:pt x="1587500" y="1587500"/>
                  </a:lnTo>
                  <a:close/>
                  <a:moveTo>
                    <a:pt x="4762500" y="0"/>
                  </a:moveTo>
                  <a:lnTo>
                    <a:pt x="3175000" y="0"/>
                  </a:lnTo>
                  <a:lnTo>
                    <a:pt x="3175000" y="1587500"/>
                  </a:lnTo>
                  <a:lnTo>
                    <a:pt x="4762500" y="1587500"/>
                  </a:lnTo>
                  <a:lnTo>
                    <a:pt x="4762500" y="0"/>
                  </a:lnTo>
                  <a:close/>
                  <a:moveTo>
                    <a:pt x="3175000" y="1587500"/>
                  </a:moveTo>
                  <a:lnTo>
                    <a:pt x="1587500" y="1587500"/>
                  </a:lnTo>
                  <a:lnTo>
                    <a:pt x="1587500" y="3175000"/>
                  </a:lnTo>
                  <a:lnTo>
                    <a:pt x="3175000" y="3175000"/>
                  </a:lnTo>
                  <a:lnTo>
                    <a:pt x="3175000" y="1587500"/>
                  </a:lnTo>
                  <a:close/>
                  <a:moveTo>
                    <a:pt x="6350000" y="1587500"/>
                  </a:moveTo>
                  <a:lnTo>
                    <a:pt x="4762500" y="1587500"/>
                  </a:lnTo>
                  <a:lnTo>
                    <a:pt x="4762500" y="3175000"/>
                  </a:lnTo>
                  <a:lnTo>
                    <a:pt x="6350000" y="3175000"/>
                  </a:lnTo>
                  <a:lnTo>
                    <a:pt x="6350000" y="1587500"/>
                  </a:lnTo>
                  <a:close/>
                  <a:moveTo>
                    <a:pt x="1587500" y="3175000"/>
                  </a:moveTo>
                  <a:lnTo>
                    <a:pt x="0" y="3175000"/>
                  </a:lnTo>
                  <a:lnTo>
                    <a:pt x="0" y="4762500"/>
                  </a:lnTo>
                  <a:lnTo>
                    <a:pt x="1587500" y="4762500"/>
                  </a:lnTo>
                  <a:lnTo>
                    <a:pt x="1587500" y="3175000"/>
                  </a:lnTo>
                  <a:close/>
                  <a:moveTo>
                    <a:pt x="4762500" y="3175000"/>
                  </a:moveTo>
                  <a:lnTo>
                    <a:pt x="3175000" y="3175000"/>
                  </a:lnTo>
                  <a:lnTo>
                    <a:pt x="3175000" y="4762500"/>
                  </a:lnTo>
                  <a:lnTo>
                    <a:pt x="4762500" y="4762500"/>
                  </a:lnTo>
                  <a:lnTo>
                    <a:pt x="4762500" y="3175000"/>
                  </a:lnTo>
                  <a:close/>
                  <a:moveTo>
                    <a:pt x="3175000" y="4762500"/>
                  </a:moveTo>
                  <a:lnTo>
                    <a:pt x="1587500" y="4762500"/>
                  </a:lnTo>
                  <a:lnTo>
                    <a:pt x="1587500" y="6350000"/>
                  </a:lnTo>
                  <a:lnTo>
                    <a:pt x="3175000" y="6350000"/>
                  </a:lnTo>
                  <a:lnTo>
                    <a:pt x="3175000" y="4762500"/>
                  </a:lnTo>
                  <a:close/>
                  <a:moveTo>
                    <a:pt x="6350000" y="4762500"/>
                  </a:moveTo>
                  <a:lnTo>
                    <a:pt x="4762500" y="4762500"/>
                  </a:lnTo>
                  <a:lnTo>
                    <a:pt x="4762500" y="6350000"/>
                  </a:lnTo>
                  <a:lnTo>
                    <a:pt x="6350000" y="6350000"/>
                  </a:lnTo>
                  <a:lnTo>
                    <a:pt x="6350000" y="476250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</p:sp>
        <p:sp>
          <p:nvSpPr>
            <p:cNvPr id="123" name="Google Shape;123;p8"/>
            <p:cNvSpPr/>
            <p:nvPr/>
          </p:nvSpPr>
          <p:spPr>
            <a:xfrm>
              <a:off x="23732508" y="0"/>
              <a:ext cx="2381250" cy="2381250"/>
            </a:xfrm>
            <a:custGeom>
              <a:rect b="b" l="l" r="r" t="t"/>
              <a:pathLst>
                <a:path extrusionOk="0" h="6350000" w="6350000">
                  <a:moveTo>
                    <a:pt x="1587500" y="1587500"/>
                  </a:moveTo>
                  <a:lnTo>
                    <a:pt x="0" y="1587500"/>
                  </a:lnTo>
                  <a:lnTo>
                    <a:pt x="0" y="0"/>
                  </a:lnTo>
                  <a:lnTo>
                    <a:pt x="1587500" y="0"/>
                  </a:lnTo>
                  <a:lnTo>
                    <a:pt x="1587500" y="1587500"/>
                  </a:lnTo>
                  <a:close/>
                  <a:moveTo>
                    <a:pt x="4762500" y="0"/>
                  </a:moveTo>
                  <a:lnTo>
                    <a:pt x="3175000" y="0"/>
                  </a:lnTo>
                  <a:lnTo>
                    <a:pt x="3175000" y="1587500"/>
                  </a:lnTo>
                  <a:lnTo>
                    <a:pt x="4762500" y="1587500"/>
                  </a:lnTo>
                  <a:lnTo>
                    <a:pt x="4762500" y="0"/>
                  </a:lnTo>
                  <a:close/>
                  <a:moveTo>
                    <a:pt x="3175000" y="1587500"/>
                  </a:moveTo>
                  <a:lnTo>
                    <a:pt x="1587500" y="1587500"/>
                  </a:lnTo>
                  <a:lnTo>
                    <a:pt x="1587500" y="3175000"/>
                  </a:lnTo>
                  <a:lnTo>
                    <a:pt x="3175000" y="3175000"/>
                  </a:lnTo>
                  <a:lnTo>
                    <a:pt x="3175000" y="1587500"/>
                  </a:lnTo>
                  <a:close/>
                  <a:moveTo>
                    <a:pt x="6350000" y="1587500"/>
                  </a:moveTo>
                  <a:lnTo>
                    <a:pt x="4762500" y="1587500"/>
                  </a:lnTo>
                  <a:lnTo>
                    <a:pt x="4762500" y="3175000"/>
                  </a:lnTo>
                  <a:lnTo>
                    <a:pt x="6350000" y="3175000"/>
                  </a:lnTo>
                  <a:lnTo>
                    <a:pt x="6350000" y="1587500"/>
                  </a:lnTo>
                  <a:close/>
                  <a:moveTo>
                    <a:pt x="1587500" y="3175000"/>
                  </a:moveTo>
                  <a:lnTo>
                    <a:pt x="0" y="3175000"/>
                  </a:lnTo>
                  <a:lnTo>
                    <a:pt x="0" y="4762500"/>
                  </a:lnTo>
                  <a:lnTo>
                    <a:pt x="1587500" y="4762500"/>
                  </a:lnTo>
                  <a:lnTo>
                    <a:pt x="1587500" y="3175000"/>
                  </a:lnTo>
                  <a:close/>
                  <a:moveTo>
                    <a:pt x="4762500" y="3175000"/>
                  </a:moveTo>
                  <a:lnTo>
                    <a:pt x="3175000" y="3175000"/>
                  </a:lnTo>
                  <a:lnTo>
                    <a:pt x="3175000" y="4762500"/>
                  </a:lnTo>
                  <a:lnTo>
                    <a:pt x="4762500" y="4762500"/>
                  </a:lnTo>
                  <a:lnTo>
                    <a:pt x="4762500" y="3175000"/>
                  </a:lnTo>
                  <a:close/>
                  <a:moveTo>
                    <a:pt x="3175000" y="4762500"/>
                  </a:moveTo>
                  <a:lnTo>
                    <a:pt x="1587500" y="4762500"/>
                  </a:lnTo>
                  <a:lnTo>
                    <a:pt x="1587500" y="6350000"/>
                  </a:lnTo>
                  <a:lnTo>
                    <a:pt x="3175000" y="6350000"/>
                  </a:lnTo>
                  <a:lnTo>
                    <a:pt x="3175000" y="4762500"/>
                  </a:lnTo>
                  <a:close/>
                  <a:moveTo>
                    <a:pt x="6350000" y="4762500"/>
                  </a:moveTo>
                  <a:lnTo>
                    <a:pt x="4762500" y="4762500"/>
                  </a:lnTo>
                  <a:lnTo>
                    <a:pt x="4762500" y="6350000"/>
                  </a:lnTo>
                  <a:lnTo>
                    <a:pt x="6350000" y="6350000"/>
                  </a:lnTo>
                  <a:lnTo>
                    <a:pt x="6350000" y="476250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</p:sp>
      </p:grpSp>
      <p:sp>
        <p:nvSpPr>
          <p:cNvPr id="124" name="Google Shape;124;p8"/>
          <p:cNvSpPr/>
          <p:nvPr/>
        </p:nvSpPr>
        <p:spPr>
          <a:xfrm>
            <a:off x="4319915" y="-217012"/>
            <a:ext cx="13968085" cy="11317496"/>
          </a:xfrm>
          <a:custGeom>
            <a:rect b="b" l="l" r="r" t="t"/>
            <a:pathLst>
              <a:path extrusionOk="0" h="11317496" w="13968085">
                <a:moveTo>
                  <a:pt x="0" y="0"/>
                </a:moveTo>
                <a:lnTo>
                  <a:pt x="13968085" y="0"/>
                </a:lnTo>
                <a:lnTo>
                  <a:pt x="13968085" y="11317496"/>
                </a:lnTo>
                <a:lnTo>
                  <a:pt x="0" y="1131749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-3808" r="-15439" t="-10389"/>
            </a:stretch>
          </a:blipFill>
          <a:ln>
            <a:noFill/>
          </a:ln>
        </p:spPr>
      </p:sp>
      <p:grpSp>
        <p:nvGrpSpPr>
          <p:cNvPr id="125" name="Google Shape;125;p8"/>
          <p:cNvGrpSpPr/>
          <p:nvPr/>
        </p:nvGrpSpPr>
        <p:grpSpPr>
          <a:xfrm rot="1196134">
            <a:off x="15539089" y="333428"/>
            <a:ext cx="2427221" cy="2313445"/>
            <a:chOff x="0" y="0"/>
            <a:chExt cx="812800" cy="774700"/>
          </a:xfrm>
        </p:grpSpPr>
        <p:sp>
          <p:nvSpPr>
            <p:cNvPr id="126" name="Google Shape;126;p8"/>
            <p:cNvSpPr/>
            <p:nvPr/>
          </p:nvSpPr>
          <p:spPr>
            <a:xfrm>
              <a:off x="0" y="0"/>
              <a:ext cx="812800" cy="774700"/>
            </a:xfrm>
            <a:custGeom>
              <a:rect b="b" l="l" r="r" t="t"/>
              <a:pathLst>
                <a:path extrusionOk="0" h="774700" w="812800">
                  <a:moveTo>
                    <a:pt x="406400" y="0"/>
                  </a:moveTo>
                  <a:lnTo>
                    <a:pt x="502338" y="295909"/>
                  </a:lnTo>
                  <a:lnTo>
                    <a:pt x="812800" y="295909"/>
                  </a:lnTo>
                  <a:lnTo>
                    <a:pt x="561631" y="478791"/>
                  </a:lnTo>
                  <a:lnTo>
                    <a:pt x="657569" y="774700"/>
                  </a:lnTo>
                  <a:lnTo>
                    <a:pt x="406400" y="591819"/>
                  </a:lnTo>
                  <a:lnTo>
                    <a:pt x="155231" y="774700"/>
                  </a:lnTo>
                  <a:lnTo>
                    <a:pt x="251169" y="478791"/>
                  </a:lnTo>
                  <a:lnTo>
                    <a:pt x="0" y="295909"/>
                  </a:lnTo>
                  <a:lnTo>
                    <a:pt x="310462" y="295909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</p:sp>
        <p:sp>
          <p:nvSpPr>
            <p:cNvPr id="127" name="Google Shape;127;p8"/>
            <p:cNvSpPr txBox="1"/>
            <p:nvPr/>
          </p:nvSpPr>
          <p:spPr>
            <a:xfrm>
              <a:off x="228600" y="228600"/>
              <a:ext cx="355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8" name="Google Shape;128;p8"/>
          <p:cNvGrpSpPr/>
          <p:nvPr/>
        </p:nvGrpSpPr>
        <p:grpSpPr>
          <a:xfrm rot="-260840">
            <a:off x="15685785" y="7524386"/>
            <a:ext cx="2037293" cy="1941795"/>
            <a:chOff x="0" y="0"/>
            <a:chExt cx="812800" cy="774700"/>
          </a:xfrm>
        </p:grpSpPr>
        <p:sp>
          <p:nvSpPr>
            <p:cNvPr id="129" name="Google Shape;129;p8"/>
            <p:cNvSpPr/>
            <p:nvPr/>
          </p:nvSpPr>
          <p:spPr>
            <a:xfrm>
              <a:off x="0" y="0"/>
              <a:ext cx="812800" cy="774700"/>
            </a:xfrm>
            <a:custGeom>
              <a:rect b="b" l="l" r="r" t="t"/>
              <a:pathLst>
                <a:path extrusionOk="0" h="774700" w="812800">
                  <a:moveTo>
                    <a:pt x="406400" y="0"/>
                  </a:moveTo>
                  <a:lnTo>
                    <a:pt x="502338" y="295909"/>
                  </a:lnTo>
                  <a:lnTo>
                    <a:pt x="812800" y="295909"/>
                  </a:lnTo>
                  <a:lnTo>
                    <a:pt x="561631" y="478791"/>
                  </a:lnTo>
                  <a:lnTo>
                    <a:pt x="657569" y="774700"/>
                  </a:lnTo>
                  <a:lnTo>
                    <a:pt x="406400" y="591819"/>
                  </a:lnTo>
                  <a:lnTo>
                    <a:pt x="155231" y="774700"/>
                  </a:lnTo>
                  <a:lnTo>
                    <a:pt x="251169" y="478791"/>
                  </a:lnTo>
                  <a:lnTo>
                    <a:pt x="0" y="295909"/>
                  </a:lnTo>
                  <a:lnTo>
                    <a:pt x="310462" y="295909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</p:sp>
        <p:sp>
          <p:nvSpPr>
            <p:cNvPr id="130" name="Google Shape;130;p8"/>
            <p:cNvSpPr txBox="1"/>
            <p:nvPr/>
          </p:nvSpPr>
          <p:spPr>
            <a:xfrm>
              <a:off x="228600" y="228600"/>
              <a:ext cx="355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31" name="Google Shape;131;p8"/>
          <p:cNvGrpSpPr/>
          <p:nvPr/>
        </p:nvGrpSpPr>
        <p:grpSpPr>
          <a:xfrm rot="-260825">
            <a:off x="4037337" y="6721245"/>
            <a:ext cx="1529131" cy="1457453"/>
            <a:chOff x="0" y="0"/>
            <a:chExt cx="812800" cy="774700"/>
          </a:xfrm>
        </p:grpSpPr>
        <p:sp>
          <p:nvSpPr>
            <p:cNvPr id="132" name="Google Shape;132;p8"/>
            <p:cNvSpPr/>
            <p:nvPr/>
          </p:nvSpPr>
          <p:spPr>
            <a:xfrm>
              <a:off x="0" y="0"/>
              <a:ext cx="812800" cy="774700"/>
            </a:xfrm>
            <a:custGeom>
              <a:rect b="b" l="l" r="r" t="t"/>
              <a:pathLst>
                <a:path extrusionOk="0" h="774700" w="812800">
                  <a:moveTo>
                    <a:pt x="406400" y="0"/>
                  </a:moveTo>
                  <a:lnTo>
                    <a:pt x="502338" y="295909"/>
                  </a:lnTo>
                  <a:lnTo>
                    <a:pt x="812800" y="295909"/>
                  </a:lnTo>
                  <a:lnTo>
                    <a:pt x="561631" y="478791"/>
                  </a:lnTo>
                  <a:lnTo>
                    <a:pt x="657569" y="774700"/>
                  </a:lnTo>
                  <a:lnTo>
                    <a:pt x="406400" y="591819"/>
                  </a:lnTo>
                  <a:lnTo>
                    <a:pt x="155231" y="774700"/>
                  </a:lnTo>
                  <a:lnTo>
                    <a:pt x="251169" y="478791"/>
                  </a:lnTo>
                  <a:lnTo>
                    <a:pt x="0" y="295909"/>
                  </a:lnTo>
                  <a:lnTo>
                    <a:pt x="310462" y="295909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</p:sp>
        <p:sp>
          <p:nvSpPr>
            <p:cNvPr id="133" name="Google Shape;133;p8"/>
            <p:cNvSpPr txBox="1"/>
            <p:nvPr/>
          </p:nvSpPr>
          <p:spPr>
            <a:xfrm>
              <a:off x="228600" y="228600"/>
              <a:ext cx="355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 6 1">
  <p:cSld name="CUSTOM_5_1">
    <p:bg>
      <p:bgPr>
        <a:solidFill>
          <a:srgbClr val="8ACE03"/>
        </a:solidFill>
      </p:bgPr>
    </p:bg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9"/>
          <p:cNvSpPr/>
          <p:nvPr/>
        </p:nvSpPr>
        <p:spPr>
          <a:xfrm flipH="1">
            <a:off x="6671563" y="1684154"/>
            <a:ext cx="6589189" cy="7574146"/>
          </a:xfrm>
          <a:custGeom>
            <a:rect b="b" l="l" r="r" t="t"/>
            <a:pathLst>
              <a:path extrusionOk="0" h="7574146" w="6589189">
                <a:moveTo>
                  <a:pt x="6589189" y="0"/>
                </a:moveTo>
                <a:lnTo>
                  <a:pt x="0" y="0"/>
                </a:lnTo>
                <a:lnTo>
                  <a:pt x="0" y="7574146"/>
                </a:lnTo>
                <a:lnTo>
                  <a:pt x="6589189" y="7574146"/>
                </a:lnTo>
                <a:lnTo>
                  <a:pt x="6589189" y="0"/>
                </a:lnTo>
                <a:close/>
              </a:path>
            </a:pathLst>
          </a:custGeom>
          <a:blipFill rotWithShape="1">
            <a:blip r:embed="rId2">
              <a:alphaModFix amt="80000"/>
            </a:blip>
            <a:stretch>
              <a:fillRect b="-82464" l="-153330" r="-48994" t="-80554"/>
            </a:stretch>
          </a:blipFill>
          <a:ln>
            <a:noFill/>
          </a:ln>
        </p:spPr>
      </p:sp>
      <p:grpSp>
        <p:nvGrpSpPr>
          <p:cNvPr id="136" name="Google Shape;136;p9"/>
          <p:cNvGrpSpPr/>
          <p:nvPr/>
        </p:nvGrpSpPr>
        <p:grpSpPr>
          <a:xfrm rot="1686129">
            <a:off x="6742730" y="7515816"/>
            <a:ext cx="3066604" cy="2922857"/>
            <a:chOff x="0" y="0"/>
            <a:chExt cx="812800" cy="774700"/>
          </a:xfrm>
        </p:grpSpPr>
        <p:sp>
          <p:nvSpPr>
            <p:cNvPr id="137" name="Google Shape;137;p9"/>
            <p:cNvSpPr/>
            <p:nvPr/>
          </p:nvSpPr>
          <p:spPr>
            <a:xfrm>
              <a:off x="0" y="0"/>
              <a:ext cx="812800" cy="774700"/>
            </a:xfrm>
            <a:custGeom>
              <a:rect b="b" l="l" r="r" t="t"/>
              <a:pathLst>
                <a:path extrusionOk="0" h="774700" w="812800">
                  <a:moveTo>
                    <a:pt x="406400" y="0"/>
                  </a:moveTo>
                  <a:lnTo>
                    <a:pt x="502338" y="295909"/>
                  </a:lnTo>
                  <a:lnTo>
                    <a:pt x="812800" y="295909"/>
                  </a:lnTo>
                  <a:lnTo>
                    <a:pt x="561631" y="478791"/>
                  </a:lnTo>
                  <a:lnTo>
                    <a:pt x="657569" y="774700"/>
                  </a:lnTo>
                  <a:lnTo>
                    <a:pt x="406400" y="591819"/>
                  </a:lnTo>
                  <a:lnTo>
                    <a:pt x="155231" y="774700"/>
                  </a:lnTo>
                  <a:lnTo>
                    <a:pt x="251169" y="478791"/>
                  </a:lnTo>
                  <a:lnTo>
                    <a:pt x="0" y="295909"/>
                  </a:lnTo>
                  <a:lnTo>
                    <a:pt x="310462" y="295909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</p:sp>
        <p:sp>
          <p:nvSpPr>
            <p:cNvPr id="138" name="Google Shape;138;p9"/>
            <p:cNvSpPr txBox="1"/>
            <p:nvPr/>
          </p:nvSpPr>
          <p:spPr>
            <a:xfrm>
              <a:off x="228600" y="228600"/>
              <a:ext cx="355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39" name="Google Shape;139;p9"/>
          <p:cNvSpPr/>
          <p:nvPr/>
        </p:nvSpPr>
        <p:spPr>
          <a:xfrm flipH="1">
            <a:off x="12731364" y="1684154"/>
            <a:ext cx="6489251" cy="7574146"/>
          </a:xfrm>
          <a:custGeom>
            <a:rect b="b" l="l" r="r" t="t"/>
            <a:pathLst>
              <a:path extrusionOk="0" h="7574146" w="6489251">
                <a:moveTo>
                  <a:pt x="6489251" y="0"/>
                </a:moveTo>
                <a:lnTo>
                  <a:pt x="0" y="0"/>
                </a:lnTo>
                <a:lnTo>
                  <a:pt x="0" y="7574146"/>
                </a:lnTo>
                <a:lnTo>
                  <a:pt x="6489251" y="7574146"/>
                </a:lnTo>
                <a:lnTo>
                  <a:pt x="6489251" y="0"/>
                </a:lnTo>
                <a:close/>
              </a:path>
            </a:pathLst>
          </a:custGeom>
          <a:blipFill rotWithShape="1">
            <a:blip r:embed="rId2">
              <a:alphaModFix amt="80000"/>
            </a:blip>
            <a:stretch>
              <a:fillRect b="-83784" l="-46354" r="-160629" t="-79234"/>
            </a:stretch>
          </a:blipFill>
          <a:ln>
            <a:noFill/>
          </a:ln>
        </p:spPr>
      </p:sp>
      <p:grpSp>
        <p:nvGrpSpPr>
          <p:cNvPr id="140" name="Google Shape;140;p9"/>
          <p:cNvGrpSpPr/>
          <p:nvPr/>
        </p:nvGrpSpPr>
        <p:grpSpPr>
          <a:xfrm rot="-1320466">
            <a:off x="11540213" y="602341"/>
            <a:ext cx="4106813" cy="3914306"/>
            <a:chOff x="0" y="0"/>
            <a:chExt cx="812800" cy="774700"/>
          </a:xfrm>
        </p:grpSpPr>
        <p:sp>
          <p:nvSpPr>
            <p:cNvPr id="141" name="Google Shape;141;p9"/>
            <p:cNvSpPr/>
            <p:nvPr/>
          </p:nvSpPr>
          <p:spPr>
            <a:xfrm>
              <a:off x="0" y="0"/>
              <a:ext cx="812800" cy="774700"/>
            </a:xfrm>
            <a:custGeom>
              <a:rect b="b" l="l" r="r" t="t"/>
              <a:pathLst>
                <a:path extrusionOk="0" h="774700" w="812800">
                  <a:moveTo>
                    <a:pt x="406400" y="0"/>
                  </a:moveTo>
                  <a:lnTo>
                    <a:pt x="502338" y="295909"/>
                  </a:lnTo>
                  <a:lnTo>
                    <a:pt x="812800" y="295909"/>
                  </a:lnTo>
                  <a:lnTo>
                    <a:pt x="561631" y="478791"/>
                  </a:lnTo>
                  <a:lnTo>
                    <a:pt x="657569" y="774700"/>
                  </a:lnTo>
                  <a:lnTo>
                    <a:pt x="406400" y="591819"/>
                  </a:lnTo>
                  <a:lnTo>
                    <a:pt x="155231" y="774700"/>
                  </a:lnTo>
                  <a:lnTo>
                    <a:pt x="251169" y="478791"/>
                  </a:lnTo>
                  <a:lnTo>
                    <a:pt x="0" y="295909"/>
                  </a:lnTo>
                  <a:lnTo>
                    <a:pt x="310462" y="295909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</p:sp>
        <p:sp>
          <p:nvSpPr>
            <p:cNvPr id="142" name="Google Shape;142;p9"/>
            <p:cNvSpPr txBox="1"/>
            <p:nvPr/>
          </p:nvSpPr>
          <p:spPr>
            <a:xfrm>
              <a:off x="228600" y="228600"/>
              <a:ext cx="355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43" name="Google Shape;143;p9"/>
          <p:cNvGrpSpPr/>
          <p:nvPr/>
        </p:nvGrpSpPr>
        <p:grpSpPr>
          <a:xfrm rot="449371">
            <a:off x="14907996" y="8124410"/>
            <a:ext cx="1475383" cy="1406224"/>
            <a:chOff x="0" y="0"/>
            <a:chExt cx="812800" cy="774700"/>
          </a:xfrm>
        </p:grpSpPr>
        <p:sp>
          <p:nvSpPr>
            <p:cNvPr id="144" name="Google Shape;144;p9"/>
            <p:cNvSpPr/>
            <p:nvPr/>
          </p:nvSpPr>
          <p:spPr>
            <a:xfrm>
              <a:off x="0" y="0"/>
              <a:ext cx="812800" cy="774700"/>
            </a:xfrm>
            <a:custGeom>
              <a:rect b="b" l="l" r="r" t="t"/>
              <a:pathLst>
                <a:path extrusionOk="0" h="774700" w="812800">
                  <a:moveTo>
                    <a:pt x="406400" y="0"/>
                  </a:moveTo>
                  <a:lnTo>
                    <a:pt x="502338" y="295909"/>
                  </a:lnTo>
                  <a:lnTo>
                    <a:pt x="812800" y="295909"/>
                  </a:lnTo>
                  <a:lnTo>
                    <a:pt x="561631" y="478791"/>
                  </a:lnTo>
                  <a:lnTo>
                    <a:pt x="657569" y="774700"/>
                  </a:lnTo>
                  <a:lnTo>
                    <a:pt x="406400" y="591819"/>
                  </a:lnTo>
                  <a:lnTo>
                    <a:pt x="155231" y="774700"/>
                  </a:lnTo>
                  <a:lnTo>
                    <a:pt x="251169" y="478791"/>
                  </a:lnTo>
                  <a:lnTo>
                    <a:pt x="0" y="295909"/>
                  </a:lnTo>
                  <a:lnTo>
                    <a:pt x="310462" y="295909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</p:sp>
        <p:sp>
          <p:nvSpPr>
            <p:cNvPr id="145" name="Google Shape;145;p9"/>
            <p:cNvSpPr txBox="1"/>
            <p:nvPr/>
          </p:nvSpPr>
          <p:spPr>
            <a:xfrm>
              <a:off x="228600" y="228600"/>
              <a:ext cx="355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 7">
  <p:cSld name="CUSTOM_6"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8" name="Google Shape;148;p10"/>
          <p:cNvSpPr/>
          <p:nvPr/>
        </p:nvSpPr>
        <p:spPr>
          <a:xfrm rot="-223697">
            <a:off x="-2445549" y="921657"/>
            <a:ext cx="10626639" cy="10420335"/>
          </a:xfrm>
          <a:custGeom>
            <a:rect b="b" l="l" r="r" t="t"/>
            <a:pathLst>
              <a:path extrusionOk="0" h="10424343" w="10630726">
                <a:moveTo>
                  <a:pt x="0" y="0"/>
                </a:moveTo>
                <a:lnTo>
                  <a:pt x="10630726" y="0"/>
                </a:lnTo>
                <a:lnTo>
                  <a:pt x="10630726" y="10424342"/>
                </a:lnTo>
                <a:lnTo>
                  <a:pt x="0" y="1042434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 amt="30000"/>
            </a:blip>
            <a:stretch>
              <a:fillRect b="-8419" l="-98644" r="-27247" t="-45157"/>
            </a:stretch>
          </a:blipFill>
          <a:ln>
            <a:noFill/>
          </a:ln>
        </p:spPr>
      </p:sp>
      <p:cxnSp>
        <p:nvCxnSpPr>
          <p:cNvPr id="149" name="Google Shape;149;p10"/>
          <p:cNvCxnSpPr/>
          <p:nvPr/>
        </p:nvCxnSpPr>
        <p:spPr>
          <a:xfrm>
            <a:off x="10947535" y="2928974"/>
            <a:ext cx="6104400" cy="0"/>
          </a:xfrm>
          <a:prstGeom prst="straightConnector1">
            <a:avLst/>
          </a:prstGeom>
          <a:noFill/>
          <a:ln cap="flat" cmpd="sng" w="50800">
            <a:solidFill>
              <a:srgbClr val="8ACE0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10"/>
          <p:cNvSpPr txBox="1"/>
          <p:nvPr/>
        </p:nvSpPr>
        <p:spPr>
          <a:xfrm>
            <a:off x="10947357" y="1972718"/>
            <a:ext cx="11826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800" u="none" cap="none" strike="noStrike">
                <a:solidFill>
                  <a:srgbClr val="8ACE03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/>
          </a:p>
        </p:txBody>
      </p:sp>
      <p:cxnSp>
        <p:nvCxnSpPr>
          <p:cNvPr id="151" name="Google Shape;151;p10"/>
          <p:cNvCxnSpPr/>
          <p:nvPr/>
        </p:nvCxnSpPr>
        <p:spPr>
          <a:xfrm>
            <a:off x="10947535" y="6735512"/>
            <a:ext cx="6104400" cy="0"/>
          </a:xfrm>
          <a:prstGeom prst="straightConnector1">
            <a:avLst/>
          </a:prstGeom>
          <a:noFill/>
          <a:ln cap="flat" cmpd="sng" w="50800">
            <a:solidFill>
              <a:srgbClr val="8ACE0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2" name="Google Shape;152;p10"/>
          <p:cNvSpPr txBox="1"/>
          <p:nvPr/>
        </p:nvSpPr>
        <p:spPr>
          <a:xfrm>
            <a:off x="10947357" y="5779256"/>
            <a:ext cx="11826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800" u="none" cap="none" strike="noStrike">
                <a:solidFill>
                  <a:srgbClr val="8ACE03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/>
          </a:p>
        </p:txBody>
      </p:sp>
      <p:grpSp>
        <p:nvGrpSpPr>
          <p:cNvPr id="153" name="Google Shape;153;p10"/>
          <p:cNvGrpSpPr/>
          <p:nvPr/>
        </p:nvGrpSpPr>
        <p:grpSpPr>
          <a:xfrm>
            <a:off x="5188497" y="6969287"/>
            <a:ext cx="1272601" cy="1212948"/>
            <a:chOff x="0" y="0"/>
            <a:chExt cx="812800" cy="774700"/>
          </a:xfrm>
        </p:grpSpPr>
        <p:sp>
          <p:nvSpPr>
            <p:cNvPr id="154" name="Google Shape;154;p10"/>
            <p:cNvSpPr/>
            <p:nvPr/>
          </p:nvSpPr>
          <p:spPr>
            <a:xfrm>
              <a:off x="0" y="0"/>
              <a:ext cx="812800" cy="774700"/>
            </a:xfrm>
            <a:custGeom>
              <a:rect b="b" l="l" r="r" t="t"/>
              <a:pathLst>
                <a:path extrusionOk="0" h="774700" w="812800">
                  <a:moveTo>
                    <a:pt x="406400" y="0"/>
                  </a:moveTo>
                  <a:lnTo>
                    <a:pt x="502338" y="295909"/>
                  </a:lnTo>
                  <a:lnTo>
                    <a:pt x="812800" y="295909"/>
                  </a:lnTo>
                  <a:lnTo>
                    <a:pt x="561631" y="478791"/>
                  </a:lnTo>
                  <a:lnTo>
                    <a:pt x="657569" y="774700"/>
                  </a:lnTo>
                  <a:lnTo>
                    <a:pt x="406400" y="591819"/>
                  </a:lnTo>
                  <a:lnTo>
                    <a:pt x="155231" y="774700"/>
                  </a:lnTo>
                  <a:lnTo>
                    <a:pt x="251169" y="478791"/>
                  </a:lnTo>
                  <a:lnTo>
                    <a:pt x="0" y="295909"/>
                  </a:lnTo>
                  <a:lnTo>
                    <a:pt x="310462" y="295909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5C8A00"/>
            </a:solidFill>
            <a:ln>
              <a:noFill/>
            </a:ln>
          </p:spPr>
        </p:sp>
        <p:sp>
          <p:nvSpPr>
            <p:cNvPr id="155" name="Google Shape;155;p10"/>
            <p:cNvSpPr txBox="1"/>
            <p:nvPr/>
          </p:nvSpPr>
          <p:spPr>
            <a:xfrm>
              <a:off x="228600" y="228600"/>
              <a:ext cx="355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56" name="Google Shape;156;p10"/>
          <p:cNvGrpSpPr/>
          <p:nvPr/>
        </p:nvGrpSpPr>
        <p:grpSpPr>
          <a:xfrm>
            <a:off x="6726760" y="6969287"/>
            <a:ext cx="1272601" cy="1212948"/>
            <a:chOff x="0" y="0"/>
            <a:chExt cx="812800" cy="774700"/>
          </a:xfrm>
        </p:grpSpPr>
        <p:sp>
          <p:nvSpPr>
            <p:cNvPr id="157" name="Google Shape;157;p10"/>
            <p:cNvSpPr/>
            <p:nvPr/>
          </p:nvSpPr>
          <p:spPr>
            <a:xfrm>
              <a:off x="0" y="0"/>
              <a:ext cx="812800" cy="774700"/>
            </a:xfrm>
            <a:custGeom>
              <a:rect b="b" l="l" r="r" t="t"/>
              <a:pathLst>
                <a:path extrusionOk="0" h="774700" w="812800">
                  <a:moveTo>
                    <a:pt x="406400" y="0"/>
                  </a:moveTo>
                  <a:lnTo>
                    <a:pt x="502338" y="295909"/>
                  </a:lnTo>
                  <a:lnTo>
                    <a:pt x="812800" y="295909"/>
                  </a:lnTo>
                  <a:lnTo>
                    <a:pt x="561631" y="478791"/>
                  </a:lnTo>
                  <a:lnTo>
                    <a:pt x="657569" y="774700"/>
                  </a:lnTo>
                  <a:lnTo>
                    <a:pt x="406400" y="591819"/>
                  </a:lnTo>
                  <a:lnTo>
                    <a:pt x="155231" y="774700"/>
                  </a:lnTo>
                  <a:lnTo>
                    <a:pt x="251169" y="478791"/>
                  </a:lnTo>
                  <a:lnTo>
                    <a:pt x="0" y="295909"/>
                  </a:lnTo>
                  <a:lnTo>
                    <a:pt x="310462" y="295909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5C8A00"/>
            </a:solidFill>
            <a:ln>
              <a:noFill/>
            </a:ln>
          </p:spPr>
        </p:sp>
        <p:sp>
          <p:nvSpPr>
            <p:cNvPr id="158" name="Google Shape;158;p10"/>
            <p:cNvSpPr txBox="1"/>
            <p:nvPr/>
          </p:nvSpPr>
          <p:spPr>
            <a:xfrm>
              <a:off x="228600" y="228600"/>
              <a:ext cx="355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59" name="Google Shape;159;p10"/>
          <p:cNvGrpSpPr/>
          <p:nvPr/>
        </p:nvGrpSpPr>
        <p:grpSpPr>
          <a:xfrm>
            <a:off x="8265023" y="6969287"/>
            <a:ext cx="1272601" cy="1212948"/>
            <a:chOff x="0" y="0"/>
            <a:chExt cx="812800" cy="774700"/>
          </a:xfrm>
        </p:grpSpPr>
        <p:sp>
          <p:nvSpPr>
            <p:cNvPr id="160" name="Google Shape;160;p10"/>
            <p:cNvSpPr/>
            <p:nvPr/>
          </p:nvSpPr>
          <p:spPr>
            <a:xfrm>
              <a:off x="0" y="0"/>
              <a:ext cx="812800" cy="774700"/>
            </a:xfrm>
            <a:custGeom>
              <a:rect b="b" l="l" r="r" t="t"/>
              <a:pathLst>
                <a:path extrusionOk="0" h="774700" w="812800">
                  <a:moveTo>
                    <a:pt x="406400" y="0"/>
                  </a:moveTo>
                  <a:lnTo>
                    <a:pt x="502338" y="295909"/>
                  </a:lnTo>
                  <a:lnTo>
                    <a:pt x="812800" y="295909"/>
                  </a:lnTo>
                  <a:lnTo>
                    <a:pt x="561631" y="478791"/>
                  </a:lnTo>
                  <a:lnTo>
                    <a:pt x="657569" y="774700"/>
                  </a:lnTo>
                  <a:lnTo>
                    <a:pt x="406400" y="591819"/>
                  </a:lnTo>
                  <a:lnTo>
                    <a:pt x="155231" y="774700"/>
                  </a:lnTo>
                  <a:lnTo>
                    <a:pt x="251169" y="478791"/>
                  </a:lnTo>
                  <a:lnTo>
                    <a:pt x="0" y="295909"/>
                  </a:lnTo>
                  <a:lnTo>
                    <a:pt x="310462" y="295909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5C8A00"/>
            </a:solidFill>
            <a:ln>
              <a:noFill/>
            </a:ln>
          </p:spPr>
        </p:sp>
        <p:sp>
          <p:nvSpPr>
            <p:cNvPr id="161" name="Google Shape;161;p10"/>
            <p:cNvSpPr txBox="1"/>
            <p:nvPr/>
          </p:nvSpPr>
          <p:spPr>
            <a:xfrm>
              <a:off x="228600" y="228600"/>
              <a:ext cx="355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 8">
  <p:cSld name="CUSTOM_7"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4" name="Google Shape;164;p11"/>
          <p:cNvSpPr/>
          <p:nvPr/>
        </p:nvSpPr>
        <p:spPr>
          <a:xfrm>
            <a:off x="0" y="0"/>
            <a:ext cx="1793875" cy="1793875"/>
          </a:xfrm>
          <a:custGeom>
            <a:rect b="b" l="l" r="r" t="t"/>
            <a:pathLst>
              <a:path extrusionOk="0" h="6350000" w="6350000">
                <a:moveTo>
                  <a:pt x="1587500" y="1587500"/>
                </a:moveTo>
                <a:lnTo>
                  <a:pt x="0" y="1587500"/>
                </a:lnTo>
                <a:lnTo>
                  <a:pt x="0" y="0"/>
                </a:lnTo>
                <a:lnTo>
                  <a:pt x="1587500" y="0"/>
                </a:lnTo>
                <a:lnTo>
                  <a:pt x="1587500" y="1587500"/>
                </a:lnTo>
                <a:close/>
                <a:moveTo>
                  <a:pt x="4762500" y="0"/>
                </a:moveTo>
                <a:lnTo>
                  <a:pt x="3175000" y="0"/>
                </a:lnTo>
                <a:lnTo>
                  <a:pt x="3175000" y="1587500"/>
                </a:lnTo>
                <a:lnTo>
                  <a:pt x="4762500" y="1587500"/>
                </a:lnTo>
                <a:lnTo>
                  <a:pt x="4762500" y="0"/>
                </a:lnTo>
                <a:close/>
                <a:moveTo>
                  <a:pt x="3175000" y="1587500"/>
                </a:moveTo>
                <a:lnTo>
                  <a:pt x="1587500" y="1587500"/>
                </a:lnTo>
                <a:lnTo>
                  <a:pt x="1587500" y="3175000"/>
                </a:lnTo>
                <a:lnTo>
                  <a:pt x="3175000" y="3175000"/>
                </a:lnTo>
                <a:lnTo>
                  <a:pt x="3175000" y="1587500"/>
                </a:lnTo>
                <a:close/>
                <a:moveTo>
                  <a:pt x="6350000" y="1587500"/>
                </a:moveTo>
                <a:lnTo>
                  <a:pt x="4762500" y="1587500"/>
                </a:lnTo>
                <a:lnTo>
                  <a:pt x="4762500" y="3175000"/>
                </a:lnTo>
                <a:lnTo>
                  <a:pt x="6350000" y="3175000"/>
                </a:lnTo>
                <a:lnTo>
                  <a:pt x="6350000" y="1587500"/>
                </a:lnTo>
                <a:close/>
                <a:moveTo>
                  <a:pt x="1587500" y="3175000"/>
                </a:moveTo>
                <a:lnTo>
                  <a:pt x="0" y="3175000"/>
                </a:lnTo>
                <a:lnTo>
                  <a:pt x="0" y="4762500"/>
                </a:lnTo>
                <a:lnTo>
                  <a:pt x="1587500" y="4762500"/>
                </a:lnTo>
                <a:lnTo>
                  <a:pt x="1587500" y="3175000"/>
                </a:lnTo>
                <a:close/>
                <a:moveTo>
                  <a:pt x="4762500" y="3175000"/>
                </a:moveTo>
                <a:lnTo>
                  <a:pt x="3175000" y="3175000"/>
                </a:lnTo>
                <a:lnTo>
                  <a:pt x="3175000" y="4762500"/>
                </a:lnTo>
                <a:lnTo>
                  <a:pt x="4762500" y="4762500"/>
                </a:lnTo>
                <a:lnTo>
                  <a:pt x="4762500" y="3175000"/>
                </a:lnTo>
                <a:close/>
                <a:moveTo>
                  <a:pt x="3175000" y="4762500"/>
                </a:moveTo>
                <a:lnTo>
                  <a:pt x="1587500" y="4762500"/>
                </a:lnTo>
                <a:lnTo>
                  <a:pt x="1587500" y="6350000"/>
                </a:lnTo>
                <a:lnTo>
                  <a:pt x="3175000" y="6350000"/>
                </a:lnTo>
                <a:lnTo>
                  <a:pt x="3175000" y="4762500"/>
                </a:lnTo>
                <a:close/>
                <a:moveTo>
                  <a:pt x="6350000" y="4762500"/>
                </a:moveTo>
                <a:lnTo>
                  <a:pt x="4762500" y="4762500"/>
                </a:lnTo>
                <a:lnTo>
                  <a:pt x="4762500" y="6350000"/>
                </a:lnTo>
                <a:lnTo>
                  <a:pt x="6350000" y="6350000"/>
                </a:lnTo>
                <a:lnTo>
                  <a:pt x="6350000" y="4762500"/>
                </a:lnTo>
                <a:close/>
              </a:path>
            </a:pathLst>
          </a:custGeom>
          <a:solidFill>
            <a:srgbClr val="5C8A00"/>
          </a:solidFill>
          <a:ln>
            <a:noFill/>
          </a:ln>
        </p:spPr>
      </p:sp>
      <p:sp>
        <p:nvSpPr>
          <p:cNvPr id="165" name="Google Shape;165;p11"/>
          <p:cNvSpPr/>
          <p:nvPr/>
        </p:nvSpPr>
        <p:spPr>
          <a:xfrm>
            <a:off x="1791729" y="0"/>
            <a:ext cx="1793875" cy="1793875"/>
          </a:xfrm>
          <a:custGeom>
            <a:rect b="b" l="l" r="r" t="t"/>
            <a:pathLst>
              <a:path extrusionOk="0" h="6350000" w="6350000">
                <a:moveTo>
                  <a:pt x="1587500" y="1587500"/>
                </a:moveTo>
                <a:lnTo>
                  <a:pt x="0" y="1587500"/>
                </a:lnTo>
                <a:lnTo>
                  <a:pt x="0" y="0"/>
                </a:lnTo>
                <a:lnTo>
                  <a:pt x="1587500" y="0"/>
                </a:lnTo>
                <a:lnTo>
                  <a:pt x="1587500" y="1587500"/>
                </a:lnTo>
                <a:close/>
                <a:moveTo>
                  <a:pt x="4762500" y="0"/>
                </a:moveTo>
                <a:lnTo>
                  <a:pt x="3175000" y="0"/>
                </a:lnTo>
                <a:lnTo>
                  <a:pt x="3175000" y="1587500"/>
                </a:lnTo>
                <a:lnTo>
                  <a:pt x="4762500" y="1587500"/>
                </a:lnTo>
                <a:lnTo>
                  <a:pt x="4762500" y="0"/>
                </a:lnTo>
                <a:close/>
                <a:moveTo>
                  <a:pt x="3175000" y="1587500"/>
                </a:moveTo>
                <a:lnTo>
                  <a:pt x="1587500" y="1587500"/>
                </a:lnTo>
                <a:lnTo>
                  <a:pt x="1587500" y="3175000"/>
                </a:lnTo>
                <a:lnTo>
                  <a:pt x="3175000" y="3175000"/>
                </a:lnTo>
                <a:lnTo>
                  <a:pt x="3175000" y="1587500"/>
                </a:lnTo>
                <a:close/>
                <a:moveTo>
                  <a:pt x="6350000" y="1587500"/>
                </a:moveTo>
                <a:lnTo>
                  <a:pt x="4762500" y="1587500"/>
                </a:lnTo>
                <a:lnTo>
                  <a:pt x="4762500" y="3175000"/>
                </a:lnTo>
                <a:lnTo>
                  <a:pt x="6350000" y="3175000"/>
                </a:lnTo>
                <a:lnTo>
                  <a:pt x="6350000" y="1587500"/>
                </a:lnTo>
                <a:close/>
                <a:moveTo>
                  <a:pt x="1587500" y="3175000"/>
                </a:moveTo>
                <a:lnTo>
                  <a:pt x="0" y="3175000"/>
                </a:lnTo>
                <a:lnTo>
                  <a:pt x="0" y="4762500"/>
                </a:lnTo>
                <a:lnTo>
                  <a:pt x="1587500" y="4762500"/>
                </a:lnTo>
                <a:lnTo>
                  <a:pt x="1587500" y="3175000"/>
                </a:lnTo>
                <a:close/>
                <a:moveTo>
                  <a:pt x="4762500" y="3175000"/>
                </a:moveTo>
                <a:lnTo>
                  <a:pt x="3175000" y="3175000"/>
                </a:lnTo>
                <a:lnTo>
                  <a:pt x="3175000" y="4762500"/>
                </a:lnTo>
                <a:lnTo>
                  <a:pt x="4762500" y="4762500"/>
                </a:lnTo>
                <a:lnTo>
                  <a:pt x="4762500" y="3175000"/>
                </a:lnTo>
                <a:close/>
                <a:moveTo>
                  <a:pt x="3175000" y="4762500"/>
                </a:moveTo>
                <a:lnTo>
                  <a:pt x="1587500" y="4762500"/>
                </a:lnTo>
                <a:lnTo>
                  <a:pt x="1587500" y="6350000"/>
                </a:lnTo>
                <a:lnTo>
                  <a:pt x="3175000" y="6350000"/>
                </a:lnTo>
                <a:lnTo>
                  <a:pt x="3175000" y="4762500"/>
                </a:lnTo>
                <a:close/>
                <a:moveTo>
                  <a:pt x="6350000" y="4762500"/>
                </a:moveTo>
                <a:lnTo>
                  <a:pt x="4762500" y="4762500"/>
                </a:lnTo>
                <a:lnTo>
                  <a:pt x="4762500" y="6350000"/>
                </a:lnTo>
                <a:lnTo>
                  <a:pt x="6350000" y="6350000"/>
                </a:lnTo>
                <a:lnTo>
                  <a:pt x="6350000" y="4762500"/>
                </a:lnTo>
                <a:close/>
              </a:path>
            </a:pathLst>
          </a:custGeom>
          <a:solidFill>
            <a:srgbClr val="5C8A00"/>
          </a:solidFill>
          <a:ln>
            <a:noFill/>
          </a:ln>
        </p:spPr>
      </p:sp>
      <p:sp>
        <p:nvSpPr>
          <p:cNvPr id="166" name="Google Shape;166;p11"/>
          <p:cNvSpPr/>
          <p:nvPr/>
        </p:nvSpPr>
        <p:spPr>
          <a:xfrm>
            <a:off x="3583459" y="0"/>
            <a:ext cx="1793875" cy="1793875"/>
          </a:xfrm>
          <a:custGeom>
            <a:rect b="b" l="l" r="r" t="t"/>
            <a:pathLst>
              <a:path extrusionOk="0" h="6350000" w="6350000">
                <a:moveTo>
                  <a:pt x="1587500" y="1587500"/>
                </a:moveTo>
                <a:lnTo>
                  <a:pt x="0" y="1587500"/>
                </a:lnTo>
                <a:lnTo>
                  <a:pt x="0" y="0"/>
                </a:lnTo>
                <a:lnTo>
                  <a:pt x="1587500" y="0"/>
                </a:lnTo>
                <a:lnTo>
                  <a:pt x="1587500" y="1587500"/>
                </a:lnTo>
                <a:close/>
                <a:moveTo>
                  <a:pt x="4762500" y="0"/>
                </a:moveTo>
                <a:lnTo>
                  <a:pt x="3175000" y="0"/>
                </a:lnTo>
                <a:lnTo>
                  <a:pt x="3175000" y="1587500"/>
                </a:lnTo>
                <a:lnTo>
                  <a:pt x="4762500" y="1587500"/>
                </a:lnTo>
                <a:lnTo>
                  <a:pt x="4762500" y="0"/>
                </a:lnTo>
                <a:close/>
                <a:moveTo>
                  <a:pt x="3175000" y="1587500"/>
                </a:moveTo>
                <a:lnTo>
                  <a:pt x="1587500" y="1587500"/>
                </a:lnTo>
                <a:lnTo>
                  <a:pt x="1587500" y="3175000"/>
                </a:lnTo>
                <a:lnTo>
                  <a:pt x="3175000" y="3175000"/>
                </a:lnTo>
                <a:lnTo>
                  <a:pt x="3175000" y="1587500"/>
                </a:lnTo>
                <a:close/>
                <a:moveTo>
                  <a:pt x="6350000" y="1587500"/>
                </a:moveTo>
                <a:lnTo>
                  <a:pt x="4762500" y="1587500"/>
                </a:lnTo>
                <a:lnTo>
                  <a:pt x="4762500" y="3175000"/>
                </a:lnTo>
                <a:lnTo>
                  <a:pt x="6350000" y="3175000"/>
                </a:lnTo>
                <a:lnTo>
                  <a:pt x="6350000" y="1587500"/>
                </a:lnTo>
                <a:close/>
                <a:moveTo>
                  <a:pt x="1587500" y="3175000"/>
                </a:moveTo>
                <a:lnTo>
                  <a:pt x="0" y="3175000"/>
                </a:lnTo>
                <a:lnTo>
                  <a:pt x="0" y="4762500"/>
                </a:lnTo>
                <a:lnTo>
                  <a:pt x="1587500" y="4762500"/>
                </a:lnTo>
                <a:lnTo>
                  <a:pt x="1587500" y="3175000"/>
                </a:lnTo>
                <a:close/>
                <a:moveTo>
                  <a:pt x="4762500" y="3175000"/>
                </a:moveTo>
                <a:lnTo>
                  <a:pt x="3175000" y="3175000"/>
                </a:lnTo>
                <a:lnTo>
                  <a:pt x="3175000" y="4762500"/>
                </a:lnTo>
                <a:lnTo>
                  <a:pt x="4762500" y="4762500"/>
                </a:lnTo>
                <a:lnTo>
                  <a:pt x="4762500" y="3175000"/>
                </a:lnTo>
                <a:close/>
                <a:moveTo>
                  <a:pt x="3175000" y="4762500"/>
                </a:moveTo>
                <a:lnTo>
                  <a:pt x="1587500" y="4762500"/>
                </a:lnTo>
                <a:lnTo>
                  <a:pt x="1587500" y="6350000"/>
                </a:lnTo>
                <a:lnTo>
                  <a:pt x="3175000" y="6350000"/>
                </a:lnTo>
                <a:lnTo>
                  <a:pt x="3175000" y="4762500"/>
                </a:lnTo>
                <a:close/>
                <a:moveTo>
                  <a:pt x="6350000" y="4762500"/>
                </a:moveTo>
                <a:lnTo>
                  <a:pt x="4762500" y="4762500"/>
                </a:lnTo>
                <a:lnTo>
                  <a:pt x="4762500" y="6350000"/>
                </a:lnTo>
                <a:lnTo>
                  <a:pt x="6350000" y="6350000"/>
                </a:lnTo>
                <a:lnTo>
                  <a:pt x="6350000" y="4762500"/>
                </a:lnTo>
                <a:close/>
              </a:path>
            </a:pathLst>
          </a:custGeom>
          <a:solidFill>
            <a:srgbClr val="5C8A00"/>
          </a:solidFill>
          <a:ln>
            <a:noFill/>
          </a:ln>
        </p:spPr>
      </p:sp>
      <p:sp>
        <p:nvSpPr>
          <p:cNvPr id="167" name="Google Shape;167;p11"/>
          <p:cNvSpPr/>
          <p:nvPr/>
        </p:nvSpPr>
        <p:spPr>
          <a:xfrm>
            <a:off x="5375188" y="0"/>
            <a:ext cx="1793875" cy="1793875"/>
          </a:xfrm>
          <a:custGeom>
            <a:rect b="b" l="l" r="r" t="t"/>
            <a:pathLst>
              <a:path extrusionOk="0" h="6350000" w="6350000">
                <a:moveTo>
                  <a:pt x="1587500" y="1587500"/>
                </a:moveTo>
                <a:lnTo>
                  <a:pt x="0" y="1587500"/>
                </a:lnTo>
                <a:lnTo>
                  <a:pt x="0" y="0"/>
                </a:lnTo>
                <a:lnTo>
                  <a:pt x="1587500" y="0"/>
                </a:lnTo>
                <a:lnTo>
                  <a:pt x="1587500" y="1587500"/>
                </a:lnTo>
                <a:close/>
                <a:moveTo>
                  <a:pt x="4762500" y="0"/>
                </a:moveTo>
                <a:lnTo>
                  <a:pt x="3175000" y="0"/>
                </a:lnTo>
                <a:lnTo>
                  <a:pt x="3175000" y="1587500"/>
                </a:lnTo>
                <a:lnTo>
                  <a:pt x="4762500" y="1587500"/>
                </a:lnTo>
                <a:lnTo>
                  <a:pt x="4762500" y="0"/>
                </a:lnTo>
                <a:close/>
                <a:moveTo>
                  <a:pt x="3175000" y="1587500"/>
                </a:moveTo>
                <a:lnTo>
                  <a:pt x="1587500" y="1587500"/>
                </a:lnTo>
                <a:lnTo>
                  <a:pt x="1587500" y="3175000"/>
                </a:lnTo>
                <a:lnTo>
                  <a:pt x="3175000" y="3175000"/>
                </a:lnTo>
                <a:lnTo>
                  <a:pt x="3175000" y="1587500"/>
                </a:lnTo>
                <a:close/>
                <a:moveTo>
                  <a:pt x="6350000" y="1587500"/>
                </a:moveTo>
                <a:lnTo>
                  <a:pt x="4762500" y="1587500"/>
                </a:lnTo>
                <a:lnTo>
                  <a:pt x="4762500" y="3175000"/>
                </a:lnTo>
                <a:lnTo>
                  <a:pt x="6350000" y="3175000"/>
                </a:lnTo>
                <a:lnTo>
                  <a:pt x="6350000" y="1587500"/>
                </a:lnTo>
                <a:close/>
                <a:moveTo>
                  <a:pt x="1587500" y="3175000"/>
                </a:moveTo>
                <a:lnTo>
                  <a:pt x="0" y="3175000"/>
                </a:lnTo>
                <a:lnTo>
                  <a:pt x="0" y="4762500"/>
                </a:lnTo>
                <a:lnTo>
                  <a:pt x="1587500" y="4762500"/>
                </a:lnTo>
                <a:lnTo>
                  <a:pt x="1587500" y="3175000"/>
                </a:lnTo>
                <a:close/>
                <a:moveTo>
                  <a:pt x="4762500" y="3175000"/>
                </a:moveTo>
                <a:lnTo>
                  <a:pt x="3175000" y="3175000"/>
                </a:lnTo>
                <a:lnTo>
                  <a:pt x="3175000" y="4762500"/>
                </a:lnTo>
                <a:lnTo>
                  <a:pt x="4762500" y="4762500"/>
                </a:lnTo>
                <a:lnTo>
                  <a:pt x="4762500" y="3175000"/>
                </a:lnTo>
                <a:close/>
                <a:moveTo>
                  <a:pt x="3175000" y="4762500"/>
                </a:moveTo>
                <a:lnTo>
                  <a:pt x="1587500" y="4762500"/>
                </a:lnTo>
                <a:lnTo>
                  <a:pt x="1587500" y="6350000"/>
                </a:lnTo>
                <a:lnTo>
                  <a:pt x="3175000" y="6350000"/>
                </a:lnTo>
                <a:lnTo>
                  <a:pt x="3175000" y="4762500"/>
                </a:lnTo>
                <a:close/>
                <a:moveTo>
                  <a:pt x="6350000" y="4762500"/>
                </a:moveTo>
                <a:lnTo>
                  <a:pt x="4762500" y="4762500"/>
                </a:lnTo>
                <a:lnTo>
                  <a:pt x="4762500" y="6350000"/>
                </a:lnTo>
                <a:lnTo>
                  <a:pt x="6350000" y="6350000"/>
                </a:lnTo>
                <a:lnTo>
                  <a:pt x="6350000" y="4762500"/>
                </a:lnTo>
                <a:close/>
              </a:path>
            </a:pathLst>
          </a:custGeom>
          <a:solidFill>
            <a:srgbClr val="5C8A00"/>
          </a:solidFill>
          <a:ln>
            <a:noFill/>
          </a:ln>
        </p:spPr>
      </p:sp>
      <p:sp>
        <p:nvSpPr>
          <p:cNvPr id="168" name="Google Shape;168;p11"/>
          <p:cNvSpPr/>
          <p:nvPr/>
        </p:nvSpPr>
        <p:spPr>
          <a:xfrm>
            <a:off x="7107961" y="0"/>
            <a:ext cx="1793875" cy="1793875"/>
          </a:xfrm>
          <a:custGeom>
            <a:rect b="b" l="l" r="r" t="t"/>
            <a:pathLst>
              <a:path extrusionOk="0" h="6350000" w="6350000">
                <a:moveTo>
                  <a:pt x="1587500" y="1587500"/>
                </a:moveTo>
                <a:lnTo>
                  <a:pt x="0" y="1587500"/>
                </a:lnTo>
                <a:lnTo>
                  <a:pt x="0" y="0"/>
                </a:lnTo>
                <a:lnTo>
                  <a:pt x="1587500" y="0"/>
                </a:lnTo>
                <a:lnTo>
                  <a:pt x="1587500" y="1587500"/>
                </a:lnTo>
                <a:close/>
                <a:moveTo>
                  <a:pt x="4762500" y="0"/>
                </a:moveTo>
                <a:lnTo>
                  <a:pt x="3175000" y="0"/>
                </a:lnTo>
                <a:lnTo>
                  <a:pt x="3175000" y="1587500"/>
                </a:lnTo>
                <a:lnTo>
                  <a:pt x="4762500" y="1587500"/>
                </a:lnTo>
                <a:lnTo>
                  <a:pt x="4762500" y="0"/>
                </a:lnTo>
                <a:close/>
                <a:moveTo>
                  <a:pt x="3175000" y="1587500"/>
                </a:moveTo>
                <a:lnTo>
                  <a:pt x="1587500" y="1587500"/>
                </a:lnTo>
                <a:lnTo>
                  <a:pt x="1587500" y="3175000"/>
                </a:lnTo>
                <a:lnTo>
                  <a:pt x="3175000" y="3175000"/>
                </a:lnTo>
                <a:lnTo>
                  <a:pt x="3175000" y="1587500"/>
                </a:lnTo>
                <a:close/>
                <a:moveTo>
                  <a:pt x="6350000" y="1587500"/>
                </a:moveTo>
                <a:lnTo>
                  <a:pt x="4762500" y="1587500"/>
                </a:lnTo>
                <a:lnTo>
                  <a:pt x="4762500" y="3175000"/>
                </a:lnTo>
                <a:lnTo>
                  <a:pt x="6350000" y="3175000"/>
                </a:lnTo>
                <a:lnTo>
                  <a:pt x="6350000" y="1587500"/>
                </a:lnTo>
                <a:close/>
                <a:moveTo>
                  <a:pt x="1587500" y="3175000"/>
                </a:moveTo>
                <a:lnTo>
                  <a:pt x="0" y="3175000"/>
                </a:lnTo>
                <a:lnTo>
                  <a:pt x="0" y="4762500"/>
                </a:lnTo>
                <a:lnTo>
                  <a:pt x="1587500" y="4762500"/>
                </a:lnTo>
                <a:lnTo>
                  <a:pt x="1587500" y="3175000"/>
                </a:lnTo>
                <a:close/>
                <a:moveTo>
                  <a:pt x="4762500" y="3175000"/>
                </a:moveTo>
                <a:lnTo>
                  <a:pt x="3175000" y="3175000"/>
                </a:lnTo>
                <a:lnTo>
                  <a:pt x="3175000" y="4762500"/>
                </a:lnTo>
                <a:lnTo>
                  <a:pt x="4762500" y="4762500"/>
                </a:lnTo>
                <a:lnTo>
                  <a:pt x="4762500" y="3175000"/>
                </a:lnTo>
                <a:close/>
                <a:moveTo>
                  <a:pt x="3175000" y="4762500"/>
                </a:moveTo>
                <a:lnTo>
                  <a:pt x="1587500" y="4762500"/>
                </a:lnTo>
                <a:lnTo>
                  <a:pt x="1587500" y="6350000"/>
                </a:lnTo>
                <a:lnTo>
                  <a:pt x="3175000" y="6350000"/>
                </a:lnTo>
                <a:lnTo>
                  <a:pt x="3175000" y="4762500"/>
                </a:lnTo>
                <a:close/>
                <a:moveTo>
                  <a:pt x="6350000" y="4762500"/>
                </a:moveTo>
                <a:lnTo>
                  <a:pt x="4762500" y="4762500"/>
                </a:lnTo>
                <a:lnTo>
                  <a:pt x="4762500" y="6350000"/>
                </a:lnTo>
                <a:lnTo>
                  <a:pt x="6350000" y="6350000"/>
                </a:lnTo>
                <a:lnTo>
                  <a:pt x="6350000" y="4762500"/>
                </a:lnTo>
                <a:close/>
              </a:path>
            </a:pathLst>
          </a:custGeom>
          <a:solidFill>
            <a:srgbClr val="5C8A00"/>
          </a:solidFill>
          <a:ln>
            <a:noFill/>
          </a:ln>
        </p:spPr>
      </p:sp>
      <p:sp>
        <p:nvSpPr>
          <p:cNvPr id="169" name="Google Shape;169;p11"/>
          <p:cNvSpPr/>
          <p:nvPr/>
        </p:nvSpPr>
        <p:spPr>
          <a:xfrm>
            <a:off x="8899690" y="0"/>
            <a:ext cx="1793875" cy="1793875"/>
          </a:xfrm>
          <a:custGeom>
            <a:rect b="b" l="l" r="r" t="t"/>
            <a:pathLst>
              <a:path extrusionOk="0" h="6350000" w="6350000">
                <a:moveTo>
                  <a:pt x="1587500" y="1587500"/>
                </a:moveTo>
                <a:lnTo>
                  <a:pt x="0" y="1587500"/>
                </a:lnTo>
                <a:lnTo>
                  <a:pt x="0" y="0"/>
                </a:lnTo>
                <a:lnTo>
                  <a:pt x="1587500" y="0"/>
                </a:lnTo>
                <a:lnTo>
                  <a:pt x="1587500" y="1587500"/>
                </a:lnTo>
                <a:close/>
                <a:moveTo>
                  <a:pt x="4762500" y="0"/>
                </a:moveTo>
                <a:lnTo>
                  <a:pt x="3175000" y="0"/>
                </a:lnTo>
                <a:lnTo>
                  <a:pt x="3175000" y="1587500"/>
                </a:lnTo>
                <a:lnTo>
                  <a:pt x="4762500" y="1587500"/>
                </a:lnTo>
                <a:lnTo>
                  <a:pt x="4762500" y="0"/>
                </a:lnTo>
                <a:close/>
                <a:moveTo>
                  <a:pt x="3175000" y="1587500"/>
                </a:moveTo>
                <a:lnTo>
                  <a:pt x="1587500" y="1587500"/>
                </a:lnTo>
                <a:lnTo>
                  <a:pt x="1587500" y="3175000"/>
                </a:lnTo>
                <a:lnTo>
                  <a:pt x="3175000" y="3175000"/>
                </a:lnTo>
                <a:lnTo>
                  <a:pt x="3175000" y="1587500"/>
                </a:lnTo>
                <a:close/>
                <a:moveTo>
                  <a:pt x="6350000" y="1587500"/>
                </a:moveTo>
                <a:lnTo>
                  <a:pt x="4762500" y="1587500"/>
                </a:lnTo>
                <a:lnTo>
                  <a:pt x="4762500" y="3175000"/>
                </a:lnTo>
                <a:lnTo>
                  <a:pt x="6350000" y="3175000"/>
                </a:lnTo>
                <a:lnTo>
                  <a:pt x="6350000" y="1587500"/>
                </a:lnTo>
                <a:close/>
                <a:moveTo>
                  <a:pt x="1587500" y="3175000"/>
                </a:moveTo>
                <a:lnTo>
                  <a:pt x="0" y="3175000"/>
                </a:lnTo>
                <a:lnTo>
                  <a:pt x="0" y="4762500"/>
                </a:lnTo>
                <a:lnTo>
                  <a:pt x="1587500" y="4762500"/>
                </a:lnTo>
                <a:lnTo>
                  <a:pt x="1587500" y="3175000"/>
                </a:lnTo>
                <a:close/>
                <a:moveTo>
                  <a:pt x="4762500" y="3175000"/>
                </a:moveTo>
                <a:lnTo>
                  <a:pt x="3175000" y="3175000"/>
                </a:lnTo>
                <a:lnTo>
                  <a:pt x="3175000" y="4762500"/>
                </a:lnTo>
                <a:lnTo>
                  <a:pt x="4762500" y="4762500"/>
                </a:lnTo>
                <a:lnTo>
                  <a:pt x="4762500" y="3175000"/>
                </a:lnTo>
                <a:close/>
                <a:moveTo>
                  <a:pt x="3175000" y="4762500"/>
                </a:moveTo>
                <a:lnTo>
                  <a:pt x="1587500" y="4762500"/>
                </a:lnTo>
                <a:lnTo>
                  <a:pt x="1587500" y="6350000"/>
                </a:lnTo>
                <a:lnTo>
                  <a:pt x="3175000" y="6350000"/>
                </a:lnTo>
                <a:lnTo>
                  <a:pt x="3175000" y="4762500"/>
                </a:lnTo>
                <a:close/>
                <a:moveTo>
                  <a:pt x="6350000" y="4762500"/>
                </a:moveTo>
                <a:lnTo>
                  <a:pt x="4762500" y="4762500"/>
                </a:lnTo>
                <a:lnTo>
                  <a:pt x="4762500" y="6350000"/>
                </a:lnTo>
                <a:lnTo>
                  <a:pt x="6350000" y="6350000"/>
                </a:lnTo>
                <a:lnTo>
                  <a:pt x="6350000" y="4762500"/>
                </a:lnTo>
                <a:close/>
              </a:path>
            </a:pathLst>
          </a:custGeom>
          <a:solidFill>
            <a:srgbClr val="5C8A00"/>
          </a:solidFill>
          <a:ln>
            <a:noFill/>
          </a:ln>
        </p:spPr>
      </p:sp>
      <p:sp>
        <p:nvSpPr>
          <p:cNvPr id="170" name="Google Shape;170;p11"/>
          <p:cNvSpPr/>
          <p:nvPr/>
        </p:nvSpPr>
        <p:spPr>
          <a:xfrm>
            <a:off x="10691420" y="0"/>
            <a:ext cx="1793875" cy="1793875"/>
          </a:xfrm>
          <a:custGeom>
            <a:rect b="b" l="l" r="r" t="t"/>
            <a:pathLst>
              <a:path extrusionOk="0" h="6350000" w="6350000">
                <a:moveTo>
                  <a:pt x="1587500" y="1587500"/>
                </a:moveTo>
                <a:lnTo>
                  <a:pt x="0" y="1587500"/>
                </a:lnTo>
                <a:lnTo>
                  <a:pt x="0" y="0"/>
                </a:lnTo>
                <a:lnTo>
                  <a:pt x="1587500" y="0"/>
                </a:lnTo>
                <a:lnTo>
                  <a:pt x="1587500" y="1587500"/>
                </a:lnTo>
                <a:close/>
                <a:moveTo>
                  <a:pt x="4762500" y="0"/>
                </a:moveTo>
                <a:lnTo>
                  <a:pt x="3175000" y="0"/>
                </a:lnTo>
                <a:lnTo>
                  <a:pt x="3175000" y="1587500"/>
                </a:lnTo>
                <a:lnTo>
                  <a:pt x="4762500" y="1587500"/>
                </a:lnTo>
                <a:lnTo>
                  <a:pt x="4762500" y="0"/>
                </a:lnTo>
                <a:close/>
                <a:moveTo>
                  <a:pt x="3175000" y="1587500"/>
                </a:moveTo>
                <a:lnTo>
                  <a:pt x="1587500" y="1587500"/>
                </a:lnTo>
                <a:lnTo>
                  <a:pt x="1587500" y="3175000"/>
                </a:lnTo>
                <a:lnTo>
                  <a:pt x="3175000" y="3175000"/>
                </a:lnTo>
                <a:lnTo>
                  <a:pt x="3175000" y="1587500"/>
                </a:lnTo>
                <a:close/>
                <a:moveTo>
                  <a:pt x="6350000" y="1587500"/>
                </a:moveTo>
                <a:lnTo>
                  <a:pt x="4762500" y="1587500"/>
                </a:lnTo>
                <a:lnTo>
                  <a:pt x="4762500" y="3175000"/>
                </a:lnTo>
                <a:lnTo>
                  <a:pt x="6350000" y="3175000"/>
                </a:lnTo>
                <a:lnTo>
                  <a:pt x="6350000" y="1587500"/>
                </a:lnTo>
                <a:close/>
                <a:moveTo>
                  <a:pt x="1587500" y="3175000"/>
                </a:moveTo>
                <a:lnTo>
                  <a:pt x="0" y="3175000"/>
                </a:lnTo>
                <a:lnTo>
                  <a:pt x="0" y="4762500"/>
                </a:lnTo>
                <a:lnTo>
                  <a:pt x="1587500" y="4762500"/>
                </a:lnTo>
                <a:lnTo>
                  <a:pt x="1587500" y="3175000"/>
                </a:lnTo>
                <a:close/>
                <a:moveTo>
                  <a:pt x="4762500" y="3175000"/>
                </a:moveTo>
                <a:lnTo>
                  <a:pt x="3175000" y="3175000"/>
                </a:lnTo>
                <a:lnTo>
                  <a:pt x="3175000" y="4762500"/>
                </a:lnTo>
                <a:lnTo>
                  <a:pt x="4762500" y="4762500"/>
                </a:lnTo>
                <a:lnTo>
                  <a:pt x="4762500" y="3175000"/>
                </a:lnTo>
                <a:close/>
                <a:moveTo>
                  <a:pt x="3175000" y="4762500"/>
                </a:moveTo>
                <a:lnTo>
                  <a:pt x="1587500" y="4762500"/>
                </a:lnTo>
                <a:lnTo>
                  <a:pt x="1587500" y="6350000"/>
                </a:lnTo>
                <a:lnTo>
                  <a:pt x="3175000" y="6350000"/>
                </a:lnTo>
                <a:lnTo>
                  <a:pt x="3175000" y="4762500"/>
                </a:lnTo>
                <a:close/>
                <a:moveTo>
                  <a:pt x="6350000" y="4762500"/>
                </a:moveTo>
                <a:lnTo>
                  <a:pt x="4762500" y="4762500"/>
                </a:lnTo>
                <a:lnTo>
                  <a:pt x="4762500" y="6350000"/>
                </a:lnTo>
                <a:lnTo>
                  <a:pt x="6350000" y="6350000"/>
                </a:lnTo>
                <a:lnTo>
                  <a:pt x="6350000" y="4762500"/>
                </a:lnTo>
                <a:close/>
              </a:path>
            </a:pathLst>
          </a:custGeom>
          <a:solidFill>
            <a:srgbClr val="5C8A00"/>
          </a:solidFill>
          <a:ln>
            <a:noFill/>
          </a:ln>
        </p:spPr>
      </p:sp>
      <p:sp>
        <p:nvSpPr>
          <p:cNvPr id="171" name="Google Shape;171;p11"/>
          <p:cNvSpPr/>
          <p:nvPr/>
        </p:nvSpPr>
        <p:spPr>
          <a:xfrm>
            <a:off x="12483149" y="0"/>
            <a:ext cx="1793875" cy="1793875"/>
          </a:xfrm>
          <a:custGeom>
            <a:rect b="b" l="l" r="r" t="t"/>
            <a:pathLst>
              <a:path extrusionOk="0" h="6350000" w="6350000">
                <a:moveTo>
                  <a:pt x="1587500" y="1587500"/>
                </a:moveTo>
                <a:lnTo>
                  <a:pt x="0" y="1587500"/>
                </a:lnTo>
                <a:lnTo>
                  <a:pt x="0" y="0"/>
                </a:lnTo>
                <a:lnTo>
                  <a:pt x="1587500" y="0"/>
                </a:lnTo>
                <a:lnTo>
                  <a:pt x="1587500" y="1587500"/>
                </a:lnTo>
                <a:close/>
                <a:moveTo>
                  <a:pt x="4762500" y="0"/>
                </a:moveTo>
                <a:lnTo>
                  <a:pt x="3175000" y="0"/>
                </a:lnTo>
                <a:lnTo>
                  <a:pt x="3175000" y="1587500"/>
                </a:lnTo>
                <a:lnTo>
                  <a:pt x="4762500" y="1587500"/>
                </a:lnTo>
                <a:lnTo>
                  <a:pt x="4762500" y="0"/>
                </a:lnTo>
                <a:close/>
                <a:moveTo>
                  <a:pt x="3175000" y="1587500"/>
                </a:moveTo>
                <a:lnTo>
                  <a:pt x="1587500" y="1587500"/>
                </a:lnTo>
                <a:lnTo>
                  <a:pt x="1587500" y="3175000"/>
                </a:lnTo>
                <a:lnTo>
                  <a:pt x="3175000" y="3175000"/>
                </a:lnTo>
                <a:lnTo>
                  <a:pt x="3175000" y="1587500"/>
                </a:lnTo>
                <a:close/>
                <a:moveTo>
                  <a:pt x="6350000" y="1587500"/>
                </a:moveTo>
                <a:lnTo>
                  <a:pt x="4762500" y="1587500"/>
                </a:lnTo>
                <a:lnTo>
                  <a:pt x="4762500" y="3175000"/>
                </a:lnTo>
                <a:lnTo>
                  <a:pt x="6350000" y="3175000"/>
                </a:lnTo>
                <a:lnTo>
                  <a:pt x="6350000" y="1587500"/>
                </a:lnTo>
                <a:close/>
                <a:moveTo>
                  <a:pt x="1587500" y="3175000"/>
                </a:moveTo>
                <a:lnTo>
                  <a:pt x="0" y="3175000"/>
                </a:lnTo>
                <a:lnTo>
                  <a:pt x="0" y="4762500"/>
                </a:lnTo>
                <a:lnTo>
                  <a:pt x="1587500" y="4762500"/>
                </a:lnTo>
                <a:lnTo>
                  <a:pt x="1587500" y="3175000"/>
                </a:lnTo>
                <a:close/>
                <a:moveTo>
                  <a:pt x="4762500" y="3175000"/>
                </a:moveTo>
                <a:lnTo>
                  <a:pt x="3175000" y="3175000"/>
                </a:lnTo>
                <a:lnTo>
                  <a:pt x="3175000" y="4762500"/>
                </a:lnTo>
                <a:lnTo>
                  <a:pt x="4762500" y="4762500"/>
                </a:lnTo>
                <a:lnTo>
                  <a:pt x="4762500" y="3175000"/>
                </a:lnTo>
                <a:close/>
                <a:moveTo>
                  <a:pt x="3175000" y="4762500"/>
                </a:moveTo>
                <a:lnTo>
                  <a:pt x="1587500" y="4762500"/>
                </a:lnTo>
                <a:lnTo>
                  <a:pt x="1587500" y="6350000"/>
                </a:lnTo>
                <a:lnTo>
                  <a:pt x="3175000" y="6350000"/>
                </a:lnTo>
                <a:lnTo>
                  <a:pt x="3175000" y="4762500"/>
                </a:lnTo>
                <a:close/>
                <a:moveTo>
                  <a:pt x="6350000" y="4762500"/>
                </a:moveTo>
                <a:lnTo>
                  <a:pt x="4762500" y="4762500"/>
                </a:lnTo>
                <a:lnTo>
                  <a:pt x="4762500" y="6350000"/>
                </a:lnTo>
                <a:lnTo>
                  <a:pt x="6350000" y="6350000"/>
                </a:lnTo>
                <a:lnTo>
                  <a:pt x="6350000" y="4762500"/>
                </a:lnTo>
                <a:close/>
              </a:path>
            </a:pathLst>
          </a:custGeom>
          <a:solidFill>
            <a:srgbClr val="5C8A00"/>
          </a:solidFill>
          <a:ln>
            <a:noFill/>
          </a:ln>
        </p:spPr>
      </p:sp>
      <p:sp>
        <p:nvSpPr>
          <p:cNvPr id="172" name="Google Shape;172;p11"/>
          <p:cNvSpPr/>
          <p:nvPr/>
        </p:nvSpPr>
        <p:spPr>
          <a:xfrm>
            <a:off x="14274879" y="0"/>
            <a:ext cx="1793875" cy="1793875"/>
          </a:xfrm>
          <a:custGeom>
            <a:rect b="b" l="l" r="r" t="t"/>
            <a:pathLst>
              <a:path extrusionOk="0" h="6350000" w="6350000">
                <a:moveTo>
                  <a:pt x="1587500" y="1587500"/>
                </a:moveTo>
                <a:lnTo>
                  <a:pt x="0" y="1587500"/>
                </a:lnTo>
                <a:lnTo>
                  <a:pt x="0" y="0"/>
                </a:lnTo>
                <a:lnTo>
                  <a:pt x="1587500" y="0"/>
                </a:lnTo>
                <a:lnTo>
                  <a:pt x="1587500" y="1587500"/>
                </a:lnTo>
                <a:close/>
                <a:moveTo>
                  <a:pt x="4762500" y="0"/>
                </a:moveTo>
                <a:lnTo>
                  <a:pt x="3175000" y="0"/>
                </a:lnTo>
                <a:lnTo>
                  <a:pt x="3175000" y="1587500"/>
                </a:lnTo>
                <a:lnTo>
                  <a:pt x="4762500" y="1587500"/>
                </a:lnTo>
                <a:lnTo>
                  <a:pt x="4762500" y="0"/>
                </a:lnTo>
                <a:close/>
                <a:moveTo>
                  <a:pt x="3175000" y="1587500"/>
                </a:moveTo>
                <a:lnTo>
                  <a:pt x="1587500" y="1587500"/>
                </a:lnTo>
                <a:lnTo>
                  <a:pt x="1587500" y="3175000"/>
                </a:lnTo>
                <a:lnTo>
                  <a:pt x="3175000" y="3175000"/>
                </a:lnTo>
                <a:lnTo>
                  <a:pt x="3175000" y="1587500"/>
                </a:lnTo>
                <a:close/>
                <a:moveTo>
                  <a:pt x="6350000" y="1587500"/>
                </a:moveTo>
                <a:lnTo>
                  <a:pt x="4762500" y="1587500"/>
                </a:lnTo>
                <a:lnTo>
                  <a:pt x="4762500" y="3175000"/>
                </a:lnTo>
                <a:lnTo>
                  <a:pt x="6350000" y="3175000"/>
                </a:lnTo>
                <a:lnTo>
                  <a:pt x="6350000" y="1587500"/>
                </a:lnTo>
                <a:close/>
                <a:moveTo>
                  <a:pt x="1587500" y="3175000"/>
                </a:moveTo>
                <a:lnTo>
                  <a:pt x="0" y="3175000"/>
                </a:lnTo>
                <a:lnTo>
                  <a:pt x="0" y="4762500"/>
                </a:lnTo>
                <a:lnTo>
                  <a:pt x="1587500" y="4762500"/>
                </a:lnTo>
                <a:lnTo>
                  <a:pt x="1587500" y="3175000"/>
                </a:lnTo>
                <a:close/>
                <a:moveTo>
                  <a:pt x="4762500" y="3175000"/>
                </a:moveTo>
                <a:lnTo>
                  <a:pt x="3175000" y="3175000"/>
                </a:lnTo>
                <a:lnTo>
                  <a:pt x="3175000" y="4762500"/>
                </a:lnTo>
                <a:lnTo>
                  <a:pt x="4762500" y="4762500"/>
                </a:lnTo>
                <a:lnTo>
                  <a:pt x="4762500" y="3175000"/>
                </a:lnTo>
                <a:close/>
                <a:moveTo>
                  <a:pt x="3175000" y="4762500"/>
                </a:moveTo>
                <a:lnTo>
                  <a:pt x="1587500" y="4762500"/>
                </a:lnTo>
                <a:lnTo>
                  <a:pt x="1587500" y="6350000"/>
                </a:lnTo>
                <a:lnTo>
                  <a:pt x="3175000" y="6350000"/>
                </a:lnTo>
                <a:lnTo>
                  <a:pt x="3175000" y="4762500"/>
                </a:lnTo>
                <a:close/>
                <a:moveTo>
                  <a:pt x="6350000" y="4762500"/>
                </a:moveTo>
                <a:lnTo>
                  <a:pt x="4762500" y="4762500"/>
                </a:lnTo>
                <a:lnTo>
                  <a:pt x="4762500" y="6350000"/>
                </a:lnTo>
                <a:lnTo>
                  <a:pt x="6350000" y="6350000"/>
                </a:lnTo>
                <a:lnTo>
                  <a:pt x="6350000" y="4762500"/>
                </a:lnTo>
                <a:close/>
              </a:path>
            </a:pathLst>
          </a:custGeom>
          <a:solidFill>
            <a:srgbClr val="5C8A00"/>
          </a:solidFill>
          <a:ln>
            <a:noFill/>
          </a:ln>
        </p:spPr>
      </p:sp>
      <p:sp>
        <p:nvSpPr>
          <p:cNvPr id="173" name="Google Shape;173;p11"/>
          <p:cNvSpPr/>
          <p:nvPr/>
        </p:nvSpPr>
        <p:spPr>
          <a:xfrm>
            <a:off x="16066608" y="0"/>
            <a:ext cx="1793875" cy="1793875"/>
          </a:xfrm>
          <a:custGeom>
            <a:rect b="b" l="l" r="r" t="t"/>
            <a:pathLst>
              <a:path extrusionOk="0" h="6350000" w="6350000">
                <a:moveTo>
                  <a:pt x="1587500" y="1587500"/>
                </a:moveTo>
                <a:lnTo>
                  <a:pt x="0" y="1587500"/>
                </a:lnTo>
                <a:lnTo>
                  <a:pt x="0" y="0"/>
                </a:lnTo>
                <a:lnTo>
                  <a:pt x="1587500" y="0"/>
                </a:lnTo>
                <a:lnTo>
                  <a:pt x="1587500" y="1587500"/>
                </a:lnTo>
                <a:close/>
                <a:moveTo>
                  <a:pt x="4762500" y="0"/>
                </a:moveTo>
                <a:lnTo>
                  <a:pt x="3175000" y="0"/>
                </a:lnTo>
                <a:lnTo>
                  <a:pt x="3175000" y="1587500"/>
                </a:lnTo>
                <a:lnTo>
                  <a:pt x="4762500" y="1587500"/>
                </a:lnTo>
                <a:lnTo>
                  <a:pt x="4762500" y="0"/>
                </a:lnTo>
                <a:close/>
                <a:moveTo>
                  <a:pt x="3175000" y="1587500"/>
                </a:moveTo>
                <a:lnTo>
                  <a:pt x="1587500" y="1587500"/>
                </a:lnTo>
                <a:lnTo>
                  <a:pt x="1587500" y="3175000"/>
                </a:lnTo>
                <a:lnTo>
                  <a:pt x="3175000" y="3175000"/>
                </a:lnTo>
                <a:lnTo>
                  <a:pt x="3175000" y="1587500"/>
                </a:lnTo>
                <a:close/>
                <a:moveTo>
                  <a:pt x="6350000" y="1587500"/>
                </a:moveTo>
                <a:lnTo>
                  <a:pt x="4762500" y="1587500"/>
                </a:lnTo>
                <a:lnTo>
                  <a:pt x="4762500" y="3175000"/>
                </a:lnTo>
                <a:lnTo>
                  <a:pt x="6350000" y="3175000"/>
                </a:lnTo>
                <a:lnTo>
                  <a:pt x="6350000" y="1587500"/>
                </a:lnTo>
                <a:close/>
                <a:moveTo>
                  <a:pt x="1587500" y="3175000"/>
                </a:moveTo>
                <a:lnTo>
                  <a:pt x="0" y="3175000"/>
                </a:lnTo>
                <a:lnTo>
                  <a:pt x="0" y="4762500"/>
                </a:lnTo>
                <a:lnTo>
                  <a:pt x="1587500" y="4762500"/>
                </a:lnTo>
                <a:lnTo>
                  <a:pt x="1587500" y="3175000"/>
                </a:lnTo>
                <a:close/>
                <a:moveTo>
                  <a:pt x="4762500" y="3175000"/>
                </a:moveTo>
                <a:lnTo>
                  <a:pt x="3175000" y="3175000"/>
                </a:lnTo>
                <a:lnTo>
                  <a:pt x="3175000" y="4762500"/>
                </a:lnTo>
                <a:lnTo>
                  <a:pt x="4762500" y="4762500"/>
                </a:lnTo>
                <a:lnTo>
                  <a:pt x="4762500" y="3175000"/>
                </a:lnTo>
                <a:close/>
                <a:moveTo>
                  <a:pt x="3175000" y="4762500"/>
                </a:moveTo>
                <a:lnTo>
                  <a:pt x="1587500" y="4762500"/>
                </a:lnTo>
                <a:lnTo>
                  <a:pt x="1587500" y="6350000"/>
                </a:lnTo>
                <a:lnTo>
                  <a:pt x="3175000" y="6350000"/>
                </a:lnTo>
                <a:lnTo>
                  <a:pt x="3175000" y="4762500"/>
                </a:lnTo>
                <a:close/>
                <a:moveTo>
                  <a:pt x="6350000" y="4762500"/>
                </a:moveTo>
                <a:lnTo>
                  <a:pt x="4762500" y="4762500"/>
                </a:lnTo>
                <a:lnTo>
                  <a:pt x="4762500" y="6350000"/>
                </a:lnTo>
                <a:lnTo>
                  <a:pt x="6350000" y="6350000"/>
                </a:lnTo>
                <a:lnTo>
                  <a:pt x="6350000" y="4762500"/>
                </a:lnTo>
                <a:close/>
              </a:path>
            </a:pathLst>
          </a:custGeom>
          <a:solidFill>
            <a:srgbClr val="5C8A00"/>
          </a:solidFill>
          <a:ln>
            <a:noFill/>
          </a:ln>
        </p:spPr>
      </p:sp>
      <p:sp>
        <p:nvSpPr>
          <p:cNvPr id="174" name="Google Shape;174;p11"/>
          <p:cNvSpPr/>
          <p:nvPr/>
        </p:nvSpPr>
        <p:spPr>
          <a:xfrm>
            <a:off x="17799381" y="0"/>
            <a:ext cx="1793875" cy="1793875"/>
          </a:xfrm>
          <a:custGeom>
            <a:rect b="b" l="l" r="r" t="t"/>
            <a:pathLst>
              <a:path extrusionOk="0" h="6350000" w="6350000">
                <a:moveTo>
                  <a:pt x="1587500" y="1587500"/>
                </a:moveTo>
                <a:lnTo>
                  <a:pt x="0" y="1587500"/>
                </a:lnTo>
                <a:lnTo>
                  <a:pt x="0" y="0"/>
                </a:lnTo>
                <a:lnTo>
                  <a:pt x="1587500" y="0"/>
                </a:lnTo>
                <a:lnTo>
                  <a:pt x="1587500" y="1587500"/>
                </a:lnTo>
                <a:close/>
                <a:moveTo>
                  <a:pt x="4762500" y="0"/>
                </a:moveTo>
                <a:lnTo>
                  <a:pt x="3175000" y="0"/>
                </a:lnTo>
                <a:lnTo>
                  <a:pt x="3175000" y="1587500"/>
                </a:lnTo>
                <a:lnTo>
                  <a:pt x="4762500" y="1587500"/>
                </a:lnTo>
                <a:lnTo>
                  <a:pt x="4762500" y="0"/>
                </a:lnTo>
                <a:close/>
                <a:moveTo>
                  <a:pt x="3175000" y="1587500"/>
                </a:moveTo>
                <a:lnTo>
                  <a:pt x="1587500" y="1587500"/>
                </a:lnTo>
                <a:lnTo>
                  <a:pt x="1587500" y="3175000"/>
                </a:lnTo>
                <a:lnTo>
                  <a:pt x="3175000" y="3175000"/>
                </a:lnTo>
                <a:lnTo>
                  <a:pt x="3175000" y="1587500"/>
                </a:lnTo>
                <a:close/>
                <a:moveTo>
                  <a:pt x="6350000" y="1587500"/>
                </a:moveTo>
                <a:lnTo>
                  <a:pt x="4762500" y="1587500"/>
                </a:lnTo>
                <a:lnTo>
                  <a:pt x="4762500" y="3175000"/>
                </a:lnTo>
                <a:lnTo>
                  <a:pt x="6350000" y="3175000"/>
                </a:lnTo>
                <a:lnTo>
                  <a:pt x="6350000" y="1587500"/>
                </a:lnTo>
                <a:close/>
                <a:moveTo>
                  <a:pt x="1587500" y="3175000"/>
                </a:moveTo>
                <a:lnTo>
                  <a:pt x="0" y="3175000"/>
                </a:lnTo>
                <a:lnTo>
                  <a:pt x="0" y="4762500"/>
                </a:lnTo>
                <a:lnTo>
                  <a:pt x="1587500" y="4762500"/>
                </a:lnTo>
                <a:lnTo>
                  <a:pt x="1587500" y="3175000"/>
                </a:lnTo>
                <a:close/>
                <a:moveTo>
                  <a:pt x="4762500" y="3175000"/>
                </a:moveTo>
                <a:lnTo>
                  <a:pt x="3175000" y="3175000"/>
                </a:lnTo>
                <a:lnTo>
                  <a:pt x="3175000" y="4762500"/>
                </a:lnTo>
                <a:lnTo>
                  <a:pt x="4762500" y="4762500"/>
                </a:lnTo>
                <a:lnTo>
                  <a:pt x="4762500" y="3175000"/>
                </a:lnTo>
                <a:close/>
                <a:moveTo>
                  <a:pt x="3175000" y="4762500"/>
                </a:moveTo>
                <a:lnTo>
                  <a:pt x="1587500" y="4762500"/>
                </a:lnTo>
                <a:lnTo>
                  <a:pt x="1587500" y="6350000"/>
                </a:lnTo>
                <a:lnTo>
                  <a:pt x="3175000" y="6350000"/>
                </a:lnTo>
                <a:lnTo>
                  <a:pt x="3175000" y="4762500"/>
                </a:lnTo>
                <a:close/>
                <a:moveTo>
                  <a:pt x="6350000" y="4762500"/>
                </a:moveTo>
                <a:lnTo>
                  <a:pt x="4762500" y="4762500"/>
                </a:lnTo>
                <a:lnTo>
                  <a:pt x="4762500" y="6350000"/>
                </a:lnTo>
                <a:lnTo>
                  <a:pt x="6350000" y="6350000"/>
                </a:lnTo>
                <a:lnTo>
                  <a:pt x="6350000" y="4762500"/>
                </a:lnTo>
                <a:close/>
              </a:path>
            </a:pathLst>
          </a:custGeom>
          <a:solidFill>
            <a:srgbClr val="5C8A00"/>
          </a:solidFill>
          <a:ln>
            <a:noFill/>
          </a:ln>
        </p:spPr>
      </p:sp>
      <p:sp>
        <p:nvSpPr>
          <p:cNvPr id="175" name="Google Shape;175;p11"/>
          <p:cNvSpPr/>
          <p:nvPr/>
        </p:nvSpPr>
        <p:spPr>
          <a:xfrm>
            <a:off x="-149473" y="526015"/>
            <a:ext cx="5490554" cy="9760985"/>
          </a:xfrm>
          <a:custGeom>
            <a:rect b="b" l="l" r="r" t="t"/>
            <a:pathLst>
              <a:path extrusionOk="0" h="9760985" w="5490554">
                <a:moveTo>
                  <a:pt x="0" y="0"/>
                </a:moveTo>
                <a:lnTo>
                  <a:pt x="5490554" y="0"/>
                </a:lnTo>
                <a:lnTo>
                  <a:pt x="5490554" y="9760985"/>
                </a:lnTo>
                <a:lnTo>
                  <a:pt x="0" y="976098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76" name="Google Shape;176;p11"/>
          <p:cNvSpPr/>
          <p:nvPr/>
        </p:nvSpPr>
        <p:spPr>
          <a:xfrm flipH="1">
            <a:off x="12946919" y="526015"/>
            <a:ext cx="5490554" cy="9760985"/>
          </a:xfrm>
          <a:custGeom>
            <a:rect b="b" l="l" r="r" t="t"/>
            <a:pathLst>
              <a:path extrusionOk="0" h="9760985" w="5490554">
                <a:moveTo>
                  <a:pt x="5490554" y="0"/>
                </a:moveTo>
                <a:lnTo>
                  <a:pt x="0" y="0"/>
                </a:lnTo>
                <a:lnTo>
                  <a:pt x="0" y="9760985"/>
                </a:lnTo>
                <a:lnTo>
                  <a:pt x="5490554" y="9760985"/>
                </a:lnTo>
                <a:lnTo>
                  <a:pt x="5490554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 9">
  <p:cSld name="CUSTOM_8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12"/>
          <p:cNvSpPr/>
          <p:nvPr/>
        </p:nvSpPr>
        <p:spPr>
          <a:xfrm>
            <a:off x="5454343" y="-1440417"/>
            <a:ext cx="12833657" cy="9133286"/>
          </a:xfrm>
          <a:custGeom>
            <a:rect b="b" l="l" r="r" t="t"/>
            <a:pathLst>
              <a:path extrusionOk="0" h="9133286" w="12833657">
                <a:moveTo>
                  <a:pt x="0" y="0"/>
                </a:moveTo>
                <a:lnTo>
                  <a:pt x="12833657" y="0"/>
                </a:lnTo>
                <a:lnTo>
                  <a:pt x="12833657" y="9133286"/>
                </a:lnTo>
                <a:lnTo>
                  <a:pt x="0" y="913328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 amt="40000"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79" name="Google Shape;179;p12"/>
          <p:cNvSpPr/>
          <p:nvPr>
            <p:ph idx="2" type="pic"/>
          </p:nvPr>
        </p:nvSpPr>
        <p:spPr>
          <a:xfrm>
            <a:off x="871038" y="5372100"/>
            <a:ext cx="3681900" cy="3681900"/>
          </a:xfrm>
          <a:prstGeom prst="rect">
            <a:avLst/>
          </a:prstGeom>
          <a:noFill/>
          <a:ln>
            <a:noFill/>
          </a:ln>
        </p:spPr>
      </p:sp>
      <p:sp>
        <p:nvSpPr>
          <p:cNvPr id="180" name="Google Shape;180;p12"/>
          <p:cNvSpPr/>
          <p:nvPr>
            <p:ph idx="3" type="pic"/>
          </p:nvPr>
        </p:nvSpPr>
        <p:spPr>
          <a:xfrm>
            <a:off x="9144038" y="5372100"/>
            <a:ext cx="3681900" cy="3681900"/>
          </a:xfrm>
          <a:prstGeom prst="rect">
            <a:avLst/>
          </a:prstGeom>
          <a:noFill/>
          <a:ln>
            <a:noFill/>
          </a:ln>
        </p:spPr>
      </p:sp>
      <p:sp>
        <p:nvSpPr>
          <p:cNvPr id="181" name="Google Shape;181;p1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 10">
  <p:cSld name="CUSTOM_9"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4" name="Google Shape;184;p13"/>
          <p:cNvSpPr/>
          <p:nvPr/>
        </p:nvSpPr>
        <p:spPr>
          <a:xfrm>
            <a:off x="0" y="3216556"/>
            <a:ext cx="10605667" cy="7070444"/>
          </a:xfrm>
          <a:custGeom>
            <a:rect b="b" l="l" r="r" t="t"/>
            <a:pathLst>
              <a:path extrusionOk="0" h="7070444" w="10605667">
                <a:moveTo>
                  <a:pt x="0" y="0"/>
                </a:moveTo>
                <a:lnTo>
                  <a:pt x="10605667" y="0"/>
                </a:lnTo>
                <a:lnTo>
                  <a:pt x="10605667" y="7070444"/>
                </a:lnTo>
                <a:lnTo>
                  <a:pt x="0" y="707044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cxnSp>
        <p:nvCxnSpPr>
          <p:cNvPr id="185" name="Google Shape;185;p13"/>
          <p:cNvCxnSpPr/>
          <p:nvPr/>
        </p:nvCxnSpPr>
        <p:spPr>
          <a:xfrm>
            <a:off x="12247306" y="2193264"/>
            <a:ext cx="5012100" cy="0"/>
          </a:xfrm>
          <a:prstGeom prst="straightConnector1">
            <a:avLst/>
          </a:prstGeom>
          <a:noFill/>
          <a:ln cap="flat" cmpd="sng" w="50800">
            <a:solidFill>
              <a:srgbClr val="8ACE0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86" name="Google Shape;186;p13"/>
          <p:cNvCxnSpPr/>
          <p:nvPr/>
        </p:nvCxnSpPr>
        <p:spPr>
          <a:xfrm>
            <a:off x="12247306" y="5082844"/>
            <a:ext cx="5012100" cy="0"/>
          </a:xfrm>
          <a:prstGeom prst="straightConnector1">
            <a:avLst/>
          </a:prstGeom>
          <a:noFill/>
          <a:ln cap="flat" cmpd="sng" w="50800">
            <a:solidFill>
              <a:srgbClr val="8ACE0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87" name="Google Shape;187;p13"/>
          <p:cNvCxnSpPr/>
          <p:nvPr/>
        </p:nvCxnSpPr>
        <p:spPr>
          <a:xfrm>
            <a:off x="12247306" y="7972425"/>
            <a:ext cx="5012100" cy="0"/>
          </a:xfrm>
          <a:prstGeom prst="straightConnector1">
            <a:avLst/>
          </a:prstGeom>
          <a:noFill/>
          <a:ln cap="flat" cmpd="sng" w="50800">
            <a:solidFill>
              <a:srgbClr val="8ACE03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 11">
  <p:cSld name="CUSTOM_10"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0" name="Google Shape;190;p14"/>
          <p:cNvSpPr/>
          <p:nvPr/>
        </p:nvSpPr>
        <p:spPr>
          <a:xfrm rot="-266558">
            <a:off x="5269448" y="-634807"/>
            <a:ext cx="13747560" cy="10576350"/>
          </a:xfrm>
          <a:custGeom>
            <a:rect b="b" l="l" r="r" t="t"/>
            <a:pathLst>
              <a:path extrusionOk="0" h="10571000" w="13740606">
                <a:moveTo>
                  <a:pt x="0" y="0"/>
                </a:moveTo>
                <a:lnTo>
                  <a:pt x="13740606" y="0"/>
                </a:lnTo>
                <a:lnTo>
                  <a:pt x="13740606" y="10571001"/>
                </a:lnTo>
                <a:lnTo>
                  <a:pt x="0" y="1057100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 amt="30000"/>
            </a:blip>
            <a:stretch>
              <a:fillRect b="0" l="0" r="0" t="-94969"/>
            </a:stretch>
          </a:blipFill>
          <a:ln>
            <a:noFill/>
          </a:ln>
        </p:spPr>
      </p:sp>
      <p:grpSp>
        <p:nvGrpSpPr>
          <p:cNvPr id="191" name="Google Shape;191;p14"/>
          <p:cNvGrpSpPr/>
          <p:nvPr/>
        </p:nvGrpSpPr>
        <p:grpSpPr>
          <a:xfrm rot="380638">
            <a:off x="-268525" y="114618"/>
            <a:ext cx="6940981" cy="6615622"/>
            <a:chOff x="0" y="0"/>
            <a:chExt cx="812800" cy="774700"/>
          </a:xfrm>
        </p:grpSpPr>
        <p:sp>
          <p:nvSpPr>
            <p:cNvPr id="192" name="Google Shape;192;p14"/>
            <p:cNvSpPr/>
            <p:nvPr/>
          </p:nvSpPr>
          <p:spPr>
            <a:xfrm>
              <a:off x="0" y="0"/>
              <a:ext cx="812800" cy="774700"/>
            </a:xfrm>
            <a:custGeom>
              <a:rect b="b" l="l" r="r" t="t"/>
              <a:pathLst>
                <a:path extrusionOk="0" h="774700" w="812800">
                  <a:moveTo>
                    <a:pt x="406400" y="0"/>
                  </a:moveTo>
                  <a:lnTo>
                    <a:pt x="502338" y="295909"/>
                  </a:lnTo>
                  <a:lnTo>
                    <a:pt x="812800" y="295909"/>
                  </a:lnTo>
                  <a:lnTo>
                    <a:pt x="561631" y="478791"/>
                  </a:lnTo>
                  <a:lnTo>
                    <a:pt x="657569" y="774700"/>
                  </a:lnTo>
                  <a:lnTo>
                    <a:pt x="406400" y="591819"/>
                  </a:lnTo>
                  <a:lnTo>
                    <a:pt x="155231" y="774700"/>
                  </a:lnTo>
                  <a:lnTo>
                    <a:pt x="251169" y="478791"/>
                  </a:lnTo>
                  <a:lnTo>
                    <a:pt x="0" y="295909"/>
                  </a:lnTo>
                  <a:lnTo>
                    <a:pt x="310462" y="295909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8ACE03"/>
            </a:solidFill>
            <a:ln>
              <a:noFill/>
            </a:ln>
          </p:spPr>
        </p:sp>
        <p:sp>
          <p:nvSpPr>
            <p:cNvPr id="193" name="Google Shape;193;p14"/>
            <p:cNvSpPr txBox="1"/>
            <p:nvPr/>
          </p:nvSpPr>
          <p:spPr>
            <a:xfrm>
              <a:off x="228600" y="228600"/>
              <a:ext cx="355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94" name="Google Shape;194;p14"/>
          <p:cNvGrpSpPr/>
          <p:nvPr/>
        </p:nvGrpSpPr>
        <p:grpSpPr>
          <a:xfrm rot="348763">
            <a:off x="5422345" y="3422459"/>
            <a:ext cx="5958142" cy="5678854"/>
            <a:chOff x="0" y="0"/>
            <a:chExt cx="812800" cy="774700"/>
          </a:xfrm>
        </p:grpSpPr>
        <p:sp>
          <p:nvSpPr>
            <p:cNvPr id="195" name="Google Shape;195;p14"/>
            <p:cNvSpPr/>
            <p:nvPr/>
          </p:nvSpPr>
          <p:spPr>
            <a:xfrm>
              <a:off x="0" y="0"/>
              <a:ext cx="812800" cy="774700"/>
            </a:xfrm>
            <a:custGeom>
              <a:rect b="b" l="l" r="r" t="t"/>
              <a:pathLst>
                <a:path extrusionOk="0" h="774700" w="812800">
                  <a:moveTo>
                    <a:pt x="406400" y="0"/>
                  </a:moveTo>
                  <a:lnTo>
                    <a:pt x="502338" y="295909"/>
                  </a:lnTo>
                  <a:lnTo>
                    <a:pt x="812800" y="295909"/>
                  </a:lnTo>
                  <a:lnTo>
                    <a:pt x="561631" y="478791"/>
                  </a:lnTo>
                  <a:lnTo>
                    <a:pt x="657569" y="774700"/>
                  </a:lnTo>
                  <a:lnTo>
                    <a:pt x="406400" y="591819"/>
                  </a:lnTo>
                  <a:lnTo>
                    <a:pt x="155231" y="774700"/>
                  </a:lnTo>
                  <a:lnTo>
                    <a:pt x="251169" y="478791"/>
                  </a:lnTo>
                  <a:lnTo>
                    <a:pt x="0" y="295909"/>
                  </a:lnTo>
                  <a:lnTo>
                    <a:pt x="310462" y="295909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8ACE03"/>
            </a:solidFill>
            <a:ln>
              <a:noFill/>
            </a:ln>
          </p:spPr>
        </p:sp>
        <p:sp>
          <p:nvSpPr>
            <p:cNvPr id="196" name="Google Shape;196;p14"/>
            <p:cNvSpPr txBox="1"/>
            <p:nvPr/>
          </p:nvSpPr>
          <p:spPr>
            <a:xfrm>
              <a:off x="228600" y="228600"/>
              <a:ext cx="355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97" name="Google Shape;197;p14"/>
          <p:cNvGrpSpPr/>
          <p:nvPr/>
        </p:nvGrpSpPr>
        <p:grpSpPr>
          <a:xfrm rot="-277954">
            <a:off x="452034" y="5719180"/>
            <a:ext cx="5499815" cy="5242012"/>
            <a:chOff x="0" y="0"/>
            <a:chExt cx="812800" cy="774700"/>
          </a:xfrm>
        </p:grpSpPr>
        <p:sp>
          <p:nvSpPr>
            <p:cNvPr id="198" name="Google Shape;198;p14"/>
            <p:cNvSpPr/>
            <p:nvPr/>
          </p:nvSpPr>
          <p:spPr>
            <a:xfrm>
              <a:off x="0" y="0"/>
              <a:ext cx="812800" cy="774700"/>
            </a:xfrm>
            <a:custGeom>
              <a:rect b="b" l="l" r="r" t="t"/>
              <a:pathLst>
                <a:path extrusionOk="0" h="774700" w="812800">
                  <a:moveTo>
                    <a:pt x="406400" y="0"/>
                  </a:moveTo>
                  <a:lnTo>
                    <a:pt x="502338" y="295909"/>
                  </a:lnTo>
                  <a:lnTo>
                    <a:pt x="812800" y="295909"/>
                  </a:lnTo>
                  <a:lnTo>
                    <a:pt x="561631" y="478791"/>
                  </a:lnTo>
                  <a:lnTo>
                    <a:pt x="657569" y="774700"/>
                  </a:lnTo>
                  <a:lnTo>
                    <a:pt x="406400" y="591819"/>
                  </a:lnTo>
                  <a:lnTo>
                    <a:pt x="155231" y="774700"/>
                  </a:lnTo>
                  <a:lnTo>
                    <a:pt x="251169" y="478791"/>
                  </a:lnTo>
                  <a:lnTo>
                    <a:pt x="0" y="295909"/>
                  </a:lnTo>
                  <a:lnTo>
                    <a:pt x="310462" y="295909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8ACE03"/>
            </a:solidFill>
            <a:ln>
              <a:noFill/>
            </a:ln>
          </p:spPr>
        </p:sp>
        <p:sp>
          <p:nvSpPr>
            <p:cNvPr id="199" name="Google Shape;199;p14"/>
            <p:cNvSpPr txBox="1"/>
            <p:nvPr/>
          </p:nvSpPr>
          <p:spPr>
            <a:xfrm>
              <a:off x="228600" y="228600"/>
              <a:ext cx="355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00" name="Google Shape;200;p14"/>
          <p:cNvGrpSpPr/>
          <p:nvPr/>
        </p:nvGrpSpPr>
        <p:grpSpPr>
          <a:xfrm rot="-662373">
            <a:off x="10862407" y="5504069"/>
            <a:ext cx="5367404" cy="5115807"/>
            <a:chOff x="0" y="0"/>
            <a:chExt cx="812800" cy="774700"/>
          </a:xfrm>
        </p:grpSpPr>
        <p:sp>
          <p:nvSpPr>
            <p:cNvPr id="201" name="Google Shape;201;p14"/>
            <p:cNvSpPr/>
            <p:nvPr/>
          </p:nvSpPr>
          <p:spPr>
            <a:xfrm>
              <a:off x="0" y="0"/>
              <a:ext cx="812800" cy="774700"/>
            </a:xfrm>
            <a:custGeom>
              <a:rect b="b" l="l" r="r" t="t"/>
              <a:pathLst>
                <a:path extrusionOk="0" h="774700" w="812800">
                  <a:moveTo>
                    <a:pt x="406400" y="0"/>
                  </a:moveTo>
                  <a:lnTo>
                    <a:pt x="502338" y="295909"/>
                  </a:lnTo>
                  <a:lnTo>
                    <a:pt x="812800" y="295909"/>
                  </a:lnTo>
                  <a:lnTo>
                    <a:pt x="561631" y="478791"/>
                  </a:lnTo>
                  <a:lnTo>
                    <a:pt x="657569" y="774700"/>
                  </a:lnTo>
                  <a:lnTo>
                    <a:pt x="406400" y="591819"/>
                  </a:lnTo>
                  <a:lnTo>
                    <a:pt x="155231" y="774700"/>
                  </a:lnTo>
                  <a:lnTo>
                    <a:pt x="251169" y="478791"/>
                  </a:lnTo>
                  <a:lnTo>
                    <a:pt x="0" y="295909"/>
                  </a:lnTo>
                  <a:lnTo>
                    <a:pt x="310462" y="295909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8ACE03"/>
            </a:solidFill>
            <a:ln>
              <a:noFill/>
            </a:ln>
          </p:spPr>
        </p:sp>
        <p:sp>
          <p:nvSpPr>
            <p:cNvPr id="202" name="Google Shape;202;p14"/>
            <p:cNvSpPr txBox="1"/>
            <p:nvPr/>
          </p:nvSpPr>
          <p:spPr>
            <a:xfrm>
              <a:off x="228600" y="228600"/>
              <a:ext cx="355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 12">
  <p:cSld name="CUSTOM_11">
    <p:bg>
      <p:bgPr>
        <a:solidFill>
          <a:srgbClr val="8ACE03"/>
        </a:solidFill>
      </p:bgPr>
    </p:bg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15"/>
          <p:cNvSpPr txBox="1"/>
          <p:nvPr/>
        </p:nvSpPr>
        <p:spPr>
          <a:xfrm>
            <a:off x="5676363" y="2919764"/>
            <a:ext cx="12876600" cy="111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mn-MN" sz="7211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дахин дахин дурлана</a:t>
            </a:r>
            <a:endParaRPr/>
          </a:p>
        </p:txBody>
      </p:sp>
      <p:sp>
        <p:nvSpPr>
          <p:cNvPr id="205" name="Google Shape;205;p15"/>
          <p:cNvSpPr txBox="1"/>
          <p:nvPr/>
        </p:nvSpPr>
        <p:spPr>
          <a:xfrm>
            <a:off x="5676363" y="4001584"/>
            <a:ext cx="12876600" cy="111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mn-MN" sz="7211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дахин дахин дурлана</a:t>
            </a:r>
            <a:endParaRPr/>
          </a:p>
        </p:txBody>
      </p:sp>
      <p:sp>
        <p:nvSpPr>
          <p:cNvPr id="206" name="Google Shape;206;p15"/>
          <p:cNvSpPr txBox="1"/>
          <p:nvPr/>
        </p:nvSpPr>
        <p:spPr>
          <a:xfrm>
            <a:off x="5676363" y="5083404"/>
            <a:ext cx="12876600" cy="111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mn-MN" sz="7211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дахин дахин дурлана</a:t>
            </a:r>
            <a:endParaRPr/>
          </a:p>
        </p:txBody>
      </p:sp>
      <p:sp>
        <p:nvSpPr>
          <p:cNvPr id="207" name="Google Shape;207;p15"/>
          <p:cNvSpPr txBox="1"/>
          <p:nvPr/>
        </p:nvSpPr>
        <p:spPr>
          <a:xfrm>
            <a:off x="5676363" y="6165223"/>
            <a:ext cx="12876600" cy="111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mn-MN" sz="7211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дахин дахин дурлана</a:t>
            </a:r>
            <a:endParaRPr/>
          </a:p>
        </p:txBody>
      </p:sp>
      <p:sp>
        <p:nvSpPr>
          <p:cNvPr id="208" name="Google Shape;208;p15"/>
          <p:cNvSpPr txBox="1"/>
          <p:nvPr/>
        </p:nvSpPr>
        <p:spPr>
          <a:xfrm>
            <a:off x="5676363" y="7247043"/>
            <a:ext cx="12876600" cy="111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mn-MN" sz="7211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дахин дахин дурлана</a:t>
            </a:r>
            <a:endParaRPr/>
          </a:p>
        </p:txBody>
      </p:sp>
      <p:sp>
        <p:nvSpPr>
          <p:cNvPr id="209" name="Google Shape;209;p15"/>
          <p:cNvSpPr txBox="1"/>
          <p:nvPr/>
        </p:nvSpPr>
        <p:spPr>
          <a:xfrm>
            <a:off x="5676363" y="8328863"/>
            <a:ext cx="12876600" cy="111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mn-MN" sz="7211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дахин дахин дурлана</a:t>
            </a:r>
            <a:endParaRPr/>
          </a:p>
        </p:txBody>
      </p:sp>
      <p:sp>
        <p:nvSpPr>
          <p:cNvPr id="210" name="Google Shape;210;p15"/>
          <p:cNvSpPr/>
          <p:nvPr>
            <p:ph idx="2" type="pic"/>
          </p:nvPr>
        </p:nvSpPr>
        <p:spPr>
          <a:xfrm>
            <a:off x="6" y="778675"/>
            <a:ext cx="5484300" cy="54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11" name="Google Shape;211;p15"/>
          <p:cNvSpPr/>
          <p:nvPr>
            <p:ph idx="3" type="pic"/>
          </p:nvPr>
        </p:nvSpPr>
        <p:spPr>
          <a:xfrm>
            <a:off x="3946150" y="4525175"/>
            <a:ext cx="5762700" cy="5762700"/>
          </a:xfrm>
          <a:prstGeom prst="rect">
            <a:avLst/>
          </a:prstGeom>
          <a:noFill/>
          <a:ln>
            <a:noFill/>
          </a:ln>
        </p:spPr>
      </p:sp>
      <p:sp>
        <p:nvSpPr>
          <p:cNvPr id="212" name="Google Shape;212;p15"/>
          <p:cNvSpPr txBox="1"/>
          <p:nvPr/>
        </p:nvSpPr>
        <p:spPr>
          <a:xfrm>
            <a:off x="5676363" y="1837945"/>
            <a:ext cx="12876600" cy="111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mn-MN" sz="7211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дахин дахин дурлана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 13">
  <p:cSld name="CUSTOM_12">
    <p:bg>
      <p:bgPr>
        <a:solidFill>
          <a:srgbClr val="8ACE03"/>
        </a:solidFill>
      </p:bgPr>
    </p:bg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6"/>
          <p:cNvSpPr txBox="1"/>
          <p:nvPr/>
        </p:nvSpPr>
        <p:spPr>
          <a:xfrm>
            <a:off x="5659808" y="4311913"/>
            <a:ext cx="7962000" cy="111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mn-MN" sz="7211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илүү олон зураг</a:t>
            </a:r>
            <a:endParaRPr/>
          </a:p>
        </p:txBody>
      </p:sp>
      <p:sp>
        <p:nvSpPr>
          <p:cNvPr id="215" name="Google Shape;215;p16"/>
          <p:cNvSpPr txBox="1"/>
          <p:nvPr/>
        </p:nvSpPr>
        <p:spPr>
          <a:xfrm>
            <a:off x="5659808" y="5409493"/>
            <a:ext cx="7962000" cy="111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mn-MN" sz="7211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илүү олон зураг</a:t>
            </a:r>
            <a:endParaRPr/>
          </a:p>
        </p:txBody>
      </p:sp>
      <p:sp>
        <p:nvSpPr>
          <p:cNvPr id="216" name="Google Shape;216;p16"/>
          <p:cNvSpPr txBox="1"/>
          <p:nvPr/>
        </p:nvSpPr>
        <p:spPr>
          <a:xfrm>
            <a:off x="5659808" y="6507072"/>
            <a:ext cx="7962000" cy="111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mn-MN" sz="7211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илүү олон зураг</a:t>
            </a:r>
            <a:endParaRPr/>
          </a:p>
        </p:txBody>
      </p:sp>
      <p:sp>
        <p:nvSpPr>
          <p:cNvPr id="217" name="Google Shape;217;p16"/>
          <p:cNvSpPr txBox="1"/>
          <p:nvPr/>
        </p:nvSpPr>
        <p:spPr>
          <a:xfrm>
            <a:off x="5659808" y="2116754"/>
            <a:ext cx="7962000" cy="111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mn-MN" sz="7211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илүү олон зураг</a:t>
            </a:r>
            <a:endParaRPr/>
          </a:p>
        </p:txBody>
      </p:sp>
      <p:sp>
        <p:nvSpPr>
          <p:cNvPr id="218" name="Google Shape;218;p16"/>
          <p:cNvSpPr txBox="1"/>
          <p:nvPr/>
        </p:nvSpPr>
        <p:spPr>
          <a:xfrm>
            <a:off x="5659808" y="3214334"/>
            <a:ext cx="7962000" cy="111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mn-MN" sz="7211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илүү олон зураг</a:t>
            </a:r>
            <a:endParaRPr/>
          </a:p>
        </p:txBody>
      </p:sp>
      <p:sp>
        <p:nvSpPr>
          <p:cNvPr id="219" name="Google Shape;219;p16"/>
          <p:cNvSpPr/>
          <p:nvPr>
            <p:ph idx="2" type="pic"/>
          </p:nvPr>
        </p:nvSpPr>
        <p:spPr>
          <a:xfrm>
            <a:off x="1028700" y="1027175"/>
            <a:ext cx="3716400" cy="3716400"/>
          </a:xfrm>
          <a:prstGeom prst="rect">
            <a:avLst/>
          </a:prstGeom>
          <a:noFill/>
          <a:ln>
            <a:noFill/>
          </a:ln>
        </p:spPr>
      </p:sp>
      <p:sp>
        <p:nvSpPr>
          <p:cNvPr id="220" name="Google Shape;220;p16"/>
          <p:cNvSpPr/>
          <p:nvPr>
            <p:ph idx="3" type="pic"/>
          </p:nvPr>
        </p:nvSpPr>
        <p:spPr>
          <a:xfrm>
            <a:off x="1028762" y="5143563"/>
            <a:ext cx="3716400" cy="3716400"/>
          </a:xfrm>
          <a:prstGeom prst="rect">
            <a:avLst/>
          </a:prstGeom>
          <a:noFill/>
          <a:ln>
            <a:noFill/>
          </a:ln>
        </p:spPr>
      </p:sp>
      <p:sp>
        <p:nvSpPr>
          <p:cNvPr id="221" name="Google Shape;221;p16"/>
          <p:cNvSpPr/>
          <p:nvPr>
            <p:ph idx="4" type="pic"/>
          </p:nvPr>
        </p:nvSpPr>
        <p:spPr>
          <a:xfrm>
            <a:off x="14394800" y="0"/>
            <a:ext cx="3893400" cy="3893400"/>
          </a:xfrm>
          <a:prstGeom prst="rect">
            <a:avLst/>
          </a:prstGeom>
          <a:noFill/>
          <a:ln>
            <a:noFill/>
          </a:ln>
        </p:spPr>
      </p:sp>
      <p:sp>
        <p:nvSpPr>
          <p:cNvPr id="222" name="Google Shape;222;p16"/>
          <p:cNvSpPr/>
          <p:nvPr>
            <p:ph idx="5" type="pic"/>
          </p:nvPr>
        </p:nvSpPr>
        <p:spPr>
          <a:xfrm>
            <a:off x="5659800" y="4506400"/>
            <a:ext cx="5114100" cy="5780100"/>
          </a:xfrm>
          <a:prstGeom prst="rect">
            <a:avLst/>
          </a:prstGeom>
          <a:noFill/>
          <a:ln>
            <a:noFill/>
          </a:ln>
        </p:spPr>
      </p:sp>
      <p:sp>
        <p:nvSpPr>
          <p:cNvPr id="223" name="Google Shape;223;p16"/>
          <p:cNvSpPr/>
          <p:nvPr>
            <p:ph idx="6" type="pic"/>
          </p:nvPr>
        </p:nvSpPr>
        <p:spPr>
          <a:xfrm>
            <a:off x="11688475" y="4506400"/>
            <a:ext cx="5114100" cy="5780100"/>
          </a:xfrm>
          <a:prstGeom prst="rect">
            <a:avLst/>
          </a:prstGeom>
          <a:noFill/>
          <a:ln>
            <a:noFill/>
          </a:ln>
        </p:spPr>
      </p:sp>
      <p:sp>
        <p:nvSpPr>
          <p:cNvPr id="224" name="Google Shape;224;p16"/>
          <p:cNvSpPr txBox="1"/>
          <p:nvPr/>
        </p:nvSpPr>
        <p:spPr>
          <a:xfrm>
            <a:off x="5659808" y="1019175"/>
            <a:ext cx="7962000" cy="111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mn-MN" sz="7211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илүү олон зураг</a:t>
            </a:r>
            <a:endParaRPr/>
          </a:p>
        </p:txBody>
      </p:sp>
      <p:grpSp>
        <p:nvGrpSpPr>
          <p:cNvPr id="225" name="Google Shape;225;p16"/>
          <p:cNvGrpSpPr/>
          <p:nvPr/>
        </p:nvGrpSpPr>
        <p:grpSpPr>
          <a:xfrm rot="-260893">
            <a:off x="2780942" y="7483783"/>
            <a:ext cx="2384221" cy="2272461"/>
            <a:chOff x="0" y="0"/>
            <a:chExt cx="812800" cy="774700"/>
          </a:xfrm>
        </p:grpSpPr>
        <p:sp>
          <p:nvSpPr>
            <p:cNvPr id="226" name="Google Shape;226;p16"/>
            <p:cNvSpPr/>
            <p:nvPr/>
          </p:nvSpPr>
          <p:spPr>
            <a:xfrm>
              <a:off x="0" y="0"/>
              <a:ext cx="812800" cy="774700"/>
            </a:xfrm>
            <a:custGeom>
              <a:rect b="b" l="l" r="r" t="t"/>
              <a:pathLst>
                <a:path extrusionOk="0" h="774700" w="812800">
                  <a:moveTo>
                    <a:pt x="406400" y="0"/>
                  </a:moveTo>
                  <a:lnTo>
                    <a:pt x="502338" y="295909"/>
                  </a:lnTo>
                  <a:lnTo>
                    <a:pt x="812800" y="295909"/>
                  </a:lnTo>
                  <a:lnTo>
                    <a:pt x="561631" y="478791"/>
                  </a:lnTo>
                  <a:lnTo>
                    <a:pt x="657569" y="774700"/>
                  </a:lnTo>
                  <a:lnTo>
                    <a:pt x="406400" y="591819"/>
                  </a:lnTo>
                  <a:lnTo>
                    <a:pt x="155231" y="774700"/>
                  </a:lnTo>
                  <a:lnTo>
                    <a:pt x="251169" y="478791"/>
                  </a:lnTo>
                  <a:lnTo>
                    <a:pt x="0" y="295909"/>
                  </a:lnTo>
                  <a:lnTo>
                    <a:pt x="310462" y="295909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</p:sp>
        <p:sp>
          <p:nvSpPr>
            <p:cNvPr id="227" name="Google Shape;227;p16"/>
            <p:cNvSpPr txBox="1"/>
            <p:nvPr/>
          </p:nvSpPr>
          <p:spPr>
            <a:xfrm>
              <a:off x="228600" y="228600"/>
              <a:ext cx="355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8" name="Google Shape;228;p16"/>
          <p:cNvGrpSpPr/>
          <p:nvPr/>
        </p:nvGrpSpPr>
        <p:grpSpPr>
          <a:xfrm rot="-260897">
            <a:off x="13484661" y="2519942"/>
            <a:ext cx="1820303" cy="1734977"/>
            <a:chOff x="0" y="0"/>
            <a:chExt cx="812800" cy="774700"/>
          </a:xfrm>
        </p:grpSpPr>
        <p:sp>
          <p:nvSpPr>
            <p:cNvPr id="229" name="Google Shape;229;p16"/>
            <p:cNvSpPr/>
            <p:nvPr/>
          </p:nvSpPr>
          <p:spPr>
            <a:xfrm>
              <a:off x="0" y="0"/>
              <a:ext cx="812800" cy="774700"/>
            </a:xfrm>
            <a:custGeom>
              <a:rect b="b" l="l" r="r" t="t"/>
              <a:pathLst>
                <a:path extrusionOk="0" h="774700" w="812800">
                  <a:moveTo>
                    <a:pt x="406400" y="0"/>
                  </a:moveTo>
                  <a:lnTo>
                    <a:pt x="502338" y="295909"/>
                  </a:lnTo>
                  <a:lnTo>
                    <a:pt x="812800" y="295909"/>
                  </a:lnTo>
                  <a:lnTo>
                    <a:pt x="561631" y="478791"/>
                  </a:lnTo>
                  <a:lnTo>
                    <a:pt x="657569" y="774700"/>
                  </a:lnTo>
                  <a:lnTo>
                    <a:pt x="406400" y="591819"/>
                  </a:lnTo>
                  <a:lnTo>
                    <a:pt x="155231" y="774700"/>
                  </a:lnTo>
                  <a:lnTo>
                    <a:pt x="251169" y="478791"/>
                  </a:lnTo>
                  <a:lnTo>
                    <a:pt x="0" y="295909"/>
                  </a:lnTo>
                  <a:lnTo>
                    <a:pt x="310462" y="295909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</p:sp>
        <p:sp>
          <p:nvSpPr>
            <p:cNvPr id="230" name="Google Shape;230;p16"/>
            <p:cNvSpPr txBox="1"/>
            <p:nvPr/>
          </p:nvSpPr>
          <p:spPr>
            <a:xfrm>
              <a:off x="228600" y="228600"/>
              <a:ext cx="355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 14">
  <p:cSld name="CUSTOM_13">
    <p:bg>
      <p:bgPr>
        <a:solidFill>
          <a:srgbClr val="8ACE03"/>
        </a:solidFill>
      </p:bgPr>
    </p:bg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17"/>
          <p:cNvSpPr txBox="1"/>
          <p:nvPr/>
        </p:nvSpPr>
        <p:spPr>
          <a:xfrm>
            <a:off x="852135" y="693064"/>
            <a:ext cx="6421800" cy="71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467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илтгэлийн төгсгөл</a:t>
            </a:r>
            <a:endParaRPr/>
          </a:p>
        </p:txBody>
      </p:sp>
      <p:sp>
        <p:nvSpPr>
          <p:cNvPr id="233" name="Google Shape;233;p17"/>
          <p:cNvSpPr txBox="1"/>
          <p:nvPr/>
        </p:nvSpPr>
        <p:spPr>
          <a:xfrm>
            <a:off x="852135" y="1403053"/>
            <a:ext cx="6421800" cy="71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4670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илтгэлийн төгсгөл</a:t>
            </a:r>
            <a:endParaRPr/>
          </a:p>
        </p:txBody>
      </p:sp>
      <p:sp>
        <p:nvSpPr>
          <p:cNvPr id="234" name="Google Shape;234;p17"/>
          <p:cNvSpPr txBox="1"/>
          <p:nvPr/>
        </p:nvSpPr>
        <p:spPr>
          <a:xfrm>
            <a:off x="852135" y="2113043"/>
            <a:ext cx="6421800" cy="71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4670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илтгэлийн төгсгөл</a:t>
            </a:r>
            <a:endParaRPr/>
          </a:p>
        </p:txBody>
      </p:sp>
      <p:sp>
        <p:nvSpPr>
          <p:cNvPr id="235" name="Google Shape;235;p17"/>
          <p:cNvSpPr txBox="1"/>
          <p:nvPr/>
        </p:nvSpPr>
        <p:spPr>
          <a:xfrm>
            <a:off x="852135" y="2823032"/>
            <a:ext cx="6421800" cy="71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4670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илтгэлийн төгсгөл</a:t>
            </a:r>
            <a:endParaRPr/>
          </a:p>
        </p:txBody>
      </p:sp>
      <p:sp>
        <p:nvSpPr>
          <p:cNvPr id="236" name="Google Shape;236;p17"/>
          <p:cNvSpPr txBox="1"/>
          <p:nvPr/>
        </p:nvSpPr>
        <p:spPr>
          <a:xfrm>
            <a:off x="852135" y="3533021"/>
            <a:ext cx="6421800" cy="71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4670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илтгэлийн төгсгөл</a:t>
            </a:r>
            <a:endParaRPr/>
          </a:p>
        </p:txBody>
      </p:sp>
      <p:sp>
        <p:nvSpPr>
          <p:cNvPr id="237" name="Google Shape;237;p17"/>
          <p:cNvSpPr txBox="1"/>
          <p:nvPr/>
        </p:nvSpPr>
        <p:spPr>
          <a:xfrm>
            <a:off x="852135" y="4243011"/>
            <a:ext cx="6421800" cy="71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4670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илтгэлийн төгсгөл</a:t>
            </a:r>
            <a:endParaRPr/>
          </a:p>
        </p:txBody>
      </p:sp>
      <p:sp>
        <p:nvSpPr>
          <p:cNvPr id="238" name="Google Shape;238;p17"/>
          <p:cNvSpPr txBox="1"/>
          <p:nvPr/>
        </p:nvSpPr>
        <p:spPr>
          <a:xfrm>
            <a:off x="852135" y="4953000"/>
            <a:ext cx="6421800" cy="71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4670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илтгэлийн төгсгөл</a:t>
            </a:r>
            <a:endParaRPr/>
          </a:p>
        </p:txBody>
      </p:sp>
      <p:sp>
        <p:nvSpPr>
          <p:cNvPr id="239" name="Google Shape;239;p17"/>
          <p:cNvSpPr txBox="1"/>
          <p:nvPr/>
        </p:nvSpPr>
        <p:spPr>
          <a:xfrm>
            <a:off x="852135" y="5662989"/>
            <a:ext cx="6421800" cy="71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4670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илтгэлийн төгсгөл</a:t>
            </a:r>
            <a:endParaRPr/>
          </a:p>
        </p:txBody>
      </p:sp>
      <p:sp>
        <p:nvSpPr>
          <p:cNvPr id="240" name="Google Shape;240;p17"/>
          <p:cNvSpPr txBox="1"/>
          <p:nvPr/>
        </p:nvSpPr>
        <p:spPr>
          <a:xfrm>
            <a:off x="852135" y="6372979"/>
            <a:ext cx="6421800" cy="71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4670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илтгэлийн төгсгөл</a:t>
            </a:r>
            <a:endParaRPr/>
          </a:p>
        </p:txBody>
      </p:sp>
      <p:sp>
        <p:nvSpPr>
          <p:cNvPr id="241" name="Google Shape;241;p17"/>
          <p:cNvSpPr txBox="1"/>
          <p:nvPr/>
        </p:nvSpPr>
        <p:spPr>
          <a:xfrm>
            <a:off x="852135" y="7082968"/>
            <a:ext cx="6421800" cy="71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4670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илтгэлийн төгсгөл</a:t>
            </a:r>
            <a:endParaRPr/>
          </a:p>
        </p:txBody>
      </p:sp>
      <p:sp>
        <p:nvSpPr>
          <p:cNvPr id="242" name="Google Shape;242;p17"/>
          <p:cNvSpPr txBox="1"/>
          <p:nvPr/>
        </p:nvSpPr>
        <p:spPr>
          <a:xfrm>
            <a:off x="852135" y="7792957"/>
            <a:ext cx="6421800" cy="71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4670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илтгэлийн төгсгөл</a:t>
            </a:r>
            <a:endParaRPr/>
          </a:p>
        </p:txBody>
      </p:sp>
      <p:sp>
        <p:nvSpPr>
          <p:cNvPr id="243" name="Google Shape;243;p17"/>
          <p:cNvSpPr txBox="1"/>
          <p:nvPr/>
        </p:nvSpPr>
        <p:spPr>
          <a:xfrm>
            <a:off x="852135" y="8502947"/>
            <a:ext cx="6421800" cy="71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4670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илтгэлийн төгсгөл</a:t>
            </a:r>
            <a:endParaRPr/>
          </a:p>
        </p:txBody>
      </p:sp>
      <p:sp>
        <p:nvSpPr>
          <p:cNvPr id="244" name="Google Shape;244;p17"/>
          <p:cNvSpPr txBox="1"/>
          <p:nvPr/>
        </p:nvSpPr>
        <p:spPr>
          <a:xfrm>
            <a:off x="10837529" y="838200"/>
            <a:ext cx="6421800" cy="71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467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баярлалаа!</a:t>
            </a:r>
            <a:endParaRPr/>
          </a:p>
        </p:txBody>
      </p:sp>
      <p:sp>
        <p:nvSpPr>
          <p:cNvPr id="245" name="Google Shape;245;p17"/>
          <p:cNvSpPr txBox="1"/>
          <p:nvPr/>
        </p:nvSpPr>
        <p:spPr>
          <a:xfrm>
            <a:off x="10837529" y="1548189"/>
            <a:ext cx="6421800" cy="71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4670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баярлалаа!</a:t>
            </a:r>
            <a:endParaRPr/>
          </a:p>
        </p:txBody>
      </p:sp>
      <p:sp>
        <p:nvSpPr>
          <p:cNvPr id="246" name="Google Shape;246;p17"/>
          <p:cNvSpPr txBox="1"/>
          <p:nvPr/>
        </p:nvSpPr>
        <p:spPr>
          <a:xfrm>
            <a:off x="10837529" y="2258179"/>
            <a:ext cx="6421800" cy="71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4670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баярлалаа!</a:t>
            </a:r>
            <a:endParaRPr/>
          </a:p>
        </p:txBody>
      </p:sp>
      <p:sp>
        <p:nvSpPr>
          <p:cNvPr id="247" name="Google Shape;247;p17"/>
          <p:cNvSpPr txBox="1"/>
          <p:nvPr/>
        </p:nvSpPr>
        <p:spPr>
          <a:xfrm>
            <a:off x="10837529" y="2968168"/>
            <a:ext cx="6421800" cy="71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4670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баярлалаа!</a:t>
            </a:r>
            <a:endParaRPr/>
          </a:p>
        </p:txBody>
      </p:sp>
      <p:sp>
        <p:nvSpPr>
          <p:cNvPr id="248" name="Google Shape;248;p17"/>
          <p:cNvSpPr txBox="1"/>
          <p:nvPr/>
        </p:nvSpPr>
        <p:spPr>
          <a:xfrm>
            <a:off x="10837529" y="3678157"/>
            <a:ext cx="6421800" cy="71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4670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баярлалаа!</a:t>
            </a:r>
            <a:endParaRPr/>
          </a:p>
        </p:txBody>
      </p:sp>
      <p:sp>
        <p:nvSpPr>
          <p:cNvPr id="249" name="Google Shape;249;p17"/>
          <p:cNvSpPr txBox="1"/>
          <p:nvPr/>
        </p:nvSpPr>
        <p:spPr>
          <a:xfrm>
            <a:off x="10837529" y="4388147"/>
            <a:ext cx="6421800" cy="71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4670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баярлалаа!</a:t>
            </a:r>
            <a:endParaRPr/>
          </a:p>
        </p:txBody>
      </p:sp>
      <p:sp>
        <p:nvSpPr>
          <p:cNvPr id="250" name="Google Shape;250;p17"/>
          <p:cNvSpPr txBox="1"/>
          <p:nvPr/>
        </p:nvSpPr>
        <p:spPr>
          <a:xfrm>
            <a:off x="10837529" y="5098136"/>
            <a:ext cx="6421800" cy="71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4670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баярлалаа!</a:t>
            </a:r>
            <a:endParaRPr/>
          </a:p>
        </p:txBody>
      </p:sp>
      <p:sp>
        <p:nvSpPr>
          <p:cNvPr id="251" name="Google Shape;251;p17"/>
          <p:cNvSpPr txBox="1"/>
          <p:nvPr/>
        </p:nvSpPr>
        <p:spPr>
          <a:xfrm>
            <a:off x="10837529" y="5808126"/>
            <a:ext cx="6421800" cy="71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4670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баярлалаа!</a:t>
            </a:r>
            <a:endParaRPr/>
          </a:p>
        </p:txBody>
      </p:sp>
      <p:sp>
        <p:nvSpPr>
          <p:cNvPr id="252" name="Google Shape;252;p17"/>
          <p:cNvSpPr txBox="1"/>
          <p:nvPr/>
        </p:nvSpPr>
        <p:spPr>
          <a:xfrm>
            <a:off x="10837529" y="6518115"/>
            <a:ext cx="6421800" cy="71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4670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баярлалаа!</a:t>
            </a:r>
            <a:endParaRPr/>
          </a:p>
        </p:txBody>
      </p:sp>
      <p:sp>
        <p:nvSpPr>
          <p:cNvPr id="253" name="Google Shape;253;p17"/>
          <p:cNvSpPr txBox="1"/>
          <p:nvPr/>
        </p:nvSpPr>
        <p:spPr>
          <a:xfrm>
            <a:off x="10837529" y="7228104"/>
            <a:ext cx="6421800" cy="71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4670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баярлалаа!</a:t>
            </a:r>
            <a:endParaRPr/>
          </a:p>
        </p:txBody>
      </p:sp>
      <p:sp>
        <p:nvSpPr>
          <p:cNvPr id="254" name="Google Shape;254;p17"/>
          <p:cNvSpPr txBox="1"/>
          <p:nvPr/>
        </p:nvSpPr>
        <p:spPr>
          <a:xfrm>
            <a:off x="10837529" y="7938094"/>
            <a:ext cx="6421800" cy="71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4670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баярлалаа!</a:t>
            </a:r>
            <a:endParaRPr/>
          </a:p>
        </p:txBody>
      </p:sp>
      <p:sp>
        <p:nvSpPr>
          <p:cNvPr id="255" name="Google Shape;255;p17"/>
          <p:cNvSpPr txBox="1"/>
          <p:nvPr/>
        </p:nvSpPr>
        <p:spPr>
          <a:xfrm>
            <a:off x="10837529" y="8648083"/>
            <a:ext cx="6421800" cy="71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4670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баярлалаа!</a:t>
            </a:r>
            <a:endParaRPr/>
          </a:p>
        </p:txBody>
      </p:sp>
      <p:sp>
        <p:nvSpPr>
          <p:cNvPr id="256" name="Google Shape;256;p17"/>
          <p:cNvSpPr/>
          <p:nvPr/>
        </p:nvSpPr>
        <p:spPr>
          <a:xfrm flipH="1">
            <a:off x="3472066" y="0"/>
            <a:ext cx="12444846" cy="10530831"/>
          </a:xfrm>
          <a:custGeom>
            <a:rect b="b" l="l" r="r" t="t"/>
            <a:pathLst>
              <a:path extrusionOk="0" h="10530831" w="12444846">
                <a:moveTo>
                  <a:pt x="12444846" y="0"/>
                </a:moveTo>
                <a:lnTo>
                  <a:pt x="0" y="0"/>
                </a:lnTo>
                <a:lnTo>
                  <a:pt x="0" y="10530831"/>
                </a:lnTo>
                <a:lnTo>
                  <a:pt x="12444846" y="10530831"/>
                </a:lnTo>
                <a:lnTo>
                  <a:pt x="12444846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-12709" r="-14219" t="0"/>
            </a:stretch>
          </a:blipFill>
          <a:ln>
            <a:noFill/>
          </a:ln>
        </p:spPr>
      </p:sp>
      <p:sp>
        <p:nvSpPr>
          <p:cNvPr id="257" name="Google Shape;257;p17"/>
          <p:cNvSpPr/>
          <p:nvPr/>
        </p:nvSpPr>
        <p:spPr>
          <a:xfrm>
            <a:off x="5445052" y="4147712"/>
            <a:ext cx="9025086" cy="2091401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lang="mn-MN" b="0" i="0">
                <a:ln cap="flat" cmpd="sng" w="76200">
                  <a:solidFill>
                    <a:srgbClr val="8ACE03"/>
                  </a:solidFill>
                  <a:prstDash val="solid"/>
                  <a:round/>
                  <a:headEnd len="sm" w="sm" type="none"/>
                  <a:tailEnd len="sm" w="sm" type="none"/>
                </a:ln>
                <a:solidFill>
                  <a:schemeClr val="dk1"/>
                </a:solidFill>
                <a:latin typeface="Arial"/>
              </a:rPr>
              <a:t>баяртай.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theme" Target="../theme/theme1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5.png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6.png"/><Relationship Id="rId4" Type="http://schemas.openxmlformats.org/officeDocument/2006/relationships/image" Target="../media/image21.jpg"/><Relationship Id="rId5" Type="http://schemas.openxmlformats.org/officeDocument/2006/relationships/image" Target="../media/image13.jp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8.pn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3.png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9.jpg"/><Relationship Id="rId4" Type="http://schemas.openxmlformats.org/officeDocument/2006/relationships/image" Target="../media/image16.jpg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0.jpg"/><Relationship Id="rId4" Type="http://schemas.openxmlformats.org/officeDocument/2006/relationships/image" Target="../media/image52.jpg"/><Relationship Id="rId5" Type="http://schemas.openxmlformats.org/officeDocument/2006/relationships/image" Target="../media/image17.jpg"/><Relationship Id="rId6" Type="http://schemas.openxmlformats.org/officeDocument/2006/relationships/image" Target="../media/image24.jpg"/><Relationship Id="rId7" Type="http://schemas.openxmlformats.org/officeDocument/2006/relationships/image" Target="../media/image43.jpg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8ACE03"/>
        </a:solidFill>
      </p:bgPr>
    </p:bg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18"/>
          <p:cNvSpPr txBox="1"/>
          <p:nvPr/>
        </p:nvSpPr>
        <p:spPr>
          <a:xfrm>
            <a:off x="1028700" y="914400"/>
            <a:ext cx="1837581" cy="538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279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Graphican</a:t>
            </a:r>
            <a:endParaRPr/>
          </a:p>
        </p:txBody>
      </p:sp>
      <p:sp>
        <p:nvSpPr>
          <p:cNvPr id="263" name="Google Shape;263;p18"/>
          <p:cNvSpPr txBox="1"/>
          <p:nvPr/>
        </p:nvSpPr>
        <p:spPr>
          <a:xfrm>
            <a:off x="12705109" y="914400"/>
            <a:ext cx="4554191" cy="538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279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Бүтээлч слайдууд</a:t>
            </a:r>
            <a:endParaRPr/>
          </a:p>
        </p:txBody>
      </p:sp>
      <p:sp>
        <p:nvSpPr>
          <p:cNvPr id="264" name="Google Shape;264;p18"/>
          <p:cNvSpPr txBox="1"/>
          <p:nvPr/>
        </p:nvSpPr>
        <p:spPr>
          <a:xfrm>
            <a:off x="1028700" y="1338580"/>
            <a:ext cx="1837581" cy="538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2799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Graphican</a:t>
            </a:r>
            <a:endParaRPr/>
          </a:p>
        </p:txBody>
      </p:sp>
      <p:sp>
        <p:nvSpPr>
          <p:cNvPr id="265" name="Google Shape;265;p18"/>
          <p:cNvSpPr txBox="1"/>
          <p:nvPr/>
        </p:nvSpPr>
        <p:spPr>
          <a:xfrm>
            <a:off x="1028700" y="1762760"/>
            <a:ext cx="1837581" cy="538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2799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Graphican</a:t>
            </a:r>
            <a:endParaRPr/>
          </a:p>
        </p:txBody>
      </p:sp>
      <p:sp>
        <p:nvSpPr>
          <p:cNvPr id="266" name="Google Shape;266;p18"/>
          <p:cNvSpPr txBox="1"/>
          <p:nvPr/>
        </p:nvSpPr>
        <p:spPr>
          <a:xfrm>
            <a:off x="1028700" y="2186940"/>
            <a:ext cx="1837581" cy="538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2799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Graphican</a:t>
            </a:r>
            <a:endParaRPr/>
          </a:p>
        </p:txBody>
      </p:sp>
      <p:sp>
        <p:nvSpPr>
          <p:cNvPr id="267" name="Google Shape;267;p18"/>
          <p:cNvSpPr txBox="1"/>
          <p:nvPr/>
        </p:nvSpPr>
        <p:spPr>
          <a:xfrm>
            <a:off x="1028700" y="2611120"/>
            <a:ext cx="1837581" cy="538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2799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Graphican</a:t>
            </a:r>
            <a:endParaRPr/>
          </a:p>
        </p:txBody>
      </p:sp>
      <p:sp>
        <p:nvSpPr>
          <p:cNvPr id="268" name="Google Shape;268;p18"/>
          <p:cNvSpPr txBox="1"/>
          <p:nvPr/>
        </p:nvSpPr>
        <p:spPr>
          <a:xfrm>
            <a:off x="1028700" y="3035300"/>
            <a:ext cx="1837581" cy="538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2799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Graphican</a:t>
            </a:r>
            <a:endParaRPr/>
          </a:p>
        </p:txBody>
      </p:sp>
      <p:sp>
        <p:nvSpPr>
          <p:cNvPr id="269" name="Google Shape;269;p18"/>
          <p:cNvSpPr txBox="1"/>
          <p:nvPr/>
        </p:nvSpPr>
        <p:spPr>
          <a:xfrm>
            <a:off x="1028700" y="3459480"/>
            <a:ext cx="1837581" cy="538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2799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Graphican</a:t>
            </a:r>
            <a:endParaRPr/>
          </a:p>
        </p:txBody>
      </p:sp>
      <p:sp>
        <p:nvSpPr>
          <p:cNvPr id="270" name="Google Shape;270;p18"/>
          <p:cNvSpPr txBox="1"/>
          <p:nvPr/>
        </p:nvSpPr>
        <p:spPr>
          <a:xfrm>
            <a:off x="1028700" y="3883660"/>
            <a:ext cx="1837581" cy="538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2799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Graphican</a:t>
            </a:r>
            <a:endParaRPr/>
          </a:p>
        </p:txBody>
      </p:sp>
      <p:sp>
        <p:nvSpPr>
          <p:cNvPr id="271" name="Google Shape;271;p18"/>
          <p:cNvSpPr txBox="1"/>
          <p:nvPr/>
        </p:nvSpPr>
        <p:spPr>
          <a:xfrm>
            <a:off x="1028700" y="4307841"/>
            <a:ext cx="1837581" cy="538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2799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Graphican</a:t>
            </a:r>
            <a:endParaRPr/>
          </a:p>
        </p:txBody>
      </p:sp>
      <p:sp>
        <p:nvSpPr>
          <p:cNvPr id="272" name="Google Shape;272;p18"/>
          <p:cNvSpPr txBox="1"/>
          <p:nvPr/>
        </p:nvSpPr>
        <p:spPr>
          <a:xfrm>
            <a:off x="1028700" y="4732021"/>
            <a:ext cx="1837581" cy="538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2799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Graphican</a:t>
            </a:r>
            <a:endParaRPr/>
          </a:p>
        </p:txBody>
      </p:sp>
      <p:sp>
        <p:nvSpPr>
          <p:cNvPr id="273" name="Google Shape;273;p18"/>
          <p:cNvSpPr txBox="1"/>
          <p:nvPr/>
        </p:nvSpPr>
        <p:spPr>
          <a:xfrm>
            <a:off x="12705109" y="1365986"/>
            <a:ext cx="4554191" cy="538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2799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Бүтээлч слайдууд</a:t>
            </a:r>
            <a:endParaRPr/>
          </a:p>
        </p:txBody>
      </p:sp>
      <p:sp>
        <p:nvSpPr>
          <p:cNvPr id="274" name="Google Shape;274;p18"/>
          <p:cNvSpPr txBox="1"/>
          <p:nvPr/>
        </p:nvSpPr>
        <p:spPr>
          <a:xfrm>
            <a:off x="12705109" y="1817572"/>
            <a:ext cx="4554191" cy="538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2799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Бүтээлч слайдууд</a:t>
            </a:r>
            <a:endParaRPr/>
          </a:p>
        </p:txBody>
      </p:sp>
      <p:sp>
        <p:nvSpPr>
          <p:cNvPr id="275" name="Google Shape;275;p18"/>
          <p:cNvSpPr txBox="1"/>
          <p:nvPr/>
        </p:nvSpPr>
        <p:spPr>
          <a:xfrm>
            <a:off x="12705109" y="2269158"/>
            <a:ext cx="4554191" cy="538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2799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Бүтээлч слайдууд</a:t>
            </a:r>
            <a:endParaRPr/>
          </a:p>
        </p:txBody>
      </p:sp>
      <p:sp>
        <p:nvSpPr>
          <p:cNvPr id="276" name="Google Shape;276;p18"/>
          <p:cNvSpPr txBox="1"/>
          <p:nvPr/>
        </p:nvSpPr>
        <p:spPr>
          <a:xfrm>
            <a:off x="12705109" y="2720744"/>
            <a:ext cx="4554191" cy="538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2799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Бүтээлч слайдууд</a:t>
            </a:r>
            <a:endParaRPr/>
          </a:p>
        </p:txBody>
      </p:sp>
      <p:sp>
        <p:nvSpPr>
          <p:cNvPr id="277" name="Google Shape;277;p18"/>
          <p:cNvSpPr txBox="1"/>
          <p:nvPr/>
        </p:nvSpPr>
        <p:spPr>
          <a:xfrm>
            <a:off x="12705109" y="3172330"/>
            <a:ext cx="4554191" cy="538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2799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Бүтээлч слайдууд</a:t>
            </a:r>
            <a:endParaRPr/>
          </a:p>
        </p:txBody>
      </p:sp>
      <p:sp>
        <p:nvSpPr>
          <p:cNvPr id="278" name="Google Shape;278;p18"/>
          <p:cNvSpPr txBox="1"/>
          <p:nvPr/>
        </p:nvSpPr>
        <p:spPr>
          <a:xfrm>
            <a:off x="12705109" y="3623916"/>
            <a:ext cx="4554191" cy="538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2799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Бүтээлч слайдууд</a:t>
            </a:r>
            <a:endParaRPr/>
          </a:p>
        </p:txBody>
      </p:sp>
      <p:sp>
        <p:nvSpPr>
          <p:cNvPr id="279" name="Google Shape;279;p18"/>
          <p:cNvSpPr txBox="1"/>
          <p:nvPr/>
        </p:nvSpPr>
        <p:spPr>
          <a:xfrm>
            <a:off x="12705109" y="4075502"/>
            <a:ext cx="4554191" cy="538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2799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Бүтээлч слайдууд</a:t>
            </a:r>
            <a:endParaRPr/>
          </a:p>
        </p:txBody>
      </p:sp>
      <p:sp>
        <p:nvSpPr>
          <p:cNvPr id="280" name="Google Shape;280;p18"/>
          <p:cNvSpPr txBox="1"/>
          <p:nvPr/>
        </p:nvSpPr>
        <p:spPr>
          <a:xfrm>
            <a:off x="12705109" y="4527089"/>
            <a:ext cx="4554191" cy="538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2799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Бүтээлч слайдууд</a:t>
            </a:r>
            <a:endParaRPr/>
          </a:p>
        </p:txBody>
      </p:sp>
      <p:sp>
        <p:nvSpPr>
          <p:cNvPr id="281" name="Google Shape;281;p18"/>
          <p:cNvSpPr txBox="1"/>
          <p:nvPr/>
        </p:nvSpPr>
        <p:spPr>
          <a:xfrm>
            <a:off x="12705109" y="4978675"/>
            <a:ext cx="4554191" cy="538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2799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Бүтээлч слайдууд</a:t>
            </a:r>
            <a:endParaRPr/>
          </a:p>
        </p:txBody>
      </p:sp>
      <p:sp>
        <p:nvSpPr>
          <p:cNvPr id="282" name="Google Shape;282;p18"/>
          <p:cNvSpPr txBox="1"/>
          <p:nvPr/>
        </p:nvSpPr>
        <p:spPr>
          <a:xfrm>
            <a:off x="12705109" y="5430261"/>
            <a:ext cx="4554191" cy="538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2799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Бүтээлч слайдууд</a:t>
            </a:r>
            <a:endParaRPr/>
          </a:p>
        </p:txBody>
      </p:sp>
      <p:sp>
        <p:nvSpPr>
          <p:cNvPr id="283" name="Google Shape;283;p18"/>
          <p:cNvSpPr txBox="1"/>
          <p:nvPr/>
        </p:nvSpPr>
        <p:spPr>
          <a:xfrm>
            <a:off x="12705109" y="5881847"/>
            <a:ext cx="4554191" cy="538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2799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Бүтээлч слайдууд</a:t>
            </a:r>
            <a:endParaRPr/>
          </a:p>
        </p:txBody>
      </p:sp>
      <p:sp>
        <p:nvSpPr>
          <p:cNvPr id="284" name="Google Shape;284;p18"/>
          <p:cNvSpPr txBox="1"/>
          <p:nvPr/>
        </p:nvSpPr>
        <p:spPr>
          <a:xfrm>
            <a:off x="12705109" y="6333433"/>
            <a:ext cx="4554191" cy="538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2799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Бүтээлч слайдууд</a:t>
            </a:r>
            <a:endParaRPr/>
          </a:p>
        </p:txBody>
      </p:sp>
      <p:sp>
        <p:nvSpPr>
          <p:cNvPr id="285" name="Google Shape;285;p18"/>
          <p:cNvSpPr txBox="1"/>
          <p:nvPr/>
        </p:nvSpPr>
        <p:spPr>
          <a:xfrm>
            <a:off x="12705109" y="6785019"/>
            <a:ext cx="4554191" cy="538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2799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Бүтээлч слайдууд</a:t>
            </a:r>
            <a:endParaRPr/>
          </a:p>
        </p:txBody>
      </p:sp>
      <p:sp>
        <p:nvSpPr>
          <p:cNvPr id="286" name="Google Shape;286;p18"/>
          <p:cNvSpPr txBox="1"/>
          <p:nvPr/>
        </p:nvSpPr>
        <p:spPr>
          <a:xfrm>
            <a:off x="12705109" y="7236605"/>
            <a:ext cx="4554191" cy="538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2799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Бүтээлч слайдууд</a:t>
            </a:r>
            <a:endParaRPr/>
          </a:p>
        </p:txBody>
      </p:sp>
      <p:sp>
        <p:nvSpPr>
          <p:cNvPr id="287" name="Google Shape;287;p18"/>
          <p:cNvSpPr txBox="1"/>
          <p:nvPr/>
        </p:nvSpPr>
        <p:spPr>
          <a:xfrm>
            <a:off x="1028700" y="5190765"/>
            <a:ext cx="1837581" cy="538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2799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Graphican</a:t>
            </a:r>
            <a:endParaRPr/>
          </a:p>
        </p:txBody>
      </p:sp>
      <p:sp>
        <p:nvSpPr>
          <p:cNvPr id="288" name="Google Shape;288;p18"/>
          <p:cNvSpPr txBox="1"/>
          <p:nvPr/>
        </p:nvSpPr>
        <p:spPr>
          <a:xfrm>
            <a:off x="1028700" y="5614945"/>
            <a:ext cx="1837581" cy="538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2799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Graphican</a:t>
            </a:r>
            <a:endParaRPr/>
          </a:p>
        </p:txBody>
      </p:sp>
      <p:sp>
        <p:nvSpPr>
          <p:cNvPr id="289" name="Google Shape;289;p18"/>
          <p:cNvSpPr txBox="1"/>
          <p:nvPr/>
        </p:nvSpPr>
        <p:spPr>
          <a:xfrm>
            <a:off x="1028700" y="6039125"/>
            <a:ext cx="1837581" cy="538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2799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Graphican</a:t>
            </a:r>
            <a:endParaRPr/>
          </a:p>
        </p:txBody>
      </p:sp>
      <p:sp>
        <p:nvSpPr>
          <p:cNvPr id="290" name="Google Shape;290;p18"/>
          <p:cNvSpPr txBox="1"/>
          <p:nvPr/>
        </p:nvSpPr>
        <p:spPr>
          <a:xfrm>
            <a:off x="1028700" y="6463305"/>
            <a:ext cx="1837581" cy="538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2799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Graphican</a:t>
            </a:r>
            <a:endParaRPr/>
          </a:p>
        </p:txBody>
      </p:sp>
      <p:sp>
        <p:nvSpPr>
          <p:cNvPr id="291" name="Google Shape;291;p18"/>
          <p:cNvSpPr txBox="1"/>
          <p:nvPr/>
        </p:nvSpPr>
        <p:spPr>
          <a:xfrm>
            <a:off x="1028700" y="6887485"/>
            <a:ext cx="1837581" cy="538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2799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Graphican</a:t>
            </a:r>
            <a:endParaRPr/>
          </a:p>
        </p:txBody>
      </p:sp>
      <p:sp>
        <p:nvSpPr>
          <p:cNvPr id="292" name="Google Shape;292;p18"/>
          <p:cNvSpPr txBox="1"/>
          <p:nvPr/>
        </p:nvSpPr>
        <p:spPr>
          <a:xfrm>
            <a:off x="1028700" y="7311665"/>
            <a:ext cx="1837581" cy="538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2799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Graphican</a:t>
            </a:r>
            <a:endParaRPr/>
          </a:p>
        </p:txBody>
      </p:sp>
      <p:sp>
        <p:nvSpPr>
          <p:cNvPr id="293" name="Google Shape;293;p18"/>
          <p:cNvSpPr txBox="1"/>
          <p:nvPr/>
        </p:nvSpPr>
        <p:spPr>
          <a:xfrm>
            <a:off x="1028700" y="7735845"/>
            <a:ext cx="1837581" cy="538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2799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Graphican</a:t>
            </a:r>
            <a:endParaRPr/>
          </a:p>
        </p:txBody>
      </p:sp>
      <p:sp>
        <p:nvSpPr>
          <p:cNvPr id="294" name="Google Shape;294;p18"/>
          <p:cNvSpPr txBox="1"/>
          <p:nvPr/>
        </p:nvSpPr>
        <p:spPr>
          <a:xfrm>
            <a:off x="1028700" y="8160025"/>
            <a:ext cx="1837581" cy="538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2799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Graphican</a:t>
            </a:r>
            <a:endParaRPr/>
          </a:p>
        </p:txBody>
      </p:sp>
      <p:sp>
        <p:nvSpPr>
          <p:cNvPr id="295" name="Google Shape;295;p18"/>
          <p:cNvSpPr txBox="1"/>
          <p:nvPr/>
        </p:nvSpPr>
        <p:spPr>
          <a:xfrm>
            <a:off x="1028700" y="8584205"/>
            <a:ext cx="1837581" cy="538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2799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Graphican</a:t>
            </a:r>
            <a:endParaRPr/>
          </a:p>
        </p:txBody>
      </p:sp>
      <p:sp>
        <p:nvSpPr>
          <p:cNvPr id="296" name="Google Shape;296;p18"/>
          <p:cNvSpPr txBox="1"/>
          <p:nvPr/>
        </p:nvSpPr>
        <p:spPr>
          <a:xfrm>
            <a:off x="1028700" y="9008385"/>
            <a:ext cx="1837581" cy="538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2799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Graphican</a:t>
            </a:r>
            <a:endParaRPr/>
          </a:p>
        </p:txBody>
      </p:sp>
      <p:sp>
        <p:nvSpPr>
          <p:cNvPr id="297" name="Google Shape;297;p18"/>
          <p:cNvSpPr txBox="1"/>
          <p:nvPr/>
        </p:nvSpPr>
        <p:spPr>
          <a:xfrm>
            <a:off x="12705109" y="7689360"/>
            <a:ext cx="4554191" cy="538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2799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Бүтээлч слайдууд</a:t>
            </a:r>
            <a:endParaRPr/>
          </a:p>
        </p:txBody>
      </p:sp>
      <p:sp>
        <p:nvSpPr>
          <p:cNvPr id="298" name="Google Shape;298;p18"/>
          <p:cNvSpPr txBox="1"/>
          <p:nvPr/>
        </p:nvSpPr>
        <p:spPr>
          <a:xfrm>
            <a:off x="12705109" y="8140946"/>
            <a:ext cx="4554191" cy="538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2799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Бүтээлч слайдууд</a:t>
            </a:r>
            <a:endParaRPr/>
          </a:p>
        </p:txBody>
      </p:sp>
      <p:sp>
        <p:nvSpPr>
          <p:cNvPr id="299" name="Google Shape;299;p18"/>
          <p:cNvSpPr txBox="1"/>
          <p:nvPr/>
        </p:nvSpPr>
        <p:spPr>
          <a:xfrm>
            <a:off x="12705109" y="8592532"/>
            <a:ext cx="4554191" cy="538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2799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Бүтээлч слайдууд</a:t>
            </a:r>
            <a:endParaRPr/>
          </a:p>
        </p:txBody>
      </p:sp>
      <p:sp>
        <p:nvSpPr>
          <p:cNvPr id="300" name="Google Shape;300;p18"/>
          <p:cNvSpPr/>
          <p:nvPr/>
        </p:nvSpPr>
        <p:spPr>
          <a:xfrm flipH="1">
            <a:off x="2866281" y="0"/>
            <a:ext cx="12146331" cy="11193853"/>
          </a:xfrm>
          <a:custGeom>
            <a:rect b="b" l="l" r="r" t="t"/>
            <a:pathLst>
              <a:path extrusionOk="0" h="11193853" w="12146331">
                <a:moveTo>
                  <a:pt x="12146331" y="0"/>
                </a:moveTo>
                <a:lnTo>
                  <a:pt x="0" y="0"/>
                </a:lnTo>
                <a:lnTo>
                  <a:pt x="0" y="11193853"/>
                </a:lnTo>
                <a:lnTo>
                  <a:pt x="12146331" y="11193853"/>
                </a:lnTo>
                <a:lnTo>
                  <a:pt x="12146331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-38236" r="0" t="0"/>
            </a:stretch>
          </a:blipFill>
          <a:ln>
            <a:noFill/>
          </a:ln>
        </p:spPr>
      </p:sp>
      <p:sp>
        <p:nvSpPr>
          <p:cNvPr id="301" name="Google Shape;301;p18"/>
          <p:cNvSpPr/>
          <p:nvPr/>
        </p:nvSpPr>
        <p:spPr>
          <a:xfrm>
            <a:off x="5699104" y="3571600"/>
            <a:ext cx="6480660" cy="2859349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0" i="0">
                <a:ln cap="flat" cmpd="sng" w="76200">
                  <a:solidFill>
                    <a:srgbClr val="8ACE03"/>
                  </a:solidFill>
                  <a:prstDash val="solid"/>
                  <a:round/>
                  <a:headEnd len="sm" w="sm" type="none"/>
                  <a:tailEnd len="sm" w="sm" type="none"/>
                </a:ln>
                <a:solidFill>
                  <a:schemeClr val="dk1"/>
                </a:solidFill>
                <a:latin typeface="Arial"/>
              </a:rPr>
              <a:t>brat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500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Google Shape;501;p26"/>
          <p:cNvSpPr/>
          <p:nvPr/>
        </p:nvSpPr>
        <p:spPr>
          <a:xfrm>
            <a:off x="0" y="0"/>
            <a:ext cx="1791729" cy="1791729"/>
          </a:xfrm>
          <a:custGeom>
            <a:rect b="b" l="l" r="r" t="t"/>
            <a:pathLst>
              <a:path extrusionOk="0" h="6350000" w="6350000">
                <a:moveTo>
                  <a:pt x="1587500" y="1587500"/>
                </a:moveTo>
                <a:lnTo>
                  <a:pt x="0" y="1587500"/>
                </a:lnTo>
                <a:lnTo>
                  <a:pt x="0" y="0"/>
                </a:lnTo>
                <a:lnTo>
                  <a:pt x="1587500" y="0"/>
                </a:lnTo>
                <a:lnTo>
                  <a:pt x="1587500" y="1587500"/>
                </a:lnTo>
                <a:close/>
                <a:moveTo>
                  <a:pt x="4762500" y="0"/>
                </a:moveTo>
                <a:lnTo>
                  <a:pt x="3175000" y="0"/>
                </a:lnTo>
                <a:lnTo>
                  <a:pt x="3175000" y="1587500"/>
                </a:lnTo>
                <a:lnTo>
                  <a:pt x="4762500" y="1587500"/>
                </a:lnTo>
                <a:lnTo>
                  <a:pt x="4762500" y="0"/>
                </a:lnTo>
                <a:close/>
                <a:moveTo>
                  <a:pt x="3175000" y="1587500"/>
                </a:moveTo>
                <a:lnTo>
                  <a:pt x="1587500" y="1587500"/>
                </a:lnTo>
                <a:lnTo>
                  <a:pt x="1587500" y="3175000"/>
                </a:lnTo>
                <a:lnTo>
                  <a:pt x="3175000" y="3175000"/>
                </a:lnTo>
                <a:lnTo>
                  <a:pt x="3175000" y="1587500"/>
                </a:lnTo>
                <a:close/>
                <a:moveTo>
                  <a:pt x="6350000" y="1587500"/>
                </a:moveTo>
                <a:lnTo>
                  <a:pt x="4762500" y="1587500"/>
                </a:lnTo>
                <a:lnTo>
                  <a:pt x="4762500" y="3175000"/>
                </a:lnTo>
                <a:lnTo>
                  <a:pt x="6350000" y="3175000"/>
                </a:lnTo>
                <a:lnTo>
                  <a:pt x="6350000" y="1587500"/>
                </a:lnTo>
                <a:close/>
                <a:moveTo>
                  <a:pt x="1587500" y="3175000"/>
                </a:moveTo>
                <a:lnTo>
                  <a:pt x="0" y="3175000"/>
                </a:lnTo>
                <a:lnTo>
                  <a:pt x="0" y="4762500"/>
                </a:lnTo>
                <a:lnTo>
                  <a:pt x="1587500" y="4762500"/>
                </a:lnTo>
                <a:lnTo>
                  <a:pt x="1587500" y="3175000"/>
                </a:lnTo>
                <a:close/>
                <a:moveTo>
                  <a:pt x="4762500" y="3175000"/>
                </a:moveTo>
                <a:lnTo>
                  <a:pt x="3175000" y="3175000"/>
                </a:lnTo>
                <a:lnTo>
                  <a:pt x="3175000" y="4762500"/>
                </a:lnTo>
                <a:lnTo>
                  <a:pt x="4762500" y="4762500"/>
                </a:lnTo>
                <a:lnTo>
                  <a:pt x="4762500" y="3175000"/>
                </a:lnTo>
                <a:close/>
                <a:moveTo>
                  <a:pt x="3175000" y="4762500"/>
                </a:moveTo>
                <a:lnTo>
                  <a:pt x="1587500" y="4762500"/>
                </a:lnTo>
                <a:lnTo>
                  <a:pt x="1587500" y="6350000"/>
                </a:lnTo>
                <a:lnTo>
                  <a:pt x="3175000" y="6350000"/>
                </a:lnTo>
                <a:lnTo>
                  <a:pt x="3175000" y="4762500"/>
                </a:lnTo>
                <a:close/>
                <a:moveTo>
                  <a:pt x="6350000" y="4762500"/>
                </a:moveTo>
                <a:lnTo>
                  <a:pt x="4762500" y="4762500"/>
                </a:lnTo>
                <a:lnTo>
                  <a:pt x="4762500" y="6350000"/>
                </a:lnTo>
                <a:lnTo>
                  <a:pt x="6350000" y="6350000"/>
                </a:lnTo>
                <a:lnTo>
                  <a:pt x="6350000" y="4762500"/>
                </a:lnTo>
                <a:close/>
              </a:path>
            </a:pathLst>
          </a:custGeom>
          <a:solidFill>
            <a:srgbClr val="5C8A00"/>
          </a:solidFill>
          <a:ln>
            <a:noFill/>
          </a:ln>
        </p:spPr>
      </p:sp>
      <p:sp>
        <p:nvSpPr>
          <p:cNvPr id="502" name="Google Shape;502;p26"/>
          <p:cNvSpPr/>
          <p:nvPr/>
        </p:nvSpPr>
        <p:spPr>
          <a:xfrm>
            <a:off x="1791729" y="0"/>
            <a:ext cx="1791729" cy="1791729"/>
          </a:xfrm>
          <a:custGeom>
            <a:rect b="b" l="l" r="r" t="t"/>
            <a:pathLst>
              <a:path extrusionOk="0" h="6350000" w="6350000">
                <a:moveTo>
                  <a:pt x="1587500" y="1587500"/>
                </a:moveTo>
                <a:lnTo>
                  <a:pt x="0" y="1587500"/>
                </a:lnTo>
                <a:lnTo>
                  <a:pt x="0" y="0"/>
                </a:lnTo>
                <a:lnTo>
                  <a:pt x="1587500" y="0"/>
                </a:lnTo>
                <a:lnTo>
                  <a:pt x="1587500" y="1587500"/>
                </a:lnTo>
                <a:close/>
                <a:moveTo>
                  <a:pt x="4762500" y="0"/>
                </a:moveTo>
                <a:lnTo>
                  <a:pt x="3175000" y="0"/>
                </a:lnTo>
                <a:lnTo>
                  <a:pt x="3175000" y="1587500"/>
                </a:lnTo>
                <a:lnTo>
                  <a:pt x="4762500" y="1587500"/>
                </a:lnTo>
                <a:lnTo>
                  <a:pt x="4762500" y="0"/>
                </a:lnTo>
                <a:close/>
                <a:moveTo>
                  <a:pt x="3175000" y="1587500"/>
                </a:moveTo>
                <a:lnTo>
                  <a:pt x="1587500" y="1587500"/>
                </a:lnTo>
                <a:lnTo>
                  <a:pt x="1587500" y="3175000"/>
                </a:lnTo>
                <a:lnTo>
                  <a:pt x="3175000" y="3175000"/>
                </a:lnTo>
                <a:lnTo>
                  <a:pt x="3175000" y="1587500"/>
                </a:lnTo>
                <a:close/>
                <a:moveTo>
                  <a:pt x="6350000" y="1587500"/>
                </a:moveTo>
                <a:lnTo>
                  <a:pt x="4762500" y="1587500"/>
                </a:lnTo>
                <a:lnTo>
                  <a:pt x="4762500" y="3175000"/>
                </a:lnTo>
                <a:lnTo>
                  <a:pt x="6350000" y="3175000"/>
                </a:lnTo>
                <a:lnTo>
                  <a:pt x="6350000" y="1587500"/>
                </a:lnTo>
                <a:close/>
                <a:moveTo>
                  <a:pt x="1587500" y="3175000"/>
                </a:moveTo>
                <a:lnTo>
                  <a:pt x="0" y="3175000"/>
                </a:lnTo>
                <a:lnTo>
                  <a:pt x="0" y="4762500"/>
                </a:lnTo>
                <a:lnTo>
                  <a:pt x="1587500" y="4762500"/>
                </a:lnTo>
                <a:lnTo>
                  <a:pt x="1587500" y="3175000"/>
                </a:lnTo>
                <a:close/>
                <a:moveTo>
                  <a:pt x="4762500" y="3175000"/>
                </a:moveTo>
                <a:lnTo>
                  <a:pt x="3175000" y="3175000"/>
                </a:lnTo>
                <a:lnTo>
                  <a:pt x="3175000" y="4762500"/>
                </a:lnTo>
                <a:lnTo>
                  <a:pt x="4762500" y="4762500"/>
                </a:lnTo>
                <a:lnTo>
                  <a:pt x="4762500" y="3175000"/>
                </a:lnTo>
                <a:close/>
                <a:moveTo>
                  <a:pt x="3175000" y="4762500"/>
                </a:moveTo>
                <a:lnTo>
                  <a:pt x="1587500" y="4762500"/>
                </a:lnTo>
                <a:lnTo>
                  <a:pt x="1587500" y="6350000"/>
                </a:lnTo>
                <a:lnTo>
                  <a:pt x="3175000" y="6350000"/>
                </a:lnTo>
                <a:lnTo>
                  <a:pt x="3175000" y="4762500"/>
                </a:lnTo>
                <a:close/>
                <a:moveTo>
                  <a:pt x="6350000" y="4762500"/>
                </a:moveTo>
                <a:lnTo>
                  <a:pt x="4762500" y="4762500"/>
                </a:lnTo>
                <a:lnTo>
                  <a:pt x="4762500" y="6350000"/>
                </a:lnTo>
                <a:lnTo>
                  <a:pt x="6350000" y="6350000"/>
                </a:lnTo>
                <a:lnTo>
                  <a:pt x="6350000" y="4762500"/>
                </a:lnTo>
                <a:close/>
              </a:path>
            </a:pathLst>
          </a:custGeom>
          <a:solidFill>
            <a:srgbClr val="5C8A00"/>
          </a:solidFill>
          <a:ln>
            <a:noFill/>
          </a:ln>
        </p:spPr>
      </p:sp>
      <p:sp>
        <p:nvSpPr>
          <p:cNvPr id="503" name="Google Shape;503;p26"/>
          <p:cNvSpPr/>
          <p:nvPr/>
        </p:nvSpPr>
        <p:spPr>
          <a:xfrm>
            <a:off x="3583459" y="0"/>
            <a:ext cx="1791729" cy="1791729"/>
          </a:xfrm>
          <a:custGeom>
            <a:rect b="b" l="l" r="r" t="t"/>
            <a:pathLst>
              <a:path extrusionOk="0" h="6350000" w="6350000">
                <a:moveTo>
                  <a:pt x="1587500" y="1587500"/>
                </a:moveTo>
                <a:lnTo>
                  <a:pt x="0" y="1587500"/>
                </a:lnTo>
                <a:lnTo>
                  <a:pt x="0" y="0"/>
                </a:lnTo>
                <a:lnTo>
                  <a:pt x="1587500" y="0"/>
                </a:lnTo>
                <a:lnTo>
                  <a:pt x="1587500" y="1587500"/>
                </a:lnTo>
                <a:close/>
                <a:moveTo>
                  <a:pt x="4762500" y="0"/>
                </a:moveTo>
                <a:lnTo>
                  <a:pt x="3175000" y="0"/>
                </a:lnTo>
                <a:lnTo>
                  <a:pt x="3175000" y="1587500"/>
                </a:lnTo>
                <a:lnTo>
                  <a:pt x="4762500" y="1587500"/>
                </a:lnTo>
                <a:lnTo>
                  <a:pt x="4762500" y="0"/>
                </a:lnTo>
                <a:close/>
                <a:moveTo>
                  <a:pt x="3175000" y="1587500"/>
                </a:moveTo>
                <a:lnTo>
                  <a:pt x="1587500" y="1587500"/>
                </a:lnTo>
                <a:lnTo>
                  <a:pt x="1587500" y="3175000"/>
                </a:lnTo>
                <a:lnTo>
                  <a:pt x="3175000" y="3175000"/>
                </a:lnTo>
                <a:lnTo>
                  <a:pt x="3175000" y="1587500"/>
                </a:lnTo>
                <a:close/>
                <a:moveTo>
                  <a:pt x="6350000" y="1587500"/>
                </a:moveTo>
                <a:lnTo>
                  <a:pt x="4762500" y="1587500"/>
                </a:lnTo>
                <a:lnTo>
                  <a:pt x="4762500" y="3175000"/>
                </a:lnTo>
                <a:lnTo>
                  <a:pt x="6350000" y="3175000"/>
                </a:lnTo>
                <a:lnTo>
                  <a:pt x="6350000" y="1587500"/>
                </a:lnTo>
                <a:close/>
                <a:moveTo>
                  <a:pt x="1587500" y="3175000"/>
                </a:moveTo>
                <a:lnTo>
                  <a:pt x="0" y="3175000"/>
                </a:lnTo>
                <a:lnTo>
                  <a:pt x="0" y="4762500"/>
                </a:lnTo>
                <a:lnTo>
                  <a:pt x="1587500" y="4762500"/>
                </a:lnTo>
                <a:lnTo>
                  <a:pt x="1587500" y="3175000"/>
                </a:lnTo>
                <a:close/>
                <a:moveTo>
                  <a:pt x="4762500" y="3175000"/>
                </a:moveTo>
                <a:lnTo>
                  <a:pt x="3175000" y="3175000"/>
                </a:lnTo>
                <a:lnTo>
                  <a:pt x="3175000" y="4762500"/>
                </a:lnTo>
                <a:lnTo>
                  <a:pt x="4762500" y="4762500"/>
                </a:lnTo>
                <a:lnTo>
                  <a:pt x="4762500" y="3175000"/>
                </a:lnTo>
                <a:close/>
                <a:moveTo>
                  <a:pt x="3175000" y="4762500"/>
                </a:moveTo>
                <a:lnTo>
                  <a:pt x="1587500" y="4762500"/>
                </a:lnTo>
                <a:lnTo>
                  <a:pt x="1587500" y="6350000"/>
                </a:lnTo>
                <a:lnTo>
                  <a:pt x="3175000" y="6350000"/>
                </a:lnTo>
                <a:lnTo>
                  <a:pt x="3175000" y="4762500"/>
                </a:lnTo>
                <a:close/>
                <a:moveTo>
                  <a:pt x="6350000" y="4762500"/>
                </a:moveTo>
                <a:lnTo>
                  <a:pt x="4762500" y="4762500"/>
                </a:lnTo>
                <a:lnTo>
                  <a:pt x="4762500" y="6350000"/>
                </a:lnTo>
                <a:lnTo>
                  <a:pt x="6350000" y="6350000"/>
                </a:lnTo>
                <a:lnTo>
                  <a:pt x="6350000" y="4762500"/>
                </a:lnTo>
                <a:close/>
              </a:path>
            </a:pathLst>
          </a:custGeom>
          <a:solidFill>
            <a:srgbClr val="5C8A00"/>
          </a:solidFill>
          <a:ln>
            <a:noFill/>
          </a:ln>
        </p:spPr>
      </p:sp>
      <p:sp>
        <p:nvSpPr>
          <p:cNvPr id="504" name="Google Shape;504;p26"/>
          <p:cNvSpPr/>
          <p:nvPr/>
        </p:nvSpPr>
        <p:spPr>
          <a:xfrm>
            <a:off x="5375188" y="0"/>
            <a:ext cx="1791729" cy="1791729"/>
          </a:xfrm>
          <a:custGeom>
            <a:rect b="b" l="l" r="r" t="t"/>
            <a:pathLst>
              <a:path extrusionOk="0" h="6350000" w="6350000">
                <a:moveTo>
                  <a:pt x="1587500" y="1587500"/>
                </a:moveTo>
                <a:lnTo>
                  <a:pt x="0" y="1587500"/>
                </a:lnTo>
                <a:lnTo>
                  <a:pt x="0" y="0"/>
                </a:lnTo>
                <a:lnTo>
                  <a:pt x="1587500" y="0"/>
                </a:lnTo>
                <a:lnTo>
                  <a:pt x="1587500" y="1587500"/>
                </a:lnTo>
                <a:close/>
                <a:moveTo>
                  <a:pt x="4762500" y="0"/>
                </a:moveTo>
                <a:lnTo>
                  <a:pt x="3175000" y="0"/>
                </a:lnTo>
                <a:lnTo>
                  <a:pt x="3175000" y="1587500"/>
                </a:lnTo>
                <a:lnTo>
                  <a:pt x="4762500" y="1587500"/>
                </a:lnTo>
                <a:lnTo>
                  <a:pt x="4762500" y="0"/>
                </a:lnTo>
                <a:close/>
                <a:moveTo>
                  <a:pt x="3175000" y="1587500"/>
                </a:moveTo>
                <a:lnTo>
                  <a:pt x="1587500" y="1587500"/>
                </a:lnTo>
                <a:lnTo>
                  <a:pt x="1587500" y="3175000"/>
                </a:lnTo>
                <a:lnTo>
                  <a:pt x="3175000" y="3175000"/>
                </a:lnTo>
                <a:lnTo>
                  <a:pt x="3175000" y="1587500"/>
                </a:lnTo>
                <a:close/>
                <a:moveTo>
                  <a:pt x="6350000" y="1587500"/>
                </a:moveTo>
                <a:lnTo>
                  <a:pt x="4762500" y="1587500"/>
                </a:lnTo>
                <a:lnTo>
                  <a:pt x="4762500" y="3175000"/>
                </a:lnTo>
                <a:lnTo>
                  <a:pt x="6350000" y="3175000"/>
                </a:lnTo>
                <a:lnTo>
                  <a:pt x="6350000" y="1587500"/>
                </a:lnTo>
                <a:close/>
                <a:moveTo>
                  <a:pt x="1587500" y="3175000"/>
                </a:moveTo>
                <a:lnTo>
                  <a:pt x="0" y="3175000"/>
                </a:lnTo>
                <a:lnTo>
                  <a:pt x="0" y="4762500"/>
                </a:lnTo>
                <a:lnTo>
                  <a:pt x="1587500" y="4762500"/>
                </a:lnTo>
                <a:lnTo>
                  <a:pt x="1587500" y="3175000"/>
                </a:lnTo>
                <a:close/>
                <a:moveTo>
                  <a:pt x="4762500" y="3175000"/>
                </a:moveTo>
                <a:lnTo>
                  <a:pt x="3175000" y="3175000"/>
                </a:lnTo>
                <a:lnTo>
                  <a:pt x="3175000" y="4762500"/>
                </a:lnTo>
                <a:lnTo>
                  <a:pt x="4762500" y="4762500"/>
                </a:lnTo>
                <a:lnTo>
                  <a:pt x="4762500" y="3175000"/>
                </a:lnTo>
                <a:close/>
                <a:moveTo>
                  <a:pt x="3175000" y="4762500"/>
                </a:moveTo>
                <a:lnTo>
                  <a:pt x="1587500" y="4762500"/>
                </a:lnTo>
                <a:lnTo>
                  <a:pt x="1587500" y="6350000"/>
                </a:lnTo>
                <a:lnTo>
                  <a:pt x="3175000" y="6350000"/>
                </a:lnTo>
                <a:lnTo>
                  <a:pt x="3175000" y="4762500"/>
                </a:lnTo>
                <a:close/>
                <a:moveTo>
                  <a:pt x="6350000" y="4762500"/>
                </a:moveTo>
                <a:lnTo>
                  <a:pt x="4762500" y="4762500"/>
                </a:lnTo>
                <a:lnTo>
                  <a:pt x="4762500" y="6350000"/>
                </a:lnTo>
                <a:lnTo>
                  <a:pt x="6350000" y="6350000"/>
                </a:lnTo>
                <a:lnTo>
                  <a:pt x="6350000" y="4762500"/>
                </a:lnTo>
                <a:close/>
              </a:path>
            </a:pathLst>
          </a:custGeom>
          <a:solidFill>
            <a:srgbClr val="5C8A00"/>
          </a:solidFill>
          <a:ln>
            <a:noFill/>
          </a:ln>
        </p:spPr>
      </p:sp>
      <p:sp>
        <p:nvSpPr>
          <p:cNvPr id="505" name="Google Shape;505;p26"/>
          <p:cNvSpPr/>
          <p:nvPr/>
        </p:nvSpPr>
        <p:spPr>
          <a:xfrm>
            <a:off x="7107961" y="0"/>
            <a:ext cx="1791729" cy="1791729"/>
          </a:xfrm>
          <a:custGeom>
            <a:rect b="b" l="l" r="r" t="t"/>
            <a:pathLst>
              <a:path extrusionOk="0" h="6350000" w="6350000">
                <a:moveTo>
                  <a:pt x="1587500" y="1587500"/>
                </a:moveTo>
                <a:lnTo>
                  <a:pt x="0" y="1587500"/>
                </a:lnTo>
                <a:lnTo>
                  <a:pt x="0" y="0"/>
                </a:lnTo>
                <a:lnTo>
                  <a:pt x="1587500" y="0"/>
                </a:lnTo>
                <a:lnTo>
                  <a:pt x="1587500" y="1587500"/>
                </a:lnTo>
                <a:close/>
                <a:moveTo>
                  <a:pt x="4762500" y="0"/>
                </a:moveTo>
                <a:lnTo>
                  <a:pt x="3175000" y="0"/>
                </a:lnTo>
                <a:lnTo>
                  <a:pt x="3175000" y="1587500"/>
                </a:lnTo>
                <a:lnTo>
                  <a:pt x="4762500" y="1587500"/>
                </a:lnTo>
                <a:lnTo>
                  <a:pt x="4762500" y="0"/>
                </a:lnTo>
                <a:close/>
                <a:moveTo>
                  <a:pt x="3175000" y="1587500"/>
                </a:moveTo>
                <a:lnTo>
                  <a:pt x="1587500" y="1587500"/>
                </a:lnTo>
                <a:lnTo>
                  <a:pt x="1587500" y="3175000"/>
                </a:lnTo>
                <a:lnTo>
                  <a:pt x="3175000" y="3175000"/>
                </a:lnTo>
                <a:lnTo>
                  <a:pt x="3175000" y="1587500"/>
                </a:lnTo>
                <a:close/>
                <a:moveTo>
                  <a:pt x="6350000" y="1587500"/>
                </a:moveTo>
                <a:lnTo>
                  <a:pt x="4762500" y="1587500"/>
                </a:lnTo>
                <a:lnTo>
                  <a:pt x="4762500" y="3175000"/>
                </a:lnTo>
                <a:lnTo>
                  <a:pt x="6350000" y="3175000"/>
                </a:lnTo>
                <a:lnTo>
                  <a:pt x="6350000" y="1587500"/>
                </a:lnTo>
                <a:close/>
                <a:moveTo>
                  <a:pt x="1587500" y="3175000"/>
                </a:moveTo>
                <a:lnTo>
                  <a:pt x="0" y="3175000"/>
                </a:lnTo>
                <a:lnTo>
                  <a:pt x="0" y="4762500"/>
                </a:lnTo>
                <a:lnTo>
                  <a:pt x="1587500" y="4762500"/>
                </a:lnTo>
                <a:lnTo>
                  <a:pt x="1587500" y="3175000"/>
                </a:lnTo>
                <a:close/>
                <a:moveTo>
                  <a:pt x="4762500" y="3175000"/>
                </a:moveTo>
                <a:lnTo>
                  <a:pt x="3175000" y="3175000"/>
                </a:lnTo>
                <a:lnTo>
                  <a:pt x="3175000" y="4762500"/>
                </a:lnTo>
                <a:lnTo>
                  <a:pt x="4762500" y="4762500"/>
                </a:lnTo>
                <a:lnTo>
                  <a:pt x="4762500" y="3175000"/>
                </a:lnTo>
                <a:close/>
                <a:moveTo>
                  <a:pt x="3175000" y="4762500"/>
                </a:moveTo>
                <a:lnTo>
                  <a:pt x="1587500" y="4762500"/>
                </a:lnTo>
                <a:lnTo>
                  <a:pt x="1587500" y="6350000"/>
                </a:lnTo>
                <a:lnTo>
                  <a:pt x="3175000" y="6350000"/>
                </a:lnTo>
                <a:lnTo>
                  <a:pt x="3175000" y="4762500"/>
                </a:lnTo>
                <a:close/>
                <a:moveTo>
                  <a:pt x="6350000" y="4762500"/>
                </a:moveTo>
                <a:lnTo>
                  <a:pt x="4762500" y="4762500"/>
                </a:lnTo>
                <a:lnTo>
                  <a:pt x="4762500" y="6350000"/>
                </a:lnTo>
                <a:lnTo>
                  <a:pt x="6350000" y="6350000"/>
                </a:lnTo>
                <a:lnTo>
                  <a:pt x="6350000" y="4762500"/>
                </a:lnTo>
                <a:close/>
              </a:path>
            </a:pathLst>
          </a:custGeom>
          <a:solidFill>
            <a:srgbClr val="5C8A00"/>
          </a:solidFill>
          <a:ln>
            <a:noFill/>
          </a:ln>
        </p:spPr>
      </p:sp>
      <p:sp>
        <p:nvSpPr>
          <p:cNvPr id="506" name="Google Shape;506;p26"/>
          <p:cNvSpPr/>
          <p:nvPr/>
        </p:nvSpPr>
        <p:spPr>
          <a:xfrm>
            <a:off x="8899690" y="0"/>
            <a:ext cx="1791729" cy="1791729"/>
          </a:xfrm>
          <a:custGeom>
            <a:rect b="b" l="l" r="r" t="t"/>
            <a:pathLst>
              <a:path extrusionOk="0" h="6350000" w="6350000">
                <a:moveTo>
                  <a:pt x="1587500" y="1587500"/>
                </a:moveTo>
                <a:lnTo>
                  <a:pt x="0" y="1587500"/>
                </a:lnTo>
                <a:lnTo>
                  <a:pt x="0" y="0"/>
                </a:lnTo>
                <a:lnTo>
                  <a:pt x="1587500" y="0"/>
                </a:lnTo>
                <a:lnTo>
                  <a:pt x="1587500" y="1587500"/>
                </a:lnTo>
                <a:close/>
                <a:moveTo>
                  <a:pt x="4762500" y="0"/>
                </a:moveTo>
                <a:lnTo>
                  <a:pt x="3175000" y="0"/>
                </a:lnTo>
                <a:lnTo>
                  <a:pt x="3175000" y="1587500"/>
                </a:lnTo>
                <a:lnTo>
                  <a:pt x="4762500" y="1587500"/>
                </a:lnTo>
                <a:lnTo>
                  <a:pt x="4762500" y="0"/>
                </a:lnTo>
                <a:close/>
                <a:moveTo>
                  <a:pt x="3175000" y="1587500"/>
                </a:moveTo>
                <a:lnTo>
                  <a:pt x="1587500" y="1587500"/>
                </a:lnTo>
                <a:lnTo>
                  <a:pt x="1587500" y="3175000"/>
                </a:lnTo>
                <a:lnTo>
                  <a:pt x="3175000" y="3175000"/>
                </a:lnTo>
                <a:lnTo>
                  <a:pt x="3175000" y="1587500"/>
                </a:lnTo>
                <a:close/>
                <a:moveTo>
                  <a:pt x="6350000" y="1587500"/>
                </a:moveTo>
                <a:lnTo>
                  <a:pt x="4762500" y="1587500"/>
                </a:lnTo>
                <a:lnTo>
                  <a:pt x="4762500" y="3175000"/>
                </a:lnTo>
                <a:lnTo>
                  <a:pt x="6350000" y="3175000"/>
                </a:lnTo>
                <a:lnTo>
                  <a:pt x="6350000" y="1587500"/>
                </a:lnTo>
                <a:close/>
                <a:moveTo>
                  <a:pt x="1587500" y="3175000"/>
                </a:moveTo>
                <a:lnTo>
                  <a:pt x="0" y="3175000"/>
                </a:lnTo>
                <a:lnTo>
                  <a:pt x="0" y="4762500"/>
                </a:lnTo>
                <a:lnTo>
                  <a:pt x="1587500" y="4762500"/>
                </a:lnTo>
                <a:lnTo>
                  <a:pt x="1587500" y="3175000"/>
                </a:lnTo>
                <a:close/>
                <a:moveTo>
                  <a:pt x="4762500" y="3175000"/>
                </a:moveTo>
                <a:lnTo>
                  <a:pt x="3175000" y="3175000"/>
                </a:lnTo>
                <a:lnTo>
                  <a:pt x="3175000" y="4762500"/>
                </a:lnTo>
                <a:lnTo>
                  <a:pt x="4762500" y="4762500"/>
                </a:lnTo>
                <a:lnTo>
                  <a:pt x="4762500" y="3175000"/>
                </a:lnTo>
                <a:close/>
                <a:moveTo>
                  <a:pt x="3175000" y="4762500"/>
                </a:moveTo>
                <a:lnTo>
                  <a:pt x="1587500" y="4762500"/>
                </a:lnTo>
                <a:lnTo>
                  <a:pt x="1587500" y="6350000"/>
                </a:lnTo>
                <a:lnTo>
                  <a:pt x="3175000" y="6350000"/>
                </a:lnTo>
                <a:lnTo>
                  <a:pt x="3175000" y="4762500"/>
                </a:lnTo>
                <a:close/>
                <a:moveTo>
                  <a:pt x="6350000" y="4762500"/>
                </a:moveTo>
                <a:lnTo>
                  <a:pt x="4762500" y="4762500"/>
                </a:lnTo>
                <a:lnTo>
                  <a:pt x="4762500" y="6350000"/>
                </a:lnTo>
                <a:lnTo>
                  <a:pt x="6350000" y="6350000"/>
                </a:lnTo>
                <a:lnTo>
                  <a:pt x="6350000" y="4762500"/>
                </a:lnTo>
                <a:close/>
              </a:path>
            </a:pathLst>
          </a:custGeom>
          <a:solidFill>
            <a:srgbClr val="5C8A00"/>
          </a:solidFill>
          <a:ln>
            <a:noFill/>
          </a:ln>
        </p:spPr>
      </p:sp>
      <p:sp>
        <p:nvSpPr>
          <p:cNvPr id="507" name="Google Shape;507;p26"/>
          <p:cNvSpPr/>
          <p:nvPr/>
        </p:nvSpPr>
        <p:spPr>
          <a:xfrm>
            <a:off x="10691420" y="0"/>
            <a:ext cx="1791729" cy="1791729"/>
          </a:xfrm>
          <a:custGeom>
            <a:rect b="b" l="l" r="r" t="t"/>
            <a:pathLst>
              <a:path extrusionOk="0" h="6350000" w="6350000">
                <a:moveTo>
                  <a:pt x="1587500" y="1587500"/>
                </a:moveTo>
                <a:lnTo>
                  <a:pt x="0" y="1587500"/>
                </a:lnTo>
                <a:lnTo>
                  <a:pt x="0" y="0"/>
                </a:lnTo>
                <a:lnTo>
                  <a:pt x="1587500" y="0"/>
                </a:lnTo>
                <a:lnTo>
                  <a:pt x="1587500" y="1587500"/>
                </a:lnTo>
                <a:close/>
                <a:moveTo>
                  <a:pt x="4762500" y="0"/>
                </a:moveTo>
                <a:lnTo>
                  <a:pt x="3175000" y="0"/>
                </a:lnTo>
                <a:lnTo>
                  <a:pt x="3175000" y="1587500"/>
                </a:lnTo>
                <a:lnTo>
                  <a:pt x="4762500" y="1587500"/>
                </a:lnTo>
                <a:lnTo>
                  <a:pt x="4762500" y="0"/>
                </a:lnTo>
                <a:close/>
                <a:moveTo>
                  <a:pt x="3175000" y="1587500"/>
                </a:moveTo>
                <a:lnTo>
                  <a:pt x="1587500" y="1587500"/>
                </a:lnTo>
                <a:lnTo>
                  <a:pt x="1587500" y="3175000"/>
                </a:lnTo>
                <a:lnTo>
                  <a:pt x="3175000" y="3175000"/>
                </a:lnTo>
                <a:lnTo>
                  <a:pt x="3175000" y="1587500"/>
                </a:lnTo>
                <a:close/>
                <a:moveTo>
                  <a:pt x="6350000" y="1587500"/>
                </a:moveTo>
                <a:lnTo>
                  <a:pt x="4762500" y="1587500"/>
                </a:lnTo>
                <a:lnTo>
                  <a:pt x="4762500" y="3175000"/>
                </a:lnTo>
                <a:lnTo>
                  <a:pt x="6350000" y="3175000"/>
                </a:lnTo>
                <a:lnTo>
                  <a:pt x="6350000" y="1587500"/>
                </a:lnTo>
                <a:close/>
                <a:moveTo>
                  <a:pt x="1587500" y="3175000"/>
                </a:moveTo>
                <a:lnTo>
                  <a:pt x="0" y="3175000"/>
                </a:lnTo>
                <a:lnTo>
                  <a:pt x="0" y="4762500"/>
                </a:lnTo>
                <a:lnTo>
                  <a:pt x="1587500" y="4762500"/>
                </a:lnTo>
                <a:lnTo>
                  <a:pt x="1587500" y="3175000"/>
                </a:lnTo>
                <a:close/>
                <a:moveTo>
                  <a:pt x="4762500" y="3175000"/>
                </a:moveTo>
                <a:lnTo>
                  <a:pt x="3175000" y="3175000"/>
                </a:lnTo>
                <a:lnTo>
                  <a:pt x="3175000" y="4762500"/>
                </a:lnTo>
                <a:lnTo>
                  <a:pt x="4762500" y="4762500"/>
                </a:lnTo>
                <a:lnTo>
                  <a:pt x="4762500" y="3175000"/>
                </a:lnTo>
                <a:close/>
                <a:moveTo>
                  <a:pt x="3175000" y="4762500"/>
                </a:moveTo>
                <a:lnTo>
                  <a:pt x="1587500" y="4762500"/>
                </a:lnTo>
                <a:lnTo>
                  <a:pt x="1587500" y="6350000"/>
                </a:lnTo>
                <a:lnTo>
                  <a:pt x="3175000" y="6350000"/>
                </a:lnTo>
                <a:lnTo>
                  <a:pt x="3175000" y="4762500"/>
                </a:lnTo>
                <a:close/>
                <a:moveTo>
                  <a:pt x="6350000" y="4762500"/>
                </a:moveTo>
                <a:lnTo>
                  <a:pt x="4762500" y="4762500"/>
                </a:lnTo>
                <a:lnTo>
                  <a:pt x="4762500" y="6350000"/>
                </a:lnTo>
                <a:lnTo>
                  <a:pt x="6350000" y="6350000"/>
                </a:lnTo>
                <a:lnTo>
                  <a:pt x="6350000" y="4762500"/>
                </a:lnTo>
                <a:close/>
              </a:path>
            </a:pathLst>
          </a:custGeom>
          <a:solidFill>
            <a:srgbClr val="5C8A00"/>
          </a:solidFill>
          <a:ln>
            <a:noFill/>
          </a:ln>
        </p:spPr>
      </p:sp>
      <p:sp>
        <p:nvSpPr>
          <p:cNvPr id="508" name="Google Shape;508;p26"/>
          <p:cNvSpPr/>
          <p:nvPr/>
        </p:nvSpPr>
        <p:spPr>
          <a:xfrm>
            <a:off x="12483149" y="0"/>
            <a:ext cx="1791729" cy="1791729"/>
          </a:xfrm>
          <a:custGeom>
            <a:rect b="b" l="l" r="r" t="t"/>
            <a:pathLst>
              <a:path extrusionOk="0" h="6350000" w="6350000">
                <a:moveTo>
                  <a:pt x="1587500" y="1587500"/>
                </a:moveTo>
                <a:lnTo>
                  <a:pt x="0" y="1587500"/>
                </a:lnTo>
                <a:lnTo>
                  <a:pt x="0" y="0"/>
                </a:lnTo>
                <a:lnTo>
                  <a:pt x="1587500" y="0"/>
                </a:lnTo>
                <a:lnTo>
                  <a:pt x="1587500" y="1587500"/>
                </a:lnTo>
                <a:close/>
                <a:moveTo>
                  <a:pt x="4762500" y="0"/>
                </a:moveTo>
                <a:lnTo>
                  <a:pt x="3175000" y="0"/>
                </a:lnTo>
                <a:lnTo>
                  <a:pt x="3175000" y="1587500"/>
                </a:lnTo>
                <a:lnTo>
                  <a:pt x="4762500" y="1587500"/>
                </a:lnTo>
                <a:lnTo>
                  <a:pt x="4762500" y="0"/>
                </a:lnTo>
                <a:close/>
                <a:moveTo>
                  <a:pt x="3175000" y="1587500"/>
                </a:moveTo>
                <a:lnTo>
                  <a:pt x="1587500" y="1587500"/>
                </a:lnTo>
                <a:lnTo>
                  <a:pt x="1587500" y="3175000"/>
                </a:lnTo>
                <a:lnTo>
                  <a:pt x="3175000" y="3175000"/>
                </a:lnTo>
                <a:lnTo>
                  <a:pt x="3175000" y="1587500"/>
                </a:lnTo>
                <a:close/>
                <a:moveTo>
                  <a:pt x="6350000" y="1587500"/>
                </a:moveTo>
                <a:lnTo>
                  <a:pt x="4762500" y="1587500"/>
                </a:lnTo>
                <a:lnTo>
                  <a:pt x="4762500" y="3175000"/>
                </a:lnTo>
                <a:lnTo>
                  <a:pt x="6350000" y="3175000"/>
                </a:lnTo>
                <a:lnTo>
                  <a:pt x="6350000" y="1587500"/>
                </a:lnTo>
                <a:close/>
                <a:moveTo>
                  <a:pt x="1587500" y="3175000"/>
                </a:moveTo>
                <a:lnTo>
                  <a:pt x="0" y="3175000"/>
                </a:lnTo>
                <a:lnTo>
                  <a:pt x="0" y="4762500"/>
                </a:lnTo>
                <a:lnTo>
                  <a:pt x="1587500" y="4762500"/>
                </a:lnTo>
                <a:lnTo>
                  <a:pt x="1587500" y="3175000"/>
                </a:lnTo>
                <a:close/>
                <a:moveTo>
                  <a:pt x="4762500" y="3175000"/>
                </a:moveTo>
                <a:lnTo>
                  <a:pt x="3175000" y="3175000"/>
                </a:lnTo>
                <a:lnTo>
                  <a:pt x="3175000" y="4762500"/>
                </a:lnTo>
                <a:lnTo>
                  <a:pt x="4762500" y="4762500"/>
                </a:lnTo>
                <a:lnTo>
                  <a:pt x="4762500" y="3175000"/>
                </a:lnTo>
                <a:close/>
                <a:moveTo>
                  <a:pt x="3175000" y="4762500"/>
                </a:moveTo>
                <a:lnTo>
                  <a:pt x="1587500" y="4762500"/>
                </a:lnTo>
                <a:lnTo>
                  <a:pt x="1587500" y="6350000"/>
                </a:lnTo>
                <a:lnTo>
                  <a:pt x="3175000" y="6350000"/>
                </a:lnTo>
                <a:lnTo>
                  <a:pt x="3175000" y="4762500"/>
                </a:lnTo>
                <a:close/>
                <a:moveTo>
                  <a:pt x="6350000" y="4762500"/>
                </a:moveTo>
                <a:lnTo>
                  <a:pt x="4762500" y="4762500"/>
                </a:lnTo>
                <a:lnTo>
                  <a:pt x="4762500" y="6350000"/>
                </a:lnTo>
                <a:lnTo>
                  <a:pt x="6350000" y="6350000"/>
                </a:lnTo>
                <a:lnTo>
                  <a:pt x="6350000" y="4762500"/>
                </a:lnTo>
                <a:close/>
              </a:path>
            </a:pathLst>
          </a:custGeom>
          <a:solidFill>
            <a:srgbClr val="5C8A00"/>
          </a:solidFill>
          <a:ln>
            <a:noFill/>
          </a:ln>
        </p:spPr>
      </p:sp>
      <p:sp>
        <p:nvSpPr>
          <p:cNvPr id="509" name="Google Shape;509;p26"/>
          <p:cNvSpPr/>
          <p:nvPr/>
        </p:nvSpPr>
        <p:spPr>
          <a:xfrm>
            <a:off x="14274879" y="0"/>
            <a:ext cx="1791729" cy="1791729"/>
          </a:xfrm>
          <a:custGeom>
            <a:rect b="b" l="l" r="r" t="t"/>
            <a:pathLst>
              <a:path extrusionOk="0" h="6350000" w="6350000">
                <a:moveTo>
                  <a:pt x="1587500" y="1587500"/>
                </a:moveTo>
                <a:lnTo>
                  <a:pt x="0" y="1587500"/>
                </a:lnTo>
                <a:lnTo>
                  <a:pt x="0" y="0"/>
                </a:lnTo>
                <a:lnTo>
                  <a:pt x="1587500" y="0"/>
                </a:lnTo>
                <a:lnTo>
                  <a:pt x="1587500" y="1587500"/>
                </a:lnTo>
                <a:close/>
                <a:moveTo>
                  <a:pt x="4762500" y="0"/>
                </a:moveTo>
                <a:lnTo>
                  <a:pt x="3175000" y="0"/>
                </a:lnTo>
                <a:lnTo>
                  <a:pt x="3175000" y="1587500"/>
                </a:lnTo>
                <a:lnTo>
                  <a:pt x="4762500" y="1587500"/>
                </a:lnTo>
                <a:lnTo>
                  <a:pt x="4762500" y="0"/>
                </a:lnTo>
                <a:close/>
                <a:moveTo>
                  <a:pt x="3175000" y="1587500"/>
                </a:moveTo>
                <a:lnTo>
                  <a:pt x="1587500" y="1587500"/>
                </a:lnTo>
                <a:lnTo>
                  <a:pt x="1587500" y="3175000"/>
                </a:lnTo>
                <a:lnTo>
                  <a:pt x="3175000" y="3175000"/>
                </a:lnTo>
                <a:lnTo>
                  <a:pt x="3175000" y="1587500"/>
                </a:lnTo>
                <a:close/>
                <a:moveTo>
                  <a:pt x="6350000" y="1587500"/>
                </a:moveTo>
                <a:lnTo>
                  <a:pt x="4762500" y="1587500"/>
                </a:lnTo>
                <a:lnTo>
                  <a:pt x="4762500" y="3175000"/>
                </a:lnTo>
                <a:lnTo>
                  <a:pt x="6350000" y="3175000"/>
                </a:lnTo>
                <a:lnTo>
                  <a:pt x="6350000" y="1587500"/>
                </a:lnTo>
                <a:close/>
                <a:moveTo>
                  <a:pt x="1587500" y="3175000"/>
                </a:moveTo>
                <a:lnTo>
                  <a:pt x="0" y="3175000"/>
                </a:lnTo>
                <a:lnTo>
                  <a:pt x="0" y="4762500"/>
                </a:lnTo>
                <a:lnTo>
                  <a:pt x="1587500" y="4762500"/>
                </a:lnTo>
                <a:lnTo>
                  <a:pt x="1587500" y="3175000"/>
                </a:lnTo>
                <a:close/>
                <a:moveTo>
                  <a:pt x="4762500" y="3175000"/>
                </a:moveTo>
                <a:lnTo>
                  <a:pt x="3175000" y="3175000"/>
                </a:lnTo>
                <a:lnTo>
                  <a:pt x="3175000" y="4762500"/>
                </a:lnTo>
                <a:lnTo>
                  <a:pt x="4762500" y="4762500"/>
                </a:lnTo>
                <a:lnTo>
                  <a:pt x="4762500" y="3175000"/>
                </a:lnTo>
                <a:close/>
                <a:moveTo>
                  <a:pt x="3175000" y="4762500"/>
                </a:moveTo>
                <a:lnTo>
                  <a:pt x="1587500" y="4762500"/>
                </a:lnTo>
                <a:lnTo>
                  <a:pt x="1587500" y="6350000"/>
                </a:lnTo>
                <a:lnTo>
                  <a:pt x="3175000" y="6350000"/>
                </a:lnTo>
                <a:lnTo>
                  <a:pt x="3175000" y="4762500"/>
                </a:lnTo>
                <a:close/>
                <a:moveTo>
                  <a:pt x="6350000" y="4762500"/>
                </a:moveTo>
                <a:lnTo>
                  <a:pt x="4762500" y="4762500"/>
                </a:lnTo>
                <a:lnTo>
                  <a:pt x="4762500" y="6350000"/>
                </a:lnTo>
                <a:lnTo>
                  <a:pt x="6350000" y="6350000"/>
                </a:lnTo>
                <a:lnTo>
                  <a:pt x="6350000" y="4762500"/>
                </a:lnTo>
                <a:close/>
              </a:path>
            </a:pathLst>
          </a:custGeom>
          <a:solidFill>
            <a:srgbClr val="5C8A00"/>
          </a:solidFill>
          <a:ln>
            <a:noFill/>
          </a:ln>
        </p:spPr>
      </p:sp>
      <p:sp>
        <p:nvSpPr>
          <p:cNvPr id="510" name="Google Shape;510;p26"/>
          <p:cNvSpPr/>
          <p:nvPr/>
        </p:nvSpPr>
        <p:spPr>
          <a:xfrm>
            <a:off x="16066608" y="0"/>
            <a:ext cx="1791729" cy="1791729"/>
          </a:xfrm>
          <a:custGeom>
            <a:rect b="b" l="l" r="r" t="t"/>
            <a:pathLst>
              <a:path extrusionOk="0" h="6350000" w="6350000">
                <a:moveTo>
                  <a:pt x="1587500" y="1587500"/>
                </a:moveTo>
                <a:lnTo>
                  <a:pt x="0" y="1587500"/>
                </a:lnTo>
                <a:lnTo>
                  <a:pt x="0" y="0"/>
                </a:lnTo>
                <a:lnTo>
                  <a:pt x="1587500" y="0"/>
                </a:lnTo>
                <a:lnTo>
                  <a:pt x="1587500" y="1587500"/>
                </a:lnTo>
                <a:close/>
                <a:moveTo>
                  <a:pt x="4762500" y="0"/>
                </a:moveTo>
                <a:lnTo>
                  <a:pt x="3175000" y="0"/>
                </a:lnTo>
                <a:lnTo>
                  <a:pt x="3175000" y="1587500"/>
                </a:lnTo>
                <a:lnTo>
                  <a:pt x="4762500" y="1587500"/>
                </a:lnTo>
                <a:lnTo>
                  <a:pt x="4762500" y="0"/>
                </a:lnTo>
                <a:close/>
                <a:moveTo>
                  <a:pt x="3175000" y="1587500"/>
                </a:moveTo>
                <a:lnTo>
                  <a:pt x="1587500" y="1587500"/>
                </a:lnTo>
                <a:lnTo>
                  <a:pt x="1587500" y="3175000"/>
                </a:lnTo>
                <a:lnTo>
                  <a:pt x="3175000" y="3175000"/>
                </a:lnTo>
                <a:lnTo>
                  <a:pt x="3175000" y="1587500"/>
                </a:lnTo>
                <a:close/>
                <a:moveTo>
                  <a:pt x="6350000" y="1587500"/>
                </a:moveTo>
                <a:lnTo>
                  <a:pt x="4762500" y="1587500"/>
                </a:lnTo>
                <a:lnTo>
                  <a:pt x="4762500" y="3175000"/>
                </a:lnTo>
                <a:lnTo>
                  <a:pt x="6350000" y="3175000"/>
                </a:lnTo>
                <a:lnTo>
                  <a:pt x="6350000" y="1587500"/>
                </a:lnTo>
                <a:close/>
                <a:moveTo>
                  <a:pt x="1587500" y="3175000"/>
                </a:moveTo>
                <a:lnTo>
                  <a:pt x="0" y="3175000"/>
                </a:lnTo>
                <a:lnTo>
                  <a:pt x="0" y="4762500"/>
                </a:lnTo>
                <a:lnTo>
                  <a:pt x="1587500" y="4762500"/>
                </a:lnTo>
                <a:lnTo>
                  <a:pt x="1587500" y="3175000"/>
                </a:lnTo>
                <a:close/>
                <a:moveTo>
                  <a:pt x="4762500" y="3175000"/>
                </a:moveTo>
                <a:lnTo>
                  <a:pt x="3175000" y="3175000"/>
                </a:lnTo>
                <a:lnTo>
                  <a:pt x="3175000" y="4762500"/>
                </a:lnTo>
                <a:lnTo>
                  <a:pt x="4762500" y="4762500"/>
                </a:lnTo>
                <a:lnTo>
                  <a:pt x="4762500" y="3175000"/>
                </a:lnTo>
                <a:close/>
                <a:moveTo>
                  <a:pt x="3175000" y="4762500"/>
                </a:moveTo>
                <a:lnTo>
                  <a:pt x="1587500" y="4762500"/>
                </a:lnTo>
                <a:lnTo>
                  <a:pt x="1587500" y="6350000"/>
                </a:lnTo>
                <a:lnTo>
                  <a:pt x="3175000" y="6350000"/>
                </a:lnTo>
                <a:lnTo>
                  <a:pt x="3175000" y="4762500"/>
                </a:lnTo>
                <a:close/>
                <a:moveTo>
                  <a:pt x="6350000" y="4762500"/>
                </a:moveTo>
                <a:lnTo>
                  <a:pt x="4762500" y="4762500"/>
                </a:lnTo>
                <a:lnTo>
                  <a:pt x="4762500" y="6350000"/>
                </a:lnTo>
                <a:lnTo>
                  <a:pt x="6350000" y="6350000"/>
                </a:lnTo>
                <a:lnTo>
                  <a:pt x="6350000" y="4762500"/>
                </a:lnTo>
                <a:close/>
              </a:path>
            </a:pathLst>
          </a:custGeom>
          <a:solidFill>
            <a:srgbClr val="5C8A00"/>
          </a:solidFill>
          <a:ln>
            <a:noFill/>
          </a:ln>
        </p:spPr>
      </p:sp>
      <p:sp>
        <p:nvSpPr>
          <p:cNvPr id="511" name="Google Shape;511;p26"/>
          <p:cNvSpPr/>
          <p:nvPr/>
        </p:nvSpPr>
        <p:spPr>
          <a:xfrm>
            <a:off x="17799381" y="0"/>
            <a:ext cx="1791729" cy="1791729"/>
          </a:xfrm>
          <a:custGeom>
            <a:rect b="b" l="l" r="r" t="t"/>
            <a:pathLst>
              <a:path extrusionOk="0" h="6350000" w="6350000">
                <a:moveTo>
                  <a:pt x="1587500" y="1587500"/>
                </a:moveTo>
                <a:lnTo>
                  <a:pt x="0" y="1587500"/>
                </a:lnTo>
                <a:lnTo>
                  <a:pt x="0" y="0"/>
                </a:lnTo>
                <a:lnTo>
                  <a:pt x="1587500" y="0"/>
                </a:lnTo>
                <a:lnTo>
                  <a:pt x="1587500" y="1587500"/>
                </a:lnTo>
                <a:close/>
                <a:moveTo>
                  <a:pt x="4762500" y="0"/>
                </a:moveTo>
                <a:lnTo>
                  <a:pt x="3175000" y="0"/>
                </a:lnTo>
                <a:lnTo>
                  <a:pt x="3175000" y="1587500"/>
                </a:lnTo>
                <a:lnTo>
                  <a:pt x="4762500" y="1587500"/>
                </a:lnTo>
                <a:lnTo>
                  <a:pt x="4762500" y="0"/>
                </a:lnTo>
                <a:close/>
                <a:moveTo>
                  <a:pt x="3175000" y="1587500"/>
                </a:moveTo>
                <a:lnTo>
                  <a:pt x="1587500" y="1587500"/>
                </a:lnTo>
                <a:lnTo>
                  <a:pt x="1587500" y="3175000"/>
                </a:lnTo>
                <a:lnTo>
                  <a:pt x="3175000" y="3175000"/>
                </a:lnTo>
                <a:lnTo>
                  <a:pt x="3175000" y="1587500"/>
                </a:lnTo>
                <a:close/>
                <a:moveTo>
                  <a:pt x="6350000" y="1587500"/>
                </a:moveTo>
                <a:lnTo>
                  <a:pt x="4762500" y="1587500"/>
                </a:lnTo>
                <a:lnTo>
                  <a:pt x="4762500" y="3175000"/>
                </a:lnTo>
                <a:lnTo>
                  <a:pt x="6350000" y="3175000"/>
                </a:lnTo>
                <a:lnTo>
                  <a:pt x="6350000" y="1587500"/>
                </a:lnTo>
                <a:close/>
                <a:moveTo>
                  <a:pt x="1587500" y="3175000"/>
                </a:moveTo>
                <a:lnTo>
                  <a:pt x="0" y="3175000"/>
                </a:lnTo>
                <a:lnTo>
                  <a:pt x="0" y="4762500"/>
                </a:lnTo>
                <a:lnTo>
                  <a:pt x="1587500" y="4762500"/>
                </a:lnTo>
                <a:lnTo>
                  <a:pt x="1587500" y="3175000"/>
                </a:lnTo>
                <a:close/>
                <a:moveTo>
                  <a:pt x="4762500" y="3175000"/>
                </a:moveTo>
                <a:lnTo>
                  <a:pt x="3175000" y="3175000"/>
                </a:lnTo>
                <a:lnTo>
                  <a:pt x="3175000" y="4762500"/>
                </a:lnTo>
                <a:lnTo>
                  <a:pt x="4762500" y="4762500"/>
                </a:lnTo>
                <a:lnTo>
                  <a:pt x="4762500" y="3175000"/>
                </a:lnTo>
                <a:close/>
                <a:moveTo>
                  <a:pt x="3175000" y="4762500"/>
                </a:moveTo>
                <a:lnTo>
                  <a:pt x="1587500" y="4762500"/>
                </a:lnTo>
                <a:lnTo>
                  <a:pt x="1587500" y="6350000"/>
                </a:lnTo>
                <a:lnTo>
                  <a:pt x="3175000" y="6350000"/>
                </a:lnTo>
                <a:lnTo>
                  <a:pt x="3175000" y="4762500"/>
                </a:lnTo>
                <a:close/>
                <a:moveTo>
                  <a:pt x="6350000" y="4762500"/>
                </a:moveTo>
                <a:lnTo>
                  <a:pt x="4762500" y="4762500"/>
                </a:lnTo>
                <a:lnTo>
                  <a:pt x="4762500" y="6350000"/>
                </a:lnTo>
                <a:lnTo>
                  <a:pt x="6350000" y="6350000"/>
                </a:lnTo>
                <a:lnTo>
                  <a:pt x="6350000" y="4762500"/>
                </a:lnTo>
                <a:close/>
              </a:path>
            </a:pathLst>
          </a:custGeom>
          <a:solidFill>
            <a:srgbClr val="5C8A00"/>
          </a:solidFill>
          <a:ln>
            <a:noFill/>
          </a:ln>
        </p:spPr>
      </p:sp>
      <p:sp>
        <p:nvSpPr>
          <p:cNvPr id="512" name="Google Shape;512;p26"/>
          <p:cNvSpPr/>
          <p:nvPr/>
        </p:nvSpPr>
        <p:spPr>
          <a:xfrm>
            <a:off x="-149473" y="526015"/>
            <a:ext cx="5490554" cy="9760985"/>
          </a:xfrm>
          <a:custGeom>
            <a:rect b="b" l="l" r="r" t="t"/>
            <a:pathLst>
              <a:path extrusionOk="0" h="9760985" w="5490554">
                <a:moveTo>
                  <a:pt x="0" y="0"/>
                </a:moveTo>
                <a:lnTo>
                  <a:pt x="5490554" y="0"/>
                </a:lnTo>
                <a:lnTo>
                  <a:pt x="5490554" y="9760985"/>
                </a:lnTo>
                <a:lnTo>
                  <a:pt x="0" y="976098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513" name="Google Shape;513;p26"/>
          <p:cNvSpPr/>
          <p:nvPr/>
        </p:nvSpPr>
        <p:spPr>
          <a:xfrm flipH="1">
            <a:off x="12946919" y="526015"/>
            <a:ext cx="5490554" cy="9760985"/>
          </a:xfrm>
          <a:custGeom>
            <a:rect b="b" l="l" r="r" t="t"/>
            <a:pathLst>
              <a:path extrusionOk="0" h="9760985" w="5490554">
                <a:moveTo>
                  <a:pt x="5490554" y="0"/>
                </a:moveTo>
                <a:lnTo>
                  <a:pt x="0" y="0"/>
                </a:lnTo>
                <a:lnTo>
                  <a:pt x="0" y="9760985"/>
                </a:lnTo>
                <a:lnTo>
                  <a:pt x="5490554" y="9760985"/>
                </a:lnTo>
                <a:lnTo>
                  <a:pt x="5490554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514" name="Google Shape;514;p26"/>
          <p:cNvSpPr txBox="1"/>
          <p:nvPr/>
        </p:nvSpPr>
        <p:spPr>
          <a:xfrm>
            <a:off x="5286858" y="2599413"/>
            <a:ext cx="7737295" cy="24523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8799" u="none" cap="none" strike="noStrike">
                <a:solidFill>
                  <a:srgbClr val="8ACE03"/>
                </a:solidFill>
                <a:latin typeface="Arial"/>
                <a:ea typeface="Arial"/>
                <a:cs typeface="Arial"/>
                <a:sym typeface="Arial"/>
              </a:rPr>
              <a:t>энэ юу гэсэн үг вэ?</a:t>
            </a:r>
            <a:endParaRPr/>
          </a:p>
        </p:txBody>
      </p:sp>
      <p:sp>
        <p:nvSpPr>
          <p:cNvPr id="515" name="Google Shape;515;p26"/>
          <p:cNvSpPr txBox="1"/>
          <p:nvPr/>
        </p:nvSpPr>
        <p:spPr>
          <a:xfrm>
            <a:off x="5919369" y="5684224"/>
            <a:ext cx="6472200" cy="14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mn-MN" sz="2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Зах зээлийн судалгаанд үндэслэн шийдвэр гаргана. Дараагийн алхмуудаа тодорхой төлөвлөнө. Өсөлтийг тогтмол хэмжиж, сайжруулна. </a:t>
            </a:r>
            <a:endParaRPr/>
          </a:p>
        </p:txBody>
      </p:sp>
      <p:sp>
        <p:nvSpPr>
          <p:cNvPr id="516" name="Google Shape;516;p26"/>
          <p:cNvSpPr txBox="1"/>
          <p:nvPr/>
        </p:nvSpPr>
        <p:spPr>
          <a:xfrm>
            <a:off x="5919369" y="7751149"/>
            <a:ext cx="6472200" cy="14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mn-MN" sz="2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Энэ хэсэгт өөрийн текстээ оруулна уу. Гол үзүүлэлтүүдээ товч дурдана. Хэрэглэгчийн хэрэгцээг нарийн судална. 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520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Google Shape;521;p27"/>
          <p:cNvSpPr/>
          <p:nvPr/>
        </p:nvSpPr>
        <p:spPr>
          <a:xfrm>
            <a:off x="5454343" y="-1440417"/>
            <a:ext cx="12833657" cy="9133286"/>
          </a:xfrm>
          <a:custGeom>
            <a:rect b="b" l="l" r="r" t="t"/>
            <a:pathLst>
              <a:path extrusionOk="0" h="9133286" w="12833657">
                <a:moveTo>
                  <a:pt x="0" y="0"/>
                </a:moveTo>
                <a:lnTo>
                  <a:pt x="12833657" y="0"/>
                </a:lnTo>
                <a:lnTo>
                  <a:pt x="12833657" y="9133286"/>
                </a:lnTo>
                <a:lnTo>
                  <a:pt x="0" y="913328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 amt="40000"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522" name="Google Shape;522;p27"/>
          <p:cNvSpPr/>
          <p:nvPr/>
        </p:nvSpPr>
        <p:spPr>
          <a:xfrm>
            <a:off x="871002" y="5369046"/>
            <a:ext cx="3681131" cy="3681131"/>
          </a:xfrm>
          <a:custGeom>
            <a:rect b="b" l="l" r="r" t="t"/>
            <a:pathLst>
              <a:path extrusionOk="0" h="812800" w="812800">
                <a:moveTo>
                  <a:pt x="0" y="0"/>
                </a:moveTo>
                <a:lnTo>
                  <a:pt x="812800" y="0"/>
                </a:lnTo>
                <a:lnTo>
                  <a:pt x="812800" y="812800"/>
                </a:lnTo>
                <a:lnTo>
                  <a:pt x="0" y="81280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-24973" r="-24973" t="0"/>
            </a:stretch>
          </a:blipFill>
          <a:ln>
            <a:noFill/>
          </a:ln>
        </p:spPr>
      </p:sp>
      <p:sp>
        <p:nvSpPr>
          <p:cNvPr id="523" name="Google Shape;523;p27"/>
          <p:cNvSpPr/>
          <p:nvPr/>
        </p:nvSpPr>
        <p:spPr>
          <a:xfrm>
            <a:off x="9144000" y="5369046"/>
            <a:ext cx="3681131" cy="3681131"/>
          </a:xfrm>
          <a:custGeom>
            <a:rect b="b" l="l" r="r" t="t"/>
            <a:pathLst>
              <a:path extrusionOk="0" h="812800" w="812800">
                <a:moveTo>
                  <a:pt x="0" y="0"/>
                </a:moveTo>
                <a:lnTo>
                  <a:pt x="812800" y="0"/>
                </a:lnTo>
                <a:lnTo>
                  <a:pt x="812800" y="812800"/>
                </a:lnTo>
                <a:lnTo>
                  <a:pt x="0" y="81280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-8563" l="0" r="0" t="-8564"/>
            </a:stretch>
          </a:blipFill>
          <a:ln>
            <a:noFill/>
          </a:ln>
        </p:spPr>
      </p:sp>
      <p:sp>
        <p:nvSpPr>
          <p:cNvPr id="524" name="Google Shape;524;p27"/>
          <p:cNvSpPr txBox="1"/>
          <p:nvPr/>
        </p:nvSpPr>
        <p:spPr>
          <a:xfrm>
            <a:off x="871002" y="3126226"/>
            <a:ext cx="14468574" cy="13379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8799" u="none" cap="none" strike="noStrike">
                <a:solidFill>
                  <a:srgbClr val="8ACE03"/>
                </a:solidFill>
                <a:latin typeface="Arial"/>
                <a:ea typeface="Arial"/>
                <a:cs typeface="Arial"/>
                <a:sym typeface="Arial"/>
              </a:rPr>
              <a:t>бүх зүйл сайхан...</a:t>
            </a:r>
            <a:endParaRPr/>
          </a:p>
        </p:txBody>
      </p:sp>
      <p:sp>
        <p:nvSpPr>
          <p:cNvPr id="525" name="Google Shape;525;p27"/>
          <p:cNvSpPr txBox="1"/>
          <p:nvPr/>
        </p:nvSpPr>
        <p:spPr>
          <a:xfrm>
            <a:off x="5039392" y="5601379"/>
            <a:ext cx="1182452" cy="9721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399" u="none" cap="none" strike="noStrike">
                <a:solidFill>
                  <a:srgbClr val="8ACE03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/>
          </a:p>
        </p:txBody>
      </p:sp>
      <p:sp>
        <p:nvSpPr>
          <p:cNvPr id="526" name="Google Shape;526;p27"/>
          <p:cNvSpPr txBox="1"/>
          <p:nvPr/>
        </p:nvSpPr>
        <p:spPr>
          <a:xfrm>
            <a:off x="5039392" y="6611664"/>
            <a:ext cx="3066200" cy="6896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mn-MN" sz="3600" u="none" cap="none" strike="noStrike">
                <a:solidFill>
                  <a:srgbClr val="8ACE03"/>
                </a:solidFill>
                <a:latin typeface="Arial"/>
                <a:ea typeface="Arial"/>
                <a:cs typeface="Arial"/>
                <a:sym typeface="Arial"/>
              </a:rPr>
              <a:t>Дэд гарчиг</a:t>
            </a:r>
            <a:endParaRPr/>
          </a:p>
        </p:txBody>
      </p:sp>
      <p:sp>
        <p:nvSpPr>
          <p:cNvPr id="527" name="Google Shape;527;p27"/>
          <p:cNvSpPr txBox="1"/>
          <p:nvPr/>
        </p:nvSpPr>
        <p:spPr>
          <a:xfrm>
            <a:off x="5039392" y="7430927"/>
            <a:ext cx="3137700" cy="18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mn-MN" sz="2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Технологийн шинэчлэлийг тасралтгүй нэвтрүүлнэ. Энд гол санаагаа бичнэ үү. </a:t>
            </a:r>
            <a:endParaRPr/>
          </a:p>
        </p:txBody>
      </p:sp>
      <p:sp>
        <p:nvSpPr>
          <p:cNvPr id="528" name="Google Shape;528;p27"/>
          <p:cNvSpPr txBox="1"/>
          <p:nvPr/>
        </p:nvSpPr>
        <p:spPr>
          <a:xfrm>
            <a:off x="13312389" y="5601379"/>
            <a:ext cx="1182452" cy="9721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399" u="none" cap="none" strike="noStrike">
                <a:solidFill>
                  <a:srgbClr val="8ACE03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/>
          </a:p>
        </p:txBody>
      </p:sp>
      <p:sp>
        <p:nvSpPr>
          <p:cNvPr id="529" name="Google Shape;529;p27"/>
          <p:cNvSpPr txBox="1"/>
          <p:nvPr/>
        </p:nvSpPr>
        <p:spPr>
          <a:xfrm>
            <a:off x="13312389" y="6611664"/>
            <a:ext cx="3066200" cy="6896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mn-MN" sz="3600" u="none" cap="none" strike="noStrike">
                <a:solidFill>
                  <a:srgbClr val="8ACE03"/>
                </a:solidFill>
                <a:latin typeface="Arial"/>
                <a:ea typeface="Arial"/>
                <a:cs typeface="Arial"/>
                <a:sym typeface="Arial"/>
              </a:rPr>
              <a:t>Дэд гарчиг</a:t>
            </a:r>
            <a:endParaRPr/>
          </a:p>
        </p:txBody>
      </p:sp>
      <p:sp>
        <p:nvSpPr>
          <p:cNvPr id="530" name="Google Shape;530;p27"/>
          <p:cNvSpPr txBox="1"/>
          <p:nvPr/>
        </p:nvSpPr>
        <p:spPr>
          <a:xfrm>
            <a:off x="13312389" y="7430927"/>
            <a:ext cx="3137700" cy="18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mn-MN" sz="2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Товч бөгөөд ойлгомжтой тайлбар. Үзэгчдэд хэрэгтэй мэдээллийг өгнө. 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534" name="Shape 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28"/>
          <p:cNvSpPr txBox="1"/>
          <p:nvPr/>
        </p:nvSpPr>
        <p:spPr>
          <a:xfrm>
            <a:off x="146304" y="574040"/>
            <a:ext cx="10859742" cy="91389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8799" u="none" cap="none" strike="noStrike">
                <a:solidFill>
                  <a:srgbClr val="8ACE03"/>
                </a:solidFill>
                <a:latin typeface="Arial"/>
                <a:ea typeface="Arial"/>
                <a:cs typeface="Arial"/>
                <a:sym typeface="Arial"/>
              </a:rPr>
              <a:t>таах уу?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8799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таах уу?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8799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таах уу?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8799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таах уу?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8799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таах уу?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8799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таах уу?таах уу?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8799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таах уу?</a:t>
            </a:r>
            <a:endParaRPr/>
          </a:p>
        </p:txBody>
      </p:sp>
      <p:sp>
        <p:nvSpPr>
          <p:cNvPr id="536" name="Google Shape;536;p28"/>
          <p:cNvSpPr/>
          <p:nvPr/>
        </p:nvSpPr>
        <p:spPr>
          <a:xfrm>
            <a:off x="0" y="3216556"/>
            <a:ext cx="10605667" cy="7070444"/>
          </a:xfrm>
          <a:custGeom>
            <a:rect b="b" l="l" r="r" t="t"/>
            <a:pathLst>
              <a:path extrusionOk="0" h="7070444" w="10605667">
                <a:moveTo>
                  <a:pt x="0" y="0"/>
                </a:moveTo>
                <a:lnTo>
                  <a:pt x="10605667" y="0"/>
                </a:lnTo>
                <a:lnTo>
                  <a:pt x="10605667" y="7070444"/>
                </a:lnTo>
                <a:lnTo>
                  <a:pt x="0" y="707044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cxnSp>
        <p:nvCxnSpPr>
          <p:cNvPr id="537" name="Google Shape;537;p28"/>
          <p:cNvCxnSpPr/>
          <p:nvPr/>
        </p:nvCxnSpPr>
        <p:spPr>
          <a:xfrm>
            <a:off x="12247306" y="2193264"/>
            <a:ext cx="5011994" cy="0"/>
          </a:xfrm>
          <a:prstGeom prst="straightConnector1">
            <a:avLst/>
          </a:prstGeom>
          <a:noFill/>
          <a:ln cap="flat" cmpd="sng" w="50800">
            <a:solidFill>
              <a:srgbClr val="8ACE0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38" name="Google Shape;538;p28"/>
          <p:cNvSpPr txBox="1"/>
          <p:nvPr/>
        </p:nvSpPr>
        <p:spPr>
          <a:xfrm>
            <a:off x="12247306" y="1253623"/>
            <a:ext cx="30663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mn-MN" sz="3600" u="none" cap="none" strike="noStrike">
                <a:solidFill>
                  <a:srgbClr val="8ACE03"/>
                </a:solidFill>
                <a:latin typeface="Arial"/>
                <a:ea typeface="Arial"/>
                <a:cs typeface="Arial"/>
                <a:sym typeface="Arial"/>
              </a:rPr>
              <a:t>Дэд гарчиг</a:t>
            </a:r>
            <a:endParaRPr/>
          </a:p>
        </p:txBody>
      </p:sp>
      <p:sp>
        <p:nvSpPr>
          <p:cNvPr id="539" name="Google Shape;539;p28"/>
          <p:cNvSpPr txBox="1"/>
          <p:nvPr/>
        </p:nvSpPr>
        <p:spPr>
          <a:xfrm>
            <a:off x="12247128" y="2500445"/>
            <a:ext cx="50121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mn-MN" sz="2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Чанар, хурд, найдвартай байдлыг эрхэмлэнэ. Шинэ боломжийг цаг алдалгүй ашиглана. </a:t>
            </a:r>
            <a:endParaRPr/>
          </a:p>
        </p:txBody>
      </p:sp>
      <p:cxnSp>
        <p:nvCxnSpPr>
          <p:cNvPr id="540" name="Google Shape;540;p28"/>
          <p:cNvCxnSpPr/>
          <p:nvPr/>
        </p:nvCxnSpPr>
        <p:spPr>
          <a:xfrm>
            <a:off x="12247306" y="5082844"/>
            <a:ext cx="5011994" cy="0"/>
          </a:xfrm>
          <a:prstGeom prst="straightConnector1">
            <a:avLst/>
          </a:prstGeom>
          <a:noFill/>
          <a:ln cap="flat" cmpd="sng" w="50800">
            <a:solidFill>
              <a:srgbClr val="8ACE0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41" name="Google Shape;541;p28"/>
          <p:cNvSpPr txBox="1"/>
          <p:nvPr/>
        </p:nvSpPr>
        <p:spPr>
          <a:xfrm>
            <a:off x="12247306" y="4143203"/>
            <a:ext cx="30663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mn-MN" sz="3600" u="none" cap="none" strike="noStrike">
                <a:solidFill>
                  <a:srgbClr val="8ACE03"/>
                </a:solidFill>
                <a:latin typeface="Arial"/>
                <a:ea typeface="Arial"/>
                <a:cs typeface="Arial"/>
                <a:sym typeface="Arial"/>
              </a:rPr>
              <a:t>Дэд гарчиг</a:t>
            </a:r>
            <a:endParaRPr/>
          </a:p>
        </p:txBody>
      </p:sp>
      <p:sp>
        <p:nvSpPr>
          <p:cNvPr id="542" name="Google Shape;542;p28"/>
          <p:cNvSpPr txBox="1"/>
          <p:nvPr/>
        </p:nvSpPr>
        <p:spPr>
          <a:xfrm>
            <a:off x="12247128" y="5390025"/>
            <a:ext cx="50121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mn-MN" sz="2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Үр дүнд суурилсан шийдлийг санал болгоно. Харилцагчидтайгаа урт хугацааны түншлэл тогтооно. </a:t>
            </a:r>
            <a:endParaRPr/>
          </a:p>
        </p:txBody>
      </p:sp>
      <p:cxnSp>
        <p:nvCxnSpPr>
          <p:cNvPr id="543" name="Google Shape;543;p28"/>
          <p:cNvCxnSpPr/>
          <p:nvPr/>
        </p:nvCxnSpPr>
        <p:spPr>
          <a:xfrm>
            <a:off x="12247306" y="7972425"/>
            <a:ext cx="5011994" cy="0"/>
          </a:xfrm>
          <a:prstGeom prst="straightConnector1">
            <a:avLst/>
          </a:prstGeom>
          <a:noFill/>
          <a:ln cap="flat" cmpd="sng" w="50800">
            <a:solidFill>
              <a:srgbClr val="8ACE0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44" name="Google Shape;544;p28"/>
          <p:cNvSpPr txBox="1"/>
          <p:nvPr/>
        </p:nvSpPr>
        <p:spPr>
          <a:xfrm>
            <a:off x="12247306" y="7032784"/>
            <a:ext cx="30663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mn-MN" sz="3600" u="none" cap="none" strike="noStrike">
                <a:solidFill>
                  <a:srgbClr val="8ACE03"/>
                </a:solidFill>
                <a:latin typeface="Arial"/>
                <a:ea typeface="Arial"/>
                <a:cs typeface="Arial"/>
                <a:sym typeface="Arial"/>
              </a:rPr>
              <a:t>Дэд гарчиг</a:t>
            </a:r>
            <a:endParaRPr/>
          </a:p>
        </p:txBody>
      </p:sp>
      <p:sp>
        <p:nvSpPr>
          <p:cNvPr id="545" name="Google Shape;545;p28"/>
          <p:cNvSpPr txBox="1"/>
          <p:nvPr/>
        </p:nvSpPr>
        <p:spPr>
          <a:xfrm>
            <a:off x="12247128" y="8279606"/>
            <a:ext cx="50121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mn-MN" sz="2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Технологийн шинэчлэлийг тасралтгүй нэвтрүүлнэ. Энд гол санаагаа бичнэ үү.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549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Google Shape;550;p29"/>
          <p:cNvSpPr/>
          <p:nvPr/>
        </p:nvSpPr>
        <p:spPr>
          <a:xfrm rot="-264094">
            <a:off x="5265854" y="-629329"/>
            <a:ext cx="13740606" cy="10571000"/>
          </a:xfrm>
          <a:custGeom>
            <a:rect b="b" l="l" r="r" t="t"/>
            <a:pathLst>
              <a:path extrusionOk="0" h="10571000" w="13740606">
                <a:moveTo>
                  <a:pt x="0" y="0"/>
                </a:moveTo>
                <a:lnTo>
                  <a:pt x="13740606" y="0"/>
                </a:lnTo>
                <a:lnTo>
                  <a:pt x="13740606" y="10571001"/>
                </a:lnTo>
                <a:lnTo>
                  <a:pt x="0" y="1057100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 amt="30000"/>
            </a:blip>
            <a:stretch>
              <a:fillRect b="0" l="0" r="0" t="-94973"/>
            </a:stretch>
          </a:blipFill>
          <a:ln>
            <a:noFill/>
          </a:ln>
        </p:spPr>
      </p:sp>
      <p:grpSp>
        <p:nvGrpSpPr>
          <p:cNvPr id="551" name="Google Shape;551;p29"/>
          <p:cNvGrpSpPr/>
          <p:nvPr/>
        </p:nvGrpSpPr>
        <p:grpSpPr>
          <a:xfrm rot="380650">
            <a:off x="-268540" y="114631"/>
            <a:ext cx="6941020" cy="6615659"/>
            <a:chOff x="0" y="0"/>
            <a:chExt cx="812800" cy="774700"/>
          </a:xfrm>
        </p:grpSpPr>
        <p:sp>
          <p:nvSpPr>
            <p:cNvPr id="552" name="Google Shape;552;p29"/>
            <p:cNvSpPr/>
            <p:nvPr/>
          </p:nvSpPr>
          <p:spPr>
            <a:xfrm>
              <a:off x="0" y="0"/>
              <a:ext cx="812800" cy="774700"/>
            </a:xfrm>
            <a:custGeom>
              <a:rect b="b" l="l" r="r" t="t"/>
              <a:pathLst>
                <a:path extrusionOk="0" h="774700" w="812800">
                  <a:moveTo>
                    <a:pt x="406400" y="0"/>
                  </a:moveTo>
                  <a:lnTo>
                    <a:pt x="502338" y="295909"/>
                  </a:lnTo>
                  <a:lnTo>
                    <a:pt x="812800" y="295909"/>
                  </a:lnTo>
                  <a:lnTo>
                    <a:pt x="561631" y="478791"/>
                  </a:lnTo>
                  <a:lnTo>
                    <a:pt x="657569" y="774700"/>
                  </a:lnTo>
                  <a:lnTo>
                    <a:pt x="406400" y="591819"/>
                  </a:lnTo>
                  <a:lnTo>
                    <a:pt x="155231" y="774700"/>
                  </a:lnTo>
                  <a:lnTo>
                    <a:pt x="251169" y="478791"/>
                  </a:lnTo>
                  <a:lnTo>
                    <a:pt x="0" y="295909"/>
                  </a:lnTo>
                  <a:lnTo>
                    <a:pt x="310462" y="295909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8ACE03"/>
            </a:solidFill>
            <a:ln>
              <a:noFill/>
            </a:ln>
          </p:spPr>
        </p:sp>
        <p:sp>
          <p:nvSpPr>
            <p:cNvPr id="553" name="Google Shape;553;p29"/>
            <p:cNvSpPr txBox="1"/>
            <p:nvPr/>
          </p:nvSpPr>
          <p:spPr>
            <a:xfrm>
              <a:off x="228600" y="228600"/>
              <a:ext cx="3556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54" name="Google Shape;554;p29"/>
          <p:cNvGrpSpPr/>
          <p:nvPr/>
        </p:nvGrpSpPr>
        <p:grpSpPr>
          <a:xfrm rot="348768">
            <a:off x="5422342" y="3422461"/>
            <a:ext cx="5958104" cy="5678818"/>
            <a:chOff x="0" y="0"/>
            <a:chExt cx="812800" cy="774700"/>
          </a:xfrm>
        </p:grpSpPr>
        <p:sp>
          <p:nvSpPr>
            <p:cNvPr id="555" name="Google Shape;555;p29"/>
            <p:cNvSpPr/>
            <p:nvPr/>
          </p:nvSpPr>
          <p:spPr>
            <a:xfrm>
              <a:off x="0" y="0"/>
              <a:ext cx="812800" cy="774700"/>
            </a:xfrm>
            <a:custGeom>
              <a:rect b="b" l="l" r="r" t="t"/>
              <a:pathLst>
                <a:path extrusionOk="0" h="774700" w="812800">
                  <a:moveTo>
                    <a:pt x="406400" y="0"/>
                  </a:moveTo>
                  <a:lnTo>
                    <a:pt x="502338" y="295909"/>
                  </a:lnTo>
                  <a:lnTo>
                    <a:pt x="812800" y="295909"/>
                  </a:lnTo>
                  <a:lnTo>
                    <a:pt x="561631" y="478791"/>
                  </a:lnTo>
                  <a:lnTo>
                    <a:pt x="657569" y="774700"/>
                  </a:lnTo>
                  <a:lnTo>
                    <a:pt x="406400" y="591819"/>
                  </a:lnTo>
                  <a:lnTo>
                    <a:pt x="155231" y="774700"/>
                  </a:lnTo>
                  <a:lnTo>
                    <a:pt x="251169" y="478791"/>
                  </a:lnTo>
                  <a:lnTo>
                    <a:pt x="0" y="295909"/>
                  </a:lnTo>
                  <a:lnTo>
                    <a:pt x="310462" y="295909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8ACE03"/>
            </a:solidFill>
            <a:ln>
              <a:noFill/>
            </a:ln>
          </p:spPr>
        </p:sp>
        <p:sp>
          <p:nvSpPr>
            <p:cNvPr id="556" name="Google Shape;556;p29"/>
            <p:cNvSpPr txBox="1"/>
            <p:nvPr/>
          </p:nvSpPr>
          <p:spPr>
            <a:xfrm>
              <a:off x="228600" y="228600"/>
              <a:ext cx="3556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57" name="Google Shape;557;p29"/>
          <p:cNvGrpSpPr/>
          <p:nvPr/>
        </p:nvGrpSpPr>
        <p:grpSpPr>
          <a:xfrm rot="-277967">
            <a:off x="452044" y="5719167"/>
            <a:ext cx="5499851" cy="5242045"/>
            <a:chOff x="0" y="0"/>
            <a:chExt cx="812800" cy="774700"/>
          </a:xfrm>
        </p:grpSpPr>
        <p:sp>
          <p:nvSpPr>
            <p:cNvPr id="558" name="Google Shape;558;p29"/>
            <p:cNvSpPr/>
            <p:nvPr/>
          </p:nvSpPr>
          <p:spPr>
            <a:xfrm>
              <a:off x="0" y="0"/>
              <a:ext cx="812800" cy="774700"/>
            </a:xfrm>
            <a:custGeom>
              <a:rect b="b" l="l" r="r" t="t"/>
              <a:pathLst>
                <a:path extrusionOk="0" h="774700" w="812800">
                  <a:moveTo>
                    <a:pt x="406400" y="0"/>
                  </a:moveTo>
                  <a:lnTo>
                    <a:pt x="502338" y="295909"/>
                  </a:lnTo>
                  <a:lnTo>
                    <a:pt x="812800" y="295909"/>
                  </a:lnTo>
                  <a:lnTo>
                    <a:pt x="561631" y="478791"/>
                  </a:lnTo>
                  <a:lnTo>
                    <a:pt x="657569" y="774700"/>
                  </a:lnTo>
                  <a:lnTo>
                    <a:pt x="406400" y="591819"/>
                  </a:lnTo>
                  <a:lnTo>
                    <a:pt x="155231" y="774700"/>
                  </a:lnTo>
                  <a:lnTo>
                    <a:pt x="251169" y="478791"/>
                  </a:lnTo>
                  <a:lnTo>
                    <a:pt x="0" y="295909"/>
                  </a:lnTo>
                  <a:lnTo>
                    <a:pt x="310462" y="295909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8ACE03"/>
            </a:solidFill>
            <a:ln>
              <a:noFill/>
            </a:ln>
          </p:spPr>
        </p:sp>
        <p:sp>
          <p:nvSpPr>
            <p:cNvPr id="559" name="Google Shape;559;p29"/>
            <p:cNvSpPr txBox="1"/>
            <p:nvPr/>
          </p:nvSpPr>
          <p:spPr>
            <a:xfrm>
              <a:off x="228600" y="228600"/>
              <a:ext cx="3556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60" name="Google Shape;560;p29"/>
          <p:cNvGrpSpPr/>
          <p:nvPr/>
        </p:nvGrpSpPr>
        <p:grpSpPr>
          <a:xfrm rot="-662398">
            <a:off x="10862421" y="5504047"/>
            <a:ext cx="5367394" cy="5115798"/>
            <a:chOff x="0" y="0"/>
            <a:chExt cx="812800" cy="774700"/>
          </a:xfrm>
        </p:grpSpPr>
        <p:sp>
          <p:nvSpPr>
            <p:cNvPr id="561" name="Google Shape;561;p29"/>
            <p:cNvSpPr/>
            <p:nvPr/>
          </p:nvSpPr>
          <p:spPr>
            <a:xfrm>
              <a:off x="0" y="0"/>
              <a:ext cx="812800" cy="774700"/>
            </a:xfrm>
            <a:custGeom>
              <a:rect b="b" l="l" r="r" t="t"/>
              <a:pathLst>
                <a:path extrusionOk="0" h="774700" w="812800">
                  <a:moveTo>
                    <a:pt x="406400" y="0"/>
                  </a:moveTo>
                  <a:lnTo>
                    <a:pt x="502338" y="295909"/>
                  </a:lnTo>
                  <a:lnTo>
                    <a:pt x="812800" y="295909"/>
                  </a:lnTo>
                  <a:lnTo>
                    <a:pt x="561631" y="478791"/>
                  </a:lnTo>
                  <a:lnTo>
                    <a:pt x="657569" y="774700"/>
                  </a:lnTo>
                  <a:lnTo>
                    <a:pt x="406400" y="591819"/>
                  </a:lnTo>
                  <a:lnTo>
                    <a:pt x="155231" y="774700"/>
                  </a:lnTo>
                  <a:lnTo>
                    <a:pt x="251169" y="478791"/>
                  </a:lnTo>
                  <a:lnTo>
                    <a:pt x="0" y="295909"/>
                  </a:lnTo>
                  <a:lnTo>
                    <a:pt x="310462" y="295909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8ACE03"/>
            </a:solidFill>
            <a:ln>
              <a:noFill/>
            </a:ln>
          </p:spPr>
        </p:sp>
        <p:sp>
          <p:nvSpPr>
            <p:cNvPr id="562" name="Google Shape;562;p29"/>
            <p:cNvSpPr txBox="1"/>
            <p:nvPr/>
          </p:nvSpPr>
          <p:spPr>
            <a:xfrm>
              <a:off x="228600" y="228600"/>
              <a:ext cx="3556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63" name="Google Shape;563;p29"/>
          <p:cNvSpPr txBox="1"/>
          <p:nvPr/>
        </p:nvSpPr>
        <p:spPr>
          <a:xfrm>
            <a:off x="10247588" y="1539074"/>
            <a:ext cx="7011712" cy="13379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8799" u="none" cap="none" strike="noStrike">
                <a:solidFill>
                  <a:srgbClr val="8ACE03"/>
                </a:solidFill>
                <a:latin typeface="Arial"/>
                <a:ea typeface="Arial"/>
                <a:cs typeface="Arial"/>
                <a:sym typeface="Arial"/>
              </a:rPr>
              <a:t>том тоонууд</a:t>
            </a:r>
            <a:endParaRPr/>
          </a:p>
        </p:txBody>
      </p:sp>
      <p:sp>
        <p:nvSpPr>
          <p:cNvPr id="564" name="Google Shape;564;p29"/>
          <p:cNvSpPr txBox="1"/>
          <p:nvPr/>
        </p:nvSpPr>
        <p:spPr>
          <a:xfrm>
            <a:off x="10629328" y="3209925"/>
            <a:ext cx="6630000" cy="18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mn-MN" sz="2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Тоо баримт, жишээ ашиглавал илүү үр дүнтэй. Бид хэрэглэгчдэдээ үнэ цэн бүтээхийг зорьдог. Төслийн явц, үр дүнг энд харуулна. Багаараа хамтран шинэ шийдэл хэрэгжүүлнэ. </a:t>
            </a:r>
            <a:endParaRPr/>
          </a:p>
        </p:txBody>
      </p:sp>
      <p:grpSp>
        <p:nvGrpSpPr>
          <p:cNvPr id="565" name="Google Shape;565;p29"/>
          <p:cNvGrpSpPr/>
          <p:nvPr/>
        </p:nvGrpSpPr>
        <p:grpSpPr>
          <a:xfrm>
            <a:off x="1193714" y="8054801"/>
            <a:ext cx="4041739" cy="1527969"/>
            <a:chOff x="0" y="-9525"/>
            <a:chExt cx="5388986" cy="2037292"/>
          </a:xfrm>
        </p:grpSpPr>
        <p:sp>
          <p:nvSpPr>
            <p:cNvPr id="566" name="Google Shape;566;p29"/>
            <p:cNvSpPr txBox="1"/>
            <p:nvPr/>
          </p:nvSpPr>
          <p:spPr>
            <a:xfrm>
              <a:off x="0" y="-9525"/>
              <a:ext cx="5388986" cy="147256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7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1,000</a:t>
              </a:r>
              <a:endParaRPr/>
            </a:p>
          </p:txBody>
        </p:sp>
        <p:sp>
          <p:nvSpPr>
            <p:cNvPr id="567" name="Google Shape;567;p29"/>
            <p:cNvSpPr txBox="1"/>
            <p:nvPr/>
          </p:nvSpPr>
          <p:spPr>
            <a:xfrm>
              <a:off x="1237237" y="1463040"/>
              <a:ext cx="2914511" cy="56472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mn-MN" sz="2799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гарчиг</a:t>
              </a:r>
              <a:endParaRPr/>
            </a:p>
          </p:txBody>
        </p:sp>
      </p:grpSp>
      <p:grpSp>
        <p:nvGrpSpPr>
          <p:cNvPr id="568" name="Google Shape;568;p29"/>
          <p:cNvGrpSpPr/>
          <p:nvPr/>
        </p:nvGrpSpPr>
        <p:grpSpPr>
          <a:xfrm>
            <a:off x="6380525" y="5813406"/>
            <a:ext cx="4041739" cy="1527969"/>
            <a:chOff x="0" y="-9525"/>
            <a:chExt cx="5388986" cy="2037292"/>
          </a:xfrm>
        </p:grpSpPr>
        <p:sp>
          <p:nvSpPr>
            <p:cNvPr id="569" name="Google Shape;569;p29"/>
            <p:cNvSpPr txBox="1"/>
            <p:nvPr/>
          </p:nvSpPr>
          <p:spPr>
            <a:xfrm>
              <a:off x="0" y="-9525"/>
              <a:ext cx="5388986" cy="147256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7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10,000</a:t>
              </a:r>
              <a:endParaRPr/>
            </a:p>
          </p:txBody>
        </p:sp>
        <p:sp>
          <p:nvSpPr>
            <p:cNvPr id="570" name="Google Shape;570;p29"/>
            <p:cNvSpPr txBox="1"/>
            <p:nvPr/>
          </p:nvSpPr>
          <p:spPr>
            <a:xfrm>
              <a:off x="1237237" y="1463040"/>
              <a:ext cx="2914511" cy="56472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mn-MN" sz="2799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гарчиг</a:t>
              </a:r>
              <a:endParaRPr/>
            </a:p>
          </p:txBody>
        </p:sp>
      </p:grpSp>
      <p:grpSp>
        <p:nvGrpSpPr>
          <p:cNvPr id="571" name="Google Shape;571;p29"/>
          <p:cNvGrpSpPr/>
          <p:nvPr/>
        </p:nvGrpSpPr>
        <p:grpSpPr>
          <a:xfrm>
            <a:off x="1193714" y="3128203"/>
            <a:ext cx="4041739" cy="1527969"/>
            <a:chOff x="0" y="-9525"/>
            <a:chExt cx="5388986" cy="2037292"/>
          </a:xfrm>
        </p:grpSpPr>
        <p:sp>
          <p:nvSpPr>
            <p:cNvPr id="572" name="Google Shape;572;p29"/>
            <p:cNvSpPr txBox="1"/>
            <p:nvPr/>
          </p:nvSpPr>
          <p:spPr>
            <a:xfrm>
              <a:off x="0" y="-9525"/>
              <a:ext cx="5388986" cy="147256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7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100,000</a:t>
              </a:r>
              <a:endParaRPr/>
            </a:p>
          </p:txBody>
        </p:sp>
        <p:sp>
          <p:nvSpPr>
            <p:cNvPr id="573" name="Google Shape;573;p29"/>
            <p:cNvSpPr txBox="1"/>
            <p:nvPr/>
          </p:nvSpPr>
          <p:spPr>
            <a:xfrm>
              <a:off x="1237237" y="1463040"/>
              <a:ext cx="2914511" cy="56472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mn-MN" sz="2799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гарчиг</a:t>
              </a:r>
              <a:endParaRPr/>
            </a:p>
          </p:txBody>
        </p:sp>
      </p:grpSp>
      <p:grpSp>
        <p:nvGrpSpPr>
          <p:cNvPr id="574" name="Google Shape;574;p29"/>
          <p:cNvGrpSpPr/>
          <p:nvPr/>
        </p:nvGrpSpPr>
        <p:grpSpPr>
          <a:xfrm rot="-549920">
            <a:off x="11524680" y="7572679"/>
            <a:ext cx="4041739" cy="1527969"/>
            <a:chOff x="0" y="-9525"/>
            <a:chExt cx="5388986" cy="2037292"/>
          </a:xfrm>
        </p:grpSpPr>
        <p:sp>
          <p:nvSpPr>
            <p:cNvPr id="575" name="Google Shape;575;p29"/>
            <p:cNvSpPr txBox="1"/>
            <p:nvPr/>
          </p:nvSpPr>
          <p:spPr>
            <a:xfrm>
              <a:off x="0" y="-9525"/>
              <a:ext cx="5388986" cy="147256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7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100</a:t>
              </a:r>
              <a:endParaRPr/>
            </a:p>
          </p:txBody>
        </p:sp>
        <p:sp>
          <p:nvSpPr>
            <p:cNvPr id="576" name="Google Shape;576;p29"/>
            <p:cNvSpPr txBox="1"/>
            <p:nvPr/>
          </p:nvSpPr>
          <p:spPr>
            <a:xfrm>
              <a:off x="1237237" y="1463040"/>
              <a:ext cx="2914511" cy="56472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mn-MN" sz="2799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гарчиг</a:t>
              </a:r>
              <a:endParaRPr/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8ACE03"/>
        </a:solidFill>
      </p:bgPr>
    </p:bg>
    <p:spTree>
      <p:nvGrpSpPr>
        <p:cNvPr id="580" name="Shape 5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Google Shape;581;p30"/>
          <p:cNvSpPr txBox="1"/>
          <p:nvPr/>
        </p:nvSpPr>
        <p:spPr>
          <a:xfrm>
            <a:off x="5676363" y="1837945"/>
            <a:ext cx="12876483" cy="110600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mn-MN" sz="7211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дахин дахин дурлана</a:t>
            </a:r>
            <a:endParaRPr/>
          </a:p>
        </p:txBody>
      </p:sp>
      <p:sp>
        <p:nvSpPr>
          <p:cNvPr id="582" name="Google Shape;582;p30"/>
          <p:cNvSpPr txBox="1"/>
          <p:nvPr/>
        </p:nvSpPr>
        <p:spPr>
          <a:xfrm>
            <a:off x="5676363" y="2919764"/>
            <a:ext cx="12876483" cy="110600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mn-MN" sz="7211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дахин дахин дурлана</a:t>
            </a:r>
            <a:endParaRPr/>
          </a:p>
        </p:txBody>
      </p:sp>
      <p:sp>
        <p:nvSpPr>
          <p:cNvPr id="583" name="Google Shape;583;p30"/>
          <p:cNvSpPr txBox="1"/>
          <p:nvPr/>
        </p:nvSpPr>
        <p:spPr>
          <a:xfrm>
            <a:off x="5676363" y="4001584"/>
            <a:ext cx="12876483" cy="110600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mn-MN" sz="7211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дахин дахин дурлана</a:t>
            </a:r>
            <a:endParaRPr/>
          </a:p>
        </p:txBody>
      </p:sp>
      <p:sp>
        <p:nvSpPr>
          <p:cNvPr id="584" name="Google Shape;584;p30"/>
          <p:cNvSpPr txBox="1"/>
          <p:nvPr/>
        </p:nvSpPr>
        <p:spPr>
          <a:xfrm>
            <a:off x="5676363" y="5083404"/>
            <a:ext cx="12876483" cy="110600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mn-MN" sz="7211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дахин дахин дурлана</a:t>
            </a:r>
            <a:endParaRPr/>
          </a:p>
        </p:txBody>
      </p:sp>
      <p:sp>
        <p:nvSpPr>
          <p:cNvPr id="585" name="Google Shape;585;p30"/>
          <p:cNvSpPr txBox="1"/>
          <p:nvPr/>
        </p:nvSpPr>
        <p:spPr>
          <a:xfrm>
            <a:off x="5676363" y="6165223"/>
            <a:ext cx="12876483" cy="110600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mn-MN" sz="7211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дахин дахин дурлана</a:t>
            </a:r>
            <a:endParaRPr/>
          </a:p>
        </p:txBody>
      </p:sp>
      <p:sp>
        <p:nvSpPr>
          <p:cNvPr id="586" name="Google Shape;586;p30"/>
          <p:cNvSpPr txBox="1"/>
          <p:nvPr/>
        </p:nvSpPr>
        <p:spPr>
          <a:xfrm>
            <a:off x="5676363" y="7247043"/>
            <a:ext cx="12876483" cy="110600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mn-MN" sz="7211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дахин дахин дурлана</a:t>
            </a:r>
            <a:endParaRPr/>
          </a:p>
        </p:txBody>
      </p:sp>
      <p:sp>
        <p:nvSpPr>
          <p:cNvPr id="587" name="Google Shape;587;p30"/>
          <p:cNvSpPr txBox="1"/>
          <p:nvPr/>
        </p:nvSpPr>
        <p:spPr>
          <a:xfrm>
            <a:off x="5676363" y="8328863"/>
            <a:ext cx="12876483" cy="110600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mn-MN" sz="7211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дахин дахин дурлана</a:t>
            </a:r>
            <a:endParaRPr/>
          </a:p>
        </p:txBody>
      </p:sp>
      <p:sp>
        <p:nvSpPr>
          <p:cNvPr id="588" name="Google Shape;588;p30"/>
          <p:cNvSpPr/>
          <p:nvPr/>
        </p:nvSpPr>
        <p:spPr>
          <a:xfrm>
            <a:off x="0" y="778664"/>
            <a:ext cx="5484367" cy="5484367"/>
          </a:xfrm>
          <a:custGeom>
            <a:rect b="b" l="l" r="r" t="t"/>
            <a:pathLst>
              <a:path extrusionOk="0" h="812800" w="812800">
                <a:moveTo>
                  <a:pt x="0" y="0"/>
                </a:moveTo>
                <a:lnTo>
                  <a:pt x="812800" y="0"/>
                </a:lnTo>
                <a:lnTo>
                  <a:pt x="812800" y="812800"/>
                </a:lnTo>
                <a:lnTo>
                  <a:pt x="0" y="81280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24999" l="-9738" r="0" t="-39609"/>
            </a:stretch>
          </a:blipFill>
          <a:ln>
            <a:noFill/>
          </a:ln>
        </p:spPr>
      </p:sp>
      <p:sp>
        <p:nvSpPr>
          <p:cNvPr id="589" name="Google Shape;589;p30"/>
          <p:cNvSpPr/>
          <p:nvPr/>
        </p:nvSpPr>
        <p:spPr>
          <a:xfrm>
            <a:off x="3946041" y="4525165"/>
            <a:ext cx="5761835" cy="5761835"/>
          </a:xfrm>
          <a:custGeom>
            <a:rect b="b" l="l" r="r" t="t"/>
            <a:pathLst>
              <a:path extrusionOk="0" h="812800" w="812800">
                <a:moveTo>
                  <a:pt x="0" y="0"/>
                </a:moveTo>
                <a:lnTo>
                  <a:pt x="812800" y="0"/>
                </a:lnTo>
                <a:lnTo>
                  <a:pt x="812800" y="812800"/>
                </a:lnTo>
                <a:lnTo>
                  <a:pt x="0" y="81280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-6407" l="0" r="0" t="-43589"/>
            </a:stretch>
          </a:blipFill>
          <a:ln>
            <a:noFill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8ACE03"/>
        </a:solidFill>
      </p:bgPr>
    </p:bg>
    <p:spTree>
      <p:nvGrpSpPr>
        <p:cNvPr id="593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" name="Google Shape;594;p31"/>
          <p:cNvSpPr/>
          <p:nvPr/>
        </p:nvSpPr>
        <p:spPr>
          <a:xfrm>
            <a:off x="1028700" y="1028700"/>
            <a:ext cx="3716628" cy="3716628"/>
          </a:xfrm>
          <a:custGeom>
            <a:rect b="b" l="l" r="r" t="t"/>
            <a:pathLst>
              <a:path extrusionOk="0" h="812800" w="812800">
                <a:moveTo>
                  <a:pt x="0" y="0"/>
                </a:moveTo>
                <a:lnTo>
                  <a:pt x="812800" y="0"/>
                </a:lnTo>
                <a:lnTo>
                  <a:pt x="812800" y="812800"/>
                </a:lnTo>
                <a:lnTo>
                  <a:pt x="0" y="81280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-13096" r="-36898" t="0"/>
            </a:stretch>
          </a:blipFill>
          <a:ln>
            <a:noFill/>
          </a:ln>
        </p:spPr>
      </p:sp>
      <p:sp>
        <p:nvSpPr>
          <p:cNvPr id="595" name="Google Shape;595;p31"/>
          <p:cNvSpPr txBox="1"/>
          <p:nvPr/>
        </p:nvSpPr>
        <p:spPr>
          <a:xfrm>
            <a:off x="5659808" y="4311913"/>
            <a:ext cx="7962102" cy="11071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mn-MN" sz="7211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илүү олон зураг</a:t>
            </a:r>
            <a:endParaRPr/>
          </a:p>
        </p:txBody>
      </p:sp>
      <p:sp>
        <p:nvSpPr>
          <p:cNvPr id="596" name="Google Shape;596;p31"/>
          <p:cNvSpPr txBox="1"/>
          <p:nvPr/>
        </p:nvSpPr>
        <p:spPr>
          <a:xfrm>
            <a:off x="5659808" y="5409493"/>
            <a:ext cx="7962102" cy="11071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mn-MN" sz="7211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илүү олон зураг</a:t>
            </a:r>
            <a:endParaRPr/>
          </a:p>
        </p:txBody>
      </p:sp>
      <p:sp>
        <p:nvSpPr>
          <p:cNvPr id="597" name="Google Shape;597;p31"/>
          <p:cNvSpPr txBox="1"/>
          <p:nvPr/>
        </p:nvSpPr>
        <p:spPr>
          <a:xfrm>
            <a:off x="5659808" y="6507072"/>
            <a:ext cx="7962102" cy="11071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mn-MN" sz="7211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илүү олон зураг</a:t>
            </a:r>
            <a:endParaRPr/>
          </a:p>
        </p:txBody>
      </p:sp>
      <p:sp>
        <p:nvSpPr>
          <p:cNvPr id="598" name="Google Shape;598;p31"/>
          <p:cNvSpPr/>
          <p:nvPr/>
        </p:nvSpPr>
        <p:spPr>
          <a:xfrm>
            <a:off x="5659808" y="4506400"/>
            <a:ext cx="5114431" cy="5780600"/>
          </a:xfrm>
          <a:custGeom>
            <a:rect b="b" l="l" r="r" t="t"/>
            <a:pathLst>
              <a:path extrusionOk="0" h="986804" w="873083">
                <a:moveTo>
                  <a:pt x="0" y="0"/>
                </a:moveTo>
                <a:lnTo>
                  <a:pt x="873083" y="0"/>
                </a:lnTo>
                <a:lnTo>
                  <a:pt x="873083" y="986804"/>
                </a:lnTo>
                <a:lnTo>
                  <a:pt x="0" y="986804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-16355" l="0" r="0" t="-16353"/>
            </a:stretch>
          </a:blipFill>
          <a:ln>
            <a:noFill/>
          </a:ln>
        </p:spPr>
      </p:sp>
      <p:sp>
        <p:nvSpPr>
          <p:cNvPr id="599" name="Google Shape;599;p31"/>
          <p:cNvSpPr/>
          <p:nvPr/>
        </p:nvSpPr>
        <p:spPr>
          <a:xfrm>
            <a:off x="11688720" y="4506400"/>
            <a:ext cx="5114431" cy="5780600"/>
          </a:xfrm>
          <a:custGeom>
            <a:rect b="b" l="l" r="r" t="t"/>
            <a:pathLst>
              <a:path extrusionOk="0" h="986804" w="873083">
                <a:moveTo>
                  <a:pt x="0" y="0"/>
                </a:moveTo>
                <a:lnTo>
                  <a:pt x="873083" y="0"/>
                </a:lnTo>
                <a:lnTo>
                  <a:pt x="873083" y="986804"/>
                </a:lnTo>
                <a:lnTo>
                  <a:pt x="0" y="986804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-34765" r="-34765" t="0"/>
            </a:stretch>
          </a:blipFill>
          <a:ln>
            <a:noFill/>
          </a:ln>
        </p:spPr>
      </p:sp>
      <p:sp>
        <p:nvSpPr>
          <p:cNvPr id="600" name="Google Shape;600;p31"/>
          <p:cNvSpPr txBox="1"/>
          <p:nvPr/>
        </p:nvSpPr>
        <p:spPr>
          <a:xfrm>
            <a:off x="5659808" y="1019175"/>
            <a:ext cx="7962102" cy="11071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mn-MN" sz="7211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илүү олон зураг</a:t>
            </a:r>
            <a:endParaRPr/>
          </a:p>
        </p:txBody>
      </p:sp>
      <p:sp>
        <p:nvSpPr>
          <p:cNvPr id="601" name="Google Shape;601;p31"/>
          <p:cNvSpPr/>
          <p:nvPr/>
        </p:nvSpPr>
        <p:spPr>
          <a:xfrm>
            <a:off x="1028700" y="5143500"/>
            <a:ext cx="3716628" cy="3716628"/>
          </a:xfrm>
          <a:custGeom>
            <a:rect b="b" l="l" r="r" t="t"/>
            <a:pathLst>
              <a:path extrusionOk="0" h="812800" w="812800">
                <a:moveTo>
                  <a:pt x="0" y="0"/>
                </a:moveTo>
                <a:lnTo>
                  <a:pt x="812800" y="0"/>
                </a:lnTo>
                <a:lnTo>
                  <a:pt x="812800" y="812800"/>
                </a:lnTo>
                <a:lnTo>
                  <a:pt x="0" y="81280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-12151" r="-37845" t="0"/>
            </a:stretch>
          </a:blipFill>
          <a:ln>
            <a:noFill/>
          </a:ln>
        </p:spPr>
      </p:sp>
      <p:sp>
        <p:nvSpPr>
          <p:cNvPr id="602" name="Google Shape;602;p31"/>
          <p:cNvSpPr txBox="1"/>
          <p:nvPr/>
        </p:nvSpPr>
        <p:spPr>
          <a:xfrm>
            <a:off x="5659808" y="2116754"/>
            <a:ext cx="7962102" cy="11071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mn-MN" sz="7211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илүү олон зураг</a:t>
            </a:r>
            <a:endParaRPr/>
          </a:p>
        </p:txBody>
      </p:sp>
      <p:sp>
        <p:nvSpPr>
          <p:cNvPr id="603" name="Google Shape;603;p31"/>
          <p:cNvSpPr txBox="1"/>
          <p:nvPr/>
        </p:nvSpPr>
        <p:spPr>
          <a:xfrm>
            <a:off x="5659808" y="3214334"/>
            <a:ext cx="7962102" cy="11071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mn-MN" sz="7211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илүү олон зураг</a:t>
            </a:r>
            <a:endParaRPr/>
          </a:p>
        </p:txBody>
      </p:sp>
      <p:sp>
        <p:nvSpPr>
          <p:cNvPr id="604" name="Google Shape;604;p31"/>
          <p:cNvSpPr/>
          <p:nvPr/>
        </p:nvSpPr>
        <p:spPr>
          <a:xfrm>
            <a:off x="14394807" y="0"/>
            <a:ext cx="3893193" cy="3893193"/>
          </a:xfrm>
          <a:custGeom>
            <a:rect b="b" l="l" r="r" t="t"/>
            <a:pathLst>
              <a:path extrusionOk="0" h="812800" w="812800">
                <a:moveTo>
                  <a:pt x="0" y="0"/>
                </a:moveTo>
                <a:lnTo>
                  <a:pt x="812800" y="0"/>
                </a:lnTo>
                <a:lnTo>
                  <a:pt x="812800" y="812800"/>
                </a:lnTo>
                <a:lnTo>
                  <a:pt x="0" y="812800"/>
                </a:lnTo>
                <a:close/>
              </a:path>
            </a:pathLst>
          </a:custGeom>
          <a:blipFill rotWithShape="1">
            <a:blip r:embed="rId7">
              <a:alphaModFix/>
            </a:blip>
            <a:stretch>
              <a:fillRect b="-24855" l="0" r="0" t="-24856"/>
            </a:stretch>
          </a:blipFill>
          <a:ln>
            <a:noFill/>
          </a:ln>
        </p:spPr>
      </p:sp>
      <p:grpSp>
        <p:nvGrpSpPr>
          <p:cNvPr id="605" name="Google Shape;605;p31"/>
          <p:cNvGrpSpPr/>
          <p:nvPr/>
        </p:nvGrpSpPr>
        <p:grpSpPr>
          <a:xfrm rot="-260852">
            <a:off x="2780929" y="7483799"/>
            <a:ext cx="2384193" cy="2272434"/>
            <a:chOff x="0" y="0"/>
            <a:chExt cx="812800" cy="774700"/>
          </a:xfrm>
        </p:grpSpPr>
        <p:sp>
          <p:nvSpPr>
            <p:cNvPr id="606" name="Google Shape;606;p31"/>
            <p:cNvSpPr/>
            <p:nvPr/>
          </p:nvSpPr>
          <p:spPr>
            <a:xfrm>
              <a:off x="0" y="0"/>
              <a:ext cx="812800" cy="774700"/>
            </a:xfrm>
            <a:custGeom>
              <a:rect b="b" l="l" r="r" t="t"/>
              <a:pathLst>
                <a:path extrusionOk="0" h="774700" w="812800">
                  <a:moveTo>
                    <a:pt x="406400" y="0"/>
                  </a:moveTo>
                  <a:lnTo>
                    <a:pt x="502338" y="295909"/>
                  </a:lnTo>
                  <a:lnTo>
                    <a:pt x="812800" y="295909"/>
                  </a:lnTo>
                  <a:lnTo>
                    <a:pt x="561631" y="478791"/>
                  </a:lnTo>
                  <a:lnTo>
                    <a:pt x="657569" y="774700"/>
                  </a:lnTo>
                  <a:lnTo>
                    <a:pt x="406400" y="591819"/>
                  </a:lnTo>
                  <a:lnTo>
                    <a:pt x="155231" y="774700"/>
                  </a:lnTo>
                  <a:lnTo>
                    <a:pt x="251169" y="478791"/>
                  </a:lnTo>
                  <a:lnTo>
                    <a:pt x="0" y="295909"/>
                  </a:lnTo>
                  <a:lnTo>
                    <a:pt x="310462" y="295909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</p:sp>
        <p:sp>
          <p:nvSpPr>
            <p:cNvPr id="607" name="Google Shape;607;p31"/>
            <p:cNvSpPr txBox="1"/>
            <p:nvPr/>
          </p:nvSpPr>
          <p:spPr>
            <a:xfrm>
              <a:off x="228600" y="228600"/>
              <a:ext cx="3556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08" name="Google Shape;608;p31"/>
          <p:cNvGrpSpPr/>
          <p:nvPr/>
        </p:nvGrpSpPr>
        <p:grpSpPr>
          <a:xfrm rot="-260852">
            <a:off x="13484651" y="2519954"/>
            <a:ext cx="1820312" cy="1734985"/>
            <a:chOff x="0" y="0"/>
            <a:chExt cx="812800" cy="774700"/>
          </a:xfrm>
        </p:grpSpPr>
        <p:sp>
          <p:nvSpPr>
            <p:cNvPr id="609" name="Google Shape;609;p31"/>
            <p:cNvSpPr/>
            <p:nvPr/>
          </p:nvSpPr>
          <p:spPr>
            <a:xfrm>
              <a:off x="0" y="0"/>
              <a:ext cx="812800" cy="774700"/>
            </a:xfrm>
            <a:custGeom>
              <a:rect b="b" l="l" r="r" t="t"/>
              <a:pathLst>
                <a:path extrusionOk="0" h="774700" w="812800">
                  <a:moveTo>
                    <a:pt x="406400" y="0"/>
                  </a:moveTo>
                  <a:lnTo>
                    <a:pt x="502338" y="295909"/>
                  </a:lnTo>
                  <a:lnTo>
                    <a:pt x="812800" y="295909"/>
                  </a:lnTo>
                  <a:lnTo>
                    <a:pt x="561631" y="478791"/>
                  </a:lnTo>
                  <a:lnTo>
                    <a:pt x="657569" y="774700"/>
                  </a:lnTo>
                  <a:lnTo>
                    <a:pt x="406400" y="591819"/>
                  </a:lnTo>
                  <a:lnTo>
                    <a:pt x="155231" y="774700"/>
                  </a:lnTo>
                  <a:lnTo>
                    <a:pt x="251169" y="478791"/>
                  </a:lnTo>
                  <a:lnTo>
                    <a:pt x="0" y="295909"/>
                  </a:lnTo>
                  <a:lnTo>
                    <a:pt x="310462" y="295909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</p:sp>
        <p:sp>
          <p:nvSpPr>
            <p:cNvPr id="610" name="Google Shape;610;p31"/>
            <p:cNvSpPr txBox="1"/>
            <p:nvPr/>
          </p:nvSpPr>
          <p:spPr>
            <a:xfrm>
              <a:off x="228600" y="228600"/>
              <a:ext cx="3556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8ACE03"/>
        </a:solidFill>
      </p:bgPr>
    </p:bg>
    <p:spTree>
      <p:nvGrpSpPr>
        <p:cNvPr id="614" name="Shape 6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Google Shape;615;p32"/>
          <p:cNvSpPr txBox="1"/>
          <p:nvPr/>
        </p:nvSpPr>
        <p:spPr>
          <a:xfrm>
            <a:off x="852135" y="693064"/>
            <a:ext cx="6421771" cy="90048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467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илтгэлийн төгсгөл</a:t>
            </a:r>
            <a:endParaRPr/>
          </a:p>
        </p:txBody>
      </p:sp>
      <p:sp>
        <p:nvSpPr>
          <p:cNvPr id="616" name="Google Shape;616;p32"/>
          <p:cNvSpPr txBox="1"/>
          <p:nvPr/>
        </p:nvSpPr>
        <p:spPr>
          <a:xfrm>
            <a:off x="852135" y="1403053"/>
            <a:ext cx="6421771" cy="90048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4670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илтгэлийн төгсгөл</a:t>
            </a:r>
            <a:endParaRPr/>
          </a:p>
        </p:txBody>
      </p:sp>
      <p:sp>
        <p:nvSpPr>
          <p:cNvPr id="617" name="Google Shape;617;p32"/>
          <p:cNvSpPr txBox="1"/>
          <p:nvPr/>
        </p:nvSpPr>
        <p:spPr>
          <a:xfrm>
            <a:off x="852135" y="2113043"/>
            <a:ext cx="6421771" cy="90048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4670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илтгэлийн төгсгөл</a:t>
            </a:r>
            <a:endParaRPr/>
          </a:p>
        </p:txBody>
      </p:sp>
      <p:sp>
        <p:nvSpPr>
          <p:cNvPr id="618" name="Google Shape;618;p32"/>
          <p:cNvSpPr txBox="1"/>
          <p:nvPr/>
        </p:nvSpPr>
        <p:spPr>
          <a:xfrm>
            <a:off x="852135" y="2823032"/>
            <a:ext cx="6421771" cy="90048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4670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илтгэлийн төгсгөл</a:t>
            </a:r>
            <a:endParaRPr/>
          </a:p>
        </p:txBody>
      </p:sp>
      <p:sp>
        <p:nvSpPr>
          <p:cNvPr id="619" name="Google Shape;619;p32"/>
          <p:cNvSpPr txBox="1"/>
          <p:nvPr/>
        </p:nvSpPr>
        <p:spPr>
          <a:xfrm>
            <a:off x="852135" y="3533021"/>
            <a:ext cx="6421771" cy="90048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4670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илтгэлийн төгсгөл</a:t>
            </a:r>
            <a:endParaRPr/>
          </a:p>
        </p:txBody>
      </p:sp>
      <p:sp>
        <p:nvSpPr>
          <p:cNvPr id="620" name="Google Shape;620;p32"/>
          <p:cNvSpPr txBox="1"/>
          <p:nvPr/>
        </p:nvSpPr>
        <p:spPr>
          <a:xfrm>
            <a:off x="852135" y="4243011"/>
            <a:ext cx="6421771" cy="90048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4670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илтгэлийн төгсгөл</a:t>
            </a:r>
            <a:endParaRPr/>
          </a:p>
        </p:txBody>
      </p:sp>
      <p:sp>
        <p:nvSpPr>
          <p:cNvPr id="621" name="Google Shape;621;p32"/>
          <p:cNvSpPr txBox="1"/>
          <p:nvPr/>
        </p:nvSpPr>
        <p:spPr>
          <a:xfrm>
            <a:off x="852135" y="4953000"/>
            <a:ext cx="6421771" cy="90048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4670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илтгэлийн төгсгөл</a:t>
            </a:r>
            <a:endParaRPr/>
          </a:p>
        </p:txBody>
      </p:sp>
      <p:sp>
        <p:nvSpPr>
          <p:cNvPr id="622" name="Google Shape;622;p32"/>
          <p:cNvSpPr txBox="1"/>
          <p:nvPr/>
        </p:nvSpPr>
        <p:spPr>
          <a:xfrm>
            <a:off x="852135" y="5662989"/>
            <a:ext cx="6421771" cy="90048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4670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илтгэлийн төгсгөл</a:t>
            </a:r>
            <a:endParaRPr/>
          </a:p>
        </p:txBody>
      </p:sp>
      <p:sp>
        <p:nvSpPr>
          <p:cNvPr id="623" name="Google Shape;623;p32"/>
          <p:cNvSpPr txBox="1"/>
          <p:nvPr/>
        </p:nvSpPr>
        <p:spPr>
          <a:xfrm>
            <a:off x="852135" y="6372979"/>
            <a:ext cx="6421771" cy="90048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4670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илтгэлийн төгсгөл</a:t>
            </a:r>
            <a:endParaRPr/>
          </a:p>
        </p:txBody>
      </p:sp>
      <p:sp>
        <p:nvSpPr>
          <p:cNvPr id="624" name="Google Shape;624;p32"/>
          <p:cNvSpPr txBox="1"/>
          <p:nvPr/>
        </p:nvSpPr>
        <p:spPr>
          <a:xfrm>
            <a:off x="852135" y="7082968"/>
            <a:ext cx="6421771" cy="90048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4670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илтгэлийн төгсгөл</a:t>
            </a:r>
            <a:endParaRPr/>
          </a:p>
        </p:txBody>
      </p:sp>
      <p:sp>
        <p:nvSpPr>
          <p:cNvPr id="625" name="Google Shape;625;p32"/>
          <p:cNvSpPr txBox="1"/>
          <p:nvPr/>
        </p:nvSpPr>
        <p:spPr>
          <a:xfrm>
            <a:off x="852135" y="7792957"/>
            <a:ext cx="6421771" cy="90048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4670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илтгэлийн төгсгөл</a:t>
            </a:r>
            <a:endParaRPr/>
          </a:p>
        </p:txBody>
      </p:sp>
      <p:sp>
        <p:nvSpPr>
          <p:cNvPr id="626" name="Google Shape;626;p32"/>
          <p:cNvSpPr txBox="1"/>
          <p:nvPr/>
        </p:nvSpPr>
        <p:spPr>
          <a:xfrm>
            <a:off x="852135" y="8502947"/>
            <a:ext cx="6421771" cy="90048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4670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илтгэлийн төгсгөл</a:t>
            </a:r>
            <a:endParaRPr/>
          </a:p>
        </p:txBody>
      </p:sp>
      <p:sp>
        <p:nvSpPr>
          <p:cNvPr id="627" name="Google Shape;627;p32"/>
          <p:cNvSpPr txBox="1"/>
          <p:nvPr/>
        </p:nvSpPr>
        <p:spPr>
          <a:xfrm>
            <a:off x="10837529" y="838200"/>
            <a:ext cx="6421771" cy="9005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467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баярлалаа!</a:t>
            </a:r>
            <a:endParaRPr/>
          </a:p>
        </p:txBody>
      </p:sp>
      <p:sp>
        <p:nvSpPr>
          <p:cNvPr id="628" name="Google Shape;628;p32"/>
          <p:cNvSpPr txBox="1"/>
          <p:nvPr/>
        </p:nvSpPr>
        <p:spPr>
          <a:xfrm>
            <a:off x="10837529" y="1548189"/>
            <a:ext cx="6421771" cy="9005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4670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баярлалаа!</a:t>
            </a:r>
            <a:endParaRPr/>
          </a:p>
        </p:txBody>
      </p:sp>
      <p:sp>
        <p:nvSpPr>
          <p:cNvPr id="629" name="Google Shape;629;p32"/>
          <p:cNvSpPr txBox="1"/>
          <p:nvPr/>
        </p:nvSpPr>
        <p:spPr>
          <a:xfrm>
            <a:off x="10837529" y="2258179"/>
            <a:ext cx="6421771" cy="9005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4670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баярлалаа!</a:t>
            </a:r>
            <a:endParaRPr/>
          </a:p>
        </p:txBody>
      </p:sp>
      <p:sp>
        <p:nvSpPr>
          <p:cNvPr id="630" name="Google Shape;630;p32"/>
          <p:cNvSpPr txBox="1"/>
          <p:nvPr/>
        </p:nvSpPr>
        <p:spPr>
          <a:xfrm>
            <a:off x="10837529" y="2968168"/>
            <a:ext cx="6421771" cy="9005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4670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баярлалаа!</a:t>
            </a:r>
            <a:endParaRPr/>
          </a:p>
        </p:txBody>
      </p:sp>
      <p:sp>
        <p:nvSpPr>
          <p:cNvPr id="631" name="Google Shape;631;p32"/>
          <p:cNvSpPr txBox="1"/>
          <p:nvPr/>
        </p:nvSpPr>
        <p:spPr>
          <a:xfrm>
            <a:off x="10837529" y="3678157"/>
            <a:ext cx="6421771" cy="9005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4670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баярлалаа!</a:t>
            </a:r>
            <a:endParaRPr/>
          </a:p>
        </p:txBody>
      </p:sp>
      <p:sp>
        <p:nvSpPr>
          <p:cNvPr id="632" name="Google Shape;632;p32"/>
          <p:cNvSpPr txBox="1"/>
          <p:nvPr/>
        </p:nvSpPr>
        <p:spPr>
          <a:xfrm>
            <a:off x="10837529" y="4388147"/>
            <a:ext cx="6421771" cy="9005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4670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баярлалаа!</a:t>
            </a:r>
            <a:endParaRPr/>
          </a:p>
        </p:txBody>
      </p:sp>
      <p:sp>
        <p:nvSpPr>
          <p:cNvPr id="633" name="Google Shape;633;p32"/>
          <p:cNvSpPr txBox="1"/>
          <p:nvPr/>
        </p:nvSpPr>
        <p:spPr>
          <a:xfrm>
            <a:off x="10837529" y="5098136"/>
            <a:ext cx="6421771" cy="9005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4670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баярлалаа!</a:t>
            </a:r>
            <a:endParaRPr/>
          </a:p>
        </p:txBody>
      </p:sp>
      <p:sp>
        <p:nvSpPr>
          <p:cNvPr id="634" name="Google Shape;634;p32"/>
          <p:cNvSpPr txBox="1"/>
          <p:nvPr/>
        </p:nvSpPr>
        <p:spPr>
          <a:xfrm>
            <a:off x="10837529" y="5808126"/>
            <a:ext cx="6421771" cy="9005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4670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баярлалаа!</a:t>
            </a:r>
            <a:endParaRPr/>
          </a:p>
        </p:txBody>
      </p:sp>
      <p:sp>
        <p:nvSpPr>
          <p:cNvPr id="635" name="Google Shape;635;p32"/>
          <p:cNvSpPr txBox="1"/>
          <p:nvPr/>
        </p:nvSpPr>
        <p:spPr>
          <a:xfrm>
            <a:off x="10837529" y="6518115"/>
            <a:ext cx="6421771" cy="9005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4670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баярлалаа!</a:t>
            </a:r>
            <a:endParaRPr/>
          </a:p>
        </p:txBody>
      </p:sp>
      <p:sp>
        <p:nvSpPr>
          <p:cNvPr id="636" name="Google Shape;636;p32"/>
          <p:cNvSpPr txBox="1"/>
          <p:nvPr/>
        </p:nvSpPr>
        <p:spPr>
          <a:xfrm>
            <a:off x="10837529" y="7228104"/>
            <a:ext cx="6421771" cy="9005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4670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баярлалаа!</a:t>
            </a:r>
            <a:endParaRPr/>
          </a:p>
        </p:txBody>
      </p:sp>
      <p:sp>
        <p:nvSpPr>
          <p:cNvPr id="637" name="Google Shape;637;p32"/>
          <p:cNvSpPr txBox="1"/>
          <p:nvPr/>
        </p:nvSpPr>
        <p:spPr>
          <a:xfrm>
            <a:off x="10837529" y="7938094"/>
            <a:ext cx="6421771" cy="9005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4670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баярлалаа!</a:t>
            </a:r>
            <a:endParaRPr/>
          </a:p>
        </p:txBody>
      </p:sp>
      <p:sp>
        <p:nvSpPr>
          <p:cNvPr id="638" name="Google Shape;638;p32"/>
          <p:cNvSpPr txBox="1"/>
          <p:nvPr/>
        </p:nvSpPr>
        <p:spPr>
          <a:xfrm>
            <a:off x="10837529" y="8648083"/>
            <a:ext cx="6421771" cy="9005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4670" u="none" cap="none" strike="noStrike">
                <a:solidFill>
                  <a:srgbClr val="5C8A00"/>
                </a:solidFill>
                <a:latin typeface="Arial"/>
                <a:ea typeface="Arial"/>
                <a:cs typeface="Arial"/>
                <a:sym typeface="Arial"/>
              </a:rPr>
              <a:t>баярлалаа!</a:t>
            </a:r>
            <a:endParaRPr/>
          </a:p>
        </p:txBody>
      </p:sp>
      <p:sp>
        <p:nvSpPr>
          <p:cNvPr id="639" name="Google Shape;639;p32"/>
          <p:cNvSpPr/>
          <p:nvPr/>
        </p:nvSpPr>
        <p:spPr>
          <a:xfrm flipH="1">
            <a:off x="3472066" y="0"/>
            <a:ext cx="12444846" cy="10530831"/>
          </a:xfrm>
          <a:custGeom>
            <a:rect b="b" l="l" r="r" t="t"/>
            <a:pathLst>
              <a:path extrusionOk="0" h="10530831" w="12444846">
                <a:moveTo>
                  <a:pt x="12444846" y="0"/>
                </a:moveTo>
                <a:lnTo>
                  <a:pt x="0" y="0"/>
                </a:lnTo>
                <a:lnTo>
                  <a:pt x="0" y="10530831"/>
                </a:lnTo>
                <a:lnTo>
                  <a:pt x="12444846" y="10530831"/>
                </a:lnTo>
                <a:lnTo>
                  <a:pt x="12444846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-12705" r="-14219" t="0"/>
            </a:stretch>
          </a:blipFill>
          <a:ln>
            <a:noFill/>
          </a:ln>
        </p:spPr>
      </p:sp>
      <p:sp>
        <p:nvSpPr>
          <p:cNvPr id="640" name="Google Shape;640;p32"/>
          <p:cNvSpPr/>
          <p:nvPr/>
        </p:nvSpPr>
        <p:spPr>
          <a:xfrm>
            <a:off x="5445052" y="4147712"/>
            <a:ext cx="9025086" cy="2091401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lang="mn-MN" b="0" i="0">
                <a:ln cap="flat" cmpd="sng" w="76200">
                  <a:solidFill>
                    <a:srgbClr val="8ACE03"/>
                  </a:solidFill>
                  <a:prstDash val="solid"/>
                  <a:round/>
                  <a:headEnd len="sm" w="sm" type="none"/>
                  <a:tailEnd len="sm" w="sm" type="none"/>
                </a:ln>
                <a:solidFill>
                  <a:schemeClr val="dk1"/>
                </a:solidFill>
                <a:latin typeface="Arial"/>
              </a:rPr>
              <a:t>баяртай.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