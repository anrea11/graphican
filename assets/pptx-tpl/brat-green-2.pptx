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1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8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73" r:id="rId2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  <Relationship Id="rId23" Type="http://schemas.openxmlformats.org/officeDocument/2006/relationships/slide" Target="slides/slide18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solidFill>
          <a:srgbClr val="8ACE0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1028700" y="91440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12705109" y="914400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1028700" y="133858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1028700" y="176276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1028700" y="218694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1028700" y="261112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1028700" y="303530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1028700" y="345948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1028700" y="388366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1028700" y="4307841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" name="Google Shape;26;p3"/>
          <p:cNvSpPr txBox="1"/>
          <p:nvPr/>
        </p:nvSpPr>
        <p:spPr>
          <a:xfrm>
            <a:off x="1028700" y="4732021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12705109" y="1365986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12705109" y="1817572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9" name="Google Shape;29;p3"/>
          <p:cNvSpPr txBox="1"/>
          <p:nvPr/>
        </p:nvSpPr>
        <p:spPr>
          <a:xfrm>
            <a:off x="12705109" y="2269158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0" name="Google Shape;30;p3"/>
          <p:cNvSpPr txBox="1"/>
          <p:nvPr/>
        </p:nvSpPr>
        <p:spPr>
          <a:xfrm>
            <a:off x="12705109" y="2720744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12705109" y="3172330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2" name="Google Shape;32;p3"/>
          <p:cNvSpPr txBox="1"/>
          <p:nvPr/>
        </p:nvSpPr>
        <p:spPr>
          <a:xfrm>
            <a:off x="12705109" y="3623916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3" name="Google Shape;33;p3"/>
          <p:cNvSpPr txBox="1"/>
          <p:nvPr/>
        </p:nvSpPr>
        <p:spPr>
          <a:xfrm>
            <a:off x="12705109" y="4075502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12705109" y="4527089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5" name="Google Shape;35;p3"/>
          <p:cNvSpPr txBox="1"/>
          <p:nvPr/>
        </p:nvSpPr>
        <p:spPr>
          <a:xfrm>
            <a:off x="12705109" y="4978675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6" name="Google Shape;36;p3"/>
          <p:cNvSpPr txBox="1"/>
          <p:nvPr/>
        </p:nvSpPr>
        <p:spPr>
          <a:xfrm>
            <a:off x="12705109" y="5430261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12705109" y="5881847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8" name="Google Shape;38;p3"/>
          <p:cNvSpPr txBox="1"/>
          <p:nvPr/>
        </p:nvSpPr>
        <p:spPr>
          <a:xfrm>
            <a:off x="12705109" y="6333433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9" name="Google Shape;39;p3"/>
          <p:cNvSpPr txBox="1"/>
          <p:nvPr/>
        </p:nvSpPr>
        <p:spPr>
          <a:xfrm>
            <a:off x="12705109" y="6785019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40" name="Google Shape;40;p3"/>
          <p:cNvSpPr txBox="1"/>
          <p:nvPr/>
        </p:nvSpPr>
        <p:spPr>
          <a:xfrm>
            <a:off x="12705109" y="7236605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41" name="Google Shape;41;p3"/>
          <p:cNvSpPr txBox="1"/>
          <p:nvPr/>
        </p:nvSpPr>
        <p:spPr>
          <a:xfrm>
            <a:off x="1028700" y="519076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2" name="Google Shape;42;p3"/>
          <p:cNvSpPr txBox="1"/>
          <p:nvPr/>
        </p:nvSpPr>
        <p:spPr>
          <a:xfrm>
            <a:off x="1028700" y="561494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3" name="Google Shape;43;p3"/>
          <p:cNvSpPr txBox="1"/>
          <p:nvPr/>
        </p:nvSpPr>
        <p:spPr>
          <a:xfrm>
            <a:off x="1028700" y="603912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1028700" y="646330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5" name="Google Shape;45;p3"/>
          <p:cNvSpPr txBox="1"/>
          <p:nvPr/>
        </p:nvSpPr>
        <p:spPr>
          <a:xfrm>
            <a:off x="1028700" y="688748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6" name="Google Shape;46;p3"/>
          <p:cNvSpPr txBox="1"/>
          <p:nvPr/>
        </p:nvSpPr>
        <p:spPr>
          <a:xfrm>
            <a:off x="1028700" y="731166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1028700" y="773584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8" name="Google Shape;48;p3"/>
          <p:cNvSpPr txBox="1"/>
          <p:nvPr/>
        </p:nvSpPr>
        <p:spPr>
          <a:xfrm>
            <a:off x="1028700" y="816002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9" name="Google Shape;49;p3"/>
          <p:cNvSpPr txBox="1"/>
          <p:nvPr/>
        </p:nvSpPr>
        <p:spPr>
          <a:xfrm>
            <a:off x="1028700" y="858420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1028700" y="900838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12705109" y="7689360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52" name="Google Shape;52;p3"/>
          <p:cNvSpPr txBox="1"/>
          <p:nvPr/>
        </p:nvSpPr>
        <p:spPr>
          <a:xfrm>
            <a:off x="12705109" y="8140946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53" name="Google Shape;53;p3"/>
          <p:cNvSpPr txBox="1"/>
          <p:nvPr/>
        </p:nvSpPr>
        <p:spPr>
          <a:xfrm>
            <a:off x="12705109" y="8592532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 flipH="1">
            <a:off x="2866281" y="0"/>
            <a:ext cx="12146331" cy="11193853"/>
          </a:xfrm>
          <a:custGeom>
            <a:rect b="b" l="l" r="r" t="t"/>
            <a:pathLst>
              <a:path extrusionOk="0" h="11193853" w="12146331">
                <a:moveTo>
                  <a:pt x="12146331" y="0"/>
                </a:moveTo>
                <a:lnTo>
                  <a:pt x="0" y="0"/>
                </a:lnTo>
                <a:lnTo>
                  <a:pt x="0" y="11193853"/>
                </a:lnTo>
                <a:lnTo>
                  <a:pt x="12146331" y="11193853"/>
                </a:lnTo>
                <a:lnTo>
                  <a:pt x="12146331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38239" r="0" t="0"/>
            </a:stretch>
          </a:blipFill>
          <a:ln>
            <a:noFill/>
          </a:ln>
        </p:spPr>
      </p:sp>
      <p:sp>
        <p:nvSpPr>
          <p:cNvPr id="55" name="Google Shape;55;p3"/>
          <p:cNvSpPr/>
          <p:nvPr/>
        </p:nvSpPr>
        <p:spPr>
          <a:xfrm>
            <a:off x="5699104" y="3571600"/>
            <a:ext cx="6480660" cy="28593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8ACE0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brat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8" name="Google Shape;58;p4"/>
          <p:cNvGrpSpPr/>
          <p:nvPr/>
        </p:nvGrpSpPr>
        <p:grpSpPr>
          <a:xfrm rot="-1717495">
            <a:off x="-703321" y="246059"/>
            <a:ext cx="4317187" cy="4114819"/>
            <a:chOff x="0" y="0"/>
            <a:chExt cx="812800" cy="774700"/>
          </a:xfrm>
        </p:grpSpPr>
        <p:sp>
          <p:nvSpPr>
            <p:cNvPr id="59" name="Google Shape;59;p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60" name="Google Shape;60;p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4"/>
          <p:cNvSpPr/>
          <p:nvPr/>
        </p:nvSpPr>
        <p:spPr>
          <a:xfrm>
            <a:off x="-94957" y="-207093"/>
            <a:ext cx="10253332" cy="10701187"/>
          </a:xfrm>
          <a:custGeom>
            <a:rect b="b" l="l" r="r" t="t"/>
            <a:pathLst>
              <a:path extrusionOk="0" h="10701187" w="10253332">
                <a:moveTo>
                  <a:pt x="0" y="0"/>
                </a:moveTo>
                <a:lnTo>
                  <a:pt x="10253332" y="0"/>
                </a:lnTo>
                <a:lnTo>
                  <a:pt x="10253332" y="10701186"/>
                </a:lnTo>
                <a:lnTo>
                  <a:pt x="0" y="10701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62248" r="-16268" t="-14028"/>
            </a:stretch>
          </a:blipFill>
          <a:ln>
            <a:noFill/>
          </a:ln>
        </p:spPr>
      </p:sp>
      <p:grpSp>
        <p:nvGrpSpPr>
          <p:cNvPr id="62" name="Google Shape;62;p4"/>
          <p:cNvGrpSpPr/>
          <p:nvPr/>
        </p:nvGrpSpPr>
        <p:grpSpPr>
          <a:xfrm rot="1204684">
            <a:off x="6502883" y="-652397"/>
            <a:ext cx="3268246" cy="3115047"/>
            <a:chOff x="0" y="0"/>
            <a:chExt cx="812800" cy="774700"/>
          </a:xfrm>
        </p:grpSpPr>
        <p:sp>
          <p:nvSpPr>
            <p:cNvPr id="63" name="Google Shape;63;p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64" name="Google Shape;64;p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65;p4"/>
          <p:cNvGrpSpPr/>
          <p:nvPr/>
        </p:nvGrpSpPr>
        <p:grpSpPr>
          <a:xfrm rot="-526258">
            <a:off x="10985940" y="-169915"/>
            <a:ext cx="2255809" cy="2150068"/>
            <a:chOff x="0" y="0"/>
            <a:chExt cx="812800" cy="774700"/>
          </a:xfrm>
        </p:grpSpPr>
        <p:sp>
          <p:nvSpPr>
            <p:cNvPr id="66" name="Google Shape;66;p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67" name="Google Shape;67;p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" name="Google Shape;68;p4"/>
          <p:cNvGrpSpPr/>
          <p:nvPr/>
        </p:nvGrpSpPr>
        <p:grpSpPr>
          <a:xfrm rot="1269121">
            <a:off x="14295727" y="292317"/>
            <a:ext cx="1970936" cy="1878549"/>
            <a:chOff x="0" y="0"/>
            <a:chExt cx="812800" cy="774700"/>
          </a:xfrm>
        </p:grpSpPr>
        <p:sp>
          <p:nvSpPr>
            <p:cNvPr id="69" name="Google Shape;69;p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70" name="Google Shape;70;p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4"/>
          <p:cNvGrpSpPr/>
          <p:nvPr/>
        </p:nvGrpSpPr>
        <p:grpSpPr>
          <a:xfrm rot="-440593">
            <a:off x="16951933" y="2019063"/>
            <a:ext cx="1432114" cy="1364983"/>
            <a:chOff x="0" y="0"/>
            <a:chExt cx="812800" cy="774700"/>
          </a:xfrm>
        </p:grpSpPr>
        <p:sp>
          <p:nvSpPr>
            <p:cNvPr id="72" name="Google Shape;72;p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73" name="Google Shape;73;p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"/>
          <p:cNvSpPr/>
          <p:nvPr/>
        </p:nvSpPr>
        <p:spPr>
          <a:xfrm>
            <a:off x="9492729" y="478467"/>
            <a:ext cx="13456284" cy="9786825"/>
          </a:xfrm>
          <a:custGeom>
            <a:rect b="b" l="l" r="r" t="t"/>
            <a:pathLst>
              <a:path extrusionOk="0" h="9786825" w="13456284">
                <a:moveTo>
                  <a:pt x="0" y="0"/>
                </a:moveTo>
                <a:lnTo>
                  <a:pt x="13456285" y="0"/>
                </a:lnTo>
                <a:lnTo>
                  <a:pt x="13456285" y="9786825"/>
                </a:lnTo>
                <a:lnTo>
                  <a:pt x="0" y="978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29589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"/>
          <p:cNvSpPr/>
          <p:nvPr/>
        </p:nvSpPr>
        <p:spPr>
          <a:xfrm>
            <a:off x="16002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80" name="Google Shape;80;p6"/>
          <p:cNvSpPr/>
          <p:nvPr/>
        </p:nvSpPr>
        <p:spPr>
          <a:xfrm>
            <a:off x="12573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81" name="Google Shape;81;p6"/>
          <p:cNvSpPr/>
          <p:nvPr/>
        </p:nvSpPr>
        <p:spPr>
          <a:xfrm>
            <a:off x="9144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82" name="Google Shape;82;p6"/>
          <p:cNvSpPr/>
          <p:nvPr/>
        </p:nvSpPr>
        <p:spPr>
          <a:xfrm>
            <a:off x="5715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83" name="Google Shape;83;p6"/>
          <p:cNvSpPr/>
          <p:nvPr/>
        </p:nvSpPr>
        <p:spPr>
          <a:xfrm>
            <a:off x="2286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84" name="Google Shape;84;p6"/>
          <p:cNvSpPr/>
          <p:nvPr/>
        </p:nvSpPr>
        <p:spPr>
          <a:xfrm>
            <a:off x="-1143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cxnSp>
        <p:nvCxnSpPr>
          <p:cNvPr id="85" name="Google Shape;85;p6"/>
          <p:cNvCxnSpPr/>
          <p:nvPr/>
        </p:nvCxnSpPr>
        <p:spPr>
          <a:xfrm>
            <a:off x="1028878" y="4634471"/>
            <a:ext cx="42486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6"/>
          <p:cNvSpPr txBox="1"/>
          <p:nvPr/>
        </p:nvSpPr>
        <p:spPr>
          <a:xfrm>
            <a:off x="1028700" y="367821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cxnSp>
        <p:nvCxnSpPr>
          <p:cNvPr id="87" name="Google Shape;87;p6"/>
          <p:cNvCxnSpPr/>
          <p:nvPr/>
        </p:nvCxnSpPr>
        <p:spPr>
          <a:xfrm>
            <a:off x="6610204" y="4634471"/>
            <a:ext cx="42486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6"/>
          <p:cNvSpPr txBox="1"/>
          <p:nvPr/>
        </p:nvSpPr>
        <p:spPr>
          <a:xfrm>
            <a:off x="6610026" y="367821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cxnSp>
        <p:nvCxnSpPr>
          <p:cNvPr id="89" name="Google Shape;89;p6"/>
          <p:cNvCxnSpPr/>
          <p:nvPr/>
        </p:nvCxnSpPr>
        <p:spPr>
          <a:xfrm>
            <a:off x="12192356" y="4634471"/>
            <a:ext cx="42486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6"/>
          <p:cNvSpPr txBox="1"/>
          <p:nvPr/>
        </p:nvSpPr>
        <p:spPr>
          <a:xfrm>
            <a:off x="12192178" y="367821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3" name="Google Shape;93;p7"/>
          <p:cNvCxnSpPr/>
          <p:nvPr/>
        </p:nvCxnSpPr>
        <p:spPr>
          <a:xfrm>
            <a:off x="0" y="6075426"/>
            <a:ext cx="18288000" cy="0"/>
          </a:xfrm>
          <a:prstGeom prst="straightConnector1">
            <a:avLst/>
          </a:prstGeom>
          <a:noFill/>
          <a:ln cap="flat" cmpd="sng" w="95250">
            <a:solidFill>
              <a:srgbClr val="5C8A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4" name="Google Shape;94;p7"/>
          <p:cNvGrpSpPr/>
          <p:nvPr/>
        </p:nvGrpSpPr>
        <p:grpSpPr>
          <a:xfrm>
            <a:off x="1028700" y="5423278"/>
            <a:ext cx="1049244" cy="1000060"/>
            <a:chOff x="0" y="0"/>
            <a:chExt cx="812800" cy="774700"/>
          </a:xfrm>
        </p:grpSpPr>
        <p:sp>
          <p:nvSpPr>
            <p:cNvPr id="95" name="Google Shape;95;p7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96" name="Google Shape;96;p7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7"/>
          <p:cNvGrpSpPr/>
          <p:nvPr/>
        </p:nvGrpSpPr>
        <p:grpSpPr>
          <a:xfrm>
            <a:off x="8194972" y="5423278"/>
            <a:ext cx="1049244" cy="1000060"/>
            <a:chOff x="0" y="0"/>
            <a:chExt cx="812800" cy="774700"/>
          </a:xfrm>
        </p:grpSpPr>
        <p:sp>
          <p:nvSpPr>
            <p:cNvPr id="98" name="Google Shape;98;p7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99" name="Google Shape;99;p7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4611836" y="5423278"/>
            <a:ext cx="1049244" cy="1000060"/>
            <a:chOff x="0" y="0"/>
            <a:chExt cx="812800" cy="774700"/>
          </a:xfrm>
        </p:grpSpPr>
        <p:sp>
          <p:nvSpPr>
            <p:cNvPr id="101" name="Google Shape;101;p7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102" name="Google Shape;102;p7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11778108" y="5423278"/>
            <a:ext cx="1049244" cy="1000060"/>
            <a:chOff x="0" y="0"/>
            <a:chExt cx="812800" cy="774700"/>
          </a:xfrm>
        </p:grpSpPr>
        <p:sp>
          <p:nvSpPr>
            <p:cNvPr id="104" name="Google Shape;104;p7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105" name="Google Shape;105;p7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7"/>
          <p:cNvSpPr/>
          <p:nvPr/>
        </p:nvSpPr>
        <p:spPr>
          <a:xfrm>
            <a:off x="15236952" y="0"/>
            <a:ext cx="3048000" cy="3048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107" name="Google Shape;107;p7"/>
          <p:cNvSpPr/>
          <p:nvPr/>
        </p:nvSpPr>
        <p:spPr>
          <a:xfrm>
            <a:off x="27795" y="7235952"/>
            <a:ext cx="3048000" cy="3048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5">
    <p:bg>
      <p:bgPr>
        <a:solidFill>
          <a:srgbClr val="8ACE03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8"/>
          <p:cNvGrpSpPr/>
          <p:nvPr/>
        </p:nvGrpSpPr>
        <p:grpSpPr>
          <a:xfrm rot="-1467106">
            <a:off x="10502296" y="3843112"/>
            <a:ext cx="3354471" cy="3197230"/>
            <a:chOff x="0" y="0"/>
            <a:chExt cx="812800" cy="774700"/>
          </a:xfrm>
        </p:grpSpPr>
        <p:sp>
          <p:nvSpPr>
            <p:cNvPr id="110" name="Google Shape;110;p8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1" name="Google Shape;111;p8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8"/>
          <p:cNvGrpSpPr/>
          <p:nvPr/>
        </p:nvGrpSpPr>
        <p:grpSpPr>
          <a:xfrm>
            <a:off x="0" y="8495271"/>
            <a:ext cx="19585319" cy="1785938"/>
            <a:chOff x="0" y="0"/>
            <a:chExt cx="26113758" cy="2381250"/>
          </a:xfrm>
        </p:grpSpPr>
        <p:sp>
          <p:nvSpPr>
            <p:cNvPr id="113" name="Google Shape;113;p8"/>
            <p:cNvSpPr/>
            <p:nvPr/>
          </p:nvSpPr>
          <p:spPr>
            <a:xfrm>
              <a:off x="0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4" name="Google Shape;114;p8"/>
            <p:cNvSpPr/>
            <p:nvPr/>
          </p:nvSpPr>
          <p:spPr>
            <a:xfrm>
              <a:off x="2388973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5" name="Google Shape;115;p8"/>
            <p:cNvSpPr/>
            <p:nvPr/>
          </p:nvSpPr>
          <p:spPr>
            <a:xfrm>
              <a:off x="4777945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6" name="Google Shape;116;p8"/>
            <p:cNvSpPr/>
            <p:nvPr/>
          </p:nvSpPr>
          <p:spPr>
            <a:xfrm>
              <a:off x="7166918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7" name="Google Shape;117;p8"/>
            <p:cNvSpPr/>
            <p:nvPr/>
          </p:nvSpPr>
          <p:spPr>
            <a:xfrm>
              <a:off x="9477281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8" name="Google Shape;118;p8"/>
            <p:cNvSpPr/>
            <p:nvPr/>
          </p:nvSpPr>
          <p:spPr>
            <a:xfrm>
              <a:off x="11866254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9" name="Google Shape;119;p8"/>
            <p:cNvSpPr/>
            <p:nvPr/>
          </p:nvSpPr>
          <p:spPr>
            <a:xfrm>
              <a:off x="14255226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20" name="Google Shape;120;p8"/>
            <p:cNvSpPr/>
            <p:nvPr/>
          </p:nvSpPr>
          <p:spPr>
            <a:xfrm>
              <a:off x="16644199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21" name="Google Shape;121;p8"/>
            <p:cNvSpPr/>
            <p:nvPr/>
          </p:nvSpPr>
          <p:spPr>
            <a:xfrm>
              <a:off x="19033171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22" name="Google Shape;122;p8"/>
            <p:cNvSpPr/>
            <p:nvPr/>
          </p:nvSpPr>
          <p:spPr>
            <a:xfrm>
              <a:off x="21422144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23" name="Google Shape;123;p8"/>
            <p:cNvSpPr/>
            <p:nvPr/>
          </p:nvSpPr>
          <p:spPr>
            <a:xfrm>
              <a:off x="23732508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24" name="Google Shape;124;p8"/>
          <p:cNvSpPr/>
          <p:nvPr/>
        </p:nvSpPr>
        <p:spPr>
          <a:xfrm>
            <a:off x="4319915" y="-217012"/>
            <a:ext cx="13968085" cy="11317496"/>
          </a:xfrm>
          <a:custGeom>
            <a:rect b="b" l="l" r="r" t="t"/>
            <a:pathLst>
              <a:path extrusionOk="0" h="11317496" w="13968085">
                <a:moveTo>
                  <a:pt x="0" y="0"/>
                </a:moveTo>
                <a:lnTo>
                  <a:pt x="13968085" y="0"/>
                </a:lnTo>
                <a:lnTo>
                  <a:pt x="13968085" y="11317496"/>
                </a:lnTo>
                <a:lnTo>
                  <a:pt x="0" y="11317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3808" r="-15439" t="-10389"/>
            </a:stretch>
          </a:blipFill>
          <a:ln>
            <a:noFill/>
          </a:ln>
        </p:spPr>
      </p:sp>
      <p:grpSp>
        <p:nvGrpSpPr>
          <p:cNvPr id="125" name="Google Shape;125;p8"/>
          <p:cNvGrpSpPr/>
          <p:nvPr/>
        </p:nvGrpSpPr>
        <p:grpSpPr>
          <a:xfrm rot="1196134">
            <a:off x="15539089" y="333428"/>
            <a:ext cx="2427221" cy="2313445"/>
            <a:chOff x="0" y="0"/>
            <a:chExt cx="812800" cy="774700"/>
          </a:xfrm>
        </p:grpSpPr>
        <p:sp>
          <p:nvSpPr>
            <p:cNvPr id="126" name="Google Shape;126;p8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27" name="Google Shape;127;p8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8"/>
          <p:cNvGrpSpPr/>
          <p:nvPr/>
        </p:nvGrpSpPr>
        <p:grpSpPr>
          <a:xfrm rot="-260840">
            <a:off x="15685785" y="7524386"/>
            <a:ext cx="2037293" cy="1941795"/>
            <a:chOff x="0" y="0"/>
            <a:chExt cx="812800" cy="774700"/>
          </a:xfrm>
        </p:grpSpPr>
        <p:sp>
          <p:nvSpPr>
            <p:cNvPr id="129" name="Google Shape;129;p8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30" name="Google Shape;130;p8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8"/>
          <p:cNvGrpSpPr/>
          <p:nvPr/>
        </p:nvGrpSpPr>
        <p:grpSpPr>
          <a:xfrm rot="-260825">
            <a:off x="4037337" y="6721245"/>
            <a:ext cx="1529131" cy="1457453"/>
            <a:chOff x="0" y="0"/>
            <a:chExt cx="812800" cy="774700"/>
          </a:xfrm>
        </p:grpSpPr>
        <p:sp>
          <p:nvSpPr>
            <p:cNvPr id="132" name="Google Shape;132;p8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33" name="Google Shape;133;p8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5_1">
    <p:bg>
      <p:bgPr>
        <a:solidFill>
          <a:srgbClr val="8ACE03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 flipH="1">
            <a:off x="6671563" y="1684154"/>
            <a:ext cx="6589189" cy="7574146"/>
          </a:xfrm>
          <a:custGeom>
            <a:rect b="b" l="l" r="r" t="t"/>
            <a:pathLst>
              <a:path extrusionOk="0" h="7574146" w="6589189">
                <a:moveTo>
                  <a:pt x="6589189" y="0"/>
                </a:moveTo>
                <a:lnTo>
                  <a:pt x="0" y="0"/>
                </a:lnTo>
                <a:lnTo>
                  <a:pt x="0" y="7574146"/>
                </a:lnTo>
                <a:lnTo>
                  <a:pt x="6589189" y="7574146"/>
                </a:lnTo>
                <a:lnTo>
                  <a:pt x="6589189" y="0"/>
                </a:lnTo>
                <a:close/>
              </a:path>
            </a:pathLst>
          </a:custGeom>
          <a:blipFill rotWithShape="1">
            <a:blip r:embed="rId2">
              <a:alphaModFix amt="80000"/>
            </a:blip>
            <a:stretch>
              <a:fillRect b="-82464" l="-153330" r="-48994" t="-80554"/>
            </a:stretch>
          </a:blipFill>
          <a:ln>
            <a:noFill/>
          </a:ln>
        </p:spPr>
      </p:sp>
      <p:grpSp>
        <p:nvGrpSpPr>
          <p:cNvPr id="136" name="Google Shape;136;p9"/>
          <p:cNvGrpSpPr/>
          <p:nvPr/>
        </p:nvGrpSpPr>
        <p:grpSpPr>
          <a:xfrm rot="1686129">
            <a:off x="6742730" y="7515816"/>
            <a:ext cx="3066604" cy="2922857"/>
            <a:chOff x="0" y="0"/>
            <a:chExt cx="812800" cy="774700"/>
          </a:xfrm>
        </p:grpSpPr>
        <p:sp>
          <p:nvSpPr>
            <p:cNvPr id="137" name="Google Shape;137;p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38" name="Google Shape;138;p9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9"/>
          <p:cNvSpPr/>
          <p:nvPr/>
        </p:nvSpPr>
        <p:spPr>
          <a:xfrm flipH="1">
            <a:off x="12731364" y="1684154"/>
            <a:ext cx="6489251" cy="7574146"/>
          </a:xfrm>
          <a:custGeom>
            <a:rect b="b" l="l" r="r" t="t"/>
            <a:pathLst>
              <a:path extrusionOk="0" h="7574146" w="6489251">
                <a:moveTo>
                  <a:pt x="6489251" y="0"/>
                </a:moveTo>
                <a:lnTo>
                  <a:pt x="0" y="0"/>
                </a:lnTo>
                <a:lnTo>
                  <a:pt x="0" y="7574146"/>
                </a:lnTo>
                <a:lnTo>
                  <a:pt x="6489251" y="7574146"/>
                </a:lnTo>
                <a:lnTo>
                  <a:pt x="6489251" y="0"/>
                </a:lnTo>
                <a:close/>
              </a:path>
            </a:pathLst>
          </a:custGeom>
          <a:blipFill rotWithShape="1">
            <a:blip r:embed="rId2">
              <a:alphaModFix amt="80000"/>
            </a:blip>
            <a:stretch>
              <a:fillRect b="-83784" l="-46354" r="-160629" t="-79234"/>
            </a:stretch>
          </a:blipFill>
          <a:ln>
            <a:noFill/>
          </a:ln>
        </p:spPr>
      </p:sp>
      <p:grpSp>
        <p:nvGrpSpPr>
          <p:cNvPr id="140" name="Google Shape;140;p9"/>
          <p:cNvGrpSpPr/>
          <p:nvPr/>
        </p:nvGrpSpPr>
        <p:grpSpPr>
          <a:xfrm rot="-1320466">
            <a:off x="11540213" y="602341"/>
            <a:ext cx="4106813" cy="3914306"/>
            <a:chOff x="0" y="0"/>
            <a:chExt cx="812800" cy="774700"/>
          </a:xfrm>
        </p:grpSpPr>
        <p:sp>
          <p:nvSpPr>
            <p:cNvPr id="141" name="Google Shape;141;p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42" name="Google Shape;142;p9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9"/>
          <p:cNvGrpSpPr/>
          <p:nvPr/>
        </p:nvGrpSpPr>
        <p:grpSpPr>
          <a:xfrm rot="449371">
            <a:off x="14907996" y="8124410"/>
            <a:ext cx="1475383" cy="1406224"/>
            <a:chOff x="0" y="0"/>
            <a:chExt cx="812800" cy="774700"/>
          </a:xfrm>
        </p:grpSpPr>
        <p:sp>
          <p:nvSpPr>
            <p:cNvPr id="144" name="Google Shape;144;p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45" name="Google Shape;145;p9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6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0"/>
          <p:cNvSpPr/>
          <p:nvPr/>
        </p:nvSpPr>
        <p:spPr>
          <a:xfrm rot="-223697">
            <a:off x="-2445549" y="921657"/>
            <a:ext cx="10626639" cy="10420335"/>
          </a:xfrm>
          <a:custGeom>
            <a:rect b="b" l="l" r="r" t="t"/>
            <a:pathLst>
              <a:path extrusionOk="0" h="10424343" w="10630726">
                <a:moveTo>
                  <a:pt x="0" y="0"/>
                </a:moveTo>
                <a:lnTo>
                  <a:pt x="10630726" y="0"/>
                </a:lnTo>
                <a:lnTo>
                  <a:pt x="10630726" y="10424342"/>
                </a:lnTo>
                <a:lnTo>
                  <a:pt x="0" y="10424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0000"/>
            </a:blip>
            <a:stretch>
              <a:fillRect b="-8419" l="-98644" r="-27247" t="-45157"/>
            </a:stretch>
          </a:blipFill>
          <a:ln>
            <a:noFill/>
          </a:ln>
        </p:spPr>
      </p:sp>
      <p:cxnSp>
        <p:nvCxnSpPr>
          <p:cNvPr id="149" name="Google Shape;149;p10"/>
          <p:cNvCxnSpPr/>
          <p:nvPr/>
        </p:nvCxnSpPr>
        <p:spPr>
          <a:xfrm>
            <a:off x="10947535" y="2928974"/>
            <a:ext cx="61044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10"/>
          <p:cNvSpPr txBox="1"/>
          <p:nvPr/>
        </p:nvSpPr>
        <p:spPr>
          <a:xfrm>
            <a:off x="10947357" y="1972718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cxnSp>
        <p:nvCxnSpPr>
          <p:cNvPr id="151" name="Google Shape;151;p10"/>
          <p:cNvCxnSpPr/>
          <p:nvPr/>
        </p:nvCxnSpPr>
        <p:spPr>
          <a:xfrm>
            <a:off x="10947535" y="6735512"/>
            <a:ext cx="61044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0"/>
          <p:cNvSpPr txBox="1"/>
          <p:nvPr/>
        </p:nvSpPr>
        <p:spPr>
          <a:xfrm>
            <a:off x="10947357" y="5779256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grpSp>
        <p:nvGrpSpPr>
          <p:cNvPr id="153" name="Google Shape;153;p10"/>
          <p:cNvGrpSpPr/>
          <p:nvPr/>
        </p:nvGrpSpPr>
        <p:grpSpPr>
          <a:xfrm>
            <a:off x="5188497" y="6969287"/>
            <a:ext cx="1272601" cy="1212948"/>
            <a:chOff x="0" y="0"/>
            <a:chExt cx="812800" cy="774700"/>
          </a:xfrm>
        </p:grpSpPr>
        <p:sp>
          <p:nvSpPr>
            <p:cNvPr id="154" name="Google Shape;154;p10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8A00"/>
            </a:solidFill>
            <a:ln>
              <a:noFill/>
            </a:ln>
          </p:spPr>
        </p:sp>
        <p:sp>
          <p:nvSpPr>
            <p:cNvPr id="155" name="Google Shape;155;p10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0"/>
          <p:cNvGrpSpPr/>
          <p:nvPr/>
        </p:nvGrpSpPr>
        <p:grpSpPr>
          <a:xfrm>
            <a:off x="6726760" y="6969287"/>
            <a:ext cx="1272601" cy="1212948"/>
            <a:chOff x="0" y="0"/>
            <a:chExt cx="812800" cy="774700"/>
          </a:xfrm>
        </p:grpSpPr>
        <p:sp>
          <p:nvSpPr>
            <p:cNvPr id="157" name="Google Shape;157;p10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8A00"/>
            </a:solidFill>
            <a:ln>
              <a:noFill/>
            </a:ln>
          </p:spPr>
        </p:sp>
        <p:sp>
          <p:nvSpPr>
            <p:cNvPr id="158" name="Google Shape;158;p10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0"/>
          <p:cNvGrpSpPr/>
          <p:nvPr/>
        </p:nvGrpSpPr>
        <p:grpSpPr>
          <a:xfrm>
            <a:off x="8265023" y="6969287"/>
            <a:ext cx="1272601" cy="1212948"/>
            <a:chOff x="0" y="0"/>
            <a:chExt cx="812800" cy="774700"/>
          </a:xfrm>
        </p:grpSpPr>
        <p:sp>
          <p:nvSpPr>
            <p:cNvPr id="160" name="Google Shape;160;p10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8A00"/>
            </a:solidFill>
            <a:ln>
              <a:noFill/>
            </a:ln>
          </p:spPr>
        </p:sp>
        <p:sp>
          <p:nvSpPr>
            <p:cNvPr id="161" name="Google Shape;161;p10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8">
  <p:cSld name="CUSTOM_7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1"/>
          <p:cNvSpPr/>
          <p:nvPr/>
        </p:nvSpPr>
        <p:spPr>
          <a:xfrm>
            <a:off x="0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65" name="Google Shape;165;p11"/>
          <p:cNvSpPr/>
          <p:nvPr/>
        </p:nvSpPr>
        <p:spPr>
          <a:xfrm>
            <a:off x="1791729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66" name="Google Shape;166;p11"/>
          <p:cNvSpPr/>
          <p:nvPr/>
        </p:nvSpPr>
        <p:spPr>
          <a:xfrm>
            <a:off x="3583459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67" name="Google Shape;167;p11"/>
          <p:cNvSpPr/>
          <p:nvPr/>
        </p:nvSpPr>
        <p:spPr>
          <a:xfrm>
            <a:off x="5375188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68" name="Google Shape;168;p11"/>
          <p:cNvSpPr/>
          <p:nvPr/>
        </p:nvSpPr>
        <p:spPr>
          <a:xfrm>
            <a:off x="7107961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69" name="Google Shape;169;p11"/>
          <p:cNvSpPr/>
          <p:nvPr/>
        </p:nvSpPr>
        <p:spPr>
          <a:xfrm>
            <a:off x="8899690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70" name="Google Shape;170;p11"/>
          <p:cNvSpPr/>
          <p:nvPr/>
        </p:nvSpPr>
        <p:spPr>
          <a:xfrm>
            <a:off x="10691420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71" name="Google Shape;171;p11"/>
          <p:cNvSpPr/>
          <p:nvPr/>
        </p:nvSpPr>
        <p:spPr>
          <a:xfrm>
            <a:off x="12483149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72" name="Google Shape;172;p11"/>
          <p:cNvSpPr/>
          <p:nvPr/>
        </p:nvSpPr>
        <p:spPr>
          <a:xfrm>
            <a:off x="14274879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73" name="Google Shape;173;p11"/>
          <p:cNvSpPr/>
          <p:nvPr/>
        </p:nvSpPr>
        <p:spPr>
          <a:xfrm>
            <a:off x="16066608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74" name="Google Shape;174;p11"/>
          <p:cNvSpPr/>
          <p:nvPr/>
        </p:nvSpPr>
        <p:spPr>
          <a:xfrm>
            <a:off x="17799381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75" name="Google Shape;175;p11"/>
          <p:cNvSpPr/>
          <p:nvPr/>
        </p:nvSpPr>
        <p:spPr>
          <a:xfrm>
            <a:off x="-149473" y="526015"/>
            <a:ext cx="5490554" cy="9760985"/>
          </a:xfrm>
          <a:custGeom>
            <a:rect b="b" l="l" r="r" t="t"/>
            <a:pathLst>
              <a:path extrusionOk="0" h="9760985" w="5490554">
                <a:moveTo>
                  <a:pt x="0" y="0"/>
                </a:moveTo>
                <a:lnTo>
                  <a:pt x="5490554" y="0"/>
                </a:lnTo>
                <a:lnTo>
                  <a:pt x="5490554" y="9760985"/>
                </a:lnTo>
                <a:lnTo>
                  <a:pt x="0" y="9760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11"/>
          <p:cNvSpPr/>
          <p:nvPr/>
        </p:nvSpPr>
        <p:spPr>
          <a:xfrm flipH="1">
            <a:off x="12946919" y="526015"/>
            <a:ext cx="5490554" cy="9760985"/>
          </a:xfrm>
          <a:custGeom>
            <a:rect b="b" l="l" r="r" t="t"/>
            <a:pathLst>
              <a:path extrusionOk="0" h="9760985" w="5490554">
                <a:moveTo>
                  <a:pt x="5490554" y="0"/>
                </a:moveTo>
                <a:lnTo>
                  <a:pt x="0" y="0"/>
                </a:lnTo>
                <a:lnTo>
                  <a:pt x="0" y="9760985"/>
                </a:lnTo>
                <a:lnTo>
                  <a:pt x="5490554" y="9760985"/>
                </a:lnTo>
                <a:lnTo>
                  <a:pt x="5490554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9">
  <p:cSld name="CUSTOM_8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/>
          <p:nvPr/>
        </p:nvSpPr>
        <p:spPr>
          <a:xfrm>
            <a:off x="5454343" y="-1440417"/>
            <a:ext cx="12833657" cy="9133286"/>
          </a:xfrm>
          <a:custGeom>
            <a:rect b="b" l="l" r="r" t="t"/>
            <a:pathLst>
              <a:path extrusionOk="0" h="9133286" w="12833657">
                <a:moveTo>
                  <a:pt x="0" y="0"/>
                </a:moveTo>
                <a:lnTo>
                  <a:pt x="12833657" y="0"/>
                </a:lnTo>
                <a:lnTo>
                  <a:pt x="12833657" y="9133286"/>
                </a:lnTo>
                <a:lnTo>
                  <a:pt x="0" y="91332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2"/>
          <p:cNvSpPr/>
          <p:nvPr>
            <p:ph idx="2" type="pic"/>
          </p:nvPr>
        </p:nvSpPr>
        <p:spPr>
          <a:xfrm>
            <a:off x="871038" y="5372100"/>
            <a:ext cx="3681900" cy="36819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12"/>
          <p:cNvSpPr/>
          <p:nvPr>
            <p:ph idx="3" type="pic"/>
          </p:nvPr>
        </p:nvSpPr>
        <p:spPr>
          <a:xfrm>
            <a:off x="9144038" y="5372100"/>
            <a:ext cx="3681900" cy="36819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0">
  <p:cSld name="CUSTOM_9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3"/>
          <p:cNvSpPr/>
          <p:nvPr/>
        </p:nvSpPr>
        <p:spPr>
          <a:xfrm>
            <a:off x="0" y="3216556"/>
            <a:ext cx="10605667" cy="7070444"/>
          </a:xfrm>
          <a:custGeom>
            <a:rect b="b" l="l" r="r" t="t"/>
            <a:pathLst>
              <a:path extrusionOk="0" h="7070444" w="10605667">
                <a:moveTo>
                  <a:pt x="0" y="0"/>
                </a:moveTo>
                <a:lnTo>
                  <a:pt x="10605667" y="0"/>
                </a:lnTo>
                <a:lnTo>
                  <a:pt x="10605667" y="7070444"/>
                </a:lnTo>
                <a:lnTo>
                  <a:pt x="0" y="7070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85" name="Google Shape;185;p13"/>
          <p:cNvCxnSpPr/>
          <p:nvPr/>
        </p:nvCxnSpPr>
        <p:spPr>
          <a:xfrm>
            <a:off x="12247306" y="2193264"/>
            <a:ext cx="50121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13"/>
          <p:cNvCxnSpPr/>
          <p:nvPr/>
        </p:nvCxnSpPr>
        <p:spPr>
          <a:xfrm>
            <a:off x="12247306" y="5082844"/>
            <a:ext cx="50121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13"/>
          <p:cNvCxnSpPr/>
          <p:nvPr/>
        </p:nvCxnSpPr>
        <p:spPr>
          <a:xfrm>
            <a:off x="12247306" y="7972425"/>
            <a:ext cx="50121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1">
  <p:cSld name="CUSTOM_10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4"/>
          <p:cNvSpPr/>
          <p:nvPr/>
        </p:nvSpPr>
        <p:spPr>
          <a:xfrm rot="-266558">
            <a:off x="5269448" y="-634807"/>
            <a:ext cx="13747560" cy="10576350"/>
          </a:xfrm>
          <a:custGeom>
            <a:rect b="b" l="l" r="r" t="t"/>
            <a:pathLst>
              <a:path extrusionOk="0" h="10571000" w="13740606">
                <a:moveTo>
                  <a:pt x="0" y="0"/>
                </a:moveTo>
                <a:lnTo>
                  <a:pt x="13740606" y="0"/>
                </a:lnTo>
                <a:lnTo>
                  <a:pt x="13740606" y="10571001"/>
                </a:lnTo>
                <a:lnTo>
                  <a:pt x="0" y="105710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0000"/>
            </a:blip>
            <a:stretch>
              <a:fillRect b="0" l="0" r="0" t="-94969"/>
            </a:stretch>
          </a:blipFill>
          <a:ln>
            <a:noFill/>
          </a:ln>
        </p:spPr>
      </p:sp>
      <p:grpSp>
        <p:nvGrpSpPr>
          <p:cNvPr id="191" name="Google Shape;191;p14"/>
          <p:cNvGrpSpPr/>
          <p:nvPr/>
        </p:nvGrpSpPr>
        <p:grpSpPr>
          <a:xfrm rot="380638">
            <a:off x="-268525" y="114618"/>
            <a:ext cx="6940981" cy="6615622"/>
            <a:chOff x="0" y="0"/>
            <a:chExt cx="812800" cy="774700"/>
          </a:xfrm>
        </p:grpSpPr>
        <p:sp>
          <p:nvSpPr>
            <p:cNvPr id="192" name="Google Shape;192;p1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193" name="Google Shape;193;p1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14"/>
          <p:cNvGrpSpPr/>
          <p:nvPr/>
        </p:nvGrpSpPr>
        <p:grpSpPr>
          <a:xfrm rot="348763">
            <a:off x="5422345" y="3422459"/>
            <a:ext cx="5958142" cy="5678854"/>
            <a:chOff x="0" y="0"/>
            <a:chExt cx="812800" cy="774700"/>
          </a:xfrm>
        </p:grpSpPr>
        <p:sp>
          <p:nvSpPr>
            <p:cNvPr id="195" name="Google Shape;195;p1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196" name="Google Shape;196;p1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14"/>
          <p:cNvGrpSpPr/>
          <p:nvPr/>
        </p:nvGrpSpPr>
        <p:grpSpPr>
          <a:xfrm rot="-277954">
            <a:off x="452034" y="5719180"/>
            <a:ext cx="5499815" cy="5242012"/>
            <a:chOff x="0" y="0"/>
            <a:chExt cx="812800" cy="774700"/>
          </a:xfrm>
        </p:grpSpPr>
        <p:sp>
          <p:nvSpPr>
            <p:cNvPr id="198" name="Google Shape;198;p1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199" name="Google Shape;199;p1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14"/>
          <p:cNvGrpSpPr/>
          <p:nvPr/>
        </p:nvGrpSpPr>
        <p:grpSpPr>
          <a:xfrm rot="-662373">
            <a:off x="10862407" y="5504069"/>
            <a:ext cx="5367404" cy="5115807"/>
            <a:chOff x="0" y="0"/>
            <a:chExt cx="812800" cy="774700"/>
          </a:xfrm>
        </p:grpSpPr>
        <p:sp>
          <p:nvSpPr>
            <p:cNvPr id="201" name="Google Shape;201;p1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202" name="Google Shape;202;p1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CUSTOM_11">
    <p:bg>
      <p:bgPr>
        <a:solidFill>
          <a:srgbClr val="8ACE03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/>
          <p:nvPr/>
        </p:nvSpPr>
        <p:spPr>
          <a:xfrm>
            <a:off x="5676363" y="2919764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5676363" y="4001584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5676363" y="5083404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5676363" y="6165223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208" name="Google Shape;208;p15"/>
          <p:cNvSpPr txBox="1"/>
          <p:nvPr/>
        </p:nvSpPr>
        <p:spPr>
          <a:xfrm>
            <a:off x="5676363" y="7247043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5676363" y="8328863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210" name="Google Shape;210;p15"/>
          <p:cNvSpPr/>
          <p:nvPr>
            <p:ph idx="2" type="pic"/>
          </p:nvPr>
        </p:nvSpPr>
        <p:spPr>
          <a:xfrm>
            <a:off x="6" y="778675"/>
            <a:ext cx="5484300" cy="54843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5"/>
          <p:cNvSpPr/>
          <p:nvPr>
            <p:ph idx="3" type="pic"/>
          </p:nvPr>
        </p:nvSpPr>
        <p:spPr>
          <a:xfrm>
            <a:off x="3946150" y="4525175"/>
            <a:ext cx="5762700" cy="57627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15"/>
          <p:cNvSpPr txBox="1"/>
          <p:nvPr/>
        </p:nvSpPr>
        <p:spPr>
          <a:xfrm>
            <a:off x="5676363" y="1837945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3">
  <p:cSld name="CUSTOM_12">
    <p:bg>
      <p:bgPr>
        <a:solidFill>
          <a:srgbClr val="8ACE03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 txBox="1"/>
          <p:nvPr/>
        </p:nvSpPr>
        <p:spPr>
          <a:xfrm>
            <a:off x="5659808" y="4311913"/>
            <a:ext cx="79620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5659808" y="5409493"/>
            <a:ext cx="79620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5659808" y="6507072"/>
            <a:ext cx="79620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5659808" y="2116754"/>
            <a:ext cx="79620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5659808" y="3214334"/>
            <a:ext cx="79620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219" name="Google Shape;219;p16"/>
          <p:cNvSpPr/>
          <p:nvPr>
            <p:ph idx="2" type="pic"/>
          </p:nvPr>
        </p:nvSpPr>
        <p:spPr>
          <a:xfrm>
            <a:off x="1028700" y="1027175"/>
            <a:ext cx="3716400" cy="37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6"/>
          <p:cNvSpPr/>
          <p:nvPr>
            <p:ph idx="3" type="pic"/>
          </p:nvPr>
        </p:nvSpPr>
        <p:spPr>
          <a:xfrm>
            <a:off x="1028762" y="5143563"/>
            <a:ext cx="3716400" cy="37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16"/>
          <p:cNvSpPr/>
          <p:nvPr>
            <p:ph idx="4" type="pic"/>
          </p:nvPr>
        </p:nvSpPr>
        <p:spPr>
          <a:xfrm>
            <a:off x="14394800" y="0"/>
            <a:ext cx="3893400" cy="38934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16"/>
          <p:cNvSpPr/>
          <p:nvPr>
            <p:ph idx="5" type="pic"/>
          </p:nvPr>
        </p:nvSpPr>
        <p:spPr>
          <a:xfrm>
            <a:off x="5659800" y="4506400"/>
            <a:ext cx="5114100" cy="57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16"/>
          <p:cNvSpPr/>
          <p:nvPr>
            <p:ph idx="6" type="pic"/>
          </p:nvPr>
        </p:nvSpPr>
        <p:spPr>
          <a:xfrm>
            <a:off x="11688475" y="4506400"/>
            <a:ext cx="5114100" cy="57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16"/>
          <p:cNvSpPr txBox="1"/>
          <p:nvPr/>
        </p:nvSpPr>
        <p:spPr>
          <a:xfrm>
            <a:off x="5659808" y="1019175"/>
            <a:ext cx="79620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grpSp>
        <p:nvGrpSpPr>
          <p:cNvPr id="225" name="Google Shape;225;p16"/>
          <p:cNvGrpSpPr/>
          <p:nvPr/>
        </p:nvGrpSpPr>
        <p:grpSpPr>
          <a:xfrm rot="-260893">
            <a:off x="2780942" y="7483783"/>
            <a:ext cx="2384221" cy="2272461"/>
            <a:chOff x="0" y="0"/>
            <a:chExt cx="812800" cy="774700"/>
          </a:xfrm>
        </p:grpSpPr>
        <p:sp>
          <p:nvSpPr>
            <p:cNvPr id="226" name="Google Shape;226;p16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27" name="Google Shape;227;p16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16"/>
          <p:cNvGrpSpPr/>
          <p:nvPr/>
        </p:nvGrpSpPr>
        <p:grpSpPr>
          <a:xfrm rot="-260897">
            <a:off x="13484661" y="2519942"/>
            <a:ext cx="1820303" cy="1734977"/>
            <a:chOff x="0" y="0"/>
            <a:chExt cx="812800" cy="774700"/>
          </a:xfrm>
        </p:grpSpPr>
        <p:sp>
          <p:nvSpPr>
            <p:cNvPr id="229" name="Google Shape;229;p16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30" name="Google Shape;230;p16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4">
  <p:cSld name="CUSTOM_13">
    <p:bg>
      <p:bgPr>
        <a:solidFill>
          <a:srgbClr val="8ACE03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/>
        </p:nvSpPr>
        <p:spPr>
          <a:xfrm>
            <a:off x="852135" y="693064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852135" y="1403053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852135" y="2113043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852135" y="2823032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852135" y="3533021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852135" y="4243011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852135" y="4953000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852135" y="5662989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852135" y="6372979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852135" y="7082968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852135" y="7792957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852135" y="8502947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10837529" y="838200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10837529" y="1548189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10837529" y="2258179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10837529" y="2968168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10837529" y="3678157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10837529" y="4388147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10837529" y="5098136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10837529" y="5808126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10837529" y="6518115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10837529" y="7228104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10837529" y="7938094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10837529" y="8648083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 flipH="1">
            <a:off x="3472066" y="0"/>
            <a:ext cx="12444846" cy="10530831"/>
          </a:xfrm>
          <a:custGeom>
            <a:rect b="b" l="l" r="r" t="t"/>
            <a:pathLst>
              <a:path extrusionOk="0" h="10530831" w="12444846">
                <a:moveTo>
                  <a:pt x="12444846" y="0"/>
                </a:moveTo>
                <a:lnTo>
                  <a:pt x="0" y="0"/>
                </a:lnTo>
                <a:lnTo>
                  <a:pt x="0" y="10530831"/>
                </a:lnTo>
                <a:lnTo>
                  <a:pt x="12444846" y="10530831"/>
                </a:lnTo>
                <a:lnTo>
                  <a:pt x="1244484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12709" r="-14219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5445052" y="4147712"/>
            <a:ext cx="9025086" cy="20914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lang="mn-MN" b="0" i="0">
                <a:ln cap="flat" cmpd="sng" w="76200">
                  <a:solidFill>
                    <a:srgbClr val="8ACE0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баяртай.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image" Target="../media/image21.jpg"/><Relationship Id="rId5" Type="http://schemas.openxmlformats.org/officeDocument/2006/relationships/image" Target="../media/image13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jpg"/><Relationship Id="rId4" Type="http://schemas.openxmlformats.org/officeDocument/2006/relationships/image" Target="../media/image16.jp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jpg"/><Relationship Id="rId4" Type="http://schemas.openxmlformats.org/officeDocument/2006/relationships/image" Target="../media/image52.jpg"/><Relationship Id="rId5" Type="http://schemas.openxmlformats.org/officeDocument/2006/relationships/image" Target="../media/image17.jpg"/><Relationship Id="rId6" Type="http://schemas.openxmlformats.org/officeDocument/2006/relationships/image" Target="../media/image24.jpg"/><Relationship Id="rId7" Type="http://schemas.openxmlformats.org/officeDocument/2006/relationships/image" Target="../media/image43.jp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Sy1" Type="http://schemas.openxmlformats.org/officeDocument/2006/relationships/image" Target="../media/image4.png"/></Relationships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6"/>
          <p:cNvSpPr/>
          <p:nvPr/>
        </p:nvSpPr>
        <p:spPr>
          <a:xfrm>
            <a:off x="0" y="0"/>
            <a:ext cx="1791729" cy="1791729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502" name="Google Shape;502;p26"/>
          <p:cNvSpPr/>
          <p:nvPr/>
        </p:nvSpPr>
        <p:spPr>
          <a:xfrm>
            <a:off x="1791729" y="0"/>
            <a:ext cx="1791729" cy="1791729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503" name="Google Shape;503;p26"/>
          <p:cNvSpPr/>
          <p:nvPr/>
        </p:nvSpPr>
        <p:spPr>
          <a:xfrm>
            <a:off x="3583459" y="0"/>
            <a:ext cx="1791729" cy="1791729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504" name="Google Shape;504;p26"/>
          <p:cNvSpPr/>
          <p:nvPr/>
        </p:nvSpPr>
        <p:spPr>
          <a:xfrm>
            <a:off x="5375188" y="0"/>
            <a:ext cx="1791729" cy="1791729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505" name="Google Shape;505;p26"/>
          <p:cNvSpPr/>
          <p:nvPr/>
        </p:nvSpPr>
        <p:spPr>
          <a:xfrm>
            <a:off x="7107961" y="0"/>
            <a:ext cx="1791729" cy="1791729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506" name="Google Shape;506;p26"/>
          <p:cNvSpPr/>
          <p:nvPr/>
        </p:nvSpPr>
        <p:spPr>
          <a:xfrm>
            <a:off x="8899690" y="0"/>
            <a:ext cx="1791729" cy="1791729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507" name="Google Shape;507;p26"/>
          <p:cNvSpPr/>
          <p:nvPr/>
        </p:nvSpPr>
        <p:spPr>
          <a:xfrm>
            <a:off x="10691420" y="0"/>
            <a:ext cx="1791729" cy="1791729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508" name="Google Shape;508;p26"/>
          <p:cNvSpPr/>
          <p:nvPr/>
        </p:nvSpPr>
        <p:spPr>
          <a:xfrm>
            <a:off x="12483149" y="0"/>
            <a:ext cx="1791729" cy="1791729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509" name="Google Shape;509;p26"/>
          <p:cNvSpPr/>
          <p:nvPr/>
        </p:nvSpPr>
        <p:spPr>
          <a:xfrm>
            <a:off x="14274879" y="0"/>
            <a:ext cx="1791729" cy="1791729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510" name="Google Shape;510;p26"/>
          <p:cNvSpPr/>
          <p:nvPr/>
        </p:nvSpPr>
        <p:spPr>
          <a:xfrm>
            <a:off x="16066608" y="0"/>
            <a:ext cx="1791729" cy="1791729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511" name="Google Shape;511;p26"/>
          <p:cNvSpPr/>
          <p:nvPr/>
        </p:nvSpPr>
        <p:spPr>
          <a:xfrm>
            <a:off x="17799381" y="0"/>
            <a:ext cx="1791729" cy="1791729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512" name="Google Shape;512;p26"/>
          <p:cNvSpPr/>
          <p:nvPr/>
        </p:nvSpPr>
        <p:spPr>
          <a:xfrm>
            <a:off x="-149473" y="526015"/>
            <a:ext cx="5490554" cy="9760985"/>
          </a:xfrm>
          <a:custGeom>
            <a:rect b="b" l="l" r="r" t="t"/>
            <a:pathLst>
              <a:path extrusionOk="0" h="9760985" w="5490554">
                <a:moveTo>
                  <a:pt x="0" y="0"/>
                </a:moveTo>
                <a:lnTo>
                  <a:pt x="5490554" y="0"/>
                </a:lnTo>
                <a:lnTo>
                  <a:pt x="5490554" y="9760985"/>
                </a:lnTo>
                <a:lnTo>
                  <a:pt x="0" y="9760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3" name="Google Shape;513;p26"/>
          <p:cNvSpPr/>
          <p:nvPr/>
        </p:nvSpPr>
        <p:spPr>
          <a:xfrm flipH="1">
            <a:off x="12946919" y="526015"/>
            <a:ext cx="5490554" cy="9760985"/>
          </a:xfrm>
          <a:custGeom>
            <a:rect b="b" l="l" r="r" t="t"/>
            <a:pathLst>
              <a:path extrusionOk="0" h="9760985" w="5490554">
                <a:moveTo>
                  <a:pt x="5490554" y="0"/>
                </a:moveTo>
                <a:lnTo>
                  <a:pt x="0" y="0"/>
                </a:lnTo>
                <a:lnTo>
                  <a:pt x="0" y="9760985"/>
                </a:lnTo>
                <a:lnTo>
                  <a:pt x="5490554" y="9760985"/>
                </a:lnTo>
                <a:lnTo>
                  <a:pt x="549055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4" name="Google Shape;514;p26"/>
          <p:cNvSpPr txBox="1"/>
          <p:nvPr/>
        </p:nvSpPr>
        <p:spPr>
          <a:xfrm>
            <a:off x="5286858" y="2599413"/>
            <a:ext cx="7737295" cy="2452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энэ юу гэсэн үг вэ?</a:t>
            </a:r>
            <a:endParaRPr/>
          </a:p>
        </p:txBody>
      </p:sp>
      <p:sp>
        <p:nvSpPr>
          <p:cNvPr id="515" name="Google Shape;515;p26"/>
          <p:cNvSpPr txBox="1"/>
          <p:nvPr/>
        </p:nvSpPr>
        <p:spPr>
          <a:xfrm>
            <a:off x="5919369" y="5684224"/>
            <a:ext cx="64722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Тоо баримт, жишээ ашиглавал илүү үр дүнтэй. Бид хэрэглэгчдэдээ үнэ цэн бүтээхийг зорьдог. Төслийн явц, үр дүнг энд харуулна. </a:t>
            </a:r>
            <a:endParaRPr/>
          </a:p>
        </p:txBody>
      </p:sp>
      <p:sp>
        <p:nvSpPr>
          <p:cNvPr id="516" name="Google Shape;516;p26"/>
          <p:cNvSpPr txBox="1"/>
          <p:nvPr/>
        </p:nvSpPr>
        <p:spPr>
          <a:xfrm>
            <a:off x="5919369" y="7751149"/>
            <a:ext cx="64722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Багаараа хамтран шинэ шийдэл хэрэгжүүлнэ. Зах зээлийн судалгаанд үндэслэн шийдвэр гаргана. Дараагийн алхмуудаа тодорхой төлөвлөнө.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7"/>
          <p:cNvSpPr/>
          <p:nvPr/>
        </p:nvSpPr>
        <p:spPr>
          <a:xfrm>
            <a:off x="5454343" y="-1440417"/>
            <a:ext cx="12833657" cy="9133286"/>
          </a:xfrm>
          <a:custGeom>
            <a:rect b="b" l="l" r="r" t="t"/>
            <a:pathLst>
              <a:path extrusionOk="0" h="9133286" w="12833657">
                <a:moveTo>
                  <a:pt x="0" y="0"/>
                </a:moveTo>
                <a:lnTo>
                  <a:pt x="12833657" y="0"/>
                </a:lnTo>
                <a:lnTo>
                  <a:pt x="12833657" y="9133286"/>
                </a:lnTo>
                <a:lnTo>
                  <a:pt x="0" y="91332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2" name="Google Shape;522;p27"/>
          <p:cNvSpPr/>
          <p:nvPr/>
        </p:nvSpPr>
        <p:spPr>
          <a:xfrm>
            <a:off x="871002" y="5369046"/>
            <a:ext cx="3681131" cy="3681131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4973" r="-24973" t="0"/>
            </a:stretch>
          </a:blipFill>
          <a:ln>
            <a:noFill/>
          </a:ln>
        </p:spPr>
      </p:sp>
      <p:sp>
        <p:nvSpPr>
          <p:cNvPr id="523" name="Google Shape;523;p27"/>
          <p:cNvSpPr/>
          <p:nvPr/>
        </p:nvSpPr>
        <p:spPr>
          <a:xfrm>
            <a:off x="9144000" y="5369046"/>
            <a:ext cx="3681131" cy="3681131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563" l="0" r="0" t="-8564"/>
            </a:stretch>
          </a:blipFill>
          <a:ln>
            <a:noFill/>
          </a:ln>
        </p:spPr>
      </p:sp>
      <p:sp>
        <p:nvSpPr>
          <p:cNvPr id="524" name="Google Shape;524;p27"/>
          <p:cNvSpPr txBox="1"/>
          <p:nvPr/>
        </p:nvSpPr>
        <p:spPr>
          <a:xfrm>
            <a:off x="871002" y="3126226"/>
            <a:ext cx="14468574" cy="13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бүх зүйл сайхан...</a:t>
            </a:r>
            <a:endParaRPr/>
          </a:p>
        </p:txBody>
      </p:sp>
      <p:sp>
        <p:nvSpPr>
          <p:cNvPr id="525" name="Google Shape;525;p27"/>
          <p:cNvSpPr txBox="1"/>
          <p:nvPr/>
        </p:nvSpPr>
        <p:spPr>
          <a:xfrm>
            <a:off x="5039392" y="5601379"/>
            <a:ext cx="118245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26" name="Google Shape;526;p27"/>
          <p:cNvSpPr txBox="1"/>
          <p:nvPr/>
        </p:nvSpPr>
        <p:spPr>
          <a:xfrm>
            <a:off x="5039392" y="6611664"/>
            <a:ext cx="306620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sp>
        <p:nvSpPr>
          <p:cNvPr id="527" name="Google Shape;527;p27"/>
          <p:cNvSpPr txBox="1"/>
          <p:nvPr/>
        </p:nvSpPr>
        <p:spPr>
          <a:xfrm>
            <a:off x="5039392" y="7430927"/>
            <a:ext cx="31377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Чанар, хурд, найдвартай байдлыг эрхэмлэнэ. Шинэ боломжийг цаг алдалгүй ашиглана. </a:t>
            </a:r>
            <a:endParaRPr/>
          </a:p>
        </p:txBody>
      </p:sp>
      <p:sp>
        <p:nvSpPr>
          <p:cNvPr id="528" name="Google Shape;528;p27"/>
          <p:cNvSpPr txBox="1"/>
          <p:nvPr/>
        </p:nvSpPr>
        <p:spPr>
          <a:xfrm>
            <a:off x="13312389" y="5601379"/>
            <a:ext cx="118245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29" name="Google Shape;529;p27"/>
          <p:cNvSpPr txBox="1"/>
          <p:nvPr/>
        </p:nvSpPr>
        <p:spPr>
          <a:xfrm>
            <a:off x="13312389" y="6611664"/>
            <a:ext cx="306620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sp>
        <p:nvSpPr>
          <p:cNvPr id="530" name="Google Shape;530;p27"/>
          <p:cNvSpPr txBox="1"/>
          <p:nvPr/>
        </p:nvSpPr>
        <p:spPr>
          <a:xfrm>
            <a:off x="13312389" y="7430927"/>
            <a:ext cx="31377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Үр дүнд суурилсан шийдлийг санал болгоно. Харилцагчидтайгаа урт хугацааны түншлэл тогтооно.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8"/>
          <p:cNvSpPr txBox="1"/>
          <p:nvPr/>
        </p:nvSpPr>
        <p:spPr>
          <a:xfrm>
            <a:off x="146304" y="574040"/>
            <a:ext cx="10859742" cy="9138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таах уу?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таах уу?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таах уу?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таах уу?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таах уу?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таах уу?таах уу?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таах уу?</a:t>
            </a:r>
            <a:endParaRPr/>
          </a:p>
        </p:txBody>
      </p:sp>
      <p:sp>
        <p:nvSpPr>
          <p:cNvPr id="536" name="Google Shape;536;p28"/>
          <p:cNvSpPr/>
          <p:nvPr/>
        </p:nvSpPr>
        <p:spPr>
          <a:xfrm>
            <a:off x="0" y="3216556"/>
            <a:ext cx="10605667" cy="7070444"/>
          </a:xfrm>
          <a:custGeom>
            <a:rect b="b" l="l" r="r" t="t"/>
            <a:pathLst>
              <a:path extrusionOk="0" h="7070444" w="10605667">
                <a:moveTo>
                  <a:pt x="0" y="0"/>
                </a:moveTo>
                <a:lnTo>
                  <a:pt x="10605667" y="0"/>
                </a:lnTo>
                <a:lnTo>
                  <a:pt x="10605667" y="7070444"/>
                </a:lnTo>
                <a:lnTo>
                  <a:pt x="0" y="7070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37" name="Google Shape;537;p28"/>
          <p:cNvCxnSpPr/>
          <p:nvPr/>
        </p:nvCxnSpPr>
        <p:spPr>
          <a:xfrm>
            <a:off x="12247306" y="2193264"/>
            <a:ext cx="5011994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28"/>
          <p:cNvSpPr txBox="1"/>
          <p:nvPr/>
        </p:nvSpPr>
        <p:spPr>
          <a:xfrm>
            <a:off x="12247306" y="1253623"/>
            <a:ext cx="306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sp>
        <p:nvSpPr>
          <p:cNvPr id="539" name="Google Shape;539;p28"/>
          <p:cNvSpPr txBox="1"/>
          <p:nvPr/>
        </p:nvSpPr>
        <p:spPr>
          <a:xfrm>
            <a:off x="12247128" y="2500445"/>
            <a:ext cx="5012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Өсөлтийг тогтмол хэмжиж, сайжруулна. Энэ хэсэгт өөрийн текстээ оруулна уу. </a:t>
            </a:r>
            <a:endParaRPr/>
          </a:p>
        </p:txBody>
      </p:sp>
      <p:cxnSp>
        <p:nvCxnSpPr>
          <p:cNvPr id="540" name="Google Shape;540;p28"/>
          <p:cNvCxnSpPr/>
          <p:nvPr/>
        </p:nvCxnSpPr>
        <p:spPr>
          <a:xfrm>
            <a:off x="12247306" y="5082844"/>
            <a:ext cx="5011994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1" name="Google Shape;541;p28"/>
          <p:cNvSpPr txBox="1"/>
          <p:nvPr/>
        </p:nvSpPr>
        <p:spPr>
          <a:xfrm>
            <a:off x="12247306" y="4143203"/>
            <a:ext cx="306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sp>
        <p:nvSpPr>
          <p:cNvPr id="542" name="Google Shape;542;p28"/>
          <p:cNvSpPr txBox="1"/>
          <p:nvPr/>
        </p:nvSpPr>
        <p:spPr>
          <a:xfrm>
            <a:off x="12247128" y="5390025"/>
            <a:ext cx="5012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Гол үзүүлэлтүүдээ товч дурдана. Хэрэглэгчийн хэрэгцээг нарийн судална. </a:t>
            </a:r>
            <a:endParaRPr/>
          </a:p>
        </p:txBody>
      </p:sp>
      <p:cxnSp>
        <p:nvCxnSpPr>
          <p:cNvPr id="543" name="Google Shape;543;p28"/>
          <p:cNvCxnSpPr/>
          <p:nvPr/>
        </p:nvCxnSpPr>
        <p:spPr>
          <a:xfrm>
            <a:off x="12247306" y="7972425"/>
            <a:ext cx="5011994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p28"/>
          <p:cNvSpPr txBox="1"/>
          <p:nvPr/>
        </p:nvSpPr>
        <p:spPr>
          <a:xfrm>
            <a:off x="12247306" y="7032784"/>
            <a:ext cx="306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sp>
        <p:nvSpPr>
          <p:cNvPr id="545" name="Google Shape;545;p28"/>
          <p:cNvSpPr txBox="1"/>
          <p:nvPr/>
        </p:nvSpPr>
        <p:spPr>
          <a:xfrm>
            <a:off x="12247128" y="8279606"/>
            <a:ext cx="5012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Чанар, хурд, найдвартай байдлыг эрхэмлэнэ. Шинэ боломжийг цаг алдалгүй ашиглана.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9"/>
          <p:cNvSpPr/>
          <p:nvPr/>
        </p:nvSpPr>
        <p:spPr>
          <a:xfrm rot="-264094">
            <a:off x="5265854" y="-629329"/>
            <a:ext cx="13740606" cy="10571000"/>
          </a:xfrm>
          <a:custGeom>
            <a:rect b="b" l="l" r="r" t="t"/>
            <a:pathLst>
              <a:path extrusionOk="0" h="10571000" w="13740606">
                <a:moveTo>
                  <a:pt x="0" y="0"/>
                </a:moveTo>
                <a:lnTo>
                  <a:pt x="13740606" y="0"/>
                </a:lnTo>
                <a:lnTo>
                  <a:pt x="13740606" y="10571001"/>
                </a:lnTo>
                <a:lnTo>
                  <a:pt x="0" y="105710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-94973"/>
            </a:stretch>
          </a:blipFill>
          <a:ln>
            <a:noFill/>
          </a:ln>
        </p:spPr>
      </p:sp>
      <p:grpSp>
        <p:nvGrpSpPr>
          <p:cNvPr id="551" name="Google Shape;551;p29"/>
          <p:cNvGrpSpPr/>
          <p:nvPr/>
        </p:nvGrpSpPr>
        <p:grpSpPr>
          <a:xfrm rot="380650">
            <a:off x="-268540" y="114631"/>
            <a:ext cx="6941020" cy="6615659"/>
            <a:chOff x="0" y="0"/>
            <a:chExt cx="812800" cy="774700"/>
          </a:xfrm>
        </p:grpSpPr>
        <p:sp>
          <p:nvSpPr>
            <p:cNvPr id="552" name="Google Shape;552;p2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553" name="Google Shape;553;p29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4" name="Google Shape;554;p29"/>
          <p:cNvGrpSpPr/>
          <p:nvPr/>
        </p:nvGrpSpPr>
        <p:grpSpPr>
          <a:xfrm rot="348768">
            <a:off x="5422342" y="3422461"/>
            <a:ext cx="5958104" cy="5678818"/>
            <a:chOff x="0" y="0"/>
            <a:chExt cx="812800" cy="774700"/>
          </a:xfrm>
        </p:grpSpPr>
        <p:sp>
          <p:nvSpPr>
            <p:cNvPr id="555" name="Google Shape;555;p2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556" name="Google Shape;556;p29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7" name="Google Shape;557;p29"/>
          <p:cNvGrpSpPr/>
          <p:nvPr/>
        </p:nvGrpSpPr>
        <p:grpSpPr>
          <a:xfrm rot="-277967">
            <a:off x="452044" y="5719167"/>
            <a:ext cx="5499851" cy="5242045"/>
            <a:chOff x="0" y="0"/>
            <a:chExt cx="812800" cy="774700"/>
          </a:xfrm>
        </p:grpSpPr>
        <p:sp>
          <p:nvSpPr>
            <p:cNvPr id="558" name="Google Shape;558;p2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559" name="Google Shape;559;p29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0" name="Google Shape;560;p29"/>
          <p:cNvGrpSpPr/>
          <p:nvPr/>
        </p:nvGrpSpPr>
        <p:grpSpPr>
          <a:xfrm rot="-662398">
            <a:off x="10862421" y="5504047"/>
            <a:ext cx="5367394" cy="5115798"/>
            <a:chOff x="0" y="0"/>
            <a:chExt cx="812800" cy="774700"/>
          </a:xfrm>
        </p:grpSpPr>
        <p:sp>
          <p:nvSpPr>
            <p:cNvPr id="561" name="Google Shape;561;p2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562" name="Google Shape;562;p29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3" name="Google Shape;563;p29"/>
          <p:cNvSpPr txBox="1"/>
          <p:nvPr/>
        </p:nvSpPr>
        <p:spPr>
          <a:xfrm>
            <a:off x="10247588" y="1539074"/>
            <a:ext cx="7011712" cy="13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том тоонууд</a:t>
            </a:r>
            <a:endParaRPr/>
          </a:p>
        </p:txBody>
      </p:sp>
      <p:sp>
        <p:nvSpPr>
          <p:cNvPr id="564" name="Google Shape;564;p29"/>
          <p:cNvSpPr txBox="1"/>
          <p:nvPr/>
        </p:nvSpPr>
        <p:spPr>
          <a:xfrm>
            <a:off x="10629328" y="3209925"/>
            <a:ext cx="6630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Технологийн шинэчлэлийг тасралтгүй нэвтрүүлнэ. Энд гол санаагаа бичнэ үү. Товч бөгөөд ойлгомжтой тайлбар. Үзэгчдэд хэрэгтэй мэдээллийг өгнө. </a:t>
            </a:r>
            <a:endParaRPr/>
          </a:p>
        </p:txBody>
      </p:sp>
      <p:grpSp>
        <p:nvGrpSpPr>
          <p:cNvPr id="565" name="Google Shape;565;p29"/>
          <p:cNvGrpSpPr/>
          <p:nvPr/>
        </p:nvGrpSpPr>
        <p:grpSpPr>
          <a:xfrm>
            <a:off x="1193714" y="8054801"/>
            <a:ext cx="4041739" cy="1527969"/>
            <a:chOff x="0" y="-9525"/>
            <a:chExt cx="5388986" cy="2037292"/>
          </a:xfrm>
        </p:grpSpPr>
        <p:sp>
          <p:nvSpPr>
            <p:cNvPr id="566" name="Google Shape;566;p29"/>
            <p:cNvSpPr txBox="1"/>
            <p:nvPr/>
          </p:nvSpPr>
          <p:spPr>
            <a:xfrm>
              <a:off x="0" y="-9525"/>
              <a:ext cx="5388986" cy="1472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1,000</a:t>
              </a:r>
              <a:endParaRPr/>
            </a:p>
          </p:txBody>
        </p:sp>
        <p:sp>
          <p:nvSpPr>
            <p:cNvPr id="567" name="Google Shape;567;p29"/>
            <p:cNvSpPr txBox="1"/>
            <p:nvPr/>
          </p:nvSpPr>
          <p:spPr>
            <a:xfrm>
              <a:off x="1237237" y="1463040"/>
              <a:ext cx="2914511" cy="564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mn-MN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гарчиг</a:t>
              </a:r>
              <a:endParaRPr/>
            </a:p>
          </p:txBody>
        </p:sp>
      </p:grpSp>
      <p:grpSp>
        <p:nvGrpSpPr>
          <p:cNvPr id="568" name="Google Shape;568;p29"/>
          <p:cNvGrpSpPr/>
          <p:nvPr/>
        </p:nvGrpSpPr>
        <p:grpSpPr>
          <a:xfrm>
            <a:off x="6380525" y="5813406"/>
            <a:ext cx="4041739" cy="1527969"/>
            <a:chOff x="0" y="-9525"/>
            <a:chExt cx="5388986" cy="2037292"/>
          </a:xfrm>
        </p:grpSpPr>
        <p:sp>
          <p:nvSpPr>
            <p:cNvPr id="569" name="Google Shape;569;p29"/>
            <p:cNvSpPr txBox="1"/>
            <p:nvPr/>
          </p:nvSpPr>
          <p:spPr>
            <a:xfrm>
              <a:off x="0" y="-9525"/>
              <a:ext cx="5388986" cy="1472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10,000</a:t>
              </a:r>
              <a:endParaRPr/>
            </a:p>
          </p:txBody>
        </p:sp>
        <p:sp>
          <p:nvSpPr>
            <p:cNvPr id="570" name="Google Shape;570;p29"/>
            <p:cNvSpPr txBox="1"/>
            <p:nvPr/>
          </p:nvSpPr>
          <p:spPr>
            <a:xfrm>
              <a:off x="1237237" y="1463040"/>
              <a:ext cx="2914511" cy="564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mn-MN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гарчиг</a:t>
              </a:r>
              <a:endParaRPr/>
            </a:p>
          </p:txBody>
        </p:sp>
      </p:grpSp>
      <p:grpSp>
        <p:nvGrpSpPr>
          <p:cNvPr id="571" name="Google Shape;571;p29"/>
          <p:cNvGrpSpPr/>
          <p:nvPr/>
        </p:nvGrpSpPr>
        <p:grpSpPr>
          <a:xfrm>
            <a:off x="1193714" y="3128203"/>
            <a:ext cx="4041739" cy="1527969"/>
            <a:chOff x="0" y="-9525"/>
            <a:chExt cx="5388986" cy="2037292"/>
          </a:xfrm>
        </p:grpSpPr>
        <p:sp>
          <p:nvSpPr>
            <p:cNvPr id="572" name="Google Shape;572;p29"/>
            <p:cNvSpPr txBox="1"/>
            <p:nvPr/>
          </p:nvSpPr>
          <p:spPr>
            <a:xfrm>
              <a:off x="0" y="-9525"/>
              <a:ext cx="5388986" cy="1472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100,000</a:t>
              </a:r>
              <a:endParaRPr/>
            </a:p>
          </p:txBody>
        </p:sp>
        <p:sp>
          <p:nvSpPr>
            <p:cNvPr id="573" name="Google Shape;573;p29"/>
            <p:cNvSpPr txBox="1"/>
            <p:nvPr/>
          </p:nvSpPr>
          <p:spPr>
            <a:xfrm>
              <a:off x="1237237" y="1463040"/>
              <a:ext cx="2914511" cy="564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mn-MN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гарчиг</a:t>
              </a:r>
              <a:endParaRPr/>
            </a:p>
          </p:txBody>
        </p:sp>
      </p:grpSp>
      <p:grpSp>
        <p:nvGrpSpPr>
          <p:cNvPr id="574" name="Google Shape;574;p29"/>
          <p:cNvGrpSpPr/>
          <p:nvPr/>
        </p:nvGrpSpPr>
        <p:grpSpPr>
          <a:xfrm rot="-549920">
            <a:off x="11524680" y="7572679"/>
            <a:ext cx="4041739" cy="1527969"/>
            <a:chOff x="0" y="-9525"/>
            <a:chExt cx="5388986" cy="2037292"/>
          </a:xfrm>
        </p:grpSpPr>
        <p:sp>
          <p:nvSpPr>
            <p:cNvPr id="575" name="Google Shape;575;p29"/>
            <p:cNvSpPr txBox="1"/>
            <p:nvPr/>
          </p:nvSpPr>
          <p:spPr>
            <a:xfrm>
              <a:off x="0" y="-9525"/>
              <a:ext cx="5388986" cy="1472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/>
            </a:p>
          </p:txBody>
        </p:sp>
        <p:sp>
          <p:nvSpPr>
            <p:cNvPr id="576" name="Google Shape;576;p29"/>
            <p:cNvSpPr txBox="1"/>
            <p:nvPr/>
          </p:nvSpPr>
          <p:spPr>
            <a:xfrm>
              <a:off x="1237237" y="1463040"/>
              <a:ext cx="2914511" cy="564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mn-MN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гарчиг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CE03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0"/>
          <p:cNvSpPr txBox="1"/>
          <p:nvPr/>
        </p:nvSpPr>
        <p:spPr>
          <a:xfrm>
            <a:off x="5676363" y="1837945"/>
            <a:ext cx="12876483" cy="1106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582" name="Google Shape;582;p30"/>
          <p:cNvSpPr txBox="1"/>
          <p:nvPr/>
        </p:nvSpPr>
        <p:spPr>
          <a:xfrm>
            <a:off x="5676363" y="2919764"/>
            <a:ext cx="12876483" cy="1106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583" name="Google Shape;583;p30"/>
          <p:cNvSpPr txBox="1"/>
          <p:nvPr/>
        </p:nvSpPr>
        <p:spPr>
          <a:xfrm>
            <a:off x="5676363" y="4001584"/>
            <a:ext cx="12876483" cy="1106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584" name="Google Shape;584;p30"/>
          <p:cNvSpPr txBox="1"/>
          <p:nvPr/>
        </p:nvSpPr>
        <p:spPr>
          <a:xfrm>
            <a:off x="5676363" y="5083404"/>
            <a:ext cx="12876483" cy="1106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585" name="Google Shape;585;p30"/>
          <p:cNvSpPr txBox="1"/>
          <p:nvPr/>
        </p:nvSpPr>
        <p:spPr>
          <a:xfrm>
            <a:off x="5676363" y="6165223"/>
            <a:ext cx="12876483" cy="1106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586" name="Google Shape;586;p30"/>
          <p:cNvSpPr txBox="1"/>
          <p:nvPr/>
        </p:nvSpPr>
        <p:spPr>
          <a:xfrm>
            <a:off x="5676363" y="7247043"/>
            <a:ext cx="12876483" cy="1106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587" name="Google Shape;587;p30"/>
          <p:cNvSpPr txBox="1"/>
          <p:nvPr/>
        </p:nvSpPr>
        <p:spPr>
          <a:xfrm>
            <a:off x="5676363" y="8328863"/>
            <a:ext cx="12876483" cy="1106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588" name="Google Shape;588;p30"/>
          <p:cNvSpPr/>
          <p:nvPr/>
        </p:nvSpPr>
        <p:spPr>
          <a:xfrm>
            <a:off x="0" y="778664"/>
            <a:ext cx="5484367" cy="5484367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4999" l="-9738" r="0" t="-39609"/>
            </a:stretch>
          </a:blipFill>
          <a:ln>
            <a:noFill/>
          </a:ln>
        </p:spPr>
      </p:sp>
      <p:sp>
        <p:nvSpPr>
          <p:cNvPr id="589" name="Google Shape;589;p30"/>
          <p:cNvSpPr/>
          <p:nvPr/>
        </p:nvSpPr>
        <p:spPr>
          <a:xfrm>
            <a:off x="3946041" y="4525165"/>
            <a:ext cx="5761835" cy="5761835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407" l="0" r="0" t="-43589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CE03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1"/>
          <p:cNvSpPr/>
          <p:nvPr/>
        </p:nvSpPr>
        <p:spPr>
          <a:xfrm>
            <a:off x="1028700" y="1028700"/>
            <a:ext cx="3716628" cy="3716628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3096" r="-36898" t="0"/>
            </a:stretch>
          </a:blipFill>
          <a:ln>
            <a:noFill/>
          </a:ln>
        </p:spPr>
      </p:sp>
      <p:sp>
        <p:nvSpPr>
          <p:cNvPr id="595" name="Google Shape;595;p31"/>
          <p:cNvSpPr txBox="1"/>
          <p:nvPr/>
        </p:nvSpPr>
        <p:spPr>
          <a:xfrm>
            <a:off x="5659808" y="4311913"/>
            <a:ext cx="7962102" cy="1107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596" name="Google Shape;596;p31"/>
          <p:cNvSpPr txBox="1"/>
          <p:nvPr/>
        </p:nvSpPr>
        <p:spPr>
          <a:xfrm>
            <a:off x="5659808" y="5409493"/>
            <a:ext cx="7962102" cy="1107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597" name="Google Shape;597;p31"/>
          <p:cNvSpPr txBox="1"/>
          <p:nvPr/>
        </p:nvSpPr>
        <p:spPr>
          <a:xfrm>
            <a:off x="5659808" y="6507072"/>
            <a:ext cx="7962102" cy="1107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598" name="Google Shape;598;p31"/>
          <p:cNvSpPr/>
          <p:nvPr/>
        </p:nvSpPr>
        <p:spPr>
          <a:xfrm>
            <a:off x="5659808" y="4506400"/>
            <a:ext cx="5114431" cy="5780600"/>
          </a:xfrm>
          <a:custGeom>
            <a:rect b="b" l="l" r="r" t="t"/>
            <a:pathLst>
              <a:path extrusionOk="0" h="986804" w="873083">
                <a:moveTo>
                  <a:pt x="0" y="0"/>
                </a:moveTo>
                <a:lnTo>
                  <a:pt x="873083" y="0"/>
                </a:lnTo>
                <a:lnTo>
                  <a:pt x="873083" y="986804"/>
                </a:lnTo>
                <a:lnTo>
                  <a:pt x="0" y="986804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55" l="0" r="0" t="-16353"/>
            </a:stretch>
          </a:blipFill>
          <a:ln>
            <a:noFill/>
          </a:ln>
        </p:spPr>
      </p:sp>
      <p:sp>
        <p:nvSpPr>
          <p:cNvPr id="599" name="Google Shape;599;p31"/>
          <p:cNvSpPr/>
          <p:nvPr/>
        </p:nvSpPr>
        <p:spPr>
          <a:xfrm>
            <a:off x="11688720" y="4506400"/>
            <a:ext cx="5114431" cy="5780600"/>
          </a:xfrm>
          <a:custGeom>
            <a:rect b="b" l="l" r="r" t="t"/>
            <a:pathLst>
              <a:path extrusionOk="0" h="986804" w="873083">
                <a:moveTo>
                  <a:pt x="0" y="0"/>
                </a:moveTo>
                <a:lnTo>
                  <a:pt x="873083" y="0"/>
                </a:lnTo>
                <a:lnTo>
                  <a:pt x="873083" y="986804"/>
                </a:lnTo>
                <a:lnTo>
                  <a:pt x="0" y="98680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4765" r="-34765" t="0"/>
            </a:stretch>
          </a:blipFill>
          <a:ln>
            <a:noFill/>
          </a:ln>
        </p:spPr>
      </p:sp>
      <p:sp>
        <p:nvSpPr>
          <p:cNvPr id="600" name="Google Shape;600;p31"/>
          <p:cNvSpPr txBox="1"/>
          <p:nvPr/>
        </p:nvSpPr>
        <p:spPr>
          <a:xfrm>
            <a:off x="5659808" y="1019175"/>
            <a:ext cx="7962102" cy="1107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601" name="Google Shape;601;p31"/>
          <p:cNvSpPr/>
          <p:nvPr/>
        </p:nvSpPr>
        <p:spPr>
          <a:xfrm>
            <a:off x="1028700" y="5143500"/>
            <a:ext cx="3716628" cy="3716628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2151" r="-37845" t="0"/>
            </a:stretch>
          </a:blipFill>
          <a:ln>
            <a:noFill/>
          </a:ln>
        </p:spPr>
      </p:sp>
      <p:sp>
        <p:nvSpPr>
          <p:cNvPr id="602" name="Google Shape;602;p31"/>
          <p:cNvSpPr txBox="1"/>
          <p:nvPr/>
        </p:nvSpPr>
        <p:spPr>
          <a:xfrm>
            <a:off x="5659808" y="2116754"/>
            <a:ext cx="7962102" cy="1107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603" name="Google Shape;603;p31"/>
          <p:cNvSpPr txBox="1"/>
          <p:nvPr/>
        </p:nvSpPr>
        <p:spPr>
          <a:xfrm>
            <a:off x="5659808" y="3214334"/>
            <a:ext cx="7962102" cy="1107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604" name="Google Shape;604;p31"/>
          <p:cNvSpPr/>
          <p:nvPr/>
        </p:nvSpPr>
        <p:spPr>
          <a:xfrm>
            <a:off x="14394807" y="0"/>
            <a:ext cx="3893193" cy="3893193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4855" l="0" r="0" t="-24856"/>
            </a:stretch>
          </a:blipFill>
          <a:ln>
            <a:noFill/>
          </a:ln>
        </p:spPr>
      </p:sp>
      <p:grpSp>
        <p:nvGrpSpPr>
          <p:cNvPr id="605" name="Google Shape;605;p31"/>
          <p:cNvGrpSpPr/>
          <p:nvPr/>
        </p:nvGrpSpPr>
        <p:grpSpPr>
          <a:xfrm rot="-260852">
            <a:off x="2780929" y="7483799"/>
            <a:ext cx="2384193" cy="2272434"/>
            <a:chOff x="0" y="0"/>
            <a:chExt cx="812800" cy="774700"/>
          </a:xfrm>
        </p:grpSpPr>
        <p:sp>
          <p:nvSpPr>
            <p:cNvPr id="606" name="Google Shape;606;p31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607" name="Google Shape;607;p31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8" name="Google Shape;608;p31"/>
          <p:cNvGrpSpPr/>
          <p:nvPr/>
        </p:nvGrpSpPr>
        <p:grpSpPr>
          <a:xfrm rot="-260852">
            <a:off x="13484651" y="2519954"/>
            <a:ext cx="1820312" cy="1734985"/>
            <a:chOff x="0" y="0"/>
            <a:chExt cx="812800" cy="774700"/>
          </a:xfrm>
        </p:grpSpPr>
        <p:sp>
          <p:nvSpPr>
            <p:cNvPr id="609" name="Google Shape;609;p31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610" name="Google Shape;610;p31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CE03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2"/>
          <p:cNvSpPr txBox="1"/>
          <p:nvPr/>
        </p:nvSpPr>
        <p:spPr>
          <a:xfrm>
            <a:off x="852135" y="693064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16" name="Google Shape;616;p32"/>
          <p:cNvSpPr txBox="1"/>
          <p:nvPr/>
        </p:nvSpPr>
        <p:spPr>
          <a:xfrm>
            <a:off x="852135" y="1403053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17" name="Google Shape;617;p32"/>
          <p:cNvSpPr txBox="1"/>
          <p:nvPr/>
        </p:nvSpPr>
        <p:spPr>
          <a:xfrm>
            <a:off x="852135" y="2113043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18" name="Google Shape;618;p32"/>
          <p:cNvSpPr txBox="1"/>
          <p:nvPr/>
        </p:nvSpPr>
        <p:spPr>
          <a:xfrm>
            <a:off x="852135" y="2823032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19" name="Google Shape;619;p32"/>
          <p:cNvSpPr txBox="1"/>
          <p:nvPr/>
        </p:nvSpPr>
        <p:spPr>
          <a:xfrm>
            <a:off x="852135" y="3533021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0" name="Google Shape;620;p32"/>
          <p:cNvSpPr txBox="1"/>
          <p:nvPr/>
        </p:nvSpPr>
        <p:spPr>
          <a:xfrm>
            <a:off x="852135" y="4243011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1" name="Google Shape;621;p32"/>
          <p:cNvSpPr txBox="1"/>
          <p:nvPr/>
        </p:nvSpPr>
        <p:spPr>
          <a:xfrm>
            <a:off x="852135" y="4953000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2" name="Google Shape;622;p32"/>
          <p:cNvSpPr txBox="1"/>
          <p:nvPr/>
        </p:nvSpPr>
        <p:spPr>
          <a:xfrm>
            <a:off x="852135" y="5662989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3" name="Google Shape;623;p32"/>
          <p:cNvSpPr txBox="1"/>
          <p:nvPr/>
        </p:nvSpPr>
        <p:spPr>
          <a:xfrm>
            <a:off x="852135" y="6372979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4" name="Google Shape;624;p32"/>
          <p:cNvSpPr txBox="1"/>
          <p:nvPr/>
        </p:nvSpPr>
        <p:spPr>
          <a:xfrm>
            <a:off x="852135" y="7082968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5" name="Google Shape;625;p32"/>
          <p:cNvSpPr txBox="1"/>
          <p:nvPr/>
        </p:nvSpPr>
        <p:spPr>
          <a:xfrm>
            <a:off x="852135" y="7792957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6" name="Google Shape;626;p32"/>
          <p:cNvSpPr txBox="1"/>
          <p:nvPr/>
        </p:nvSpPr>
        <p:spPr>
          <a:xfrm>
            <a:off x="852135" y="8502947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7" name="Google Shape;627;p32"/>
          <p:cNvSpPr txBox="1"/>
          <p:nvPr/>
        </p:nvSpPr>
        <p:spPr>
          <a:xfrm>
            <a:off x="10837529" y="838200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28" name="Google Shape;628;p32"/>
          <p:cNvSpPr txBox="1"/>
          <p:nvPr/>
        </p:nvSpPr>
        <p:spPr>
          <a:xfrm>
            <a:off x="10837529" y="1548189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29" name="Google Shape;629;p32"/>
          <p:cNvSpPr txBox="1"/>
          <p:nvPr/>
        </p:nvSpPr>
        <p:spPr>
          <a:xfrm>
            <a:off x="10837529" y="2258179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0" name="Google Shape;630;p32"/>
          <p:cNvSpPr txBox="1"/>
          <p:nvPr/>
        </p:nvSpPr>
        <p:spPr>
          <a:xfrm>
            <a:off x="10837529" y="2968168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1" name="Google Shape;631;p32"/>
          <p:cNvSpPr txBox="1"/>
          <p:nvPr/>
        </p:nvSpPr>
        <p:spPr>
          <a:xfrm>
            <a:off x="10837529" y="3678157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2" name="Google Shape;632;p32"/>
          <p:cNvSpPr txBox="1"/>
          <p:nvPr/>
        </p:nvSpPr>
        <p:spPr>
          <a:xfrm>
            <a:off x="10837529" y="4388147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3" name="Google Shape;633;p32"/>
          <p:cNvSpPr txBox="1"/>
          <p:nvPr/>
        </p:nvSpPr>
        <p:spPr>
          <a:xfrm>
            <a:off x="10837529" y="5098136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4" name="Google Shape;634;p32"/>
          <p:cNvSpPr txBox="1"/>
          <p:nvPr/>
        </p:nvSpPr>
        <p:spPr>
          <a:xfrm>
            <a:off x="10837529" y="5808126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5" name="Google Shape;635;p32"/>
          <p:cNvSpPr txBox="1"/>
          <p:nvPr/>
        </p:nvSpPr>
        <p:spPr>
          <a:xfrm>
            <a:off x="10837529" y="6518115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6" name="Google Shape;636;p32"/>
          <p:cNvSpPr txBox="1"/>
          <p:nvPr/>
        </p:nvSpPr>
        <p:spPr>
          <a:xfrm>
            <a:off x="10837529" y="7228104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7" name="Google Shape;637;p32"/>
          <p:cNvSpPr txBox="1"/>
          <p:nvPr/>
        </p:nvSpPr>
        <p:spPr>
          <a:xfrm>
            <a:off x="10837529" y="7938094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8" name="Google Shape;638;p32"/>
          <p:cNvSpPr txBox="1"/>
          <p:nvPr/>
        </p:nvSpPr>
        <p:spPr>
          <a:xfrm>
            <a:off x="10837529" y="8648083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9" name="Google Shape;639;p32"/>
          <p:cNvSpPr/>
          <p:nvPr/>
        </p:nvSpPr>
        <p:spPr>
          <a:xfrm flipH="1">
            <a:off x="3472066" y="0"/>
            <a:ext cx="12444846" cy="10530831"/>
          </a:xfrm>
          <a:custGeom>
            <a:rect b="b" l="l" r="r" t="t"/>
            <a:pathLst>
              <a:path extrusionOk="0" h="10530831" w="12444846">
                <a:moveTo>
                  <a:pt x="12444846" y="0"/>
                </a:moveTo>
                <a:lnTo>
                  <a:pt x="0" y="0"/>
                </a:lnTo>
                <a:lnTo>
                  <a:pt x="0" y="10530831"/>
                </a:lnTo>
                <a:lnTo>
                  <a:pt x="12444846" y="10530831"/>
                </a:lnTo>
                <a:lnTo>
                  <a:pt x="1244484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705" r="-14219" t="0"/>
            </a:stretch>
          </a:blipFill>
          <a:ln>
            <a:noFill/>
          </a:ln>
        </p:spPr>
      </p:sp>
      <p:sp>
        <p:nvSpPr>
          <p:cNvPr id="640" name="Google Shape;640;p32"/>
          <p:cNvSpPr/>
          <p:nvPr/>
        </p:nvSpPr>
        <p:spPr>
          <a:xfrm>
            <a:off x="5445052" y="4147712"/>
            <a:ext cx="9025086" cy="20914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lang="mn-MN" b="0" i="0">
                <a:ln cap="flat" cmpd="sng" w="76200">
                  <a:solidFill>
                    <a:srgbClr val="8ACE0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баяртай.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  <a:effectLst/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 txBox="1"/>
          <p:nvPr/>
        </p:nvSpPr>
        <p:spPr>
          <a:xfrm>
            <a:off x="15421719" y="91440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1028700" y="914400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15421719" y="133858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15421719" y="176276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15421719" y="218694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15421719" y="261112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15421719" y="303530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15421719" y="345948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15421719" y="388366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15421719" y="4307841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15421719" y="4732021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1028700" y="1365986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1028700" y="1817572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1028700" y="2269158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1028700" y="2720744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1028700" y="3172330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1028700" y="3623916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1028700" y="4075502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1028700" y="4527089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1028700" y="4978675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1028700" y="5430261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1028700" y="5881847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1028700" y="6333433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1028700" y="6785019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1028700" y="7236605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15421719" y="519076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15421719" y="561494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15421719" y="603912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15421719" y="646330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15421719" y="688748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15421719" y="731166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15421719" y="773584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15421719" y="816002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15421719" y="858420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15421719" y="900838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1028700" y="7689360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1028700" y="8140946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1028700" y="8592532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3F6100"/>
                </a:solidFill>
                <a:latin typeface="Arial"/>
                <a:ea typeface="Arial"/>
                <a:cs typeface="Arial"/>
                <a:sym typeface="Arial"/>
              </a:rPr>
              <a:t>2-р хэсэг</a:t>
            </a:r>
            <a:endParaRPr/>
          </a:p>
        </p:txBody>
      </p:sp>
      <p:sp>
        <p:nvSpPr>
          <p:cNvPr id="300" name="Google Shape;300;p18"/>
          <p:cNvSpPr/>
          <p:nvPr/>
        </p:nvSpPr>
        <p:spPr>
          <a:xfrm>
            <a:off x="3275388" y="0"/>
            <a:ext cx="12146331" cy="11193853"/>
          </a:xfrm>
          <a:custGeom>
            <a:rect b="b" l="l" r="r" t="t"/>
            <a:pathLst>
              <a:path extrusionOk="0" h="11193853" w="12146331">
                <a:moveTo>
                  <a:pt x="12146331" y="0"/>
                </a:moveTo>
                <a:lnTo>
                  <a:pt x="0" y="0"/>
                </a:lnTo>
                <a:lnTo>
                  <a:pt x="0" y="11193853"/>
                </a:lnTo>
                <a:lnTo>
                  <a:pt x="12146331" y="11193853"/>
                </a:lnTo>
                <a:lnTo>
                  <a:pt x="12146331" y="0"/>
                </a:lnTo>
                <a:close/>
              </a:path>
            </a:pathLst>
          </a:custGeom>
          <a:blipFill rotWithShape="1">
            <a:blip r:embed="rIdSy1">
              <a:alphaModFix/>
            </a:blip>
            <a:srcRect t="24080" b="24080"/>
            <a:stretch>
              <a:fillRect b="0" l="-38236" r="0" t="0"/>
            </a:stretch>
          </a:blipFill>
          <a:ln>
            <a:noFill/>
          </a:ln>
        </p:spPr>
      </p:sp>
      <p:sp>
        <p:nvSpPr>
          <p:cNvPr id="301" name="Google Shape;301;p18"/>
          <p:cNvSpPr/>
          <p:nvPr/>
        </p:nvSpPr>
        <p:spPr>
          <a:xfrm>
            <a:off x="6108236" y="3571600"/>
            <a:ext cx="6480660" cy="28593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8ACE03"/>
                </a:solidFill>
                <a:latin typeface="Arial"/>
              </a:rPr>
              <a:t>brat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