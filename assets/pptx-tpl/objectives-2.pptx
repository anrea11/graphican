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85" r:id="rId13"/>
    <p:sldId id="286" r:id="rId14"/>
    <p:sldId id="294" r:id="rId15"/>
    <p:sldId id="288" r:id="rId16"/>
    <p:sldId id="290" r:id="rId17"/>
    <p:sldId id="291" r:id="rId18"/>
    <p:sldId id="295" r:id="rId19"/>
    <p:sldId id="297" r:id="rId20"/>
    <p:sldId id="293" r:id="rId21"/>
    <p:sldId id="29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0"/>
    <a:srgbClr val="3A73E8"/>
    <a:srgbClr val="2C6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0" autoAdjust="0"/>
    <p:restoredTop sz="94660"/>
  </p:normalViewPr>
  <p:slideViewPr>
    <p:cSldViewPr snapToGrid="0">
      <p:cViewPr>
        <p:scale>
          <a:sx n="75" d="100"/>
          <a:sy n="75" d="100"/>
        </p:scale>
        <p:origin x="811" y="120"/>
      </p:cViewPr>
      <p:guideLst>
        <p:guide orient="horz" pos="2183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21" Type="http://schemas.openxmlformats.org/officeDocument/2006/relationships/slide" Target="slides/slide20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2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Nova" panose="020B05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Nova" panose="020B0504020202020204" pitchFamily="34" charset="0"/>
              </a:defRPr>
            </a:lvl1pPr>
          </a:lstStyle>
          <a:p>
            <a:fld id="{23A055E9-7789-4D48-AF83-15979C66A604}" type="datetimeFigureOut">
              <a:rPr lang="en-ID" smtClean="0"/>
              <a:pPr/>
              <a:t>29/04/2026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Nova" panose="020B05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Nova" panose="020B0504020202020204" pitchFamily="34" charset="0"/>
              </a:defRPr>
            </a:lvl1pPr>
          </a:lstStyle>
          <a:p>
            <a:fld id="{D745DCAC-FE40-48D8-98DE-10A88E248D7B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379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8A54-07CF-7A15-B5F3-4D0F84E3E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E38DC-2089-C2F3-B833-F278D4FE7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C7A6D-4B03-FB67-15C7-C82C873E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73EC8-E010-0112-CCE6-CF6EE669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899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0A20-CAAB-FA1E-3F2D-5F7F224E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AEED-3CD1-B7CB-416C-2612EE3D9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42A7F-67DB-354C-DD9C-8207F804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758FC-7D57-8617-098B-FA20D447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999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974E-7716-9AAA-9761-607F4264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709738"/>
            <a:ext cx="112204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A9EF2-E5A1-045F-FE8E-355257965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4589463"/>
            <a:ext cx="112204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357D5-8AEF-BA0B-E46C-51CA614F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FD348-9C6A-71DE-A7A5-72099F19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195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6121-AB8D-DEB0-258C-D2B4BBD1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9C37A-A213-8AF9-0190-C90B8FEB0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A40F6-ECAE-86D0-6DFC-09C49B830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B90D6-E590-3341-1063-27772E97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9314E-18BD-CF2A-01B8-6F5259EE4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984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E933-BCAA-32FE-CD9D-EC7CAB30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44C61-7B28-1D44-4A23-BB0699F03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55CEC-47B2-C638-3DA1-E01F043F8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3D1C4-40F6-8E8B-3901-DFC416B10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CCD21-EDAB-C2E5-B3DE-B7B92B9D6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0AF68-37A8-C508-C5D9-4732E772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97657-F210-C987-2066-EBDE2920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176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A6C9-47CA-67A1-C8F9-99943800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F98CF-6A4C-DA76-300B-C9E2DB0A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4F70F-B9BC-9429-32AE-C34FECE5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89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A8942-9BFA-8F80-141B-41ADD819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B360B-AE67-3E36-DEBA-245AE765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944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9965E763-BADF-AD60-9947-B8D53EC4E796}"/>
              </a:ext>
            </a:extLst>
          </p:cNvPr>
          <p:cNvSpPr/>
          <p:nvPr userDrawn="1"/>
        </p:nvSpPr>
        <p:spPr>
          <a:xfrm>
            <a:off x="11379199" y="6372225"/>
            <a:ext cx="333376" cy="3333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AEF64-6524-9D5A-759C-4097744A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65125"/>
            <a:ext cx="1123315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738A6-FEB5-CBE7-352C-EFA11D83B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25625"/>
            <a:ext cx="112331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B5C5D-14D6-67CF-3F18-6E839A864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5" y="6448426"/>
            <a:ext cx="4114800" cy="1809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A7EFD-95A1-186F-41E2-5C80A2133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8426"/>
            <a:ext cx="231774" cy="1809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1387CB7A-E662-4DE3-824A-75B898CACAB9}" type="slidenum">
              <a:rPr lang="en-ID" smtClean="0"/>
              <a:pPr/>
              <a:t>‹#›</a:t>
            </a:fld>
            <a:endParaRPr lang="en-ID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09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orient="horz" pos="1117" userDrawn="1">
          <p15:clr>
            <a:srgbClr val="F26B43"/>
          </p15:clr>
        </p15:guide>
      </p15:sldGuideLst>
    </p:ext>
  </p:extLst>
</p:sldMaster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7E55-1AF2-D0FE-B1A6-29B53529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192A2777-0B72-EA9A-29BF-D2804A5C287D}"/>
              </a:ext>
            </a:extLst>
          </p:cNvPr>
          <p:cNvSpPr/>
          <p:nvPr/>
        </p:nvSpPr>
        <p:spPr>
          <a:xfrm>
            <a:off x="479425" y="1956993"/>
            <a:ext cx="2301875" cy="781843"/>
          </a:xfrm>
          <a:prstGeom prst="round2SameRect">
            <a:avLst>
              <a:gd name="adj1" fmla="val 2763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3D27DB07-2BEC-D9C2-2D9D-4923995D8315}"/>
              </a:ext>
            </a:extLst>
          </p:cNvPr>
          <p:cNvSpPr/>
          <p:nvPr/>
        </p:nvSpPr>
        <p:spPr>
          <a:xfrm>
            <a:off x="2183344" y="1773238"/>
            <a:ext cx="892835" cy="1246187"/>
          </a:xfrm>
          <a:prstGeom prst="round2SameRect">
            <a:avLst>
              <a:gd name="adj1" fmla="val 14589"/>
              <a:gd name="adj2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886397-5243-A075-82DA-8AE4349CA045}"/>
              </a:ext>
            </a:extLst>
          </p:cNvPr>
          <p:cNvSpPr txBox="1"/>
          <p:nvPr/>
        </p:nvSpPr>
        <p:spPr>
          <a:xfrm>
            <a:off x="664717" y="2063116"/>
            <a:ext cx="34945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01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44" name="Rectangle: Top Corners Rounded 43">
            <a:extLst>
              <a:ext uri="{FF2B5EF4-FFF2-40B4-BE49-F238E27FC236}">
                <a16:creationId xmlns:a16="http://schemas.microsoft.com/office/drawing/2014/main" id="{6CD0D405-4BC3-2674-B399-4E30EE3B436D}"/>
              </a:ext>
            </a:extLst>
          </p:cNvPr>
          <p:cNvSpPr/>
          <p:nvPr/>
        </p:nvSpPr>
        <p:spPr>
          <a:xfrm>
            <a:off x="3358224" y="1956993"/>
            <a:ext cx="2301875" cy="781843"/>
          </a:xfrm>
          <a:prstGeom prst="round2SameRect">
            <a:avLst>
              <a:gd name="adj1" fmla="val 2763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83CE6644-AC5A-E9B8-33EB-8E60CBDD6531}"/>
              </a:ext>
            </a:extLst>
          </p:cNvPr>
          <p:cNvSpPr/>
          <p:nvPr/>
        </p:nvSpPr>
        <p:spPr>
          <a:xfrm>
            <a:off x="5062143" y="1773238"/>
            <a:ext cx="892835" cy="1246187"/>
          </a:xfrm>
          <a:prstGeom prst="round2SameRect">
            <a:avLst>
              <a:gd name="adj1" fmla="val 14589"/>
              <a:gd name="adj2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F42ED4-6ED3-1E5E-F01F-87E12797253D}"/>
              </a:ext>
            </a:extLst>
          </p:cNvPr>
          <p:cNvSpPr txBox="1"/>
          <p:nvPr/>
        </p:nvSpPr>
        <p:spPr>
          <a:xfrm>
            <a:off x="3543516" y="2063116"/>
            <a:ext cx="34945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02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4A5D4D2A-A16F-5D10-2CC2-812C41C49CEE}"/>
              </a:ext>
            </a:extLst>
          </p:cNvPr>
          <p:cNvSpPr/>
          <p:nvPr/>
        </p:nvSpPr>
        <p:spPr>
          <a:xfrm>
            <a:off x="6237022" y="1956993"/>
            <a:ext cx="2301875" cy="781843"/>
          </a:xfrm>
          <a:prstGeom prst="round2SameRect">
            <a:avLst>
              <a:gd name="adj1" fmla="val 2763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E53DFE1F-FA08-7D41-3CEB-4EE857A13F8E}"/>
              </a:ext>
            </a:extLst>
          </p:cNvPr>
          <p:cNvSpPr/>
          <p:nvPr/>
        </p:nvSpPr>
        <p:spPr>
          <a:xfrm>
            <a:off x="7940941" y="1773238"/>
            <a:ext cx="892835" cy="1246187"/>
          </a:xfrm>
          <a:prstGeom prst="round2SameRect">
            <a:avLst>
              <a:gd name="adj1" fmla="val 14589"/>
              <a:gd name="adj2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885C7B-D72C-093D-5D52-068F898DD361}"/>
              </a:ext>
            </a:extLst>
          </p:cNvPr>
          <p:cNvSpPr txBox="1"/>
          <p:nvPr/>
        </p:nvSpPr>
        <p:spPr>
          <a:xfrm>
            <a:off x="6422314" y="2063116"/>
            <a:ext cx="34945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03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75BAA915-4C5C-E83D-136F-36351C51FFA4}"/>
              </a:ext>
            </a:extLst>
          </p:cNvPr>
          <p:cNvSpPr/>
          <p:nvPr/>
        </p:nvSpPr>
        <p:spPr>
          <a:xfrm>
            <a:off x="9115821" y="1956993"/>
            <a:ext cx="2301875" cy="781843"/>
          </a:xfrm>
          <a:prstGeom prst="round2SameRect">
            <a:avLst>
              <a:gd name="adj1" fmla="val 2763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AB2FE18A-9E4E-4A0A-620C-35E9C702D1E8}"/>
              </a:ext>
            </a:extLst>
          </p:cNvPr>
          <p:cNvSpPr/>
          <p:nvPr/>
        </p:nvSpPr>
        <p:spPr>
          <a:xfrm>
            <a:off x="10819740" y="1773238"/>
            <a:ext cx="892835" cy="1246187"/>
          </a:xfrm>
          <a:prstGeom prst="round2SameRect">
            <a:avLst>
              <a:gd name="adj1" fmla="val 14589"/>
              <a:gd name="adj2" fmla="val 0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C17BC7-4EF2-2358-DCD9-BBE65C082310}"/>
              </a:ext>
            </a:extLst>
          </p:cNvPr>
          <p:cNvSpPr txBox="1"/>
          <p:nvPr/>
        </p:nvSpPr>
        <p:spPr>
          <a:xfrm>
            <a:off x="9301113" y="2063116"/>
            <a:ext cx="34945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04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B92943-D3D9-9296-076D-E67E6DB51FB1}"/>
              </a:ext>
            </a:extLst>
          </p:cNvPr>
          <p:cNvSpPr/>
          <p:nvPr/>
        </p:nvSpPr>
        <p:spPr>
          <a:xfrm>
            <a:off x="0" y="4615657"/>
            <a:ext cx="12192000" cy="16922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C1056-D2C4-A9AA-090F-631EE4DCC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DC445-382C-AE99-0B6A-F596DE23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12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84822C0-D481-65CD-F816-0BB8F2FB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  <a:latin typeface="+mj-lt"/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  <a:latin typeface="+mj-lt"/>
              </a:rPr>
              <a:t>загвар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8263DF-5544-7032-8C6C-495249E88A90}"/>
              </a:ext>
            </a:extLst>
          </p:cNvPr>
          <p:cNvSpPr/>
          <p:nvPr/>
        </p:nvSpPr>
        <p:spPr>
          <a:xfrm>
            <a:off x="3358224" y="3200004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4C3E35-BA08-DDAA-72B5-A874D83BE9FB}"/>
              </a:ext>
            </a:extLst>
          </p:cNvPr>
          <p:cNvSpPr/>
          <p:nvPr/>
        </p:nvSpPr>
        <p:spPr>
          <a:xfrm>
            <a:off x="6237022" y="3200004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E74AC0B-DD10-4103-94F0-08675C8ECDB8}"/>
              </a:ext>
            </a:extLst>
          </p:cNvPr>
          <p:cNvSpPr/>
          <p:nvPr/>
        </p:nvSpPr>
        <p:spPr>
          <a:xfrm>
            <a:off x="9115821" y="3200004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0362FA-90F1-EA76-3149-EEB3CAC88712}"/>
              </a:ext>
            </a:extLst>
          </p:cNvPr>
          <p:cNvSpPr/>
          <p:nvPr/>
        </p:nvSpPr>
        <p:spPr>
          <a:xfrm>
            <a:off x="479425" y="3200004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DD23D0-6A1F-E050-DD9D-A5F85D1C0C92}"/>
              </a:ext>
            </a:extLst>
          </p:cNvPr>
          <p:cNvSpPr/>
          <p:nvPr/>
        </p:nvSpPr>
        <p:spPr>
          <a:xfrm>
            <a:off x="3358224" y="2502695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E49400-616D-D098-CDAA-3550838977BF}"/>
              </a:ext>
            </a:extLst>
          </p:cNvPr>
          <p:cNvSpPr/>
          <p:nvPr/>
        </p:nvSpPr>
        <p:spPr>
          <a:xfrm>
            <a:off x="6237022" y="2502695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A91238-5FB3-FCC8-2CC4-848AA4A270B3}"/>
              </a:ext>
            </a:extLst>
          </p:cNvPr>
          <p:cNvSpPr/>
          <p:nvPr/>
        </p:nvSpPr>
        <p:spPr>
          <a:xfrm>
            <a:off x="9115821" y="2502695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09C746-105B-546C-9F8A-FDF84F3F9AD2}"/>
              </a:ext>
            </a:extLst>
          </p:cNvPr>
          <p:cNvSpPr/>
          <p:nvPr/>
        </p:nvSpPr>
        <p:spPr>
          <a:xfrm>
            <a:off x="479425" y="2502695"/>
            <a:ext cx="2596754" cy="2831306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8EF2FA-B864-C6A6-9F88-F72654BC14E9}"/>
              </a:ext>
            </a:extLst>
          </p:cNvPr>
          <p:cNvGrpSpPr/>
          <p:nvPr/>
        </p:nvGrpSpPr>
        <p:grpSpPr>
          <a:xfrm>
            <a:off x="778834" y="5478462"/>
            <a:ext cx="1997936" cy="358776"/>
            <a:chOff x="631825" y="5478462"/>
            <a:chExt cx="1997936" cy="35877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BA138C-6060-1C14-9DC5-CBF21335C946}"/>
                </a:ext>
              </a:extLst>
            </p:cNvPr>
            <p:cNvCxnSpPr>
              <a:cxnSpLocks/>
            </p:cNvCxnSpPr>
            <p:nvPr/>
          </p:nvCxnSpPr>
          <p:spPr>
            <a:xfrm>
              <a:off x="631825" y="5657850"/>
              <a:ext cx="1997936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7C0B653-5B86-BC54-B7EB-B627BA695F4F}"/>
                </a:ext>
              </a:extLst>
            </p:cNvPr>
            <p:cNvCxnSpPr>
              <a:cxnSpLocks/>
            </p:cNvCxnSpPr>
            <p:nvPr/>
          </p:nvCxnSpPr>
          <p:spPr>
            <a:xfrm>
              <a:off x="2450373" y="5478462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0858B8-2862-6F34-84EF-5430083DE2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373" y="5657850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3A4314-4CC7-0651-9FD4-805810B9253E}"/>
              </a:ext>
            </a:extLst>
          </p:cNvPr>
          <p:cNvGrpSpPr/>
          <p:nvPr/>
        </p:nvGrpSpPr>
        <p:grpSpPr>
          <a:xfrm>
            <a:off x="3657633" y="5478462"/>
            <a:ext cx="1997936" cy="358776"/>
            <a:chOff x="631825" y="5478462"/>
            <a:chExt cx="1997936" cy="35877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476A769-A307-42AF-4E7E-1B6B5F6F5C21}"/>
                </a:ext>
              </a:extLst>
            </p:cNvPr>
            <p:cNvCxnSpPr>
              <a:cxnSpLocks/>
            </p:cNvCxnSpPr>
            <p:nvPr/>
          </p:nvCxnSpPr>
          <p:spPr>
            <a:xfrm>
              <a:off x="631825" y="5657850"/>
              <a:ext cx="1997936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B49DBF6-C053-0CCE-925E-82EEC971ADE5}"/>
                </a:ext>
              </a:extLst>
            </p:cNvPr>
            <p:cNvCxnSpPr>
              <a:cxnSpLocks/>
            </p:cNvCxnSpPr>
            <p:nvPr/>
          </p:nvCxnSpPr>
          <p:spPr>
            <a:xfrm>
              <a:off x="2450373" y="5478462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6514C67-20FE-711C-77CD-2A0FE3A202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373" y="5657850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31CF67-A258-43C3-950E-1527A527D209}"/>
              </a:ext>
            </a:extLst>
          </p:cNvPr>
          <p:cNvGrpSpPr/>
          <p:nvPr/>
        </p:nvGrpSpPr>
        <p:grpSpPr>
          <a:xfrm>
            <a:off x="6536431" y="5478462"/>
            <a:ext cx="1997936" cy="358776"/>
            <a:chOff x="631825" y="5478462"/>
            <a:chExt cx="1997936" cy="35877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ECFDC7-01F2-A11D-E03E-67A5232910FD}"/>
                </a:ext>
              </a:extLst>
            </p:cNvPr>
            <p:cNvCxnSpPr>
              <a:cxnSpLocks/>
            </p:cNvCxnSpPr>
            <p:nvPr/>
          </p:nvCxnSpPr>
          <p:spPr>
            <a:xfrm>
              <a:off x="631825" y="5657850"/>
              <a:ext cx="1997936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AA55CAB-C3BC-3656-BDB1-5BA10C37AEE2}"/>
                </a:ext>
              </a:extLst>
            </p:cNvPr>
            <p:cNvCxnSpPr>
              <a:cxnSpLocks/>
            </p:cNvCxnSpPr>
            <p:nvPr/>
          </p:nvCxnSpPr>
          <p:spPr>
            <a:xfrm>
              <a:off x="2450373" y="5478462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A4EC7C-BD24-0AE4-0487-4B93E9E2F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373" y="5657850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25B7039-5CE8-2658-44C6-D8ED54EB3801}"/>
              </a:ext>
            </a:extLst>
          </p:cNvPr>
          <p:cNvGrpSpPr/>
          <p:nvPr/>
        </p:nvGrpSpPr>
        <p:grpSpPr>
          <a:xfrm>
            <a:off x="9415230" y="5478462"/>
            <a:ext cx="1997936" cy="358776"/>
            <a:chOff x="631825" y="5478462"/>
            <a:chExt cx="1997936" cy="35877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DE52672-57E9-EF95-B7F1-6FF06E35E8D6}"/>
                </a:ext>
              </a:extLst>
            </p:cNvPr>
            <p:cNvCxnSpPr>
              <a:cxnSpLocks/>
            </p:cNvCxnSpPr>
            <p:nvPr/>
          </p:nvCxnSpPr>
          <p:spPr>
            <a:xfrm>
              <a:off x="631825" y="5657850"/>
              <a:ext cx="1997936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491A0D-E4A6-70D3-881C-0E9A13B10347}"/>
                </a:ext>
              </a:extLst>
            </p:cNvPr>
            <p:cNvCxnSpPr>
              <a:cxnSpLocks/>
            </p:cNvCxnSpPr>
            <p:nvPr/>
          </p:nvCxnSpPr>
          <p:spPr>
            <a:xfrm>
              <a:off x="2450373" y="5478462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28E1F90-CC76-83AB-7604-F1A13CB25C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373" y="5657850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136139-96B2-A833-7AAC-126EB035C972}"/>
              </a:ext>
            </a:extLst>
          </p:cNvPr>
          <p:cNvGrpSpPr>
            <a:grpSpLocks noChangeAspect="1"/>
          </p:cNvGrpSpPr>
          <p:nvPr/>
        </p:nvGrpSpPr>
        <p:grpSpPr>
          <a:xfrm>
            <a:off x="2447258" y="1945571"/>
            <a:ext cx="365006" cy="365006"/>
            <a:chOff x="856558" y="1330018"/>
            <a:chExt cx="450000" cy="450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77ED788-8BB8-B96E-D3CD-2E4B3C574AB6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C0287CE-2BC9-58E0-BE6C-9BD1302B8401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BC4CB42-59B6-5393-4029-A512B74F65C0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905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5724FE5-FE49-66CB-8D69-A35EB600B511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5F9A7E9-B1EF-FD6E-2532-E1348ACEF3EE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7B0574E-AC25-E3B8-3462-077E9B30D0B8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18C7A56-D7D5-51D8-E92A-0927201A1108}"/>
              </a:ext>
            </a:extLst>
          </p:cNvPr>
          <p:cNvGrpSpPr>
            <a:grpSpLocks noChangeAspect="1"/>
          </p:cNvGrpSpPr>
          <p:nvPr/>
        </p:nvGrpSpPr>
        <p:grpSpPr>
          <a:xfrm>
            <a:off x="5325986" y="1945571"/>
            <a:ext cx="365148" cy="365006"/>
            <a:chOff x="7520839" y="2156860"/>
            <a:chExt cx="450085" cy="44990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F1DD343-C268-01D2-AA45-D022A270DEE5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AAD3268-F890-0B53-DAF0-0FBA19E7A740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8326B79-09D4-5AE5-EE64-ED9F93FD2E65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C40C6DB-06A3-0AF9-4266-16DAA1B5A49F}"/>
              </a:ext>
            </a:extLst>
          </p:cNvPr>
          <p:cNvGrpSpPr>
            <a:grpSpLocks noChangeAspect="1"/>
          </p:cNvGrpSpPr>
          <p:nvPr/>
        </p:nvGrpSpPr>
        <p:grpSpPr>
          <a:xfrm>
            <a:off x="8209402" y="1945571"/>
            <a:ext cx="355912" cy="365006"/>
            <a:chOff x="1965976" y="2159393"/>
            <a:chExt cx="465112" cy="477000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838F079-0EE4-CDAB-3336-61C6F0788B08}"/>
                </a:ext>
              </a:extLst>
            </p:cNvPr>
            <p:cNvSpPr/>
            <p:nvPr/>
          </p:nvSpPr>
          <p:spPr>
            <a:xfrm>
              <a:off x="1965976" y="2254793"/>
              <a:ext cx="465112" cy="381600"/>
            </a:xfrm>
            <a:custGeom>
              <a:avLst/>
              <a:gdLst>
                <a:gd name="connsiteX0" fmla="*/ 137157 w 465112"/>
                <a:gd name="connsiteY0" fmla="*/ 381600 h 381600"/>
                <a:gd name="connsiteX1" fmla="*/ 327955 w 465112"/>
                <a:gd name="connsiteY1" fmla="*/ 381600 h 381600"/>
                <a:gd name="connsiteX2" fmla="*/ 446013 w 465112"/>
                <a:gd name="connsiteY2" fmla="*/ 296456 h 381600"/>
                <a:gd name="connsiteX3" fmla="*/ 463900 w 465112"/>
                <a:gd name="connsiteY3" fmla="*/ 105656 h 381600"/>
                <a:gd name="connsiteX4" fmla="*/ 351806 w 465112"/>
                <a:gd name="connsiteY4" fmla="*/ 0 h 381600"/>
                <a:gd name="connsiteX5" fmla="*/ 113307 w 465112"/>
                <a:gd name="connsiteY5" fmla="*/ 0 h 381600"/>
                <a:gd name="connsiteX6" fmla="*/ 1212 w 465112"/>
                <a:gd name="connsiteY6" fmla="*/ 105656 h 381600"/>
                <a:gd name="connsiteX7" fmla="*/ 19099 w 465112"/>
                <a:gd name="connsiteY7" fmla="*/ 296456 h 381600"/>
                <a:gd name="connsiteX8" fmla="*/ 137157 w 465112"/>
                <a:gd name="connsiteY8" fmla="*/ 381600 h 3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112" h="381600">
                  <a:moveTo>
                    <a:pt x="137157" y="381600"/>
                  </a:moveTo>
                  <a:lnTo>
                    <a:pt x="327955" y="381600"/>
                  </a:lnTo>
                  <a:cubicBezTo>
                    <a:pt x="423832" y="381600"/>
                    <a:pt x="441004" y="343202"/>
                    <a:pt x="446013" y="296456"/>
                  </a:cubicBezTo>
                  <a:lnTo>
                    <a:pt x="463900" y="105656"/>
                  </a:lnTo>
                  <a:cubicBezTo>
                    <a:pt x="470340" y="47461"/>
                    <a:pt x="453645" y="0"/>
                    <a:pt x="351806" y="0"/>
                  </a:cubicBezTo>
                  <a:lnTo>
                    <a:pt x="113307" y="0"/>
                  </a:lnTo>
                  <a:cubicBezTo>
                    <a:pt x="11467" y="0"/>
                    <a:pt x="-5228" y="47461"/>
                    <a:pt x="1212" y="105656"/>
                  </a:cubicBezTo>
                  <a:lnTo>
                    <a:pt x="19099" y="296456"/>
                  </a:lnTo>
                  <a:cubicBezTo>
                    <a:pt x="24108" y="343202"/>
                    <a:pt x="41280" y="381600"/>
                    <a:pt x="137157" y="3816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CB4B84A-3CD6-2BEF-0412-369535171D36}"/>
                </a:ext>
              </a:extLst>
            </p:cNvPr>
            <p:cNvSpPr/>
            <p:nvPr/>
          </p:nvSpPr>
          <p:spPr>
            <a:xfrm>
              <a:off x="2103134" y="2159393"/>
              <a:ext cx="190800" cy="95400"/>
            </a:xfrm>
            <a:custGeom>
              <a:avLst/>
              <a:gdLst>
                <a:gd name="connsiteX0" fmla="*/ 0 w 190800"/>
                <a:gd name="connsiteY0" fmla="*/ 95400 h 95400"/>
                <a:gd name="connsiteX1" fmla="*/ 0 w 190800"/>
                <a:gd name="connsiteY1" fmla="*/ 76320 h 95400"/>
                <a:gd name="connsiteX2" fmla="*/ 76320 w 190800"/>
                <a:gd name="connsiteY2" fmla="*/ 0 h 95400"/>
                <a:gd name="connsiteX3" fmla="*/ 114480 w 190800"/>
                <a:gd name="connsiteY3" fmla="*/ 0 h 95400"/>
                <a:gd name="connsiteX4" fmla="*/ 190800 w 190800"/>
                <a:gd name="connsiteY4" fmla="*/ 76320 h 95400"/>
                <a:gd name="connsiteX5" fmla="*/ 190800 w 190800"/>
                <a:gd name="connsiteY5" fmla="*/ 9540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800" h="95400">
                  <a:moveTo>
                    <a:pt x="0" y="95400"/>
                  </a:moveTo>
                  <a:lnTo>
                    <a:pt x="0" y="76320"/>
                  </a:lnTo>
                  <a:cubicBezTo>
                    <a:pt x="0" y="34106"/>
                    <a:pt x="0" y="0"/>
                    <a:pt x="76320" y="0"/>
                  </a:cubicBezTo>
                  <a:lnTo>
                    <a:pt x="114480" y="0"/>
                  </a:lnTo>
                  <a:cubicBezTo>
                    <a:pt x="190800" y="0"/>
                    <a:pt x="190800" y="34106"/>
                    <a:pt x="190800" y="76320"/>
                  </a:cubicBezTo>
                  <a:lnTo>
                    <a:pt x="190800" y="954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A486BAF-0D9E-97F6-D9E8-C51585F242AC}"/>
                </a:ext>
              </a:extLst>
            </p:cNvPr>
            <p:cNvSpPr/>
            <p:nvPr/>
          </p:nvSpPr>
          <p:spPr>
            <a:xfrm>
              <a:off x="2150834" y="2397893"/>
              <a:ext cx="95400" cy="95400"/>
            </a:xfrm>
            <a:custGeom>
              <a:avLst/>
              <a:gdLst>
                <a:gd name="connsiteX0" fmla="*/ 95400 w 95400"/>
                <a:gd name="connsiteY0" fmla="*/ 23850 h 95400"/>
                <a:gd name="connsiteX1" fmla="*/ 95400 w 95400"/>
                <a:gd name="connsiteY1" fmla="*/ 47700 h 95400"/>
                <a:gd name="connsiteX2" fmla="*/ 95400 w 95400"/>
                <a:gd name="connsiteY2" fmla="*/ 48177 h 95400"/>
                <a:gd name="connsiteX3" fmla="*/ 47700 w 95400"/>
                <a:gd name="connsiteY3" fmla="*/ 95400 h 95400"/>
                <a:gd name="connsiteX4" fmla="*/ 0 w 95400"/>
                <a:gd name="connsiteY4" fmla="*/ 48415 h 95400"/>
                <a:gd name="connsiteX5" fmla="*/ 0 w 95400"/>
                <a:gd name="connsiteY5" fmla="*/ 23850 h 95400"/>
                <a:gd name="connsiteX6" fmla="*/ 23850 w 95400"/>
                <a:gd name="connsiteY6" fmla="*/ 0 h 95400"/>
                <a:gd name="connsiteX7" fmla="*/ 71550 w 95400"/>
                <a:gd name="connsiteY7" fmla="*/ 0 h 95400"/>
                <a:gd name="connsiteX8" fmla="*/ 95400 w 95400"/>
                <a:gd name="connsiteY8" fmla="*/ 2385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00" h="95400">
                  <a:moveTo>
                    <a:pt x="95400" y="23850"/>
                  </a:moveTo>
                  <a:lnTo>
                    <a:pt x="95400" y="47700"/>
                  </a:lnTo>
                  <a:cubicBezTo>
                    <a:pt x="95400" y="47939"/>
                    <a:pt x="95400" y="47939"/>
                    <a:pt x="95400" y="48177"/>
                  </a:cubicBezTo>
                  <a:cubicBezTo>
                    <a:pt x="95400" y="74173"/>
                    <a:pt x="95161" y="95400"/>
                    <a:pt x="47700" y="95400"/>
                  </a:cubicBezTo>
                  <a:cubicBezTo>
                    <a:pt x="477" y="95400"/>
                    <a:pt x="0" y="74412"/>
                    <a:pt x="0" y="48415"/>
                  </a:cubicBezTo>
                  <a:lnTo>
                    <a:pt x="0" y="23850"/>
                  </a:lnTo>
                  <a:cubicBezTo>
                    <a:pt x="0" y="0"/>
                    <a:pt x="0" y="0"/>
                    <a:pt x="23850" y="0"/>
                  </a:cubicBezTo>
                  <a:lnTo>
                    <a:pt x="71550" y="0"/>
                  </a:lnTo>
                  <a:cubicBezTo>
                    <a:pt x="95400" y="0"/>
                    <a:pt x="95400" y="0"/>
                    <a:pt x="95400" y="2385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BB3CD7D-5252-C44E-CA5F-709C80B6F29E}"/>
                </a:ext>
              </a:extLst>
            </p:cNvPr>
            <p:cNvSpPr/>
            <p:nvPr/>
          </p:nvSpPr>
          <p:spPr>
            <a:xfrm>
              <a:off x="2246234" y="2374043"/>
              <a:ext cx="182452" cy="72027"/>
            </a:xfrm>
            <a:custGeom>
              <a:avLst/>
              <a:gdLst>
                <a:gd name="connsiteX0" fmla="*/ 182452 w 182452"/>
                <a:gd name="connsiteY0" fmla="*/ 0 h 72027"/>
                <a:gd name="connsiteX1" fmla="*/ 0 w 182452"/>
                <a:gd name="connsiteY1" fmla="*/ 72027 h 7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2" h="72027">
                  <a:moveTo>
                    <a:pt x="182452" y="0"/>
                  </a:moveTo>
                  <a:cubicBezTo>
                    <a:pt x="127359" y="40068"/>
                    <a:pt x="64395" y="63918"/>
                    <a:pt x="0" y="72027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C654DD2-F30B-41AA-1907-3B786D33F25B}"/>
                </a:ext>
              </a:extLst>
            </p:cNvPr>
            <p:cNvSpPr/>
            <p:nvPr/>
          </p:nvSpPr>
          <p:spPr>
            <a:xfrm>
              <a:off x="1974820" y="2380482"/>
              <a:ext cx="176013" cy="65825"/>
            </a:xfrm>
            <a:custGeom>
              <a:avLst/>
              <a:gdLst>
                <a:gd name="connsiteX0" fmla="*/ 0 w 176013"/>
                <a:gd name="connsiteY0" fmla="*/ 0 h 65825"/>
                <a:gd name="connsiteX1" fmla="*/ 176013 w 176013"/>
                <a:gd name="connsiteY1" fmla="*/ 65826 h 6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013" h="65825">
                  <a:moveTo>
                    <a:pt x="0" y="0"/>
                  </a:moveTo>
                  <a:cubicBezTo>
                    <a:pt x="53663" y="36729"/>
                    <a:pt x="114242" y="58909"/>
                    <a:pt x="176013" y="65826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210B0B8-C47E-1F4E-B939-9AAAC018E924}"/>
              </a:ext>
            </a:extLst>
          </p:cNvPr>
          <p:cNvGrpSpPr>
            <a:grpSpLocks noChangeAspect="1"/>
          </p:cNvGrpSpPr>
          <p:nvPr/>
        </p:nvGrpSpPr>
        <p:grpSpPr>
          <a:xfrm>
            <a:off x="11122203" y="1945569"/>
            <a:ext cx="287908" cy="365008"/>
            <a:chOff x="2015647" y="1278394"/>
            <a:chExt cx="355024" cy="450093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79502C1-2AA7-ADAF-DFA4-C0CE7E7C07AC}"/>
                </a:ext>
              </a:extLst>
            </p:cNvPr>
            <p:cNvSpPr/>
            <p:nvPr/>
          </p:nvSpPr>
          <p:spPr>
            <a:xfrm>
              <a:off x="2166803" y="1411010"/>
              <a:ext cx="52552" cy="117450"/>
            </a:xfrm>
            <a:custGeom>
              <a:avLst/>
              <a:gdLst>
                <a:gd name="connsiteX0" fmla="*/ 26369 w 52552"/>
                <a:gd name="connsiteY0" fmla="*/ 0 h 117450"/>
                <a:gd name="connsiteX1" fmla="*/ 2294 w 52552"/>
                <a:gd name="connsiteY1" fmla="*/ 41850 h 117450"/>
                <a:gd name="connsiteX2" fmla="*/ 11969 w 52552"/>
                <a:gd name="connsiteY2" fmla="*/ 58725 h 117450"/>
                <a:gd name="connsiteX3" fmla="*/ 40544 w 52552"/>
                <a:gd name="connsiteY3" fmla="*/ 58725 h 117450"/>
                <a:gd name="connsiteX4" fmla="*/ 50219 w 52552"/>
                <a:gd name="connsiteY4" fmla="*/ 75600 h 117450"/>
                <a:gd name="connsiteX5" fmla="*/ 26369 w 52552"/>
                <a:gd name="connsiteY5" fmla="*/ 117450 h 11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52" h="117450">
                  <a:moveTo>
                    <a:pt x="26369" y="0"/>
                  </a:moveTo>
                  <a:lnTo>
                    <a:pt x="2294" y="41850"/>
                  </a:lnTo>
                  <a:cubicBezTo>
                    <a:pt x="-3106" y="51075"/>
                    <a:pt x="1394" y="58725"/>
                    <a:pt x="11969" y="58725"/>
                  </a:cubicBezTo>
                  <a:lnTo>
                    <a:pt x="40544" y="58725"/>
                  </a:lnTo>
                  <a:cubicBezTo>
                    <a:pt x="51344" y="58725"/>
                    <a:pt x="55619" y="66375"/>
                    <a:pt x="50219" y="75600"/>
                  </a:cubicBezTo>
                  <a:lnTo>
                    <a:pt x="26369" y="1174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50BEF80-A4BE-86B1-13CB-D5CB188A2DE9}"/>
                </a:ext>
              </a:extLst>
            </p:cNvPr>
            <p:cNvSpPr/>
            <p:nvPr/>
          </p:nvSpPr>
          <p:spPr>
            <a:xfrm>
              <a:off x="2015647" y="1278394"/>
              <a:ext cx="355024" cy="382370"/>
            </a:xfrm>
            <a:custGeom>
              <a:avLst/>
              <a:gdLst>
                <a:gd name="connsiteX0" fmla="*/ 94275 w 355024"/>
                <a:gd name="connsiteY0" fmla="*/ 360991 h 382370"/>
                <a:gd name="connsiteX1" fmla="*/ 94275 w 355024"/>
                <a:gd name="connsiteY1" fmla="*/ 334891 h 382370"/>
                <a:gd name="connsiteX2" fmla="*/ 0 w 355024"/>
                <a:gd name="connsiteY2" fmla="*/ 177842 h 382370"/>
                <a:gd name="connsiteX3" fmla="*/ 218025 w 355024"/>
                <a:gd name="connsiteY3" fmla="*/ 4367 h 382370"/>
                <a:gd name="connsiteX4" fmla="*/ 336600 w 355024"/>
                <a:gd name="connsiteY4" fmla="*/ 95942 h 382370"/>
                <a:gd name="connsiteX5" fmla="*/ 261450 w 355024"/>
                <a:gd name="connsiteY5" fmla="*/ 334666 h 382370"/>
                <a:gd name="connsiteX6" fmla="*/ 261450 w 355024"/>
                <a:gd name="connsiteY6" fmla="*/ 360766 h 382370"/>
                <a:gd name="connsiteX7" fmla="*/ 239850 w 355024"/>
                <a:gd name="connsiteY7" fmla="*/ 382366 h 382370"/>
                <a:gd name="connsiteX8" fmla="*/ 115875 w 355024"/>
                <a:gd name="connsiteY8" fmla="*/ 382366 h 382370"/>
                <a:gd name="connsiteX9" fmla="*/ 94275 w 355024"/>
                <a:gd name="connsiteY9" fmla="*/ 360991 h 38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5024" h="382370">
                  <a:moveTo>
                    <a:pt x="94275" y="360991"/>
                  </a:moveTo>
                  <a:lnTo>
                    <a:pt x="94275" y="334891"/>
                  </a:lnTo>
                  <a:cubicBezTo>
                    <a:pt x="42525" y="303616"/>
                    <a:pt x="0" y="242641"/>
                    <a:pt x="0" y="177842"/>
                  </a:cubicBezTo>
                  <a:cubicBezTo>
                    <a:pt x="0" y="66467"/>
                    <a:pt x="102375" y="-20833"/>
                    <a:pt x="218025" y="4367"/>
                  </a:cubicBezTo>
                  <a:cubicBezTo>
                    <a:pt x="268875" y="15617"/>
                    <a:pt x="313425" y="49367"/>
                    <a:pt x="336600" y="95942"/>
                  </a:cubicBezTo>
                  <a:cubicBezTo>
                    <a:pt x="383625" y="190441"/>
                    <a:pt x="334125" y="290791"/>
                    <a:pt x="261450" y="334666"/>
                  </a:cubicBezTo>
                  <a:lnTo>
                    <a:pt x="261450" y="360766"/>
                  </a:lnTo>
                  <a:cubicBezTo>
                    <a:pt x="261450" y="367291"/>
                    <a:pt x="263925" y="382366"/>
                    <a:pt x="239850" y="382366"/>
                  </a:cubicBezTo>
                  <a:lnTo>
                    <a:pt x="115875" y="382366"/>
                  </a:lnTo>
                  <a:cubicBezTo>
                    <a:pt x="91125" y="382591"/>
                    <a:pt x="94275" y="372916"/>
                    <a:pt x="94275" y="360991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D74A609-D714-D246-9C3C-29DA5D2171D0}"/>
                </a:ext>
              </a:extLst>
            </p:cNvPr>
            <p:cNvSpPr/>
            <p:nvPr/>
          </p:nvSpPr>
          <p:spPr>
            <a:xfrm>
              <a:off x="2114420" y="1717519"/>
              <a:ext cx="157500" cy="10968"/>
            </a:xfrm>
            <a:custGeom>
              <a:avLst/>
              <a:gdLst>
                <a:gd name="connsiteX0" fmla="*/ 0 w 157500"/>
                <a:gd name="connsiteY0" fmla="*/ 10969 h 10968"/>
                <a:gd name="connsiteX1" fmla="*/ 157500 w 157500"/>
                <a:gd name="connsiteY1" fmla="*/ 10969 h 1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500" h="10968">
                  <a:moveTo>
                    <a:pt x="0" y="10969"/>
                  </a:moveTo>
                  <a:cubicBezTo>
                    <a:pt x="51525" y="-3656"/>
                    <a:pt x="105975" y="-3656"/>
                    <a:pt x="157500" y="10969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sp>
        <p:nvSpPr>
          <p:cNvPr id="76" name="Google Shape;716;p11">
            <a:extLst>
              <a:ext uri="{FF2B5EF4-FFF2-40B4-BE49-F238E27FC236}">
                <a16:creationId xmlns:a16="http://schemas.microsoft.com/office/drawing/2014/main" id="{E06C6221-E879-18B3-40B8-3F4CE0DF04B4}"/>
              </a:ext>
            </a:extLst>
          </p:cNvPr>
          <p:cNvSpPr txBox="1"/>
          <p:nvPr/>
        </p:nvSpPr>
        <p:spPr>
          <a:xfrm>
            <a:off x="743269" y="2885941"/>
            <a:ext cx="2069066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17;p11">
            <a:extLst>
              <a:ext uri="{FF2B5EF4-FFF2-40B4-BE49-F238E27FC236}">
                <a16:creationId xmlns:a16="http://schemas.microsoft.com/office/drawing/2014/main" id="{5E925668-DE53-319C-ABEB-FE789F18FE23}"/>
              </a:ext>
            </a:extLst>
          </p:cNvPr>
          <p:cNvSpPr txBox="1"/>
          <p:nvPr/>
        </p:nvSpPr>
        <p:spPr>
          <a:xfrm>
            <a:off x="743269" y="3465513"/>
            <a:ext cx="2069066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Технологийн шинэчлэлийг тасралтгүй нэвтрүүлнэ. Энд гол санаагаа бичнэ үү.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16;p11">
            <a:extLst>
              <a:ext uri="{FF2B5EF4-FFF2-40B4-BE49-F238E27FC236}">
                <a16:creationId xmlns:a16="http://schemas.microsoft.com/office/drawing/2014/main" id="{FD65CB87-73F5-D193-47E3-416B7CDD27ED}"/>
              </a:ext>
            </a:extLst>
          </p:cNvPr>
          <p:cNvSpPr txBox="1"/>
          <p:nvPr/>
        </p:nvSpPr>
        <p:spPr>
          <a:xfrm>
            <a:off x="3622068" y="2885941"/>
            <a:ext cx="2069066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17;p11">
            <a:extLst>
              <a:ext uri="{FF2B5EF4-FFF2-40B4-BE49-F238E27FC236}">
                <a16:creationId xmlns:a16="http://schemas.microsoft.com/office/drawing/2014/main" id="{9DE5DF4A-9F9D-AB05-6348-F33CB7A61B40}"/>
              </a:ext>
            </a:extLst>
          </p:cNvPr>
          <p:cNvSpPr txBox="1"/>
          <p:nvPr/>
        </p:nvSpPr>
        <p:spPr>
          <a:xfrm>
            <a:off x="3622068" y="3465513"/>
            <a:ext cx="2069066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Үзэгчдэд хэрэгтэй мэдээллийг өгнө. Тоо баримт, жишээ ашиглавал илүү үр дүнтэй.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0" name="Google Shape;716;p11">
            <a:extLst>
              <a:ext uri="{FF2B5EF4-FFF2-40B4-BE49-F238E27FC236}">
                <a16:creationId xmlns:a16="http://schemas.microsoft.com/office/drawing/2014/main" id="{4B63A774-00E5-5317-A455-C7D4AEFE0173}"/>
              </a:ext>
            </a:extLst>
          </p:cNvPr>
          <p:cNvSpPr txBox="1"/>
          <p:nvPr/>
        </p:nvSpPr>
        <p:spPr>
          <a:xfrm>
            <a:off x="6500866" y="2885941"/>
            <a:ext cx="2069066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1" name="Google Shape;717;p11">
            <a:extLst>
              <a:ext uri="{FF2B5EF4-FFF2-40B4-BE49-F238E27FC236}">
                <a16:creationId xmlns:a16="http://schemas.microsoft.com/office/drawing/2014/main" id="{D9E701B0-A80B-57F0-C14E-74DB24BCED3B}"/>
              </a:ext>
            </a:extLst>
          </p:cNvPr>
          <p:cNvSpPr txBox="1"/>
          <p:nvPr/>
        </p:nvSpPr>
        <p:spPr>
          <a:xfrm>
            <a:off x="6500866" y="3465513"/>
            <a:ext cx="2069066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Төслийн явц, үр дүнг энд харуулна. Багаараа хамтран шинэ шийдэл хэрэгжүүлнэ.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2" name="Google Shape;716;p11">
            <a:extLst>
              <a:ext uri="{FF2B5EF4-FFF2-40B4-BE49-F238E27FC236}">
                <a16:creationId xmlns:a16="http://schemas.microsoft.com/office/drawing/2014/main" id="{BBCF2C99-5B7A-BFF7-D49E-4FC24C22343D}"/>
              </a:ext>
            </a:extLst>
          </p:cNvPr>
          <p:cNvSpPr txBox="1"/>
          <p:nvPr/>
        </p:nvSpPr>
        <p:spPr>
          <a:xfrm>
            <a:off x="9379665" y="2885941"/>
            <a:ext cx="2069066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3" name="Google Shape;717;p11">
            <a:extLst>
              <a:ext uri="{FF2B5EF4-FFF2-40B4-BE49-F238E27FC236}">
                <a16:creationId xmlns:a16="http://schemas.microsoft.com/office/drawing/2014/main" id="{3D1A54B6-50C5-C177-4B28-3A5937E77D12}"/>
              </a:ext>
            </a:extLst>
          </p:cNvPr>
          <p:cNvSpPr txBox="1"/>
          <p:nvPr/>
        </p:nvSpPr>
        <p:spPr>
          <a:xfrm>
            <a:off x="9379665" y="3465513"/>
            <a:ext cx="2069066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Дараагийн алхмуудаа тодорхой төлөвлөнө. Өсөлтийг тогтмол хэмжиж, сайжруулна.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7711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B681-EF66-C528-A9DD-8285037A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FE4DD35C-1ED4-54A5-9B1A-E7D2DE76D46D}"/>
              </a:ext>
            </a:extLst>
          </p:cNvPr>
          <p:cNvSpPr/>
          <p:nvPr/>
        </p:nvSpPr>
        <p:spPr>
          <a:xfrm flipH="1">
            <a:off x="9035486" y="1524411"/>
            <a:ext cx="2555579" cy="726237"/>
          </a:xfrm>
          <a:prstGeom prst="round1Rect">
            <a:avLst>
              <a:gd name="adj" fmla="val 9453"/>
            </a:avLst>
          </a:prstGeom>
          <a:solidFill>
            <a:schemeClr val="accent4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Single Corner Rounded 18">
            <a:extLst>
              <a:ext uri="{FF2B5EF4-FFF2-40B4-BE49-F238E27FC236}">
                <a16:creationId xmlns:a16="http://schemas.microsoft.com/office/drawing/2014/main" id="{2FB19C47-A742-E242-1568-51B90F778CAF}"/>
              </a:ext>
            </a:extLst>
          </p:cNvPr>
          <p:cNvSpPr/>
          <p:nvPr/>
        </p:nvSpPr>
        <p:spPr>
          <a:xfrm flipH="1">
            <a:off x="6162109" y="1887531"/>
            <a:ext cx="2555579" cy="726237"/>
          </a:xfrm>
          <a:prstGeom prst="round1Rect">
            <a:avLst>
              <a:gd name="adj" fmla="val 9453"/>
            </a:avLst>
          </a:prstGeom>
          <a:solidFill>
            <a:schemeClr val="accent4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4B59DB59-F1D3-93A9-1744-6463A01A7B97}"/>
              </a:ext>
            </a:extLst>
          </p:cNvPr>
          <p:cNvSpPr/>
          <p:nvPr/>
        </p:nvSpPr>
        <p:spPr>
          <a:xfrm flipH="1">
            <a:off x="3356123" y="2250651"/>
            <a:ext cx="2555579" cy="726237"/>
          </a:xfrm>
          <a:prstGeom prst="round1Rect">
            <a:avLst>
              <a:gd name="adj" fmla="val 9453"/>
            </a:avLst>
          </a:prstGeom>
          <a:solidFill>
            <a:schemeClr val="accent4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Single Corner Rounded 15">
            <a:extLst>
              <a:ext uri="{FF2B5EF4-FFF2-40B4-BE49-F238E27FC236}">
                <a16:creationId xmlns:a16="http://schemas.microsoft.com/office/drawing/2014/main" id="{E4C2FBDF-A477-0D26-E485-188FAD85E7B1}"/>
              </a:ext>
            </a:extLst>
          </p:cNvPr>
          <p:cNvSpPr/>
          <p:nvPr/>
        </p:nvSpPr>
        <p:spPr>
          <a:xfrm flipH="1">
            <a:off x="550138" y="2613770"/>
            <a:ext cx="2555579" cy="726237"/>
          </a:xfrm>
          <a:prstGeom prst="round1Rect">
            <a:avLst>
              <a:gd name="adj" fmla="val 9453"/>
            </a:avLst>
          </a:prstGeom>
          <a:solidFill>
            <a:schemeClr val="accent4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85FCDEFB-E5CC-BA5F-AE86-82DD2C5C4E91}"/>
              </a:ext>
            </a:extLst>
          </p:cNvPr>
          <p:cNvSpPr/>
          <p:nvPr/>
        </p:nvSpPr>
        <p:spPr>
          <a:xfrm flipH="1">
            <a:off x="370443" y="2729294"/>
            <a:ext cx="3091613" cy="4128705"/>
          </a:xfrm>
          <a:prstGeom prst="round1Rect">
            <a:avLst>
              <a:gd name="adj" fmla="val 462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597041A8-82B9-96DA-1B9C-D9586AE4B6C8}"/>
              </a:ext>
            </a:extLst>
          </p:cNvPr>
          <p:cNvSpPr/>
          <p:nvPr/>
        </p:nvSpPr>
        <p:spPr>
          <a:xfrm flipH="1">
            <a:off x="3176428" y="2369294"/>
            <a:ext cx="3091613" cy="4499991"/>
          </a:xfrm>
          <a:prstGeom prst="round1Rect">
            <a:avLst>
              <a:gd name="adj" fmla="val 462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Single Corner Rounded 9">
            <a:extLst>
              <a:ext uri="{FF2B5EF4-FFF2-40B4-BE49-F238E27FC236}">
                <a16:creationId xmlns:a16="http://schemas.microsoft.com/office/drawing/2014/main" id="{2AEB2C93-7440-9345-D034-D1B51656C716}"/>
              </a:ext>
            </a:extLst>
          </p:cNvPr>
          <p:cNvSpPr/>
          <p:nvPr/>
        </p:nvSpPr>
        <p:spPr>
          <a:xfrm flipH="1">
            <a:off x="5982413" y="2009295"/>
            <a:ext cx="3091613" cy="4871278"/>
          </a:xfrm>
          <a:prstGeom prst="round1Rect">
            <a:avLst>
              <a:gd name="adj" fmla="val 462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B5128-A2D7-569F-469E-2D6F1D3A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ID"/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5383F-8FC1-E673-8CC1-5703C67FA18D}"/>
              </a:ext>
            </a:extLst>
          </p:cNvPr>
          <p:cNvSpPr/>
          <p:nvPr/>
        </p:nvSpPr>
        <p:spPr>
          <a:xfrm flipH="1">
            <a:off x="8788399" y="1647732"/>
            <a:ext cx="3403599" cy="5244175"/>
          </a:xfrm>
          <a:prstGeom prst="round1Rect">
            <a:avLst>
              <a:gd name="adj" fmla="val 462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A7DAE6-AA5A-A590-4FE7-B85E9867CC82}"/>
              </a:ext>
            </a:extLst>
          </p:cNvPr>
          <p:cNvSpPr/>
          <p:nvPr/>
        </p:nvSpPr>
        <p:spPr>
          <a:xfrm>
            <a:off x="11379200" y="6246720"/>
            <a:ext cx="333376" cy="3333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7FDEF-57F2-50FC-9D8F-3698D365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1" y="6322921"/>
            <a:ext cx="231774" cy="180974"/>
          </a:xfrm>
        </p:spPr>
        <p:txBody>
          <a:bodyPr/>
          <a:lstStyle/>
          <a:p>
            <a:fld id="{1387CB7A-E662-4DE3-824A-75B898CACAB9}" type="slidenum">
              <a:rPr lang="en-ID" smtClean="0"/>
              <a:pPr/>
              <a:t>13</a:t>
            </a:fld>
            <a:endParaRPr lang="en-ID"/>
          </a:p>
        </p:txBody>
      </p:sp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4CDAF215-4597-C962-2636-9C03CBA8A55E}"/>
              </a:ext>
            </a:extLst>
          </p:cNvPr>
          <p:cNvSpPr/>
          <p:nvPr/>
        </p:nvSpPr>
        <p:spPr>
          <a:xfrm flipH="1" flipV="1">
            <a:off x="620848" y="2613771"/>
            <a:ext cx="2555579" cy="726237"/>
          </a:xfrm>
          <a:prstGeom prst="round1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Single Corner Rounded 17">
            <a:extLst>
              <a:ext uri="{FF2B5EF4-FFF2-40B4-BE49-F238E27FC236}">
                <a16:creationId xmlns:a16="http://schemas.microsoft.com/office/drawing/2014/main" id="{E49EE2BE-733D-7433-94D2-9C350AF57FA1}"/>
              </a:ext>
            </a:extLst>
          </p:cNvPr>
          <p:cNvSpPr/>
          <p:nvPr/>
        </p:nvSpPr>
        <p:spPr>
          <a:xfrm flipH="1" flipV="1">
            <a:off x="3426833" y="2250652"/>
            <a:ext cx="2555579" cy="726237"/>
          </a:xfrm>
          <a:prstGeom prst="round1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Single Corner Rounded 19">
            <a:extLst>
              <a:ext uri="{FF2B5EF4-FFF2-40B4-BE49-F238E27FC236}">
                <a16:creationId xmlns:a16="http://schemas.microsoft.com/office/drawing/2014/main" id="{E4EB2DCD-21EC-93E4-5E13-5987A07E3627}"/>
              </a:ext>
            </a:extLst>
          </p:cNvPr>
          <p:cNvSpPr/>
          <p:nvPr/>
        </p:nvSpPr>
        <p:spPr>
          <a:xfrm flipH="1" flipV="1">
            <a:off x="6232819" y="1887532"/>
            <a:ext cx="2555579" cy="726237"/>
          </a:xfrm>
          <a:prstGeom prst="round1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Single Corner Rounded 21">
            <a:extLst>
              <a:ext uri="{FF2B5EF4-FFF2-40B4-BE49-F238E27FC236}">
                <a16:creationId xmlns:a16="http://schemas.microsoft.com/office/drawing/2014/main" id="{99AD28B3-BE92-4283-8DD3-E3E6CE0663D9}"/>
              </a:ext>
            </a:extLst>
          </p:cNvPr>
          <p:cNvSpPr/>
          <p:nvPr/>
        </p:nvSpPr>
        <p:spPr>
          <a:xfrm flipH="1" flipV="1">
            <a:off x="9106195" y="1524411"/>
            <a:ext cx="3085805" cy="726237"/>
          </a:xfrm>
          <a:prstGeom prst="round1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203135-D0B6-11AE-E9E9-CDFB88B810EB}"/>
              </a:ext>
            </a:extLst>
          </p:cNvPr>
          <p:cNvGrpSpPr/>
          <p:nvPr/>
        </p:nvGrpSpPr>
        <p:grpSpPr>
          <a:xfrm>
            <a:off x="743270" y="3849200"/>
            <a:ext cx="2069066" cy="1964526"/>
            <a:chOff x="743269" y="3974705"/>
            <a:chExt cx="2069066" cy="1964526"/>
          </a:xfrm>
        </p:grpSpPr>
        <p:sp>
          <p:nvSpPr>
            <p:cNvPr id="23" name="Google Shape;716;p11">
              <a:extLst>
                <a:ext uri="{FF2B5EF4-FFF2-40B4-BE49-F238E27FC236}">
                  <a16:creationId xmlns:a16="http://schemas.microsoft.com/office/drawing/2014/main" id="{CE215248-2F26-59DF-998B-E4BED7E8D46B}"/>
                </a:ext>
              </a:extLst>
            </p:cNvPr>
            <p:cNvSpPr txBox="1"/>
            <p:nvPr/>
          </p:nvSpPr>
          <p:spPr>
            <a:xfrm>
              <a:off x="743269" y="3974705"/>
              <a:ext cx="2069066" cy="387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mn-MN" b="1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Зорилт</a:t>
              </a:r>
              <a:endParaRPr sz="14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717;p11">
              <a:extLst>
                <a:ext uri="{FF2B5EF4-FFF2-40B4-BE49-F238E27FC236}">
                  <a16:creationId xmlns:a16="http://schemas.microsoft.com/office/drawing/2014/main" id="{0D05539D-145E-6DC0-A82F-3CB7146EC100}"/>
                </a:ext>
              </a:extLst>
            </p:cNvPr>
            <p:cNvSpPr txBox="1"/>
            <p:nvPr/>
          </p:nvSpPr>
          <p:spPr>
            <a:xfrm>
              <a:off x="743269" y="4554277"/>
              <a:ext cx="2069066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Энэ хэсэгт өөрийн текстээ оруулна уу. Гол үзүүлэлтүүдээ товч дурдана.</a:t>
              </a:r>
              <a:endParaRPr sz="12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6B95883-B897-3EFA-9DFC-1002EBDD57E1}"/>
              </a:ext>
            </a:extLst>
          </p:cNvPr>
          <p:cNvGrpSpPr/>
          <p:nvPr/>
        </p:nvGrpSpPr>
        <p:grpSpPr>
          <a:xfrm>
            <a:off x="3462056" y="3558430"/>
            <a:ext cx="2069066" cy="1964526"/>
            <a:chOff x="3462055" y="3974705"/>
            <a:chExt cx="2069066" cy="1964526"/>
          </a:xfrm>
        </p:grpSpPr>
        <p:sp>
          <p:nvSpPr>
            <p:cNvPr id="25" name="Google Shape;716;p11">
              <a:extLst>
                <a:ext uri="{FF2B5EF4-FFF2-40B4-BE49-F238E27FC236}">
                  <a16:creationId xmlns:a16="http://schemas.microsoft.com/office/drawing/2014/main" id="{EB8157C7-1D22-3CF4-0B42-1A70915936A2}"/>
                </a:ext>
              </a:extLst>
            </p:cNvPr>
            <p:cNvSpPr txBox="1"/>
            <p:nvPr/>
          </p:nvSpPr>
          <p:spPr>
            <a:xfrm>
              <a:off x="3462055" y="3974705"/>
              <a:ext cx="2069066" cy="387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mn-MN" b="1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Гарчиг</a:t>
              </a:r>
              <a:endParaRPr sz="14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717;p11">
              <a:extLst>
                <a:ext uri="{FF2B5EF4-FFF2-40B4-BE49-F238E27FC236}">
                  <a16:creationId xmlns:a16="http://schemas.microsoft.com/office/drawing/2014/main" id="{71FE6403-F261-D1A2-53FC-20EAD41885A5}"/>
                </a:ext>
              </a:extLst>
            </p:cNvPr>
            <p:cNvSpPr txBox="1"/>
            <p:nvPr/>
          </p:nvSpPr>
          <p:spPr>
            <a:xfrm>
              <a:off x="3462055" y="4554277"/>
              <a:ext cx="2069066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Чанар, хурд, найдвартай байдлыг эрхэмлэнэ. Шинэ боломжийг цаг алдалгүй ашиглана.</a:t>
              </a:r>
              <a:endParaRPr sz="12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AC7FE3-B05E-1C5B-9806-6D5E537C845A}"/>
              </a:ext>
            </a:extLst>
          </p:cNvPr>
          <p:cNvGrpSpPr/>
          <p:nvPr/>
        </p:nvGrpSpPr>
        <p:grpSpPr>
          <a:xfrm>
            <a:off x="6232819" y="3267659"/>
            <a:ext cx="2069066" cy="1964526"/>
            <a:chOff x="6232818" y="3974705"/>
            <a:chExt cx="2069066" cy="1964526"/>
          </a:xfrm>
        </p:grpSpPr>
        <p:sp>
          <p:nvSpPr>
            <p:cNvPr id="27" name="Google Shape;716;p11">
              <a:extLst>
                <a:ext uri="{FF2B5EF4-FFF2-40B4-BE49-F238E27FC236}">
                  <a16:creationId xmlns:a16="http://schemas.microsoft.com/office/drawing/2014/main" id="{66DF1758-B760-1192-A218-7F49005F92E8}"/>
                </a:ext>
              </a:extLst>
            </p:cNvPr>
            <p:cNvSpPr txBox="1"/>
            <p:nvPr/>
          </p:nvSpPr>
          <p:spPr>
            <a:xfrm>
              <a:off x="6232818" y="3974705"/>
              <a:ext cx="2069066" cy="387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mn-MN" b="1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Зорилт</a:t>
              </a:r>
              <a:endParaRPr sz="14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717;p11">
              <a:extLst>
                <a:ext uri="{FF2B5EF4-FFF2-40B4-BE49-F238E27FC236}">
                  <a16:creationId xmlns:a16="http://schemas.microsoft.com/office/drawing/2014/main" id="{407D25BF-EC48-BF6D-112A-69182AE9EEB8}"/>
                </a:ext>
              </a:extLst>
            </p:cNvPr>
            <p:cNvSpPr txBox="1"/>
            <p:nvPr/>
          </p:nvSpPr>
          <p:spPr>
            <a:xfrm>
              <a:off x="6232818" y="4554277"/>
              <a:ext cx="2069066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Харилцагчидтайгаа урт хугацааны түншлэл тогтооно. Технологийн шинэчлэлийг тасралтгүй нэвтрүүлнэ.</a:t>
              </a:r>
              <a:endParaRPr sz="12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F4A7AD0-5266-8ECB-4B27-7D5F73613D2B}"/>
              </a:ext>
            </a:extLst>
          </p:cNvPr>
          <p:cNvGrpSpPr/>
          <p:nvPr/>
        </p:nvGrpSpPr>
        <p:grpSpPr>
          <a:xfrm>
            <a:off x="9106195" y="2976888"/>
            <a:ext cx="2069066" cy="1964526"/>
            <a:chOff x="9106194" y="3974705"/>
            <a:chExt cx="2069066" cy="1964526"/>
          </a:xfrm>
        </p:grpSpPr>
        <p:sp>
          <p:nvSpPr>
            <p:cNvPr id="29" name="Google Shape;716;p11">
              <a:extLst>
                <a:ext uri="{FF2B5EF4-FFF2-40B4-BE49-F238E27FC236}">
                  <a16:creationId xmlns:a16="http://schemas.microsoft.com/office/drawing/2014/main" id="{B17805A2-7500-1434-4994-9BE4714AF4CE}"/>
                </a:ext>
              </a:extLst>
            </p:cNvPr>
            <p:cNvSpPr txBox="1"/>
            <p:nvPr/>
          </p:nvSpPr>
          <p:spPr>
            <a:xfrm>
              <a:off x="9106194" y="3974705"/>
              <a:ext cx="2069066" cy="387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mn-MN" b="1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Гарчиг</a:t>
              </a:r>
              <a:endParaRPr sz="14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717;p11">
              <a:extLst>
                <a:ext uri="{FF2B5EF4-FFF2-40B4-BE49-F238E27FC236}">
                  <a16:creationId xmlns:a16="http://schemas.microsoft.com/office/drawing/2014/main" id="{0E946AE4-3A7C-3D2B-BAEE-D57D96367556}"/>
                </a:ext>
              </a:extLst>
            </p:cNvPr>
            <p:cNvSpPr txBox="1"/>
            <p:nvPr/>
          </p:nvSpPr>
          <p:spPr>
            <a:xfrm>
              <a:off x="9106194" y="4554277"/>
              <a:ext cx="2069066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bg1"/>
                  </a:solidFill>
                  <a:latin typeface="+mj-lt"/>
                  <a:ea typeface="Open Sans"/>
                  <a:cs typeface="Open Sans"/>
                  <a:sym typeface="Open Sans"/>
                </a:rPr>
                <a:t>Товч бөгөөд ойлгомжтой тайлбар. Үзэгчдэд хэрэгтэй мэдээллийг өгнө.</a:t>
              </a:r>
              <a:endParaRPr sz="1200" b="0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310CFE7-D66B-A26E-52CF-464FB5DFABEF}"/>
              </a:ext>
            </a:extLst>
          </p:cNvPr>
          <p:cNvSpPr txBox="1"/>
          <p:nvPr/>
        </p:nvSpPr>
        <p:spPr>
          <a:xfrm>
            <a:off x="820873" y="2744461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01</a:t>
            </a:r>
            <a:endParaRPr lang="en-ID" sz="2800" b="1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881724-ADB3-8F65-A480-958773251DD0}"/>
              </a:ext>
            </a:extLst>
          </p:cNvPr>
          <p:cNvSpPr txBox="1"/>
          <p:nvPr/>
        </p:nvSpPr>
        <p:spPr>
          <a:xfrm>
            <a:off x="3626856" y="2381342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02</a:t>
            </a:r>
            <a:endParaRPr lang="en-ID" sz="2800" b="1">
              <a:solidFill>
                <a:schemeClr val="accent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59C489-2DF0-4327-622A-A227FA19490C}"/>
              </a:ext>
            </a:extLst>
          </p:cNvPr>
          <p:cNvSpPr txBox="1"/>
          <p:nvPr/>
        </p:nvSpPr>
        <p:spPr>
          <a:xfrm>
            <a:off x="6432844" y="2018222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03</a:t>
            </a:r>
            <a:endParaRPr lang="en-ID" sz="2800" b="1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FF22F4-6755-F265-A190-6C27A83A2DD0}"/>
              </a:ext>
            </a:extLst>
          </p:cNvPr>
          <p:cNvSpPr txBox="1"/>
          <p:nvPr/>
        </p:nvSpPr>
        <p:spPr>
          <a:xfrm>
            <a:off x="9306220" y="1655101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04</a:t>
            </a:r>
            <a:endParaRPr lang="en-ID" sz="2800" b="1">
              <a:solidFill>
                <a:schemeClr val="accent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3081D2-EBB4-F05A-03A9-A9E4DC952418}"/>
              </a:ext>
            </a:extLst>
          </p:cNvPr>
          <p:cNvGrpSpPr>
            <a:grpSpLocks noChangeAspect="1"/>
          </p:cNvGrpSpPr>
          <p:nvPr/>
        </p:nvGrpSpPr>
        <p:grpSpPr>
          <a:xfrm>
            <a:off x="8333352" y="2079748"/>
            <a:ext cx="282682" cy="341804"/>
            <a:chOff x="884606" y="5668573"/>
            <a:chExt cx="382875" cy="462951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1EF1F4D-1500-4DF4-D046-7A4CBE7116CA}"/>
                </a:ext>
              </a:extLst>
            </p:cNvPr>
            <p:cNvSpPr/>
            <p:nvPr/>
          </p:nvSpPr>
          <p:spPr>
            <a:xfrm>
              <a:off x="884606" y="5668573"/>
              <a:ext cx="382875" cy="308644"/>
            </a:xfrm>
            <a:custGeom>
              <a:avLst/>
              <a:gdLst>
                <a:gd name="connsiteX0" fmla="*/ 67372 w 382875"/>
                <a:gd name="connsiteY0" fmla="*/ 165576 h 308644"/>
                <a:gd name="connsiteX1" fmla="*/ 67372 w 382875"/>
                <a:gd name="connsiteY1" fmla="*/ 308641 h 308644"/>
                <a:gd name="connsiteX2" fmla="*/ 280318 w 382875"/>
                <a:gd name="connsiteY2" fmla="*/ 308641 h 308644"/>
                <a:gd name="connsiteX3" fmla="*/ 350198 w 382875"/>
                <a:gd name="connsiteY3" fmla="*/ 281747 h 308644"/>
                <a:gd name="connsiteX4" fmla="*/ 296410 w 382875"/>
                <a:gd name="connsiteY4" fmla="*/ 105836 h 308644"/>
                <a:gd name="connsiteX5" fmla="*/ 68254 w 382875"/>
                <a:gd name="connsiteY5" fmla="*/ 165576 h 30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875" h="308644">
                  <a:moveTo>
                    <a:pt x="67372" y="165576"/>
                  </a:moveTo>
                  <a:cubicBezTo>
                    <a:pt x="-22568" y="171969"/>
                    <a:pt x="-22347" y="302248"/>
                    <a:pt x="67372" y="308641"/>
                  </a:cubicBezTo>
                  <a:lnTo>
                    <a:pt x="280318" y="308641"/>
                  </a:lnTo>
                  <a:cubicBezTo>
                    <a:pt x="306110" y="308862"/>
                    <a:pt x="331020" y="299162"/>
                    <a:pt x="350198" y="281747"/>
                  </a:cubicBezTo>
                  <a:cubicBezTo>
                    <a:pt x="413244" y="226637"/>
                    <a:pt x="379516" y="116417"/>
                    <a:pt x="296410" y="105836"/>
                  </a:cubicBezTo>
                  <a:cubicBezTo>
                    <a:pt x="266651" y="-73602"/>
                    <a:pt x="6751" y="-5486"/>
                    <a:pt x="68254" y="165576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9DDF425-6C30-9076-680C-D8572F15F41D}"/>
                </a:ext>
              </a:extLst>
            </p:cNvPr>
            <p:cNvSpPr/>
            <p:nvPr/>
          </p:nvSpPr>
          <p:spPr>
            <a:xfrm>
              <a:off x="1076087" y="5977216"/>
              <a:ext cx="22044" cy="66132"/>
            </a:xfrm>
            <a:custGeom>
              <a:avLst/>
              <a:gdLst>
                <a:gd name="connsiteX0" fmla="*/ 0 w 22044"/>
                <a:gd name="connsiteY0" fmla="*/ 0 h 66132"/>
                <a:gd name="connsiteX1" fmla="*/ 0 w 22044"/>
                <a:gd name="connsiteY1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66132">
                  <a:moveTo>
                    <a:pt x="0" y="0"/>
                  </a:moveTo>
                  <a:lnTo>
                    <a:pt x="0" y="66132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3A97654-B448-02E8-070A-0B862D661570}"/>
                </a:ext>
              </a:extLst>
            </p:cNvPr>
            <p:cNvSpPr/>
            <p:nvPr/>
          </p:nvSpPr>
          <p:spPr>
            <a:xfrm>
              <a:off x="1031999" y="6043348"/>
              <a:ext cx="88176" cy="88176"/>
            </a:xfrm>
            <a:custGeom>
              <a:avLst/>
              <a:gdLst>
                <a:gd name="connsiteX0" fmla="*/ 44088 w 88176"/>
                <a:gd name="connsiteY0" fmla="*/ 88176 h 88176"/>
                <a:gd name="connsiteX1" fmla="*/ 88176 w 88176"/>
                <a:gd name="connsiteY1" fmla="*/ 44088 h 88176"/>
                <a:gd name="connsiteX2" fmla="*/ 44088 w 88176"/>
                <a:gd name="connsiteY2" fmla="*/ 0 h 88176"/>
                <a:gd name="connsiteX3" fmla="*/ 0 w 88176"/>
                <a:gd name="connsiteY3" fmla="*/ 44088 h 88176"/>
                <a:gd name="connsiteX4" fmla="*/ 44088 w 88176"/>
                <a:gd name="connsiteY4" fmla="*/ 88176 h 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76" h="88176">
                  <a:moveTo>
                    <a:pt x="44088" y="88176"/>
                  </a:moveTo>
                  <a:cubicBezTo>
                    <a:pt x="68438" y="88176"/>
                    <a:pt x="88176" y="68438"/>
                    <a:pt x="88176" y="44088"/>
                  </a:cubicBezTo>
                  <a:cubicBezTo>
                    <a:pt x="88176" y="19738"/>
                    <a:pt x="68438" y="0"/>
                    <a:pt x="44088" y="0"/>
                  </a:cubicBezTo>
                  <a:cubicBezTo>
                    <a:pt x="19738" y="0"/>
                    <a:pt x="0" y="19738"/>
                    <a:pt x="0" y="44088"/>
                  </a:cubicBezTo>
                  <a:cubicBezTo>
                    <a:pt x="0" y="68438"/>
                    <a:pt x="19738" y="88176"/>
                    <a:pt x="44088" y="88176"/>
                  </a:cubicBezTo>
                  <a:close/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DF7E711-2408-EF7A-A2E2-E62EEEFC539F}"/>
                </a:ext>
              </a:extLst>
            </p:cNvPr>
            <p:cNvSpPr/>
            <p:nvPr/>
          </p:nvSpPr>
          <p:spPr>
            <a:xfrm>
              <a:off x="1120175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0E12008-1D02-A244-04AB-75895140E043}"/>
                </a:ext>
              </a:extLst>
            </p:cNvPr>
            <p:cNvSpPr/>
            <p:nvPr/>
          </p:nvSpPr>
          <p:spPr>
            <a:xfrm>
              <a:off x="943823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78B57FA-66D2-565E-5AAE-932E9065358F}"/>
              </a:ext>
            </a:extLst>
          </p:cNvPr>
          <p:cNvGrpSpPr>
            <a:grpSpLocks noChangeAspect="1"/>
          </p:cNvGrpSpPr>
          <p:nvPr/>
        </p:nvGrpSpPr>
        <p:grpSpPr>
          <a:xfrm>
            <a:off x="5434351" y="2442868"/>
            <a:ext cx="341804" cy="341804"/>
            <a:chOff x="8636924" y="1277575"/>
            <a:chExt cx="440880" cy="44088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8B17A42-F6DC-2F3F-C01A-DF15FB0C6BA9}"/>
                </a:ext>
              </a:extLst>
            </p:cNvPr>
            <p:cNvSpPr/>
            <p:nvPr/>
          </p:nvSpPr>
          <p:spPr>
            <a:xfrm>
              <a:off x="8865520" y="1429235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7345919-55B1-E819-EA0A-375A777D0DD0}"/>
                </a:ext>
              </a:extLst>
            </p:cNvPr>
            <p:cNvSpPr/>
            <p:nvPr/>
          </p:nvSpPr>
          <p:spPr>
            <a:xfrm>
              <a:off x="8733476" y="1396169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AF8E6E0-69F2-3F72-343B-15C30BBB86BD}"/>
                </a:ext>
              </a:extLst>
            </p:cNvPr>
            <p:cNvSpPr/>
            <p:nvPr/>
          </p:nvSpPr>
          <p:spPr>
            <a:xfrm>
              <a:off x="8865520" y="1583544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C3F96B-66E7-3696-87EB-A0245B8F48EA}"/>
                </a:ext>
              </a:extLst>
            </p:cNvPr>
            <p:cNvSpPr/>
            <p:nvPr/>
          </p:nvSpPr>
          <p:spPr>
            <a:xfrm>
              <a:off x="8733476" y="1550478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F5E3101-D08E-020B-1C6E-6795B8785C48}"/>
                </a:ext>
              </a:extLst>
            </p:cNvPr>
            <p:cNvSpPr/>
            <p:nvPr/>
          </p:nvSpPr>
          <p:spPr>
            <a:xfrm>
              <a:off x="8636924" y="1277575"/>
              <a:ext cx="440880" cy="440880"/>
            </a:xfrm>
            <a:custGeom>
              <a:avLst/>
              <a:gdLst>
                <a:gd name="connsiteX0" fmla="*/ 154308 w 440880"/>
                <a:gd name="connsiteY0" fmla="*/ 440881 h 440880"/>
                <a:gd name="connsiteX1" fmla="*/ 286573 w 440880"/>
                <a:gd name="connsiteY1" fmla="*/ 440881 h 440880"/>
                <a:gd name="connsiteX2" fmla="*/ 440881 w 440880"/>
                <a:gd name="connsiteY2" fmla="*/ 286573 h 440880"/>
                <a:gd name="connsiteX3" fmla="*/ 440881 w 440880"/>
                <a:gd name="connsiteY3" fmla="*/ 154308 h 440880"/>
                <a:gd name="connsiteX4" fmla="*/ 286573 w 440880"/>
                <a:gd name="connsiteY4" fmla="*/ 0 h 440880"/>
                <a:gd name="connsiteX5" fmla="*/ 154308 w 440880"/>
                <a:gd name="connsiteY5" fmla="*/ 0 h 440880"/>
                <a:gd name="connsiteX6" fmla="*/ 0 w 440880"/>
                <a:gd name="connsiteY6" fmla="*/ 154308 h 440880"/>
                <a:gd name="connsiteX7" fmla="*/ 0 w 440880"/>
                <a:gd name="connsiteY7" fmla="*/ 286573 h 440880"/>
                <a:gd name="connsiteX8" fmla="*/ 154308 w 440880"/>
                <a:gd name="connsiteY8" fmla="*/ 440881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880" h="440880">
                  <a:moveTo>
                    <a:pt x="154308" y="440881"/>
                  </a:move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154308"/>
                  </a:lnTo>
                  <a:cubicBezTo>
                    <a:pt x="440881" y="44088"/>
                    <a:pt x="396793" y="0"/>
                    <a:pt x="286573" y="0"/>
                  </a:cubicBez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close/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14EDF5-AB30-D98F-3B78-4A37D7DB516F}"/>
              </a:ext>
            </a:extLst>
          </p:cNvPr>
          <p:cNvGrpSpPr>
            <a:grpSpLocks noChangeAspect="1"/>
          </p:cNvGrpSpPr>
          <p:nvPr/>
        </p:nvGrpSpPr>
        <p:grpSpPr>
          <a:xfrm>
            <a:off x="11389963" y="1716625"/>
            <a:ext cx="324236" cy="341808"/>
            <a:chOff x="6414583" y="3033986"/>
            <a:chExt cx="439118" cy="462924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41FE0D5-7EFE-1EC5-1704-B544B15B5AB0}"/>
                </a:ext>
              </a:extLst>
            </p:cNvPr>
            <p:cNvSpPr/>
            <p:nvPr/>
          </p:nvSpPr>
          <p:spPr>
            <a:xfrm>
              <a:off x="6637449" y="3353624"/>
              <a:ext cx="22044" cy="46292"/>
            </a:xfrm>
            <a:custGeom>
              <a:avLst/>
              <a:gdLst>
                <a:gd name="connsiteX0" fmla="*/ 0 w 22044"/>
                <a:gd name="connsiteY0" fmla="*/ 0 h 46292"/>
                <a:gd name="connsiteX1" fmla="*/ 0 w 22044"/>
                <a:gd name="connsiteY1" fmla="*/ 46292 h 4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46292">
                  <a:moveTo>
                    <a:pt x="0" y="0"/>
                  </a:moveTo>
                  <a:lnTo>
                    <a:pt x="0" y="46292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843F6CD-5643-B212-C54E-C965AC9610A3}"/>
                </a:ext>
              </a:extLst>
            </p:cNvPr>
            <p:cNvSpPr/>
            <p:nvPr/>
          </p:nvSpPr>
          <p:spPr>
            <a:xfrm>
              <a:off x="6527229" y="3408734"/>
              <a:ext cx="220439" cy="66132"/>
            </a:xfrm>
            <a:custGeom>
              <a:avLst/>
              <a:gdLst>
                <a:gd name="connsiteX0" fmla="*/ 0 w 220439"/>
                <a:gd name="connsiteY0" fmla="*/ 66132 h 66132"/>
                <a:gd name="connsiteX1" fmla="*/ 220440 w 220439"/>
                <a:gd name="connsiteY1" fmla="*/ 66132 h 66132"/>
                <a:gd name="connsiteX2" fmla="*/ 220440 w 220439"/>
                <a:gd name="connsiteY2" fmla="*/ 44088 h 66132"/>
                <a:gd name="connsiteX3" fmla="*/ 176352 w 220439"/>
                <a:gd name="connsiteY3" fmla="*/ 0 h 66132"/>
                <a:gd name="connsiteX4" fmla="*/ 44088 w 220439"/>
                <a:gd name="connsiteY4" fmla="*/ 0 h 66132"/>
                <a:gd name="connsiteX5" fmla="*/ 0 w 220439"/>
                <a:gd name="connsiteY5" fmla="*/ 44088 h 66132"/>
                <a:gd name="connsiteX6" fmla="*/ 0 w 220439"/>
                <a:gd name="connsiteY6" fmla="*/ 66132 h 66132"/>
                <a:gd name="connsiteX7" fmla="*/ 0 w 220439"/>
                <a:gd name="connsiteY7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9" h="66132">
                  <a:moveTo>
                    <a:pt x="0" y="66132"/>
                  </a:moveTo>
                  <a:lnTo>
                    <a:pt x="220440" y="66132"/>
                  </a:lnTo>
                  <a:lnTo>
                    <a:pt x="220440" y="44088"/>
                  </a:lnTo>
                  <a:cubicBezTo>
                    <a:pt x="220440" y="19840"/>
                    <a:pt x="200600" y="0"/>
                    <a:pt x="176352" y="0"/>
                  </a:cubicBezTo>
                  <a:lnTo>
                    <a:pt x="44088" y="0"/>
                  </a:lnTo>
                  <a:cubicBezTo>
                    <a:pt x="19840" y="0"/>
                    <a:pt x="0" y="19840"/>
                    <a:pt x="0" y="44088"/>
                  </a:cubicBezTo>
                  <a:lnTo>
                    <a:pt x="0" y="66132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158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8B49B3C-26AD-F493-45B2-B571AE2C399E}"/>
                </a:ext>
              </a:extLst>
            </p:cNvPr>
            <p:cNvSpPr/>
            <p:nvPr/>
          </p:nvSpPr>
          <p:spPr>
            <a:xfrm>
              <a:off x="6505185" y="3474866"/>
              <a:ext cx="264528" cy="22044"/>
            </a:xfrm>
            <a:custGeom>
              <a:avLst/>
              <a:gdLst>
                <a:gd name="connsiteX0" fmla="*/ 0 w 264528"/>
                <a:gd name="connsiteY0" fmla="*/ 0 h 22044"/>
                <a:gd name="connsiteX1" fmla="*/ 264528 w 26452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528" h="22044">
                  <a:moveTo>
                    <a:pt x="0" y="0"/>
                  </a:moveTo>
                  <a:lnTo>
                    <a:pt x="264528" y="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29EF899-B5DE-E0ED-B502-182D877A2904}"/>
                </a:ext>
              </a:extLst>
            </p:cNvPr>
            <p:cNvSpPr/>
            <p:nvPr/>
          </p:nvSpPr>
          <p:spPr>
            <a:xfrm>
              <a:off x="6479834" y="3033986"/>
              <a:ext cx="308616" cy="308616"/>
            </a:xfrm>
            <a:custGeom>
              <a:avLst/>
              <a:gdLst>
                <a:gd name="connsiteX0" fmla="*/ 154308 w 308616"/>
                <a:gd name="connsiteY0" fmla="*/ 308617 h 308616"/>
                <a:gd name="connsiteX1" fmla="*/ 0 w 308616"/>
                <a:gd name="connsiteY1" fmla="*/ 154308 h 308616"/>
                <a:gd name="connsiteX2" fmla="*/ 0 w 308616"/>
                <a:gd name="connsiteY2" fmla="*/ 88176 h 308616"/>
                <a:gd name="connsiteX3" fmla="*/ 88176 w 308616"/>
                <a:gd name="connsiteY3" fmla="*/ 0 h 308616"/>
                <a:gd name="connsiteX4" fmla="*/ 220440 w 308616"/>
                <a:gd name="connsiteY4" fmla="*/ 0 h 308616"/>
                <a:gd name="connsiteX5" fmla="*/ 308617 w 308616"/>
                <a:gd name="connsiteY5" fmla="*/ 88176 h 308616"/>
                <a:gd name="connsiteX6" fmla="*/ 308617 w 308616"/>
                <a:gd name="connsiteY6" fmla="*/ 154308 h 308616"/>
                <a:gd name="connsiteX7" fmla="*/ 154308 w 308616"/>
                <a:gd name="connsiteY7" fmla="*/ 308617 h 3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616" h="308616">
                  <a:moveTo>
                    <a:pt x="154308" y="308617"/>
                  </a:moveTo>
                  <a:cubicBezTo>
                    <a:pt x="68998" y="308617"/>
                    <a:pt x="0" y="239619"/>
                    <a:pt x="0" y="154308"/>
                  </a:cubicBezTo>
                  <a:lnTo>
                    <a:pt x="0" y="88176"/>
                  </a:lnTo>
                  <a:cubicBezTo>
                    <a:pt x="0" y="39459"/>
                    <a:pt x="39459" y="0"/>
                    <a:pt x="88176" y="0"/>
                  </a:cubicBezTo>
                  <a:lnTo>
                    <a:pt x="220440" y="0"/>
                  </a:lnTo>
                  <a:cubicBezTo>
                    <a:pt x="269158" y="0"/>
                    <a:pt x="308617" y="39459"/>
                    <a:pt x="308617" y="88176"/>
                  </a:cubicBezTo>
                  <a:lnTo>
                    <a:pt x="308617" y="154308"/>
                  </a:lnTo>
                  <a:cubicBezTo>
                    <a:pt x="308617" y="239619"/>
                    <a:pt x="239619" y="308617"/>
                    <a:pt x="154308" y="308617"/>
                  </a:cubicBezTo>
                  <a:close/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5E4B297-EEF3-4E69-9355-7A63D0E0BCA5}"/>
                </a:ext>
              </a:extLst>
            </p:cNvPr>
            <p:cNvSpPr/>
            <p:nvPr/>
          </p:nvSpPr>
          <p:spPr>
            <a:xfrm>
              <a:off x="6414583" y="3085789"/>
              <a:ext cx="75611" cy="160921"/>
            </a:xfrm>
            <a:custGeom>
              <a:avLst/>
              <a:gdLst>
                <a:gd name="connsiteX0" fmla="*/ 75611 w 75611"/>
                <a:gd name="connsiteY0" fmla="*/ 160922 h 160921"/>
                <a:gd name="connsiteX1" fmla="*/ 33066 w 75611"/>
                <a:gd name="connsiteY1" fmla="*/ 134469 h 160921"/>
                <a:gd name="connsiteX2" fmla="*/ 0 w 75611"/>
                <a:gd name="connsiteY2" fmla="*/ 55110 h 160921"/>
                <a:gd name="connsiteX3" fmla="*/ 55110 w 75611"/>
                <a:gd name="connsiteY3" fmla="*/ 0 h 160921"/>
                <a:gd name="connsiteX4" fmla="*/ 69439 w 75611"/>
                <a:gd name="connsiteY4" fmla="*/ 0 h 160921"/>
                <a:gd name="connsiteX5" fmla="*/ 62826 w 75611"/>
                <a:gd name="connsiteY5" fmla="*/ 33066 h 160921"/>
                <a:gd name="connsiteX6" fmla="*/ 62826 w 75611"/>
                <a:gd name="connsiteY6" fmla="*/ 99198 h 160921"/>
                <a:gd name="connsiteX7" fmla="*/ 75611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75611" y="160922"/>
                  </a:moveTo>
                  <a:cubicBezTo>
                    <a:pt x="59078" y="155631"/>
                    <a:pt x="44529" y="145932"/>
                    <a:pt x="33066" y="134469"/>
                  </a:cubicBezTo>
                  <a:cubicBezTo>
                    <a:pt x="13226" y="112425"/>
                    <a:pt x="0" y="85972"/>
                    <a:pt x="0" y="55110"/>
                  </a:cubicBezTo>
                  <a:cubicBezTo>
                    <a:pt x="0" y="24248"/>
                    <a:pt x="24248" y="0"/>
                    <a:pt x="55110" y="0"/>
                  </a:cubicBezTo>
                  <a:lnTo>
                    <a:pt x="69439" y="0"/>
                  </a:lnTo>
                  <a:cubicBezTo>
                    <a:pt x="65030" y="10140"/>
                    <a:pt x="62826" y="21383"/>
                    <a:pt x="62826" y="33066"/>
                  </a:cubicBezTo>
                  <a:lnTo>
                    <a:pt x="62826" y="99198"/>
                  </a:lnTo>
                  <a:cubicBezTo>
                    <a:pt x="62826" y="121242"/>
                    <a:pt x="67455" y="141964"/>
                    <a:pt x="75611" y="160922"/>
                  </a:cubicBezTo>
                  <a:close/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30189F2-31E8-9674-7308-97B285E2573D}"/>
                </a:ext>
              </a:extLst>
            </p:cNvPr>
            <p:cNvSpPr/>
            <p:nvPr/>
          </p:nvSpPr>
          <p:spPr>
            <a:xfrm>
              <a:off x="6778090" y="3085789"/>
              <a:ext cx="75611" cy="160921"/>
            </a:xfrm>
            <a:custGeom>
              <a:avLst/>
              <a:gdLst>
                <a:gd name="connsiteX0" fmla="*/ 0 w 75611"/>
                <a:gd name="connsiteY0" fmla="*/ 160922 h 160921"/>
                <a:gd name="connsiteX1" fmla="*/ 42545 w 75611"/>
                <a:gd name="connsiteY1" fmla="*/ 134469 h 160921"/>
                <a:gd name="connsiteX2" fmla="*/ 75611 w 75611"/>
                <a:gd name="connsiteY2" fmla="*/ 55110 h 160921"/>
                <a:gd name="connsiteX3" fmla="*/ 20501 w 75611"/>
                <a:gd name="connsiteY3" fmla="*/ 0 h 160921"/>
                <a:gd name="connsiteX4" fmla="*/ 6172 w 75611"/>
                <a:gd name="connsiteY4" fmla="*/ 0 h 160921"/>
                <a:gd name="connsiteX5" fmla="*/ 12786 w 75611"/>
                <a:gd name="connsiteY5" fmla="*/ 33066 h 160921"/>
                <a:gd name="connsiteX6" fmla="*/ 12786 w 75611"/>
                <a:gd name="connsiteY6" fmla="*/ 99198 h 160921"/>
                <a:gd name="connsiteX7" fmla="*/ 0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0" y="160922"/>
                  </a:moveTo>
                  <a:cubicBezTo>
                    <a:pt x="16533" y="155631"/>
                    <a:pt x="31082" y="145932"/>
                    <a:pt x="42545" y="134469"/>
                  </a:cubicBezTo>
                  <a:cubicBezTo>
                    <a:pt x="62385" y="112425"/>
                    <a:pt x="75611" y="85972"/>
                    <a:pt x="75611" y="55110"/>
                  </a:cubicBezTo>
                  <a:cubicBezTo>
                    <a:pt x="75611" y="24248"/>
                    <a:pt x="51363" y="0"/>
                    <a:pt x="20501" y="0"/>
                  </a:cubicBezTo>
                  <a:lnTo>
                    <a:pt x="6172" y="0"/>
                  </a:lnTo>
                  <a:cubicBezTo>
                    <a:pt x="10581" y="10140"/>
                    <a:pt x="12786" y="21383"/>
                    <a:pt x="12786" y="33066"/>
                  </a:cubicBezTo>
                  <a:lnTo>
                    <a:pt x="12786" y="99198"/>
                  </a:lnTo>
                  <a:cubicBezTo>
                    <a:pt x="12786" y="121242"/>
                    <a:pt x="8156" y="141964"/>
                    <a:pt x="0" y="160922"/>
                  </a:cubicBezTo>
                  <a:close/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BE8CF9-AB89-EDD5-6C8F-BD7226059597}"/>
              </a:ext>
            </a:extLst>
          </p:cNvPr>
          <p:cNvGrpSpPr>
            <a:grpSpLocks noChangeAspect="1"/>
          </p:cNvGrpSpPr>
          <p:nvPr/>
        </p:nvGrpSpPr>
        <p:grpSpPr>
          <a:xfrm>
            <a:off x="2604758" y="2814672"/>
            <a:ext cx="341804" cy="341804"/>
            <a:chOff x="848274" y="4791308"/>
            <a:chExt cx="450000" cy="450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792A456-DB5E-307D-C9F3-E888DC70C99D}"/>
                </a:ext>
              </a:extLst>
            </p:cNvPr>
            <p:cNvSpPr/>
            <p:nvPr/>
          </p:nvSpPr>
          <p:spPr>
            <a:xfrm>
              <a:off x="848274" y="4791308"/>
              <a:ext cx="450000" cy="450000"/>
            </a:xfrm>
            <a:custGeom>
              <a:avLst/>
              <a:gdLst>
                <a:gd name="connsiteX0" fmla="*/ 225000 w 450000"/>
                <a:gd name="connsiteY0" fmla="*/ 450000 h 450000"/>
                <a:gd name="connsiteX1" fmla="*/ 450000 w 450000"/>
                <a:gd name="connsiteY1" fmla="*/ 225000 h 450000"/>
                <a:gd name="connsiteX2" fmla="*/ 225000 w 450000"/>
                <a:gd name="connsiteY2" fmla="*/ 0 h 450000"/>
                <a:gd name="connsiteX3" fmla="*/ 0 w 450000"/>
                <a:gd name="connsiteY3" fmla="*/ 225000 h 450000"/>
                <a:gd name="connsiteX4" fmla="*/ 225000 w 450000"/>
                <a:gd name="connsiteY4" fmla="*/ 450000 h 45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0" h="450000">
                  <a:moveTo>
                    <a:pt x="225000" y="450000"/>
                  </a:moveTo>
                  <a:cubicBezTo>
                    <a:pt x="349263" y="450000"/>
                    <a:pt x="450000" y="349263"/>
                    <a:pt x="450000" y="225000"/>
                  </a:cubicBezTo>
                  <a:cubicBezTo>
                    <a:pt x="450000" y="100736"/>
                    <a:pt x="349263" y="0"/>
                    <a:pt x="225000" y="0"/>
                  </a:cubicBezTo>
                  <a:cubicBezTo>
                    <a:pt x="100736" y="0"/>
                    <a:pt x="0" y="100736"/>
                    <a:pt x="0" y="225000"/>
                  </a:cubicBezTo>
                  <a:cubicBezTo>
                    <a:pt x="0" y="349263"/>
                    <a:pt x="100736" y="450000"/>
                    <a:pt x="225000" y="450000"/>
                  </a:cubicBezTo>
                  <a:close/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377F5EC-0557-ED07-3BA6-6D509354880B}"/>
                </a:ext>
              </a:extLst>
            </p:cNvPr>
            <p:cNvSpPr/>
            <p:nvPr/>
          </p:nvSpPr>
          <p:spPr>
            <a:xfrm>
              <a:off x="972867" y="4813808"/>
              <a:ext cx="32906" cy="405000"/>
            </a:xfrm>
            <a:custGeom>
              <a:avLst/>
              <a:gdLst>
                <a:gd name="connsiteX0" fmla="*/ 10406 w 32906"/>
                <a:gd name="connsiteY0" fmla="*/ 0 h 405000"/>
                <a:gd name="connsiteX1" fmla="*/ 32906 w 32906"/>
                <a:gd name="connsiteY1" fmla="*/ 0 h 405000"/>
                <a:gd name="connsiteX2" fmla="*/ 32906 w 32906"/>
                <a:gd name="connsiteY2" fmla="*/ 405000 h 405000"/>
                <a:gd name="connsiteX3" fmla="*/ 10406 w 32906"/>
                <a:gd name="connsiteY3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6" h="405000">
                  <a:moveTo>
                    <a:pt x="10406" y="0"/>
                  </a:moveTo>
                  <a:lnTo>
                    <a:pt x="32906" y="0"/>
                  </a:lnTo>
                  <a:cubicBezTo>
                    <a:pt x="-10969" y="131400"/>
                    <a:pt x="-10969" y="273600"/>
                    <a:pt x="32906" y="405000"/>
                  </a:cubicBezTo>
                  <a:lnTo>
                    <a:pt x="10406" y="40500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D307780-F1F8-6A83-32C2-9FD6F3659EA5}"/>
                </a:ext>
              </a:extLst>
            </p:cNvPr>
            <p:cNvSpPr/>
            <p:nvPr/>
          </p:nvSpPr>
          <p:spPr>
            <a:xfrm>
              <a:off x="1140774" y="4813808"/>
              <a:ext cx="32906" cy="405000"/>
            </a:xfrm>
            <a:custGeom>
              <a:avLst/>
              <a:gdLst>
                <a:gd name="connsiteX0" fmla="*/ 0 w 32906"/>
                <a:gd name="connsiteY0" fmla="*/ 0 h 405000"/>
                <a:gd name="connsiteX1" fmla="*/ 0 w 32906"/>
                <a:gd name="connsiteY1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906" h="405000">
                  <a:moveTo>
                    <a:pt x="0" y="0"/>
                  </a:moveTo>
                  <a:cubicBezTo>
                    <a:pt x="43875" y="131400"/>
                    <a:pt x="43875" y="273600"/>
                    <a:pt x="0" y="405000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228381E-0D38-C3A8-955F-FDCD352E1E96}"/>
                </a:ext>
              </a:extLst>
            </p:cNvPr>
            <p:cNvSpPr/>
            <p:nvPr/>
          </p:nvSpPr>
          <p:spPr>
            <a:xfrm>
              <a:off x="870774" y="5083808"/>
              <a:ext cx="405000" cy="32906"/>
            </a:xfrm>
            <a:custGeom>
              <a:avLst/>
              <a:gdLst>
                <a:gd name="connsiteX0" fmla="*/ 0 w 405000"/>
                <a:gd name="connsiteY0" fmla="*/ 22500 h 32906"/>
                <a:gd name="connsiteX1" fmla="*/ 0 w 405000"/>
                <a:gd name="connsiteY1" fmla="*/ 0 h 32906"/>
                <a:gd name="connsiteX2" fmla="*/ 405000 w 405000"/>
                <a:gd name="connsiteY2" fmla="*/ 0 h 32906"/>
                <a:gd name="connsiteX3" fmla="*/ 405000 w 405000"/>
                <a:gd name="connsiteY3" fmla="*/ 22500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000" h="32906">
                  <a:moveTo>
                    <a:pt x="0" y="22500"/>
                  </a:moveTo>
                  <a:lnTo>
                    <a:pt x="0" y="0"/>
                  </a:lnTo>
                  <a:cubicBezTo>
                    <a:pt x="131400" y="43875"/>
                    <a:pt x="273600" y="43875"/>
                    <a:pt x="405000" y="0"/>
                  </a:cubicBezTo>
                  <a:lnTo>
                    <a:pt x="405000" y="22500"/>
                  </a:ln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B0D66ED-B610-D88E-6006-261E6E3929C0}"/>
                </a:ext>
              </a:extLst>
            </p:cNvPr>
            <p:cNvSpPr/>
            <p:nvPr/>
          </p:nvSpPr>
          <p:spPr>
            <a:xfrm>
              <a:off x="870774" y="4915903"/>
              <a:ext cx="405000" cy="32906"/>
            </a:xfrm>
            <a:custGeom>
              <a:avLst/>
              <a:gdLst>
                <a:gd name="connsiteX0" fmla="*/ 0 w 405000"/>
                <a:gd name="connsiteY0" fmla="*/ 32906 h 32906"/>
                <a:gd name="connsiteX1" fmla="*/ 405000 w 405000"/>
                <a:gd name="connsiteY1" fmla="*/ 32906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000" h="32906">
                  <a:moveTo>
                    <a:pt x="0" y="32906"/>
                  </a:moveTo>
                  <a:cubicBezTo>
                    <a:pt x="131400" y="-10969"/>
                    <a:pt x="273600" y="-10969"/>
                    <a:pt x="405000" y="32906"/>
                  </a:cubicBezTo>
                </a:path>
              </a:pathLst>
            </a:custGeom>
            <a:noFill/>
            <a:ln w="158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sp>
        <p:nvSpPr>
          <p:cNvPr id="115" name="Footer Placeholder 5">
            <a:extLst>
              <a:ext uri="{FF2B5EF4-FFF2-40B4-BE49-F238E27FC236}">
                <a16:creationId xmlns:a16="http://schemas.microsoft.com/office/drawing/2014/main" id="{9D1E5715-2F7F-6D59-A174-C148319B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bg1"/>
                </a:solidFill>
                <a:latin typeface="+mj-lt"/>
              </a:rPr>
              <a:t>Зорилтуудын илтгэлийн </a:t>
            </a:r>
            <a:r>
              <a:rPr lang="mn-MN" dirty="0">
                <a:solidFill>
                  <a:schemeClr val="bg1"/>
                </a:solidFill>
                <a:latin typeface="+mj-lt"/>
              </a:rPr>
              <a:t>загвар</a:t>
            </a:r>
          </a:p>
        </p:txBody>
      </p:sp>
    </p:spTree>
    <p:extLst>
      <p:ext uri="{BB962C8B-B14F-4D97-AF65-F5344CB8AC3E}">
        <p14:creationId xmlns:p14="http://schemas.microsoft.com/office/powerpoint/2010/main" val="4066889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EB10FD-FB59-0CA3-A4C4-548B162B8651}"/>
              </a:ext>
            </a:extLst>
          </p:cNvPr>
          <p:cNvSpPr/>
          <p:nvPr/>
        </p:nvSpPr>
        <p:spPr>
          <a:xfrm>
            <a:off x="0" y="3785744"/>
            <a:ext cx="12192000" cy="234148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A36AC93-FE61-D162-BA43-81E69BFFBD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" t="20437" b="33907"/>
          <a:stretch>
            <a:fillRect/>
          </a:stretch>
        </p:blipFill>
        <p:spPr>
          <a:xfrm>
            <a:off x="5100788" y="3785743"/>
            <a:ext cx="7091211" cy="234148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57F6351-AC38-CCA8-8FC3-DFD1D2D2DD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3" t="21681" r="70707" b="29885"/>
          <a:stretch>
            <a:fillRect/>
          </a:stretch>
        </p:blipFill>
        <p:spPr>
          <a:xfrm>
            <a:off x="0" y="3785743"/>
            <a:ext cx="5100787" cy="2341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33E109-989D-A8DD-D968-F155630D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C98393-F4D8-712C-D9A0-73BC3186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7258D-352D-77E5-229E-CB6F2AC3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14</a:t>
            </a:fld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9DEB97-B38C-DDF7-462C-58B6EE6CE656}"/>
              </a:ext>
            </a:extLst>
          </p:cNvPr>
          <p:cNvSpPr>
            <a:spLocks noChangeAspect="1"/>
          </p:cNvSpPr>
          <p:nvPr/>
        </p:nvSpPr>
        <p:spPr>
          <a:xfrm>
            <a:off x="8904322" y="1953556"/>
            <a:ext cx="2808253" cy="3348396"/>
          </a:xfrm>
          <a:prstGeom prst="roundRect">
            <a:avLst>
              <a:gd name="adj" fmla="val 5459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Google Shape;716;p11">
            <a:extLst>
              <a:ext uri="{FF2B5EF4-FFF2-40B4-BE49-F238E27FC236}">
                <a16:creationId xmlns:a16="http://schemas.microsoft.com/office/drawing/2014/main" id="{57B53A75-530C-C090-B956-F24F9CA461DE}"/>
              </a:ext>
            </a:extLst>
          </p:cNvPr>
          <p:cNvSpPr txBox="1"/>
          <p:nvPr/>
        </p:nvSpPr>
        <p:spPr>
          <a:xfrm>
            <a:off x="9170607" y="2724672"/>
            <a:ext cx="2173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8" name="Google Shape;717;p11">
            <a:extLst>
              <a:ext uri="{FF2B5EF4-FFF2-40B4-BE49-F238E27FC236}">
                <a16:creationId xmlns:a16="http://schemas.microsoft.com/office/drawing/2014/main" id="{E9D9B76F-4AA2-B66D-E7A6-926E91B34213}"/>
              </a:ext>
            </a:extLst>
          </p:cNvPr>
          <p:cNvSpPr txBox="1"/>
          <p:nvPr/>
        </p:nvSpPr>
        <p:spPr>
          <a:xfrm>
            <a:off x="9170606" y="3095403"/>
            <a:ext cx="225939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Төслийн явц, үр дүнг энд харуулна. Багаараа хамтран шинэ шийдэл хэрэгжүүлнэ.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01C5703-2AE9-8BC3-DC2C-57078342FE7D}"/>
              </a:ext>
            </a:extLst>
          </p:cNvPr>
          <p:cNvGrpSpPr/>
          <p:nvPr/>
        </p:nvGrpSpPr>
        <p:grpSpPr>
          <a:xfrm>
            <a:off x="9170606" y="4932774"/>
            <a:ext cx="500292" cy="85022"/>
            <a:chOff x="6153894" y="6093207"/>
            <a:chExt cx="448380" cy="762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EF94300-4BE3-312A-965A-EADE51B506DD}"/>
                </a:ext>
              </a:extLst>
            </p:cNvPr>
            <p:cNvSpPr/>
            <p:nvPr/>
          </p:nvSpPr>
          <p:spPr>
            <a:xfrm>
              <a:off x="6153894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813ECD5-50F7-B7D0-7529-E7D395198363}"/>
                </a:ext>
              </a:extLst>
            </p:cNvPr>
            <p:cNvSpPr/>
            <p:nvPr/>
          </p:nvSpPr>
          <p:spPr>
            <a:xfrm>
              <a:off x="6277954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0978A93-8B3C-D046-736C-4394720C1325}"/>
                </a:ext>
              </a:extLst>
            </p:cNvPr>
            <p:cNvSpPr/>
            <p:nvPr/>
          </p:nvSpPr>
          <p:spPr>
            <a:xfrm>
              <a:off x="6402014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893C1E0-8438-988B-17B2-16C0B62287FC}"/>
                </a:ext>
              </a:extLst>
            </p:cNvPr>
            <p:cNvSpPr/>
            <p:nvPr/>
          </p:nvSpPr>
          <p:spPr>
            <a:xfrm>
              <a:off x="6526074" y="6093207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9F98DC-33AF-4B61-94E8-3A505DEF7F19}"/>
              </a:ext>
            </a:extLst>
          </p:cNvPr>
          <p:cNvSpPr/>
          <p:nvPr/>
        </p:nvSpPr>
        <p:spPr>
          <a:xfrm>
            <a:off x="9153246" y="1791227"/>
            <a:ext cx="760493" cy="762005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B187EC-8737-D5CD-E73C-AF59BF2C932D}"/>
              </a:ext>
            </a:extLst>
          </p:cNvPr>
          <p:cNvSpPr>
            <a:spLocks noChangeAspect="1"/>
          </p:cNvSpPr>
          <p:nvPr/>
        </p:nvSpPr>
        <p:spPr>
          <a:xfrm>
            <a:off x="479423" y="1953556"/>
            <a:ext cx="2312680" cy="2757502"/>
          </a:xfrm>
          <a:prstGeom prst="roundRect">
            <a:avLst>
              <a:gd name="adj" fmla="val 686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Google Shape;716;p11">
            <a:extLst>
              <a:ext uri="{FF2B5EF4-FFF2-40B4-BE49-F238E27FC236}">
                <a16:creationId xmlns:a16="http://schemas.microsoft.com/office/drawing/2014/main" id="{E783B00C-CAFF-1350-C15D-A8BB02BB219C}"/>
              </a:ext>
            </a:extLst>
          </p:cNvPr>
          <p:cNvSpPr txBox="1"/>
          <p:nvPr/>
        </p:nvSpPr>
        <p:spPr>
          <a:xfrm>
            <a:off x="657226" y="2724672"/>
            <a:ext cx="195707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4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1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17;p11">
            <a:extLst>
              <a:ext uri="{FF2B5EF4-FFF2-40B4-BE49-F238E27FC236}">
                <a16:creationId xmlns:a16="http://schemas.microsoft.com/office/drawing/2014/main" id="{1F6AC9C8-65A6-C0D1-5A8C-3172B45D3CF5}"/>
              </a:ext>
            </a:extLst>
          </p:cNvPr>
          <p:cNvSpPr txBox="1"/>
          <p:nvPr/>
        </p:nvSpPr>
        <p:spPr>
          <a:xfrm>
            <a:off x="657226" y="3095403"/>
            <a:ext cx="195707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Дараагийн алхмуудаа тодорхой төлөвлөнө. Өсөлтийг тогтмол хэмжиж, сайжруулна.</a:t>
            </a:r>
            <a:endParaRPr sz="11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33E0C6A-23E7-B60F-8CF6-C14919D64D26}"/>
              </a:ext>
            </a:extLst>
          </p:cNvPr>
          <p:cNvGrpSpPr/>
          <p:nvPr/>
        </p:nvGrpSpPr>
        <p:grpSpPr>
          <a:xfrm>
            <a:off x="657226" y="4341880"/>
            <a:ext cx="500292" cy="85022"/>
            <a:chOff x="479425" y="6093207"/>
            <a:chExt cx="448380" cy="762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2C68C09-99AE-1D0F-993D-5C237CFA3BB1}"/>
                </a:ext>
              </a:extLst>
            </p:cNvPr>
            <p:cNvSpPr/>
            <p:nvPr/>
          </p:nvSpPr>
          <p:spPr>
            <a:xfrm>
              <a:off x="479425" y="6093207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7CA8158-837F-A545-B9E6-3BE161F66DD5}"/>
                </a:ext>
              </a:extLst>
            </p:cNvPr>
            <p:cNvSpPr/>
            <p:nvPr/>
          </p:nvSpPr>
          <p:spPr>
            <a:xfrm>
              <a:off x="603485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8F0844D-E00C-730C-916C-CBEC221BB7D9}"/>
                </a:ext>
              </a:extLst>
            </p:cNvPr>
            <p:cNvSpPr/>
            <p:nvPr/>
          </p:nvSpPr>
          <p:spPr>
            <a:xfrm>
              <a:off x="727545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7291196-4C01-FE7F-0547-F131A257F61D}"/>
                </a:ext>
              </a:extLst>
            </p:cNvPr>
            <p:cNvSpPr/>
            <p:nvPr/>
          </p:nvSpPr>
          <p:spPr>
            <a:xfrm>
              <a:off x="851605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BB92D41-11A1-49B1-0DAF-D49EC8E2F15B}"/>
              </a:ext>
            </a:extLst>
          </p:cNvPr>
          <p:cNvSpPr/>
          <p:nvPr/>
        </p:nvSpPr>
        <p:spPr>
          <a:xfrm>
            <a:off x="657226" y="1791227"/>
            <a:ext cx="760493" cy="762005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2244F8-3F83-A382-5CC5-2556DE11FF0B}"/>
              </a:ext>
            </a:extLst>
          </p:cNvPr>
          <p:cNvSpPr txBox="1"/>
          <p:nvPr/>
        </p:nvSpPr>
        <p:spPr>
          <a:xfrm>
            <a:off x="2216399" y="2073698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5"/>
                </a:solidFill>
              </a:rPr>
              <a:t>01</a:t>
            </a:r>
            <a:endParaRPr lang="en-ID" sz="2800" b="1">
              <a:solidFill>
                <a:schemeClr val="accent5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FE2EAB-E7A9-5A35-9A12-FA9521DC9403}"/>
              </a:ext>
            </a:extLst>
          </p:cNvPr>
          <p:cNvSpPr>
            <a:spLocks noChangeAspect="1"/>
          </p:cNvSpPr>
          <p:nvPr/>
        </p:nvSpPr>
        <p:spPr>
          <a:xfrm>
            <a:off x="3136761" y="1953556"/>
            <a:ext cx="2477871" cy="2954466"/>
          </a:xfrm>
          <a:prstGeom prst="roundRect">
            <a:avLst>
              <a:gd name="adj" fmla="val 594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Google Shape;716;p11">
            <a:extLst>
              <a:ext uri="{FF2B5EF4-FFF2-40B4-BE49-F238E27FC236}">
                <a16:creationId xmlns:a16="http://schemas.microsoft.com/office/drawing/2014/main" id="{0292339F-E90F-5979-F88F-CF336E932E5D}"/>
              </a:ext>
            </a:extLst>
          </p:cNvPr>
          <p:cNvSpPr txBox="1"/>
          <p:nvPr/>
        </p:nvSpPr>
        <p:spPr>
          <a:xfrm>
            <a:off x="3341458" y="2724672"/>
            <a:ext cx="206847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4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1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" name="Google Shape;717;p11">
            <a:extLst>
              <a:ext uri="{FF2B5EF4-FFF2-40B4-BE49-F238E27FC236}">
                <a16:creationId xmlns:a16="http://schemas.microsoft.com/office/drawing/2014/main" id="{4B719CE3-0F6E-6C64-AA0F-ECC20586F933}"/>
              </a:ext>
            </a:extLst>
          </p:cNvPr>
          <p:cNvSpPr txBox="1"/>
          <p:nvPr/>
        </p:nvSpPr>
        <p:spPr>
          <a:xfrm>
            <a:off x="3341458" y="3095403"/>
            <a:ext cx="206847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Гол үзүүлэлтүүдээ товч дурдана. Хэрэглэгчийн хэрэгцээг нарийн судална.</a:t>
            </a:r>
            <a:endParaRPr sz="11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880981A-D9F4-F67F-C16B-06808A635D43}"/>
              </a:ext>
            </a:extLst>
          </p:cNvPr>
          <p:cNvGrpSpPr/>
          <p:nvPr/>
        </p:nvGrpSpPr>
        <p:grpSpPr>
          <a:xfrm>
            <a:off x="3341458" y="4538844"/>
            <a:ext cx="500292" cy="85022"/>
            <a:chOff x="2363388" y="6093207"/>
            <a:chExt cx="448380" cy="762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56C981D-82E5-D288-31DE-FC5860358199}"/>
                </a:ext>
              </a:extLst>
            </p:cNvPr>
            <p:cNvSpPr/>
            <p:nvPr/>
          </p:nvSpPr>
          <p:spPr>
            <a:xfrm>
              <a:off x="2363388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F6C5EAE-7849-CC79-4534-D873D176092A}"/>
                </a:ext>
              </a:extLst>
            </p:cNvPr>
            <p:cNvSpPr/>
            <p:nvPr/>
          </p:nvSpPr>
          <p:spPr>
            <a:xfrm>
              <a:off x="2487448" y="6093207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4D7AAC4-804B-3084-E43D-6124B88B70E5}"/>
                </a:ext>
              </a:extLst>
            </p:cNvPr>
            <p:cNvSpPr/>
            <p:nvPr/>
          </p:nvSpPr>
          <p:spPr>
            <a:xfrm>
              <a:off x="2611508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2AAAA91-76B4-1219-6C88-99EC5CD062E5}"/>
                </a:ext>
              </a:extLst>
            </p:cNvPr>
            <p:cNvSpPr/>
            <p:nvPr/>
          </p:nvSpPr>
          <p:spPr>
            <a:xfrm>
              <a:off x="2735568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9ACF7AD-D112-6EC1-2DDC-57815017A035}"/>
              </a:ext>
            </a:extLst>
          </p:cNvPr>
          <p:cNvSpPr/>
          <p:nvPr/>
        </p:nvSpPr>
        <p:spPr>
          <a:xfrm>
            <a:off x="3341457" y="1791227"/>
            <a:ext cx="760493" cy="762005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5086B2-7937-B026-DEBD-A19AAFD61DF7}"/>
              </a:ext>
            </a:extLst>
          </p:cNvPr>
          <p:cNvSpPr txBox="1"/>
          <p:nvPr/>
        </p:nvSpPr>
        <p:spPr>
          <a:xfrm>
            <a:off x="5038928" y="2073698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5"/>
                </a:solidFill>
              </a:rPr>
              <a:t>02</a:t>
            </a:r>
            <a:endParaRPr lang="en-ID" sz="2800" b="1">
              <a:solidFill>
                <a:schemeClr val="accent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48F7E4-B0A6-0B85-BFCD-DEC1C17CEB1E}"/>
              </a:ext>
            </a:extLst>
          </p:cNvPr>
          <p:cNvSpPr>
            <a:spLocks noChangeAspect="1"/>
          </p:cNvSpPr>
          <p:nvPr/>
        </p:nvSpPr>
        <p:spPr>
          <a:xfrm>
            <a:off x="5945060" y="1953556"/>
            <a:ext cx="2643062" cy="3151431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Google Shape;716;p11">
            <a:extLst>
              <a:ext uri="{FF2B5EF4-FFF2-40B4-BE49-F238E27FC236}">
                <a16:creationId xmlns:a16="http://schemas.microsoft.com/office/drawing/2014/main" id="{F1DCCB96-E21C-3482-74E2-EDFD3E607015}"/>
              </a:ext>
            </a:extLst>
          </p:cNvPr>
          <p:cNvSpPr txBox="1"/>
          <p:nvPr/>
        </p:nvSpPr>
        <p:spPr>
          <a:xfrm>
            <a:off x="6179757" y="2724672"/>
            <a:ext cx="21736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6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2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6" name="Google Shape;717;p11">
            <a:extLst>
              <a:ext uri="{FF2B5EF4-FFF2-40B4-BE49-F238E27FC236}">
                <a16:creationId xmlns:a16="http://schemas.microsoft.com/office/drawing/2014/main" id="{5547256E-A13E-CA57-BB49-23C4F172690D}"/>
              </a:ext>
            </a:extLst>
          </p:cNvPr>
          <p:cNvSpPr txBox="1"/>
          <p:nvPr/>
        </p:nvSpPr>
        <p:spPr>
          <a:xfrm>
            <a:off x="6179757" y="3095403"/>
            <a:ext cx="217366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Шинэ боломжийг цаг алдалгүй ашиглана. Үр дүнд суурилсан шийдлийг санал болгоно.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9613BB-2DB7-90B4-79E5-85AB1968DA6E}"/>
              </a:ext>
            </a:extLst>
          </p:cNvPr>
          <p:cNvGrpSpPr/>
          <p:nvPr/>
        </p:nvGrpSpPr>
        <p:grpSpPr>
          <a:xfrm>
            <a:off x="6179757" y="4735809"/>
            <a:ext cx="500292" cy="85022"/>
            <a:chOff x="4258641" y="6093207"/>
            <a:chExt cx="448380" cy="762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BD3839C-729C-4842-FAD9-E5C2BAC09415}"/>
                </a:ext>
              </a:extLst>
            </p:cNvPr>
            <p:cNvSpPr/>
            <p:nvPr/>
          </p:nvSpPr>
          <p:spPr>
            <a:xfrm>
              <a:off x="4258641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82655EC-69EB-3689-82E3-D8E129281A5A}"/>
                </a:ext>
              </a:extLst>
            </p:cNvPr>
            <p:cNvSpPr/>
            <p:nvPr/>
          </p:nvSpPr>
          <p:spPr>
            <a:xfrm>
              <a:off x="4382701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0D9251E-7632-CC39-59CD-D14CEBD1F652}"/>
                </a:ext>
              </a:extLst>
            </p:cNvPr>
            <p:cNvSpPr/>
            <p:nvPr/>
          </p:nvSpPr>
          <p:spPr>
            <a:xfrm>
              <a:off x="4506761" y="6093207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80F539-1289-3271-7AE9-145B35AA1E01}"/>
                </a:ext>
              </a:extLst>
            </p:cNvPr>
            <p:cNvSpPr/>
            <p:nvPr/>
          </p:nvSpPr>
          <p:spPr>
            <a:xfrm>
              <a:off x="4630821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FDD8BC2-DCC9-2FF7-CA86-5A730E253E62}"/>
              </a:ext>
            </a:extLst>
          </p:cNvPr>
          <p:cNvSpPr/>
          <p:nvPr/>
        </p:nvSpPr>
        <p:spPr>
          <a:xfrm>
            <a:off x="6179756" y="1791227"/>
            <a:ext cx="760493" cy="762005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7486B5-8ED3-8FF3-8DF8-9E0E9F2F8E37}"/>
              </a:ext>
            </a:extLst>
          </p:cNvPr>
          <p:cNvSpPr txBox="1"/>
          <p:nvPr/>
        </p:nvSpPr>
        <p:spPr>
          <a:xfrm>
            <a:off x="8012418" y="2073698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5"/>
                </a:solidFill>
              </a:rPr>
              <a:t>03</a:t>
            </a:r>
            <a:endParaRPr lang="en-ID" sz="2800" b="1">
              <a:solidFill>
                <a:schemeClr val="accent5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200A33-AC61-57C2-F7D8-BC2DB98DC291}"/>
              </a:ext>
            </a:extLst>
          </p:cNvPr>
          <p:cNvSpPr txBox="1"/>
          <p:nvPr/>
        </p:nvSpPr>
        <p:spPr>
          <a:xfrm>
            <a:off x="11136871" y="2073698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5"/>
                </a:solidFill>
              </a:rPr>
              <a:t>04</a:t>
            </a:r>
            <a:endParaRPr lang="en-ID" sz="2800" b="1">
              <a:solidFill>
                <a:schemeClr val="accent5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1E6A576-5C7B-393C-19D4-67C2B074DBC4}"/>
              </a:ext>
            </a:extLst>
          </p:cNvPr>
          <p:cNvGrpSpPr>
            <a:grpSpLocks noChangeAspect="1"/>
          </p:cNvGrpSpPr>
          <p:nvPr/>
        </p:nvGrpSpPr>
        <p:grpSpPr>
          <a:xfrm>
            <a:off x="931884" y="2021033"/>
            <a:ext cx="211176" cy="302392"/>
            <a:chOff x="3146127" y="3913103"/>
            <a:chExt cx="311284" cy="445727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A9AAD75-1518-8693-6904-09E3B14EAF03}"/>
                </a:ext>
              </a:extLst>
            </p:cNvPr>
            <p:cNvSpPr/>
            <p:nvPr/>
          </p:nvSpPr>
          <p:spPr>
            <a:xfrm>
              <a:off x="3354811" y="4262528"/>
              <a:ext cx="102600" cy="68399"/>
            </a:xfrm>
            <a:custGeom>
              <a:avLst/>
              <a:gdLst>
                <a:gd name="connsiteX0" fmla="*/ 0 w 102600"/>
                <a:gd name="connsiteY0" fmla="*/ 34200 h 68399"/>
                <a:gd name="connsiteX1" fmla="*/ 34200 w 102600"/>
                <a:gd name="connsiteY1" fmla="*/ 68400 h 68399"/>
                <a:gd name="connsiteX2" fmla="*/ 102600 w 102600"/>
                <a:gd name="connsiteY2" fmla="*/ 0 h 68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600" h="68399">
                  <a:moveTo>
                    <a:pt x="0" y="34200"/>
                  </a:moveTo>
                  <a:lnTo>
                    <a:pt x="34200" y="68400"/>
                  </a:lnTo>
                  <a:lnTo>
                    <a:pt x="1026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87BF692-487F-D648-DB5D-46EFAC0D297D}"/>
                </a:ext>
              </a:extLst>
            </p:cNvPr>
            <p:cNvSpPr/>
            <p:nvPr/>
          </p:nvSpPr>
          <p:spPr>
            <a:xfrm>
              <a:off x="3200012" y="3913103"/>
              <a:ext cx="199576" cy="199574"/>
            </a:xfrm>
            <a:custGeom>
              <a:avLst/>
              <a:gdLst>
                <a:gd name="connsiteX0" fmla="*/ 103502 w 199576"/>
                <a:gd name="connsiteY0" fmla="*/ 199575 h 199574"/>
                <a:gd name="connsiteX1" fmla="*/ 96077 w 199576"/>
                <a:gd name="connsiteY1" fmla="*/ 199575 h 199574"/>
                <a:gd name="connsiteX2" fmla="*/ 1 w 199576"/>
                <a:gd name="connsiteY2" fmla="*/ 99900 h 199574"/>
                <a:gd name="connsiteX3" fmla="*/ 99677 w 199576"/>
                <a:gd name="connsiteY3" fmla="*/ 0 h 199574"/>
                <a:gd name="connsiteX4" fmla="*/ 199577 w 199576"/>
                <a:gd name="connsiteY4" fmla="*/ 99900 h 199574"/>
                <a:gd name="connsiteX5" fmla="*/ 103502 w 199576"/>
                <a:gd name="connsiteY5" fmla="*/ 199575 h 19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576" h="199574">
                  <a:moveTo>
                    <a:pt x="103502" y="199575"/>
                  </a:moveTo>
                  <a:cubicBezTo>
                    <a:pt x="101252" y="199350"/>
                    <a:pt x="98552" y="199350"/>
                    <a:pt x="96077" y="199575"/>
                  </a:cubicBezTo>
                  <a:cubicBezTo>
                    <a:pt x="42526" y="197775"/>
                    <a:pt x="1" y="153900"/>
                    <a:pt x="1" y="99900"/>
                  </a:cubicBezTo>
                  <a:cubicBezTo>
                    <a:pt x="-224" y="44775"/>
                    <a:pt x="44551" y="0"/>
                    <a:pt x="99677" y="0"/>
                  </a:cubicBezTo>
                  <a:cubicBezTo>
                    <a:pt x="154802" y="0"/>
                    <a:pt x="199577" y="44775"/>
                    <a:pt x="199577" y="99900"/>
                  </a:cubicBezTo>
                  <a:cubicBezTo>
                    <a:pt x="199577" y="153900"/>
                    <a:pt x="156827" y="197775"/>
                    <a:pt x="103502" y="19957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9A19AAF-6A75-2FC3-18D7-886A115A77D1}"/>
                </a:ext>
              </a:extLst>
            </p:cNvPr>
            <p:cNvSpPr/>
            <p:nvPr/>
          </p:nvSpPr>
          <p:spPr>
            <a:xfrm>
              <a:off x="3146127" y="4164655"/>
              <a:ext cx="266061" cy="194175"/>
            </a:xfrm>
            <a:custGeom>
              <a:avLst/>
              <a:gdLst>
                <a:gd name="connsiteX0" fmla="*/ 153562 w 266061"/>
                <a:gd name="connsiteY0" fmla="*/ 194175 h 194175"/>
                <a:gd name="connsiteX1" fmla="*/ 40838 w 266061"/>
                <a:gd name="connsiteY1" fmla="*/ 163125 h 194175"/>
                <a:gd name="connsiteX2" fmla="*/ 40838 w 266061"/>
                <a:gd name="connsiteY2" fmla="*/ 31050 h 194175"/>
                <a:gd name="connsiteX3" fmla="*/ 266062 w 266061"/>
                <a:gd name="connsiteY3" fmla="*/ 31050 h 19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061" h="194175">
                  <a:moveTo>
                    <a:pt x="153562" y="194175"/>
                  </a:moveTo>
                  <a:cubicBezTo>
                    <a:pt x="112612" y="194175"/>
                    <a:pt x="71887" y="183825"/>
                    <a:pt x="40838" y="163125"/>
                  </a:cubicBezTo>
                  <a:cubicBezTo>
                    <a:pt x="-13613" y="126675"/>
                    <a:pt x="-13613" y="67275"/>
                    <a:pt x="40838" y="31050"/>
                  </a:cubicBezTo>
                  <a:cubicBezTo>
                    <a:pt x="102712" y="-10350"/>
                    <a:pt x="204187" y="-10350"/>
                    <a:pt x="266062" y="3105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FAB1BBB-F73C-20A5-BFDA-1C3A6245617C}"/>
              </a:ext>
            </a:extLst>
          </p:cNvPr>
          <p:cNvGrpSpPr>
            <a:grpSpLocks noChangeAspect="1"/>
          </p:cNvGrpSpPr>
          <p:nvPr/>
        </p:nvGrpSpPr>
        <p:grpSpPr>
          <a:xfrm>
            <a:off x="9382238" y="2021034"/>
            <a:ext cx="302508" cy="302390"/>
            <a:chOff x="7520839" y="2156860"/>
            <a:chExt cx="450085" cy="449906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AF12B29-83C9-D32E-F7AD-222CA92385DE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A2313A5-73A6-6F63-C4B1-64DE4DB2BC0A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98DD7D8-245B-F15B-6E92-E148FCDFDFEF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DC87448-FE0F-2003-EF75-B4893D0F03E0}"/>
              </a:ext>
            </a:extLst>
          </p:cNvPr>
          <p:cNvGrpSpPr>
            <a:grpSpLocks noChangeAspect="1"/>
          </p:cNvGrpSpPr>
          <p:nvPr/>
        </p:nvGrpSpPr>
        <p:grpSpPr>
          <a:xfrm>
            <a:off x="3574275" y="2021034"/>
            <a:ext cx="294856" cy="302390"/>
            <a:chOff x="1965976" y="2159393"/>
            <a:chExt cx="465112" cy="477000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D184680-0CE5-4B56-BB0A-3C23D2B9ACBA}"/>
                </a:ext>
              </a:extLst>
            </p:cNvPr>
            <p:cNvSpPr/>
            <p:nvPr/>
          </p:nvSpPr>
          <p:spPr>
            <a:xfrm>
              <a:off x="1965976" y="2254793"/>
              <a:ext cx="465112" cy="381600"/>
            </a:xfrm>
            <a:custGeom>
              <a:avLst/>
              <a:gdLst>
                <a:gd name="connsiteX0" fmla="*/ 137157 w 465112"/>
                <a:gd name="connsiteY0" fmla="*/ 381600 h 381600"/>
                <a:gd name="connsiteX1" fmla="*/ 327955 w 465112"/>
                <a:gd name="connsiteY1" fmla="*/ 381600 h 381600"/>
                <a:gd name="connsiteX2" fmla="*/ 446013 w 465112"/>
                <a:gd name="connsiteY2" fmla="*/ 296456 h 381600"/>
                <a:gd name="connsiteX3" fmla="*/ 463900 w 465112"/>
                <a:gd name="connsiteY3" fmla="*/ 105656 h 381600"/>
                <a:gd name="connsiteX4" fmla="*/ 351806 w 465112"/>
                <a:gd name="connsiteY4" fmla="*/ 0 h 381600"/>
                <a:gd name="connsiteX5" fmla="*/ 113307 w 465112"/>
                <a:gd name="connsiteY5" fmla="*/ 0 h 381600"/>
                <a:gd name="connsiteX6" fmla="*/ 1212 w 465112"/>
                <a:gd name="connsiteY6" fmla="*/ 105656 h 381600"/>
                <a:gd name="connsiteX7" fmla="*/ 19099 w 465112"/>
                <a:gd name="connsiteY7" fmla="*/ 296456 h 381600"/>
                <a:gd name="connsiteX8" fmla="*/ 137157 w 465112"/>
                <a:gd name="connsiteY8" fmla="*/ 381600 h 3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112" h="381600">
                  <a:moveTo>
                    <a:pt x="137157" y="381600"/>
                  </a:moveTo>
                  <a:lnTo>
                    <a:pt x="327955" y="381600"/>
                  </a:lnTo>
                  <a:cubicBezTo>
                    <a:pt x="423832" y="381600"/>
                    <a:pt x="441004" y="343202"/>
                    <a:pt x="446013" y="296456"/>
                  </a:cubicBezTo>
                  <a:lnTo>
                    <a:pt x="463900" y="105656"/>
                  </a:lnTo>
                  <a:cubicBezTo>
                    <a:pt x="470340" y="47461"/>
                    <a:pt x="453645" y="0"/>
                    <a:pt x="351806" y="0"/>
                  </a:cubicBezTo>
                  <a:lnTo>
                    <a:pt x="113307" y="0"/>
                  </a:lnTo>
                  <a:cubicBezTo>
                    <a:pt x="11467" y="0"/>
                    <a:pt x="-5228" y="47461"/>
                    <a:pt x="1212" y="105656"/>
                  </a:cubicBezTo>
                  <a:lnTo>
                    <a:pt x="19099" y="296456"/>
                  </a:lnTo>
                  <a:cubicBezTo>
                    <a:pt x="24108" y="343202"/>
                    <a:pt x="41280" y="381600"/>
                    <a:pt x="137157" y="3816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4FE51C2-6072-5DD7-F32A-F5FBDDC1AB03}"/>
                </a:ext>
              </a:extLst>
            </p:cNvPr>
            <p:cNvSpPr/>
            <p:nvPr/>
          </p:nvSpPr>
          <p:spPr>
            <a:xfrm>
              <a:off x="2103134" y="2159393"/>
              <a:ext cx="190800" cy="95400"/>
            </a:xfrm>
            <a:custGeom>
              <a:avLst/>
              <a:gdLst>
                <a:gd name="connsiteX0" fmla="*/ 0 w 190800"/>
                <a:gd name="connsiteY0" fmla="*/ 95400 h 95400"/>
                <a:gd name="connsiteX1" fmla="*/ 0 w 190800"/>
                <a:gd name="connsiteY1" fmla="*/ 76320 h 95400"/>
                <a:gd name="connsiteX2" fmla="*/ 76320 w 190800"/>
                <a:gd name="connsiteY2" fmla="*/ 0 h 95400"/>
                <a:gd name="connsiteX3" fmla="*/ 114480 w 190800"/>
                <a:gd name="connsiteY3" fmla="*/ 0 h 95400"/>
                <a:gd name="connsiteX4" fmla="*/ 190800 w 190800"/>
                <a:gd name="connsiteY4" fmla="*/ 76320 h 95400"/>
                <a:gd name="connsiteX5" fmla="*/ 190800 w 190800"/>
                <a:gd name="connsiteY5" fmla="*/ 9540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800" h="95400">
                  <a:moveTo>
                    <a:pt x="0" y="95400"/>
                  </a:moveTo>
                  <a:lnTo>
                    <a:pt x="0" y="76320"/>
                  </a:lnTo>
                  <a:cubicBezTo>
                    <a:pt x="0" y="34106"/>
                    <a:pt x="0" y="0"/>
                    <a:pt x="76320" y="0"/>
                  </a:cubicBezTo>
                  <a:lnTo>
                    <a:pt x="114480" y="0"/>
                  </a:lnTo>
                  <a:cubicBezTo>
                    <a:pt x="190800" y="0"/>
                    <a:pt x="190800" y="34106"/>
                    <a:pt x="190800" y="76320"/>
                  </a:cubicBezTo>
                  <a:lnTo>
                    <a:pt x="190800" y="954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4E86ED2-C674-2298-534E-EF961A7E68ED}"/>
                </a:ext>
              </a:extLst>
            </p:cNvPr>
            <p:cNvSpPr/>
            <p:nvPr/>
          </p:nvSpPr>
          <p:spPr>
            <a:xfrm>
              <a:off x="2150834" y="2397893"/>
              <a:ext cx="95400" cy="95400"/>
            </a:xfrm>
            <a:custGeom>
              <a:avLst/>
              <a:gdLst>
                <a:gd name="connsiteX0" fmla="*/ 95400 w 95400"/>
                <a:gd name="connsiteY0" fmla="*/ 23850 h 95400"/>
                <a:gd name="connsiteX1" fmla="*/ 95400 w 95400"/>
                <a:gd name="connsiteY1" fmla="*/ 47700 h 95400"/>
                <a:gd name="connsiteX2" fmla="*/ 95400 w 95400"/>
                <a:gd name="connsiteY2" fmla="*/ 48177 h 95400"/>
                <a:gd name="connsiteX3" fmla="*/ 47700 w 95400"/>
                <a:gd name="connsiteY3" fmla="*/ 95400 h 95400"/>
                <a:gd name="connsiteX4" fmla="*/ 0 w 95400"/>
                <a:gd name="connsiteY4" fmla="*/ 48415 h 95400"/>
                <a:gd name="connsiteX5" fmla="*/ 0 w 95400"/>
                <a:gd name="connsiteY5" fmla="*/ 23850 h 95400"/>
                <a:gd name="connsiteX6" fmla="*/ 23850 w 95400"/>
                <a:gd name="connsiteY6" fmla="*/ 0 h 95400"/>
                <a:gd name="connsiteX7" fmla="*/ 71550 w 95400"/>
                <a:gd name="connsiteY7" fmla="*/ 0 h 95400"/>
                <a:gd name="connsiteX8" fmla="*/ 95400 w 95400"/>
                <a:gd name="connsiteY8" fmla="*/ 2385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00" h="95400">
                  <a:moveTo>
                    <a:pt x="95400" y="23850"/>
                  </a:moveTo>
                  <a:lnTo>
                    <a:pt x="95400" y="47700"/>
                  </a:lnTo>
                  <a:cubicBezTo>
                    <a:pt x="95400" y="47939"/>
                    <a:pt x="95400" y="47939"/>
                    <a:pt x="95400" y="48177"/>
                  </a:cubicBezTo>
                  <a:cubicBezTo>
                    <a:pt x="95400" y="74173"/>
                    <a:pt x="95161" y="95400"/>
                    <a:pt x="47700" y="95400"/>
                  </a:cubicBezTo>
                  <a:cubicBezTo>
                    <a:pt x="477" y="95400"/>
                    <a:pt x="0" y="74412"/>
                    <a:pt x="0" y="48415"/>
                  </a:cubicBezTo>
                  <a:lnTo>
                    <a:pt x="0" y="23850"/>
                  </a:lnTo>
                  <a:cubicBezTo>
                    <a:pt x="0" y="0"/>
                    <a:pt x="0" y="0"/>
                    <a:pt x="23850" y="0"/>
                  </a:cubicBezTo>
                  <a:lnTo>
                    <a:pt x="71550" y="0"/>
                  </a:lnTo>
                  <a:cubicBezTo>
                    <a:pt x="95400" y="0"/>
                    <a:pt x="95400" y="0"/>
                    <a:pt x="95400" y="2385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DD63800-0EA8-B01A-EB7C-E21CBC44A60D}"/>
                </a:ext>
              </a:extLst>
            </p:cNvPr>
            <p:cNvSpPr/>
            <p:nvPr/>
          </p:nvSpPr>
          <p:spPr>
            <a:xfrm>
              <a:off x="2246234" y="2374043"/>
              <a:ext cx="182452" cy="72027"/>
            </a:xfrm>
            <a:custGeom>
              <a:avLst/>
              <a:gdLst>
                <a:gd name="connsiteX0" fmla="*/ 182452 w 182452"/>
                <a:gd name="connsiteY0" fmla="*/ 0 h 72027"/>
                <a:gd name="connsiteX1" fmla="*/ 0 w 182452"/>
                <a:gd name="connsiteY1" fmla="*/ 72027 h 7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2" h="72027">
                  <a:moveTo>
                    <a:pt x="182452" y="0"/>
                  </a:moveTo>
                  <a:cubicBezTo>
                    <a:pt x="127359" y="40068"/>
                    <a:pt x="64395" y="63918"/>
                    <a:pt x="0" y="72027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B7CB4AF-4E32-C626-CB60-D3653CB7ACFA}"/>
                </a:ext>
              </a:extLst>
            </p:cNvPr>
            <p:cNvSpPr/>
            <p:nvPr/>
          </p:nvSpPr>
          <p:spPr>
            <a:xfrm>
              <a:off x="1974820" y="2380482"/>
              <a:ext cx="176013" cy="65825"/>
            </a:xfrm>
            <a:custGeom>
              <a:avLst/>
              <a:gdLst>
                <a:gd name="connsiteX0" fmla="*/ 0 w 176013"/>
                <a:gd name="connsiteY0" fmla="*/ 0 h 65825"/>
                <a:gd name="connsiteX1" fmla="*/ 176013 w 176013"/>
                <a:gd name="connsiteY1" fmla="*/ 65826 h 6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013" h="65825">
                  <a:moveTo>
                    <a:pt x="0" y="0"/>
                  </a:moveTo>
                  <a:cubicBezTo>
                    <a:pt x="53663" y="36729"/>
                    <a:pt x="114242" y="58909"/>
                    <a:pt x="176013" y="65826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716C2A4-89A1-AA46-FAE0-81461F25E9C4}"/>
              </a:ext>
            </a:extLst>
          </p:cNvPr>
          <p:cNvGrpSpPr>
            <a:grpSpLocks noChangeAspect="1"/>
          </p:cNvGrpSpPr>
          <p:nvPr/>
        </p:nvGrpSpPr>
        <p:grpSpPr>
          <a:xfrm>
            <a:off x="6440743" y="2021033"/>
            <a:ext cx="238518" cy="302392"/>
            <a:chOff x="2015647" y="1278394"/>
            <a:chExt cx="355024" cy="450093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A28C021-E282-1B76-3CCE-EF2BFE107130}"/>
                </a:ext>
              </a:extLst>
            </p:cNvPr>
            <p:cNvSpPr/>
            <p:nvPr/>
          </p:nvSpPr>
          <p:spPr>
            <a:xfrm>
              <a:off x="2166803" y="1411010"/>
              <a:ext cx="52552" cy="117450"/>
            </a:xfrm>
            <a:custGeom>
              <a:avLst/>
              <a:gdLst>
                <a:gd name="connsiteX0" fmla="*/ 26369 w 52552"/>
                <a:gd name="connsiteY0" fmla="*/ 0 h 117450"/>
                <a:gd name="connsiteX1" fmla="*/ 2294 w 52552"/>
                <a:gd name="connsiteY1" fmla="*/ 41850 h 117450"/>
                <a:gd name="connsiteX2" fmla="*/ 11969 w 52552"/>
                <a:gd name="connsiteY2" fmla="*/ 58725 h 117450"/>
                <a:gd name="connsiteX3" fmla="*/ 40544 w 52552"/>
                <a:gd name="connsiteY3" fmla="*/ 58725 h 117450"/>
                <a:gd name="connsiteX4" fmla="*/ 50219 w 52552"/>
                <a:gd name="connsiteY4" fmla="*/ 75600 h 117450"/>
                <a:gd name="connsiteX5" fmla="*/ 26369 w 52552"/>
                <a:gd name="connsiteY5" fmla="*/ 117450 h 11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52" h="117450">
                  <a:moveTo>
                    <a:pt x="26369" y="0"/>
                  </a:moveTo>
                  <a:lnTo>
                    <a:pt x="2294" y="41850"/>
                  </a:lnTo>
                  <a:cubicBezTo>
                    <a:pt x="-3106" y="51075"/>
                    <a:pt x="1394" y="58725"/>
                    <a:pt x="11969" y="58725"/>
                  </a:cubicBezTo>
                  <a:lnTo>
                    <a:pt x="40544" y="58725"/>
                  </a:lnTo>
                  <a:cubicBezTo>
                    <a:pt x="51344" y="58725"/>
                    <a:pt x="55619" y="66375"/>
                    <a:pt x="50219" y="75600"/>
                  </a:cubicBezTo>
                  <a:lnTo>
                    <a:pt x="26369" y="1174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1AB8BE7-ADA1-E015-8E67-C5A707748E3B}"/>
                </a:ext>
              </a:extLst>
            </p:cNvPr>
            <p:cNvSpPr/>
            <p:nvPr/>
          </p:nvSpPr>
          <p:spPr>
            <a:xfrm>
              <a:off x="2015647" y="1278394"/>
              <a:ext cx="355024" cy="382370"/>
            </a:xfrm>
            <a:custGeom>
              <a:avLst/>
              <a:gdLst>
                <a:gd name="connsiteX0" fmla="*/ 94275 w 355024"/>
                <a:gd name="connsiteY0" fmla="*/ 360991 h 382370"/>
                <a:gd name="connsiteX1" fmla="*/ 94275 w 355024"/>
                <a:gd name="connsiteY1" fmla="*/ 334891 h 382370"/>
                <a:gd name="connsiteX2" fmla="*/ 0 w 355024"/>
                <a:gd name="connsiteY2" fmla="*/ 177842 h 382370"/>
                <a:gd name="connsiteX3" fmla="*/ 218025 w 355024"/>
                <a:gd name="connsiteY3" fmla="*/ 4367 h 382370"/>
                <a:gd name="connsiteX4" fmla="*/ 336600 w 355024"/>
                <a:gd name="connsiteY4" fmla="*/ 95942 h 382370"/>
                <a:gd name="connsiteX5" fmla="*/ 261450 w 355024"/>
                <a:gd name="connsiteY5" fmla="*/ 334666 h 382370"/>
                <a:gd name="connsiteX6" fmla="*/ 261450 w 355024"/>
                <a:gd name="connsiteY6" fmla="*/ 360766 h 382370"/>
                <a:gd name="connsiteX7" fmla="*/ 239850 w 355024"/>
                <a:gd name="connsiteY7" fmla="*/ 382366 h 382370"/>
                <a:gd name="connsiteX8" fmla="*/ 115875 w 355024"/>
                <a:gd name="connsiteY8" fmla="*/ 382366 h 382370"/>
                <a:gd name="connsiteX9" fmla="*/ 94275 w 355024"/>
                <a:gd name="connsiteY9" fmla="*/ 360991 h 38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5024" h="382370">
                  <a:moveTo>
                    <a:pt x="94275" y="360991"/>
                  </a:moveTo>
                  <a:lnTo>
                    <a:pt x="94275" y="334891"/>
                  </a:lnTo>
                  <a:cubicBezTo>
                    <a:pt x="42525" y="303616"/>
                    <a:pt x="0" y="242641"/>
                    <a:pt x="0" y="177842"/>
                  </a:cubicBezTo>
                  <a:cubicBezTo>
                    <a:pt x="0" y="66467"/>
                    <a:pt x="102375" y="-20833"/>
                    <a:pt x="218025" y="4367"/>
                  </a:cubicBezTo>
                  <a:cubicBezTo>
                    <a:pt x="268875" y="15617"/>
                    <a:pt x="313425" y="49367"/>
                    <a:pt x="336600" y="95942"/>
                  </a:cubicBezTo>
                  <a:cubicBezTo>
                    <a:pt x="383625" y="190441"/>
                    <a:pt x="334125" y="290791"/>
                    <a:pt x="261450" y="334666"/>
                  </a:cubicBezTo>
                  <a:lnTo>
                    <a:pt x="261450" y="360766"/>
                  </a:lnTo>
                  <a:cubicBezTo>
                    <a:pt x="261450" y="367291"/>
                    <a:pt x="263925" y="382366"/>
                    <a:pt x="239850" y="382366"/>
                  </a:cubicBezTo>
                  <a:lnTo>
                    <a:pt x="115875" y="382366"/>
                  </a:lnTo>
                  <a:cubicBezTo>
                    <a:pt x="91125" y="382591"/>
                    <a:pt x="94275" y="372916"/>
                    <a:pt x="94275" y="360991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A0BB6C6-017A-E8E4-E5A8-726CC9836889}"/>
                </a:ext>
              </a:extLst>
            </p:cNvPr>
            <p:cNvSpPr/>
            <p:nvPr/>
          </p:nvSpPr>
          <p:spPr>
            <a:xfrm>
              <a:off x="2114420" y="1717519"/>
              <a:ext cx="157500" cy="10968"/>
            </a:xfrm>
            <a:custGeom>
              <a:avLst/>
              <a:gdLst>
                <a:gd name="connsiteX0" fmla="*/ 0 w 157500"/>
                <a:gd name="connsiteY0" fmla="*/ 10969 h 10968"/>
                <a:gd name="connsiteX1" fmla="*/ 157500 w 157500"/>
                <a:gd name="connsiteY1" fmla="*/ 10969 h 1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500" h="10968">
                  <a:moveTo>
                    <a:pt x="0" y="10969"/>
                  </a:moveTo>
                  <a:cubicBezTo>
                    <a:pt x="51525" y="-3656"/>
                    <a:pt x="105975" y="-3656"/>
                    <a:pt x="157500" y="10969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847370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5F19F-C33B-50E2-697E-E531B109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DF271-ED73-2EE2-1620-C239BCEC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15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AD89486-F387-C254-83C2-71B02C85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01ADA909-7D71-E4D4-F366-8EAB17ABAD62}"/>
              </a:ext>
            </a:extLst>
          </p:cNvPr>
          <p:cNvSpPr/>
          <p:nvPr/>
        </p:nvSpPr>
        <p:spPr>
          <a:xfrm flipV="1">
            <a:off x="0" y="-2"/>
            <a:ext cx="5123543" cy="6308726"/>
          </a:xfrm>
          <a:prstGeom prst="round1Rect">
            <a:avLst>
              <a:gd name="adj" fmla="val 740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0F1818-731F-F4A3-245F-581836A1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3482975" cy="649288"/>
          </a:xfrm>
        </p:spPr>
        <p:txBody>
          <a:bodyPr/>
          <a:lstStyle/>
          <a:p>
            <a:r>
              <a:rPr lang="mn-MN">
                <a:solidFill>
                  <a:schemeClr val="bg1"/>
                </a:solidFill>
                <a:sym typeface="Open Sans"/>
              </a:rPr>
              <a:t>Гол зорилтууд</a:t>
            </a:r>
            <a:endParaRPr lang="en-ID">
              <a:solidFill>
                <a:schemeClr val="bg1"/>
              </a:solidFill>
            </a:endParaRPr>
          </a:p>
        </p:txBody>
      </p:sp>
      <p:sp>
        <p:nvSpPr>
          <p:cNvPr id="7" name="Google Shape;1059;p17">
            <a:extLst>
              <a:ext uri="{FF2B5EF4-FFF2-40B4-BE49-F238E27FC236}">
                <a16:creationId xmlns:a16="http://schemas.microsoft.com/office/drawing/2014/main" id="{51F05175-7F0E-7972-501B-F2DC9087BB69}"/>
              </a:ext>
            </a:extLst>
          </p:cNvPr>
          <p:cNvSpPr txBox="1"/>
          <p:nvPr/>
        </p:nvSpPr>
        <p:spPr>
          <a:xfrm>
            <a:off x="479425" y="2999641"/>
            <a:ext cx="220571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800" b="0" i="0" u="none" strike="noStrike" cap="none">
                <a:solidFill>
                  <a:schemeClr val="bg1"/>
                </a:solidFill>
                <a:latin typeface="Arial Nova" panose="020B0504020202020204" pitchFamily="34" charset="0"/>
                <a:ea typeface="Open Sans"/>
                <a:cs typeface="Open Sans"/>
                <a:sym typeface="Open Sans"/>
              </a:rPr>
              <a:t>Харилцагчидтайгаа урт хугацааны түншлэл тогтооно. Технологийн шинэчлэлийг тасралтгүй нэвтрүүлнэ.</a:t>
            </a:r>
            <a:endParaRPr sz="1400" b="0" i="0" u="none" strike="noStrike" cap="non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EE6226-F683-3CCD-E970-D78AF7B9BC13}"/>
              </a:ext>
            </a:extLst>
          </p:cNvPr>
          <p:cNvSpPr>
            <a:spLocks noChangeAspect="1"/>
          </p:cNvSpPr>
          <p:nvPr/>
        </p:nvSpPr>
        <p:spPr>
          <a:xfrm>
            <a:off x="3290288" y="1773238"/>
            <a:ext cx="2669285" cy="3454082"/>
          </a:xfrm>
          <a:prstGeom prst="roundRect">
            <a:avLst>
              <a:gd name="adj" fmla="val 686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E875F7-8953-0200-A292-D9D455436477}"/>
              </a:ext>
            </a:extLst>
          </p:cNvPr>
          <p:cNvSpPr>
            <a:spLocks noChangeAspect="1"/>
          </p:cNvSpPr>
          <p:nvPr/>
        </p:nvSpPr>
        <p:spPr>
          <a:xfrm>
            <a:off x="6141389" y="1773238"/>
            <a:ext cx="2669285" cy="3454082"/>
          </a:xfrm>
          <a:prstGeom prst="roundRect">
            <a:avLst>
              <a:gd name="adj" fmla="val 686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025B76-086C-6C60-B5BF-CB7AEA06330E}"/>
              </a:ext>
            </a:extLst>
          </p:cNvPr>
          <p:cNvSpPr>
            <a:spLocks noChangeAspect="1"/>
          </p:cNvSpPr>
          <p:nvPr/>
        </p:nvSpPr>
        <p:spPr>
          <a:xfrm>
            <a:off x="8992489" y="1773238"/>
            <a:ext cx="2669285" cy="3454082"/>
          </a:xfrm>
          <a:prstGeom prst="roundRect">
            <a:avLst>
              <a:gd name="adj" fmla="val 686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7406E2-67D3-AEE4-FC36-33487A87D425}"/>
              </a:ext>
            </a:extLst>
          </p:cNvPr>
          <p:cNvSpPr/>
          <p:nvPr/>
        </p:nvSpPr>
        <p:spPr>
          <a:xfrm>
            <a:off x="479425" y="1773238"/>
            <a:ext cx="882876" cy="88287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FBB4BE-9D54-EAB1-58C1-EF2B9DDF4F00}"/>
              </a:ext>
            </a:extLst>
          </p:cNvPr>
          <p:cNvSpPr/>
          <p:nvPr/>
        </p:nvSpPr>
        <p:spPr>
          <a:xfrm>
            <a:off x="3451323" y="1938793"/>
            <a:ext cx="715898" cy="717321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1C6C03-8BED-6B0E-7597-833A91806AD7}"/>
              </a:ext>
            </a:extLst>
          </p:cNvPr>
          <p:cNvSpPr/>
          <p:nvPr/>
        </p:nvSpPr>
        <p:spPr>
          <a:xfrm>
            <a:off x="6302424" y="1938793"/>
            <a:ext cx="715898" cy="717321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4B55D2-CEED-F19C-BBD4-CBCC7979EC58}"/>
              </a:ext>
            </a:extLst>
          </p:cNvPr>
          <p:cNvSpPr/>
          <p:nvPr/>
        </p:nvSpPr>
        <p:spPr>
          <a:xfrm>
            <a:off x="9153525" y="1938793"/>
            <a:ext cx="715898" cy="717321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4E0D160-B7BB-868E-B263-D4F5AD1E13CD}"/>
              </a:ext>
            </a:extLst>
          </p:cNvPr>
          <p:cNvSpPr>
            <a:spLocks noChangeAspect="1"/>
          </p:cNvSpPr>
          <p:nvPr/>
        </p:nvSpPr>
        <p:spPr>
          <a:xfrm>
            <a:off x="7914352" y="4381500"/>
            <a:ext cx="896322" cy="845820"/>
          </a:xfrm>
          <a:custGeom>
            <a:avLst/>
            <a:gdLst>
              <a:gd name="csX0" fmla="*/ 569215 w 896322"/>
              <a:gd name="csY0" fmla="*/ 0 h 845820"/>
              <a:gd name="csX1" fmla="*/ 887469 w 896322"/>
              <a:gd name="csY1" fmla="*/ 97213 h 845820"/>
              <a:gd name="csX2" fmla="*/ 896322 w 896322"/>
              <a:gd name="csY2" fmla="*/ 104518 h 845820"/>
              <a:gd name="csX3" fmla="*/ 896322 w 896322"/>
              <a:gd name="csY3" fmla="*/ 662680 h 845820"/>
              <a:gd name="csX4" fmla="*/ 713182 w 896322"/>
              <a:gd name="csY4" fmla="*/ 845820 h 845820"/>
              <a:gd name="csX5" fmla="*/ 74607 w 896322"/>
              <a:gd name="csY5" fmla="*/ 845820 h 845820"/>
              <a:gd name="csX6" fmla="*/ 44732 w 896322"/>
              <a:gd name="csY6" fmla="*/ 790779 h 845820"/>
              <a:gd name="csX7" fmla="*/ 0 w 896322"/>
              <a:gd name="csY7" fmla="*/ 569215 h 845820"/>
              <a:gd name="csX8" fmla="*/ 569215 w 896322"/>
              <a:gd name="csY8" fmla="*/ 0 h 845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96322" h="845820">
                <a:moveTo>
                  <a:pt x="569215" y="0"/>
                </a:moveTo>
                <a:cubicBezTo>
                  <a:pt x="687103" y="0"/>
                  <a:pt x="796621" y="35838"/>
                  <a:pt x="887469" y="97213"/>
                </a:cubicBezTo>
                <a:lnTo>
                  <a:pt x="896322" y="104518"/>
                </a:lnTo>
                <a:lnTo>
                  <a:pt x="896322" y="662680"/>
                </a:lnTo>
                <a:cubicBezTo>
                  <a:pt x="896322" y="763825"/>
                  <a:pt x="814327" y="845820"/>
                  <a:pt x="713182" y="845820"/>
                </a:cubicBezTo>
                <a:lnTo>
                  <a:pt x="74607" y="845820"/>
                </a:lnTo>
                <a:lnTo>
                  <a:pt x="44732" y="790779"/>
                </a:lnTo>
                <a:cubicBezTo>
                  <a:pt x="15928" y="722680"/>
                  <a:pt x="0" y="647807"/>
                  <a:pt x="0" y="569215"/>
                </a:cubicBezTo>
                <a:cubicBezTo>
                  <a:pt x="0" y="254846"/>
                  <a:pt x="254846" y="0"/>
                  <a:pt x="569215" y="0"/>
                </a:cubicBezTo>
                <a:close/>
              </a:path>
            </a:pathLst>
          </a:custGeom>
          <a:gradFill>
            <a:gsLst>
              <a:gs pos="100000">
                <a:schemeClr val="accent6">
                  <a:alpha val="36000"/>
                </a:schemeClr>
              </a:gs>
              <a:gs pos="0">
                <a:schemeClr val="accent6"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3ECCA2-517E-3CDF-F877-45B24F0EF199}"/>
              </a:ext>
            </a:extLst>
          </p:cNvPr>
          <p:cNvSpPr>
            <a:spLocks noChangeAspect="1"/>
          </p:cNvSpPr>
          <p:nvPr/>
        </p:nvSpPr>
        <p:spPr>
          <a:xfrm>
            <a:off x="5063251" y="4381500"/>
            <a:ext cx="896322" cy="845820"/>
          </a:xfrm>
          <a:custGeom>
            <a:avLst/>
            <a:gdLst>
              <a:gd name="csX0" fmla="*/ 569215 w 896322"/>
              <a:gd name="csY0" fmla="*/ 0 h 845820"/>
              <a:gd name="csX1" fmla="*/ 887469 w 896322"/>
              <a:gd name="csY1" fmla="*/ 97213 h 845820"/>
              <a:gd name="csX2" fmla="*/ 896322 w 896322"/>
              <a:gd name="csY2" fmla="*/ 104518 h 845820"/>
              <a:gd name="csX3" fmla="*/ 896322 w 896322"/>
              <a:gd name="csY3" fmla="*/ 662680 h 845820"/>
              <a:gd name="csX4" fmla="*/ 713182 w 896322"/>
              <a:gd name="csY4" fmla="*/ 845820 h 845820"/>
              <a:gd name="csX5" fmla="*/ 74607 w 896322"/>
              <a:gd name="csY5" fmla="*/ 845820 h 845820"/>
              <a:gd name="csX6" fmla="*/ 44732 w 896322"/>
              <a:gd name="csY6" fmla="*/ 790779 h 845820"/>
              <a:gd name="csX7" fmla="*/ 0 w 896322"/>
              <a:gd name="csY7" fmla="*/ 569215 h 845820"/>
              <a:gd name="csX8" fmla="*/ 569215 w 896322"/>
              <a:gd name="csY8" fmla="*/ 0 h 845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96322" h="845820">
                <a:moveTo>
                  <a:pt x="569215" y="0"/>
                </a:moveTo>
                <a:cubicBezTo>
                  <a:pt x="687103" y="0"/>
                  <a:pt x="796621" y="35838"/>
                  <a:pt x="887469" y="97213"/>
                </a:cubicBezTo>
                <a:lnTo>
                  <a:pt x="896322" y="104518"/>
                </a:lnTo>
                <a:lnTo>
                  <a:pt x="896322" y="662680"/>
                </a:lnTo>
                <a:cubicBezTo>
                  <a:pt x="896322" y="763825"/>
                  <a:pt x="814327" y="845820"/>
                  <a:pt x="713182" y="845820"/>
                </a:cubicBezTo>
                <a:lnTo>
                  <a:pt x="74607" y="845820"/>
                </a:lnTo>
                <a:lnTo>
                  <a:pt x="44732" y="790779"/>
                </a:lnTo>
                <a:cubicBezTo>
                  <a:pt x="15928" y="722680"/>
                  <a:pt x="0" y="647807"/>
                  <a:pt x="0" y="569215"/>
                </a:cubicBezTo>
                <a:cubicBezTo>
                  <a:pt x="0" y="254846"/>
                  <a:pt x="254846" y="0"/>
                  <a:pt x="569215" y="0"/>
                </a:cubicBezTo>
                <a:close/>
              </a:path>
            </a:pathLst>
          </a:custGeom>
          <a:gradFill>
            <a:gsLst>
              <a:gs pos="100000">
                <a:schemeClr val="accent6">
                  <a:alpha val="36000"/>
                </a:schemeClr>
              </a:gs>
              <a:gs pos="0">
                <a:schemeClr val="accent6"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B46576E-8509-9E43-78A2-B6163D119C44}"/>
              </a:ext>
            </a:extLst>
          </p:cNvPr>
          <p:cNvSpPr>
            <a:spLocks noChangeAspect="1"/>
          </p:cNvSpPr>
          <p:nvPr/>
        </p:nvSpPr>
        <p:spPr>
          <a:xfrm>
            <a:off x="10765452" y="4381500"/>
            <a:ext cx="896322" cy="845820"/>
          </a:xfrm>
          <a:custGeom>
            <a:avLst/>
            <a:gdLst>
              <a:gd name="csX0" fmla="*/ 569215 w 896322"/>
              <a:gd name="csY0" fmla="*/ 0 h 845820"/>
              <a:gd name="csX1" fmla="*/ 887469 w 896322"/>
              <a:gd name="csY1" fmla="*/ 97213 h 845820"/>
              <a:gd name="csX2" fmla="*/ 896322 w 896322"/>
              <a:gd name="csY2" fmla="*/ 104518 h 845820"/>
              <a:gd name="csX3" fmla="*/ 896322 w 896322"/>
              <a:gd name="csY3" fmla="*/ 662680 h 845820"/>
              <a:gd name="csX4" fmla="*/ 713182 w 896322"/>
              <a:gd name="csY4" fmla="*/ 845820 h 845820"/>
              <a:gd name="csX5" fmla="*/ 74607 w 896322"/>
              <a:gd name="csY5" fmla="*/ 845820 h 845820"/>
              <a:gd name="csX6" fmla="*/ 44732 w 896322"/>
              <a:gd name="csY6" fmla="*/ 790779 h 845820"/>
              <a:gd name="csX7" fmla="*/ 0 w 896322"/>
              <a:gd name="csY7" fmla="*/ 569215 h 845820"/>
              <a:gd name="csX8" fmla="*/ 569215 w 896322"/>
              <a:gd name="csY8" fmla="*/ 0 h 845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96322" h="845820">
                <a:moveTo>
                  <a:pt x="569215" y="0"/>
                </a:moveTo>
                <a:cubicBezTo>
                  <a:pt x="687103" y="0"/>
                  <a:pt x="796621" y="35838"/>
                  <a:pt x="887469" y="97213"/>
                </a:cubicBezTo>
                <a:lnTo>
                  <a:pt x="896322" y="104518"/>
                </a:lnTo>
                <a:lnTo>
                  <a:pt x="896322" y="662680"/>
                </a:lnTo>
                <a:cubicBezTo>
                  <a:pt x="896322" y="763825"/>
                  <a:pt x="814327" y="845820"/>
                  <a:pt x="713182" y="845820"/>
                </a:cubicBezTo>
                <a:lnTo>
                  <a:pt x="74607" y="845820"/>
                </a:lnTo>
                <a:lnTo>
                  <a:pt x="44732" y="790779"/>
                </a:lnTo>
                <a:cubicBezTo>
                  <a:pt x="15928" y="722680"/>
                  <a:pt x="0" y="647807"/>
                  <a:pt x="0" y="569215"/>
                </a:cubicBezTo>
                <a:cubicBezTo>
                  <a:pt x="0" y="254846"/>
                  <a:pt x="254846" y="0"/>
                  <a:pt x="569215" y="0"/>
                </a:cubicBezTo>
                <a:close/>
              </a:path>
            </a:pathLst>
          </a:custGeom>
          <a:gradFill>
            <a:gsLst>
              <a:gs pos="100000">
                <a:schemeClr val="accent6">
                  <a:alpha val="36000"/>
                </a:schemeClr>
              </a:gs>
              <a:gs pos="0">
                <a:schemeClr val="accent6"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Google Shape;1064;p17">
            <a:extLst>
              <a:ext uri="{FF2B5EF4-FFF2-40B4-BE49-F238E27FC236}">
                <a16:creationId xmlns:a16="http://schemas.microsoft.com/office/drawing/2014/main" id="{389CCB1E-6509-4643-DE9D-FB7D7C5C4BF7}"/>
              </a:ext>
            </a:extLst>
          </p:cNvPr>
          <p:cNvSpPr txBox="1"/>
          <p:nvPr/>
        </p:nvSpPr>
        <p:spPr>
          <a:xfrm>
            <a:off x="3451323" y="2923456"/>
            <a:ext cx="234721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rgbClr val="192B60"/>
                </a:solidFill>
                <a:latin typeface="+mj-lt"/>
                <a:ea typeface="Open Sans"/>
                <a:cs typeface="Open Sans"/>
                <a:sym typeface="Open Sans"/>
              </a:rPr>
              <a:t>Гарчиг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065;p17">
            <a:extLst>
              <a:ext uri="{FF2B5EF4-FFF2-40B4-BE49-F238E27FC236}">
                <a16:creationId xmlns:a16="http://schemas.microsoft.com/office/drawing/2014/main" id="{085E83D0-412B-D04B-013B-3571BBB43850}"/>
              </a:ext>
            </a:extLst>
          </p:cNvPr>
          <p:cNvSpPr txBox="1"/>
          <p:nvPr/>
        </p:nvSpPr>
        <p:spPr>
          <a:xfrm>
            <a:off x="3451323" y="3266284"/>
            <a:ext cx="234721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Товч бөгөөд ойлгомжтой тайлбар. Үзэгчдэд хэрэгтэй мэдээллийг өгнө.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064;p17">
            <a:extLst>
              <a:ext uri="{FF2B5EF4-FFF2-40B4-BE49-F238E27FC236}">
                <a16:creationId xmlns:a16="http://schemas.microsoft.com/office/drawing/2014/main" id="{17944BED-7BB5-9472-E7B1-B7AD82E47921}"/>
              </a:ext>
            </a:extLst>
          </p:cNvPr>
          <p:cNvSpPr txBox="1"/>
          <p:nvPr/>
        </p:nvSpPr>
        <p:spPr>
          <a:xfrm>
            <a:off x="6302424" y="2923456"/>
            <a:ext cx="234721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rgbClr val="192B60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065;p17">
            <a:extLst>
              <a:ext uri="{FF2B5EF4-FFF2-40B4-BE49-F238E27FC236}">
                <a16:creationId xmlns:a16="http://schemas.microsoft.com/office/drawing/2014/main" id="{9464E954-B9A2-36AF-B616-933D346E4042}"/>
              </a:ext>
            </a:extLst>
          </p:cNvPr>
          <p:cNvSpPr txBox="1"/>
          <p:nvPr/>
        </p:nvSpPr>
        <p:spPr>
          <a:xfrm>
            <a:off x="6302424" y="3266284"/>
            <a:ext cx="234721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Бид хэрэглэгчдэдээ үнэ цэн бүтээхийг зорьдог. Төслийн явц, үр дүнг энд харуулна.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064;p17">
            <a:extLst>
              <a:ext uri="{FF2B5EF4-FFF2-40B4-BE49-F238E27FC236}">
                <a16:creationId xmlns:a16="http://schemas.microsoft.com/office/drawing/2014/main" id="{AFF37DAE-DF2C-5683-08A0-79F2B16DE0EC}"/>
              </a:ext>
            </a:extLst>
          </p:cNvPr>
          <p:cNvSpPr txBox="1"/>
          <p:nvPr/>
        </p:nvSpPr>
        <p:spPr>
          <a:xfrm>
            <a:off x="9153524" y="2923456"/>
            <a:ext cx="234721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rgbClr val="192B60"/>
                </a:solidFill>
                <a:latin typeface="+mj-lt"/>
                <a:ea typeface="Open Sans"/>
                <a:cs typeface="Open Sans"/>
                <a:sym typeface="Open Sans"/>
              </a:rPr>
              <a:t>Гарчиг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065;p17">
            <a:extLst>
              <a:ext uri="{FF2B5EF4-FFF2-40B4-BE49-F238E27FC236}">
                <a16:creationId xmlns:a16="http://schemas.microsoft.com/office/drawing/2014/main" id="{095C143F-1251-7154-6EF9-24C644F2C0BC}"/>
              </a:ext>
            </a:extLst>
          </p:cNvPr>
          <p:cNvSpPr txBox="1"/>
          <p:nvPr/>
        </p:nvSpPr>
        <p:spPr>
          <a:xfrm>
            <a:off x="9153524" y="3266284"/>
            <a:ext cx="234721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Зах зээлийн судалгаанд үндэслэн шийдвэр гаргана. Дараагийн алхмуудаа тодорхой төлөвлөнө.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75E955-DCA2-2E7C-8CB6-0C467301BA85}"/>
              </a:ext>
            </a:extLst>
          </p:cNvPr>
          <p:cNvSpPr txBox="1"/>
          <p:nvPr/>
        </p:nvSpPr>
        <p:spPr>
          <a:xfrm>
            <a:off x="5391374" y="4668760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6"/>
                </a:solidFill>
              </a:rPr>
              <a:t>01</a:t>
            </a:r>
            <a:endParaRPr lang="en-ID" sz="2800" b="1">
              <a:solidFill>
                <a:schemeClr val="accent6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905003-015D-F826-E304-37E6F08571F4}"/>
              </a:ext>
            </a:extLst>
          </p:cNvPr>
          <p:cNvSpPr txBox="1"/>
          <p:nvPr/>
        </p:nvSpPr>
        <p:spPr>
          <a:xfrm>
            <a:off x="8242475" y="4668760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6"/>
                </a:solidFill>
              </a:rPr>
              <a:t>02</a:t>
            </a:r>
            <a:endParaRPr lang="en-ID" sz="2800" b="1">
              <a:solidFill>
                <a:schemeClr val="accent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C43ED5-5825-B424-31B9-61617DB28C8E}"/>
              </a:ext>
            </a:extLst>
          </p:cNvPr>
          <p:cNvSpPr txBox="1"/>
          <p:nvPr/>
        </p:nvSpPr>
        <p:spPr>
          <a:xfrm>
            <a:off x="11093575" y="4668760"/>
            <a:ext cx="4071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6"/>
                </a:solidFill>
              </a:rPr>
              <a:t>03</a:t>
            </a:r>
            <a:endParaRPr lang="en-ID" sz="2800" b="1">
              <a:solidFill>
                <a:schemeClr val="accent6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DE46A7F-24C9-65BC-2CEF-300BE7AFCBA6}"/>
              </a:ext>
            </a:extLst>
          </p:cNvPr>
          <p:cNvSpPr/>
          <p:nvPr/>
        </p:nvSpPr>
        <p:spPr>
          <a:xfrm>
            <a:off x="479425" y="5170081"/>
            <a:ext cx="715898" cy="572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68838FD-CDA4-BE91-B44D-A6B1B58DFA5F}"/>
              </a:ext>
            </a:extLst>
          </p:cNvPr>
          <p:cNvGrpSpPr>
            <a:grpSpLocks noChangeAspect="1"/>
          </p:cNvGrpSpPr>
          <p:nvPr/>
        </p:nvGrpSpPr>
        <p:grpSpPr>
          <a:xfrm>
            <a:off x="713073" y="2006967"/>
            <a:ext cx="415580" cy="415418"/>
            <a:chOff x="7520839" y="2156860"/>
            <a:chExt cx="450085" cy="449906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3080286-A947-9394-DFA1-B0B5682BBD7D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B6BA00E-DEED-1564-B13C-D7547D2033B0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1A5199-1744-7251-D8C7-2CC5D92A5257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D800737-AEEC-B899-AF32-6BB846D05448}"/>
              </a:ext>
            </a:extLst>
          </p:cNvPr>
          <p:cNvGrpSpPr>
            <a:grpSpLocks noChangeAspect="1"/>
          </p:cNvGrpSpPr>
          <p:nvPr/>
        </p:nvGrpSpPr>
        <p:grpSpPr>
          <a:xfrm>
            <a:off x="3658077" y="2146258"/>
            <a:ext cx="302390" cy="302390"/>
            <a:chOff x="856558" y="1330018"/>
            <a:chExt cx="450000" cy="4500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873D0D0-75CE-B0C3-F6BF-13362CB008EC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1DB6AEF-7E63-2F0B-6449-801ED09F0C2E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7623C97-721B-F35C-6242-08A9D0F11B01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905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951A8A5-B0E7-D569-116A-999DD2B04294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391192D-4E7C-11B9-2EC8-6CFC1028BE03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6C3322-7D7A-6DD6-7CDF-ECDAAAB7957E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CBB2748-DC80-10C2-F886-FED73838BD78}"/>
              </a:ext>
            </a:extLst>
          </p:cNvPr>
          <p:cNvGrpSpPr>
            <a:grpSpLocks noChangeAspect="1"/>
          </p:cNvGrpSpPr>
          <p:nvPr/>
        </p:nvGrpSpPr>
        <p:grpSpPr>
          <a:xfrm>
            <a:off x="6509119" y="2146258"/>
            <a:ext cx="302508" cy="302390"/>
            <a:chOff x="7520839" y="2156860"/>
            <a:chExt cx="450085" cy="449906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6975928-D387-CB5D-8C04-6A64782E9511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F8FA1E3-DAFD-E27A-D232-2A237059ECE3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7BF59A6-F935-C35E-C1AA-DF4E50F859CA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853141B-74DA-9E5F-D525-3ECC2FDF0DC3}"/>
              </a:ext>
            </a:extLst>
          </p:cNvPr>
          <p:cNvGrpSpPr>
            <a:grpSpLocks noChangeAspect="1"/>
          </p:cNvGrpSpPr>
          <p:nvPr/>
        </p:nvGrpSpPr>
        <p:grpSpPr>
          <a:xfrm>
            <a:off x="9364046" y="2146258"/>
            <a:ext cx="294856" cy="302390"/>
            <a:chOff x="1965976" y="2159393"/>
            <a:chExt cx="465112" cy="477000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4473347-9DCB-9CA0-B050-4F4ECE6F07BE}"/>
                </a:ext>
              </a:extLst>
            </p:cNvPr>
            <p:cNvSpPr/>
            <p:nvPr/>
          </p:nvSpPr>
          <p:spPr>
            <a:xfrm>
              <a:off x="1965976" y="2254793"/>
              <a:ext cx="465112" cy="381600"/>
            </a:xfrm>
            <a:custGeom>
              <a:avLst/>
              <a:gdLst>
                <a:gd name="connsiteX0" fmla="*/ 137157 w 465112"/>
                <a:gd name="connsiteY0" fmla="*/ 381600 h 381600"/>
                <a:gd name="connsiteX1" fmla="*/ 327955 w 465112"/>
                <a:gd name="connsiteY1" fmla="*/ 381600 h 381600"/>
                <a:gd name="connsiteX2" fmla="*/ 446013 w 465112"/>
                <a:gd name="connsiteY2" fmla="*/ 296456 h 381600"/>
                <a:gd name="connsiteX3" fmla="*/ 463900 w 465112"/>
                <a:gd name="connsiteY3" fmla="*/ 105656 h 381600"/>
                <a:gd name="connsiteX4" fmla="*/ 351806 w 465112"/>
                <a:gd name="connsiteY4" fmla="*/ 0 h 381600"/>
                <a:gd name="connsiteX5" fmla="*/ 113307 w 465112"/>
                <a:gd name="connsiteY5" fmla="*/ 0 h 381600"/>
                <a:gd name="connsiteX6" fmla="*/ 1212 w 465112"/>
                <a:gd name="connsiteY6" fmla="*/ 105656 h 381600"/>
                <a:gd name="connsiteX7" fmla="*/ 19099 w 465112"/>
                <a:gd name="connsiteY7" fmla="*/ 296456 h 381600"/>
                <a:gd name="connsiteX8" fmla="*/ 137157 w 465112"/>
                <a:gd name="connsiteY8" fmla="*/ 381600 h 3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112" h="381600">
                  <a:moveTo>
                    <a:pt x="137157" y="381600"/>
                  </a:moveTo>
                  <a:lnTo>
                    <a:pt x="327955" y="381600"/>
                  </a:lnTo>
                  <a:cubicBezTo>
                    <a:pt x="423832" y="381600"/>
                    <a:pt x="441004" y="343202"/>
                    <a:pt x="446013" y="296456"/>
                  </a:cubicBezTo>
                  <a:lnTo>
                    <a:pt x="463900" y="105656"/>
                  </a:lnTo>
                  <a:cubicBezTo>
                    <a:pt x="470340" y="47461"/>
                    <a:pt x="453645" y="0"/>
                    <a:pt x="351806" y="0"/>
                  </a:cubicBezTo>
                  <a:lnTo>
                    <a:pt x="113307" y="0"/>
                  </a:lnTo>
                  <a:cubicBezTo>
                    <a:pt x="11467" y="0"/>
                    <a:pt x="-5228" y="47461"/>
                    <a:pt x="1212" y="105656"/>
                  </a:cubicBezTo>
                  <a:lnTo>
                    <a:pt x="19099" y="296456"/>
                  </a:lnTo>
                  <a:cubicBezTo>
                    <a:pt x="24108" y="343202"/>
                    <a:pt x="41280" y="381600"/>
                    <a:pt x="137157" y="3816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1915E25-0C8A-EA6C-1E60-A0AED380BD13}"/>
                </a:ext>
              </a:extLst>
            </p:cNvPr>
            <p:cNvSpPr/>
            <p:nvPr/>
          </p:nvSpPr>
          <p:spPr>
            <a:xfrm>
              <a:off x="2103134" y="2159393"/>
              <a:ext cx="190800" cy="95400"/>
            </a:xfrm>
            <a:custGeom>
              <a:avLst/>
              <a:gdLst>
                <a:gd name="connsiteX0" fmla="*/ 0 w 190800"/>
                <a:gd name="connsiteY0" fmla="*/ 95400 h 95400"/>
                <a:gd name="connsiteX1" fmla="*/ 0 w 190800"/>
                <a:gd name="connsiteY1" fmla="*/ 76320 h 95400"/>
                <a:gd name="connsiteX2" fmla="*/ 76320 w 190800"/>
                <a:gd name="connsiteY2" fmla="*/ 0 h 95400"/>
                <a:gd name="connsiteX3" fmla="*/ 114480 w 190800"/>
                <a:gd name="connsiteY3" fmla="*/ 0 h 95400"/>
                <a:gd name="connsiteX4" fmla="*/ 190800 w 190800"/>
                <a:gd name="connsiteY4" fmla="*/ 76320 h 95400"/>
                <a:gd name="connsiteX5" fmla="*/ 190800 w 190800"/>
                <a:gd name="connsiteY5" fmla="*/ 9540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800" h="95400">
                  <a:moveTo>
                    <a:pt x="0" y="95400"/>
                  </a:moveTo>
                  <a:lnTo>
                    <a:pt x="0" y="76320"/>
                  </a:lnTo>
                  <a:cubicBezTo>
                    <a:pt x="0" y="34106"/>
                    <a:pt x="0" y="0"/>
                    <a:pt x="76320" y="0"/>
                  </a:cubicBezTo>
                  <a:lnTo>
                    <a:pt x="114480" y="0"/>
                  </a:lnTo>
                  <a:cubicBezTo>
                    <a:pt x="190800" y="0"/>
                    <a:pt x="190800" y="34106"/>
                    <a:pt x="190800" y="76320"/>
                  </a:cubicBezTo>
                  <a:lnTo>
                    <a:pt x="190800" y="954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7EA5142-0384-D491-D55D-EEF70630AC7F}"/>
                </a:ext>
              </a:extLst>
            </p:cNvPr>
            <p:cNvSpPr/>
            <p:nvPr/>
          </p:nvSpPr>
          <p:spPr>
            <a:xfrm>
              <a:off x="2150834" y="2397893"/>
              <a:ext cx="95400" cy="95400"/>
            </a:xfrm>
            <a:custGeom>
              <a:avLst/>
              <a:gdLst>
                <a:gd name="connsiteX0" fmla="*/ 95400 w 95400"/>
                <a:gd name="connsiteY0" fmla="*/ 23850 h 95400"/>
                <a:gd name="connsiteX1" fmla="*/ 95400 w 95400"/>
                <a:gd name="connsiteY1" fmla="*/ 47700 h 95400"/>
                <a:gd name="connsiteX2" fmla="*/ 95400 w 95400"/>
                <a:gd name="connsiteY2" fmla="*/ 48177 h 95400"/>
                <a:gd name="connsiteX3" fmla="*/ 47700 w 95400"/>
                <a:gd name="connsiteY3" fmla="*/ 95400 h 95400"/>
                <a:gd name="connsiteX4" fmla="*/ 0 w 95400"/>
                <a:gd name="connsiteY4" fmla="*/ 48415 h 95400"/>
                <a:gd name="connsiteX5" fmla="*/ 0 w 95400"/>
                <a:gd name="connsiteY5" fmla="*/ 23850 h 95400"/>
                <a:gd name="connsiteX6" fmla="*/ 23850 w 95400"/>
                <a:gd name="connsiteY6" fmla="*/ 0 h 95400"/>
                <a:gd name="connsiteX7" fmla="*/ 71550 w 95400"/>
                <a:gd name="connsiteY7" fmla="*/ 0 h 95400"/>
                <a:gd name="connsiteX8" fmla="*/ 95400 w 95400"/>
                <a:gd name="connsiteY8" fmla="*/ 2385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00" h="95400">
                  <a:moveTo>
                    <a:pt x="95400" y="23850"/>
                  </a:moveTo>
                  <a:lnTo>
                    <a:pt x="95400" y="47700"/>
                  </a:lnTo>
                  <a:cubicBezTo>
                    <a:pt x="95400" y="47939"/>
                    <a:pt x="95400" y="47939"/>
                    <a:pt x="95400" y="48177"/>
                  </a:cubicBezTo>
                  <a:cubicBezTo>
                    <a:pt x="95400" y="74173"/>
                    <a:pt x="95161" y="95400"/>
                    <a:pt x="47700" y="95400"/>
                  </a:cubicBezTo>
                  <a:cubicBezTo>
                    <a:pt x="477" y="95400"/>
                    <a:pt x="0" y="74412"/>
                    <a:pt x="0" y="48415"/>
                  </a:cubicBezTo>
                  <a:lnTo>
                    <a:pt x="0" y="23850"/>
                  </a:lnTo>
                  <a:cubicBezTo>
                    <a:pt x="0" y="0"/>
                    <a:pt x="0" y="0"/>
                    <a:pt x="23850" y="0"/>
                  </a:cubicBezTo>
                  <a:lnTo>
                    <a:pt x="71550" y="0"/>
                  </a:lnTo>
                  <a:cubicBezTo>
                    <a:pt x="95400" y="0"/>
                    <a:pt x="95400" y="0"/>
                    <a:pt x="95400" y="2385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C1EC93F-2953-6C95-0AA2-2CE2A07F9FF8}"/>
                </a:ext>
              </a:extLst>
            </p:cNvPr>
            <p:cNvSpPr/>
            <p:nvPr/>
          </p:nvSpPr>
          <p:spPr>
            <a:xfrm>
              <a:off x="2246234" y="2374043"/>
              <a:ext cx="182452" cy="72027"/>
            </a:xfrm>
            <a:custGeom>
              <a:avLst/>
              <a:gdLst>
                <a:gd name="connsiteX0" fmla="*/ 182452 w 182452"/>
                <a:gd name="connsiteY0" fmla="*/ 0 h 72027"/>
                <a:gd name="connsiteX1" fmla="*/ 0 w 182452"/>
                <a:gd name="connsiteY1" fmla="*/ 72027 h 7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2" h="72027">
                  <a:moveTo>
                    <a:pt x="182452" y="0"/>
                  </a:moveTo>
                  <a:cubicBezTo>
                    <a:pt x="127359" y="40068"/>
                    <a:pt x="64395" y="63918"/>
                    <a:pt x="0" y="72027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D13A9DB-6AB3-DB81-DEAB-006E650960AE}"/>
                </a:ext>
              </a:extLst>
            </p:cNvPr>
            <p:cNvSpPr/>
            <p:nvPr/>
          </p:nvSpPr>
          <p:spPr>
            <a:xfrm>
              <a:off x="1974820" y="2380482"/>
              <a:ext cx="176013" cy="65825"/>
            </a:xfrm>
            <a:custGeom>
              <a:avLst/>
              <a:gdLst>
                <a:gd name="connsiteX0" fmla="*/ 0 w 176013"/>
                <a:gd name="connsiteY0" fmla="*/ 0 h 65825"/>
                <a:gd name="connsiteX1" fmla="*/ 176013 w 176013"/>
                <a:gd name="connsiteY1" fmla="*/ 65826 h 6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013" h="65825">
                  <a:moveTo>
                    <a:pt x="0" y="0"/>
                  </a:moveTo>
                  <a:cubicBezTo>
                    <a:pt x="53663" y="36729"/>
                    <a:pt x="114242" y="58909"/>
                    <a:pt x="176013" y="65826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801764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757D-5AB6-371E-4E70-18AEE0B0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75582D31-3379-5B55-EC31-B1E316AB7611}"/>
              </a:ext>
            </a:extLst>
          </p:cNvPr>
          <p:cNvSpPr/>
          <p:nvPr/>
        </p:nvSpPr>
        <p:spPr>
          <a:xfrm flipV="1">
            <a:off x="0" y="-3"/>
            <a:ext cx="11712575" cy="4601031"/>
          </a:xfrm>
          <a:prstGeom prst="round1Rect">
            <a:avLst>
              <a:gd name="adj" fmla="val 740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EB2B4-7F9C-765A-8429-A275B40A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16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DE3B8B5-23AC-FA82-3F17-039F7AA1D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00D1DE-1B94-27CF-FBAB-943D5AF0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7"/>
          </a:xfrm>
        </p:spPr>
        <p:txBody>
          <a:bodyPr/>
          <a:lstStyle/>
          <a:p>
            <a:r>
              <a:rPr lang="mn-MN">
                <a:solidFill>
                  <a:schemeClr val="bg1"/>
                </a:solidFill>
                <a:sym typeface="Open Sans"/>
              </a:rPr>
              <a:t>Гол зорилтууд</a:t>
            </a:r>
            <a:endParaRPr lang="en-ID">
              <a:solidFill>
                <a:schemeClr val="bg1"/>
              </a:solidFill>
            </a:endParaRPr>
          </a:p>
        </p:txBody>
      </p:sp>
      <p:sp>
        <p:nvSpPr>
          <p:cNvPr id="8" name="Google Shape;1059;p17">
            <a:extLst>
              <a:ext uri="{FF2B5EF4-FFF2-40B4-BE49-F238E27FC236}">
                <a16:creationId xmlns:a16="http://schemas.microsoft.com/office/drawing/2014/main" id="{16FE8543-4486-7D0C-B829-46D6869058F7}"/>
              </a:ext>
            </a:extLst>
          </p:cNvPr>
          <p:cNvSpPr txBox="1"/>
          <p:nvPr/>
        </p:nvSpPr>
        <p:spPr>
          <a:xfrm>
            <a:off x="4500789" y="928861"/>
            <a:ext cx="31418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000000"/>
              </a:buClr>
              <a:buSzPts val="2000"/>
            </a:pPr>
            <a:r>
              <a:rPr lang="mn-MN" sz="1600">
                <a:solidFill>
                  <a:schemeClr val="lt1"/>
                </a:solidFill>
                <a:latin typeface="Arial Nova" panose="020B0504020202020204" pitchFamily="34" charset="0"/>
                <a:ea typeface="Open Sans"/>
                <a:cs typeface="Open Sans"/>
                <a:sym typeface="Open Sans"/>
              </a:rPr>
              <a:t>Энэ хэсэгт өөрийн текстээ оруулна уу. Гол үзүүлэлтүүдээ товч дурдана.</a:t>
            </a:r>
          </a:p>
        </p:txBody>
      </p:sp>
      <p:sp>
        <p:nvSpPr>
          <p:cNvPr id="9" name="Google Shape;1059;p17">
            <a:extLst>
              <a:ext uri="{FF2B5EF4-FFF2-40B4-BE49-F238E27FC236}">
                <a16:creationId xmlns:a16="http://schemas.microsoft.com/office/drawing/2014/main" id="{7ED5E4B1-6E6F-0ACE-B30C-9B1943DF9D50}"/>
              </a:ext>
            </a:extLst>
          </p:cNvPr>
          <p:cNvSpPr txBox="1"/>
          <p:nvPr/>
        </p:nvSpPr>
        <p:spPr>
          <a:xfrm>
            <a:off x="8181121" y="928861"/>
            <a:ext cx="31418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000000"/>
              </a:buClr>
              <a:buSzPts val="2000"/>
            </a:pPr>
            <a:r>
              <a:rPr lang="mn-MN" sz="1600">
                <a:solidFill>
                  <a:schemeClr val="lt1"/>
                </a:solidFill>
                <a:latin typeface="Arial Nova" panose="020B0504020202020204" pitchFamily="34" charset="0"/>
                <a:ea typeface="Open Sans"/>
                <a:cs typeface="Open Sans"/>
                <a:sym typeface="Open Sans"/>
              </a:rPr>
              <a:t>Хэрэглэгчийн хэрэгцээг нарийн судална. Чанар, хурд, найдвартай байдлыг эрхэмлэнэ.</a:t>
            </a:r>
            <a:endParaRPr lang="en-US"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BDBCB8-700D-58C0-7CDC-8D370A9B1530}"/>
              </a:ext>
            </a:extLst>
          </p:cNvPr>
          <p:cNvSpPr>
            <a:spLocks noChangeAspect="1"/>
          </p:cNvSpPr>
          <p:nvPr/>
        </p:nvSpPr>
        <p:spPr>
          <a:xfrm>
            <a:off x="887413" y="3058893"/>
            <a:ext cx="2971080" cy="2757502"/>
          </a:xfrm>
          <a:prstGeom prst="roundRect">
            <a:avLst>
              <a:gd name="adj" fmla="val 686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Google Shape;716;p11">
            <a:extLst>
              <a:ext uri="{FF2B5EF4-FFF2-40B4-BE49-F238E27FC236}">
                <a16:creationId xmlns:a16="http://schemas.microsoft.com/office/drawing/2014/main" id="{909B53B3-351A-3232-5464-85493B4BC635}"/>
              </a:ext>
            </a:extLst>
          </p:cNvPr>
          <p:cNvSpPr txBox="1"/>
          <p:nvPr/>
        </p:nvSpPr>
        <p:spPr>
          <a:xfrm>
            <a:off x="1115835" y="3830009"/>
            <a:ext cx="251423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4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Тайлбар</a:t>
            </a:r>
            <a:endParaRPr sz="11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3" name="Google Shape;717;p11">
            <a:extLst>
              <a:ext uri="{FF2B5EF4-FFF2-40B4-BE49-F238E27FC236}">
                <a16:creationId xmlns:a16="http://schemas.microsoft.com/office/drawing/2014/main" id="{460D56B4-2271-D7A7-5C98-D3EE3CF34032}"/>
              </a:ext>
            </a:extLst>
          </p:cNvPr>
          <p:cNvSpPr txBox="1"/>
          <p:nvPr/>
        </p:nvSpPr>
        <p:spPr>
          <a:xfrm>
            <a:off x="1115835" y="4200740"/>
            <a:ext cx="251423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Үр дүнд суурилсан шийдлийг санал болгоно. Харилцагчидтайгаа урт хугацааны түншлэл тогтооно.</a:t>
            </a:r>
            <a:endParaRPr sz="11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3E3C04-49DD-98E4-D442-746390C02F4C}"/>
              </a:ext>
            </a:extLst>
          </p:cNvPr>
          <p:cNvGrpSpPr/>
          <p:nvPr/>
        </p:nvGrpSpPr>
        <p:grpSpPr>
          <a:xfrm>
            <a:off x="1115836" y="5447217"/>
            <a:ext cx="488730" cy="85022"/>
            <a:chOff x="479425" y="6093207"/>
            <a:chExt cx="448380" cy="762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B255283-8BEA-A337-98D5-358D2075BA12}"/>
                </a:ext>
              </a:extLst>
            </p:cNvPr>
            <p:cNvSpPr/>
            <p:nvPr/>
          </p:nvSpPr>
          <p:spPr>
            <a:xfrm>
              <a:off x="479425" y="6093207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F7615C-5815-F54C-32A3-F80CFA546B43}"/>
                </a:ext>
              </a:extLst>
            </p:cNvPr>
            <p:cNvSpPr/>
            <p:nvPr/>
          </p:nvSpPr>
          <p:spPr>
            <a:xfrm>
              <a:off x="603485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526C1D8-FF9C-A6CB-B0CC-8F7AD44CA0BD}"/>
                </a:ext>
              </a:extLst>
            </p:cNvPr>
            <p:cNvSpPr/>
            <p:nvPr/>
          </p:nvSpPr>
          <p:spPr>
            <a:xfrm>
              <a:off x="727545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F13EDB0-89BD-662A-B98A-AAAA1AA4BBC3}"/>
                </a:ext>
              </a:extLst>
            </p:cNvPr>
            <p:cNvSpPr/>
            <p:nvPr/>
          </p:nvSpPr>
          <p:spPr>
            <a:xfrm>
              <a:off x="851605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0B45E7-8DDD-58A3-D219-75D5A1C3C7C6}"/>
              </a:ext>
            </a:extLst>
          </p:cNvPr>
          <p:cNvSpPr/>
          <p:nvPr/>
        </p:nvSpPr>
        <p:spPr>
          <a:xfrm>
            <a:off x="1115836" y="2896564"/>
            <a:ext cx="742918" cy="762005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  <a:gs pos="49000">
                <a:schemeClr val="accent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A40EC-E454-EFD5-A4C1-04A985FD8E41}"/>
              </a:ext>
            </a:extLst>
          </p:cNvPr>
          <p:cNvSpPr txBox="1"/>
          <p:nvPr/>
        </p:nvSpPr>
        <p:spPr>
          <a:xfrm>
            <a:off x="3118891" y="3179035"/>
            <a:ext cx="52307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5"/>
                </a:solidFill>
              </a:rPr>
              <a:t>01</a:t>
            </a:r>
            <a:endParaRPr lang="en-ID" sz="2800" b="1">
              <a:solidFill>
                <a:schemeClr val="accent5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9C697F8-D769-A3DD-27D1-EFB436D932B1}"/>
              </a:ext>
            </a:extLst>
          </p:cNvPr>
          <p:cNvSpPr>
            <a:spLocks noChangeAspect="1"/>
          </p:cNvSpPr>
          <p:nvPr/>
        </p:nvSpPr>
        <p:spPr>
          <a:xfrm>
            <a:off x="4301272" y="2861929"/>
            <a:ext cx="3183299" cy="2954466"/>
          </a:xfrm>
          <a:prstGeom prst="roundRect">
            <a:avLst>
              <a:gd name="adj" fmla="val 594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Google Shape;716;p11">
            <a:extLst>
              <a:ext uri="{FF2B5EF4-FFF2-40B4-BE49-F238E27FC236}">
                <a16:creationId xmlns:a16="http://schemas.microsoft.com/office/drawing/2014/main" id="{05E4BFCE-8B67-00D4-FFD8-D41AE97C37D5}"/>
              </a:ext>
            </a:extLst>
          </p:cNvPr>
          <p:cNvSpPr txBox="1"/>
          <p:nvPr/>
        </p:nvSpPr>
        <p:spPr>
          <a:xfrm>
            <a:off x="4564244" y="3633045"/>
            <a:ext cx="265735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6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Үр дүн</a:t>
            </a:r>
            <a:endParaRPr sz="12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4" name="Google Shape;717;p11">
            <a:extLst>
              <a:ext uri="{FF2B5EF4-FFF2-40B4-BE49-F238E27FC236}">
                <a16:creationId xmlns:a16="http://schemas.microsoft.com/office/drawing/2014/main" id="{02B7D736-DA08-5AA1-34EC-C1D1C4D7B685}"/>
              </a:ext>
            </a:extLst>
          </p:cNvPr>
          <p:cNvSpPr txBox="1"/>
          <p:nvPr/>
        </p:nvSpPr>
        <p:spPr>
          <a:xfrm>
            <a:off x="4564244" y="4003776"/>
            <a:ext cx="265735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Энд гол санаагаа бичнэ үү. Товч бөгөөд ойлгомжтой тайлбар. Үзэгчдэд хэрэгтэй мэдээллийг өгнө.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CD10C9-4E4C-3509-BB22-E40CD06FFA09}"/>
              </a:ext>
            </a:extLst>
          </p:cNvPr>
          <p:cNvGrpSpPr/>
          <p:nvPr/>
        </p:nvGrpSpPr>
        <p:grpSpPr>
          <a:xfrm>
            <a:off x="4564245" y="5447217"/>
            <a:ext cx="488730" cy="85022"/>
            <a:chOff x="2363388" y="6093207"/>
            <a:chExt cx="448380" cy="762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D78F385-EDF2-0C29-27D6-A1AF96F73A13}"/>
                </a:ext>
              </a:extLst>
            </p:cNvPr>
            <p:cNvSpPr/>
            <p:nvPr/>
          </p:nvSpPr>
          <p:spPr>
            <a:xfrm>
              <a:off x="2363388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9EB6639-D4CD-B5CD-C87F-15CAB19E2BEC}"/>
                </a:ext>
              </a:extLst>
            </p:cNvPr>
            <p:cNvSpPr/>
            <p:nvPr/>
          </p:nvSpPr>
          <p:spPr>
            <a:xfrm>
              <a:off x="2487448" y="6093207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552EB82-2EB4-F65E-EC7B-3C17422ADF15}"/>
                </a:ext>
              </a:extLst>
            </p:cNvPr>
            <p:cNvSpPr/>
            <p:nvPr/>
          </p:nvSpPr>
          <p:spPr>
            <a:xfrm>
              <a:off x="2611508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35BA94D-9AFE-CF7B-8F73-18754714FBB8}"/>
                </a:ext>
              </a:extLst>
            </p:cNvPr>
            <p:cNvSpPr/>
            <p:nvPr/>
          </p:nvSpPr>
          <p:spPr>
            <a:xfrm>
              <a:off x="2735568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64971DF-BEEE-10D3-8EF7-F0A1CD82E630}"/>
              </a:ext>
            </a:extLst>
          </p:cNvPr>
          <p:cNvSpPr/>
          <p:nvPr/>
        </p:nvSpPr>
        <p:spPr>
          <a:xfrm>
            <a:off x="4564244" y="2699600"/>
            <a:ext cx="742918" cy="762005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  <a:gs pos="49000">
                <a:schemeClr val="accent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D2A85-C71D-AF09-3659-1D8F9230F63D}"/>
              </a:ext>
            </a:extLst>
          </p:cNvPr>
          <p:cNvSpPr txBox="1"/>
          <p:nvPr/>
        </p:nvSpPr>
        <p:spPr>
          <a:xfrm>
            <a:off x="6744969" y="2982071"/>
            <a:ext cx="52307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5"/>
                </a:solidFill>
              </a:rPr>
              <a:t>02</a:t>
            </a:r>
            <a:endParaRPr lang="en-ID" sz="2800" b="1">
              <a:solidFill>
                <a:schemeClr val="accent5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B584858-4479-BEA0-01AE-2BC144F6871D}"/>
              </a:ext>
            </a:extLst>
          </p:cNvPr>
          <p:cNvSpPr>
            <a:spLocks noChangeAspect="1"/>
          </p:cNvSpPr>
          <p:nvPr/>
        </p:nvSpPr>
        <p:spPr>
          <a:xfrm>
            <a:off x="7909069" y="2664964"/>
            <a:ext cx="3395519" cy="3151431"/>
          </a:xfrm>
          <a:prstGeom prst="roundRect">
            <a:avLst>
              <a:gd name="adj" fmla="val 6234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Google Shape;716;p11">
            <a:extLst>
              <a:ext uri="{FF2B5EF4-FFF2-40B4-BE49-F238E27FC236}">
                <a16:creationId xmlns:a16="http://schemas.microsoft.com/office/drawing/2014/main" id="{303705DF-5903-FCFF-EE9F-D689D6190809}"/>
              </a:ext>
            </a:extLst>
          </p:cNvPr>
          <p:cNvSpPr txBox="1"/>
          <p:nvPr/>
        </p:nvSpPr>
        <p:spPr>
          <a:xfrm>
            <a:off x="8210582" y="3436080"/>
            <a:ext cx="27924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5" name="Google Shape;717;p11">
            <a:extLst>
              <a:ext uri="{FF2B5EF4-FFF2-40B4-BE49-F238E27FC236}">
                <a16:creationId xmlns:a16="http://schemas.microsoft.com/office/drawing/2014/main" id="{31D44670-C473-2889-E051-C8F3755703B4}"/>
              </a:ext>
            </a:extLst>
          </p:cNvPr>
          <p:cNvSpPr txBox="1"/>
          <p:nvPr/>
        </p:nvSpPr>
        <p:spPr>
          <a:xfrm>
            <a:off x="8210582" y="3806811"/>
            <a:ext cx="279249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6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Бид хэрэглэгчдэдээ үнэ цэн бүтээхийг зорьдог. Төслийн явц, үр дүнг энд харуулна.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FBBAB5-44EE-C8F9-0403-94D9DC88164E}"/>
              </a:ext>
            </a:extLst>
          </p:cNvPr>
          <p:cNvGrpSpPr/>
          <p:nvPr/>
        </p:nvGrpSpPr>
        <p:grpSpPr>
          <a:xfrm>
            <a:off x="8210583" y="5447217"/>
            <a:ext cx="488730" cy="85022"/>
            <a:chOff x="4258641" y="6093207"/>
            <a:chExt cx="448380" cy="762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1A3F875-EFFD-4D3F-A384-7FB7461C8B02}"/>
                </a:ext>
              </a:extLst>
            </p:cNvPr>
            <p:cNvSpPr/>
            <p:nvPr/>
          </p:nvSpPr>
          <p:spPr>
            <a:xfrm>
              <a:off x="4258641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7D8697-05B1-5AF6-AB9B-A2006EFA7E51}"/>
                </a:ext>
              </a:extLst>
            </p:cNvPr>
            <p:cNvSpPr/>
            <p:nvPr/>
          </p:nvSpPr>
          <p:spPr>
            <a:xfrm>
              <a:off x="4382701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D914A20-F1FF-F272-6FDB-6A18A73AAC96}"/>
                </a:ext>
              </a:extLst>
            </p:cNvPr>
            <p:cNvSpPr/>
            <p:nvPr/>
          </p:nvSpPr>
          <p:spPr>
            <a:xfrm>
              <a:off x="4506761" y="6093207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5C07C03-3E06-7FDD-05AB-B1005DA3D783}"/>
                </a:ext>
              </a:extLst>
            </p:cNvPr>
            <p:cNvSpPr/>
            <p:nvPr/>
          </p:nvSpPr>
          <p:spPr>
            <a:xfrm>
              <a:off x="4630821" y="6093207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27B5CF6-A3C4-1566-364E-E788964F8B55}"/>
              </a:ext>
            </a:extLst>
          </p:cNvPr>
          <p:cNvSpPr/>
          <p:nvPr/>
        </p:nvSpPr>
        <p:spPr>
          <a:xfrm>
            <a:off x="8210582" y="2502635"/>
            <a:ext cx="742918" cy="762005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  <a:gs pos="49000">
                <a:schemeClr val="accent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4DE88B-7818-1BCB-99EF-3F7223E9E74B}"/>
              </a:ext>
            </a:extLst>
          </p:cNvPr>
          <p:cNvSpPr txBox="1"/>
          <p:nvPr/>
        </p:nvSpPr>
        <p:spPr>
          <a:xfrm>
            <a:off x="10564986" y="2785106"/>
            <a:ext cx="52307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>
                <a:solidFill>
                  <a:schemeClr val="accent5"/>
                </a:solidFill>
              </a:rPr>
              <a:t>03</a:t>
            </a:r>
            <a:endParaRPr lang="en-ID" sz="2800" b="1">
              <a:solidFill>
                <a:schemeClr val="accent5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5D0C9F-5043-BAF0-A8C5-DA3B3EF27424}"/>
              </a:ext>
            </a:extLst>
          </p:cNvPr>
          <p:cNvGrpSpPr/>
          <p:nvPr/>
        </p:nvGrpSpPr>
        <p:grpSpPr>
          <a:xfrm>
            <a:off x="479425" y="1554970"/>
            <a:ext cx="618607" cy="358776"/>
            <a:chOff x="2011154" y="5478462"/>
            <a:chExt cx="618607" cy="358776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F74CDB6-27BE-DDCE-A9A5-F365ED6AFF93}"/>
                </a:ext>
              </a:extLst>
            </p:cNvPr>
            <p:cNvCxnSpPr>
              <a:cxnSpLocks/>
            </p:cNvCxnSpPr>
            <p:nvPr/>
          </p:nvCxnSpPr>
          <p:spPr>
            <a:xfrm>
              <a:off x="2011154" y="5657850"/>
              <a:ext cx="618607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A68283E-01C9-3DC9-75D4-5628DEC630D8}"/>
                </a:ext>
              </a:extLst>
            </p:cNvPr>
            <p:cNvCxnSpPr>
              <a:cxnSpLocks/>
            </p:cNvCxnSpPr>
            <p:nvPr/>
          </p:nvCxnSpPr>
          <p:spPr>
            <a:xfrm>
              <a:off x="2450373" y="5478462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E829120-C2CD-B2D8-1316-536C0DAFC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373" y="5657850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E40ED3-85CE-D0F4-DDA2-EA10BE8BDA90}"/>
              </a:ext>
            </a:extLst>
          </p:cNvPr>
          <p:cNvGrpSpPr>
            <a:grpSpLocks noChangeAspect="1"/>
          </p:cNvGrpSpPr>
          <p:nvPr/>
        </p:nvGrpSpPr>
        <p:grpSpPr>
          <a:xfrm>
            <a:off x="1295850" y="3075747"/>
            <a:ext cx="382891" cy="403639"/>
            <a:chOff x="6414583" y="3033986"/>
            <a:chExt cx="439118" cy="462924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BBD539C-F951-9335-6D53-4745C466DA32}"/>
                </a:ext>
              </a:extLst>
            </p:cNvPr>
            <p:cNvSpPr/>
            <p:nvPr/>
          </p:nvSpPr>
          <p:spPr>
            <a:xfrm>
              <a:off x="6637449" y="3353624"/>
              <a:ext cx="22044" cy="46292"/>
            </a:xfrm>
            <a:custGeom>
              <a:avLst/>
              <a:gdLst>
                <a:gd name="connsiteX0" fmla="*/ 0 w 22044"/>
                <a:gd name="connsiteY0" fmla="*/ 0 h 46292"/>
                <a:gd name="connsiteX1" fmla="*/ 0 w 22044"/>
                <a:gd name="connsiteY1" fmla="*/ 46292 h 4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46292">
                  <a:moveTo>
                    <a:pt x="0" y="0"/>
                  </a:moveTo>
                  <a:lnTo>
                    <a:pt x="0" y="46292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01CA455-13BA-A3AB-2481-C8D65DE289A0}"/>
                </a:ext>
              </a:extLst>
            </p:cNvPr>
            <p:cNvSpPr/>
            <p:nvPr/>
          </p:nvSpPr>
          <p:spPr>
            <a:xfrm>
              <a:off x="6527229" y="3408734"/>
              <a:ext cx="220439" cy="66132"/>
            </a:xfrm>
            <a:custGeom>
              <a:avLst/>
              <a:gdLst>
                <a:gd name="connsiteX0" fmla="*/ 0 w 220439"/>
                <a:gd name="connsiteY0" fmla="*/ 66132 h 66132"/>
                <a:gd name="connsiteX1" fmla="*/ 220440 w 220439"/>
                <a:gd name="connsiteY1" fmla="*/ 66132 h 66132"/>
                <a:gd name="connsiteX2" fmla="*/ 220440 w 220439"/>
                <a:gd name="connsiteY2" fmla="*/ 44088 h 66132"/>
                <a:gd name="connsiteX3" fmla="*/ 176352 w 220439"/>
                <a:gd name="connsiteY3" fmla="*/ 0 h 66132"/>
                <a:gd name="connsiteX4" fmla="*/ 44088 w 220439"/>
                <a:gd name="connsiteY4" fmla="*/ 0 h 66132"/>
                <a:gd name="connsiteX5" fmla="*/ 0 w 220439"/>
                <a:gd name="connsiteY5" fmla="*/ 44088 h 66132"/>
                <a:gd name="connsiteX6" fmla="*/ 0 w 220439"/>
                <a:gd name="connsiteY6" fmla="*/ 66132 h 66132"/>
                <a:gd name="connsiteX7" fmla="*/ 0 w 220439"/>
                <a:gd name="connsiteY7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9" h="66132">
                  <a:moveTo>
                    <a:pt x="0" y="66132"/>
                  </a:moveTo>
                  <a:lnTo>
                    <a:pt x="220440" y="66132"/>
                  </a:lnTo>
                  <a:lnTo>
                    <a:pt x="220440" y="44088"/>
                  </a:lnTo>
                  <a:cubicBezTo>
                    <a:pt x="220440" y="19840"/>
                    <a:pt x="200600" y="0"/>
                    <a:pt x="176352" y="0"/>
                  </a:cubicBezTo>
                  <a:lnTo>
                    <a:pt x="44088" y="0"/>
                  </a:lnTo>
                  <a:cubicBezTo>
                    <a:pt x="19840" y="0"/>
                    <a:pt x="0" y="19840"/>
                    <a:pt x="0" y="44088"/>
                  </a:cubicBezTo>
                  <a:lnTo>
                    <a:pt x="0" y="66132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1905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3C8B7EE-B5D6-088D-39F7-5C57423A15BD}"/>
                </a:ext>
              </a:extLst>
            </p:cNvPr>
            <p:cNvSpPr/>
            <p:nvPr/>
          </p:nvSpPr>
          <p:spPr>
            <a:xfrm>
              <a:off x="6505185" y="3474866"/>
              <a:ext cx="264528" cy="22044"/>
            </a:xfrm>
            <a:custGeom>
              <a:avLst/>
              <a:gdLst>
                <a:gd name="connsiteX0" fmla="*/ 0 w 264528"/>
                <a:gd name="connsiteY0" fmla="*/ 0 h 22044"/>
                <a:gd name="connsiteX1" fmla="*/ 264528 w 26452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528" h="22044">
                  <a:moveTo>
                    <a:pt x="0" y="0"/>
                  </a:moveTo>
                  <a:lnTo>
                    <a:pt x="264528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54F7214-1448-D538-98E3-6C728E53CEDC}"/>
                </a:ext>
              </a:extLst>
            </p:cNvPr>
            <p:cNvSpPr/>
            <p:nvPr/>
          </p:nvSpPr>
          <p:spPr>
            <a:xfrm>
              <a:off x="6479834" y="3033986"/>
              <a:ext cx="308616" cy="308616"/>
            </a:xfrm>
            <a:custGeom>
              <a:avLst/>
              <a:gdLst>
                <a:gd name="connsiteX0" fmla="*/ 154308 w 308616"/>
                <a:gd name="connsiteY0" fmla="*/ 308617 h 308616"/>
                <a:gd name="connsiteX1" fmla="*/ 0 w 308616"/>
                <a:gd name="connsiteY1" fmla="*/ 154308 h 308616"/>
                <a:gd name="connsiteX2" fmla="*/ 0 w 308616"/>
                <a:gd name="connsiteY2" fmla="*/ 88176 h 308616"/>
                <a:gd name="connsiteX3" fmla="*/ 88176 w 308616"/>
                <a:gd name="connsiteY3" fmla="*/ 0 h 308616"/>
                <a:gd name="connsiteX4" fmla="*/ 220440 w 308616"/>
                <a:gd name="connsiteY4" fmla="*/ 0 h 308616"/>
                <a:gd name="connsiteX5" fmla="*/ 308617 w 308616"/>
                <a:gd name="connsiteY5" fmla="*/ 88176 h 308616"/>
                <a:gd name="connsiteX6" fmla="*/ 308617 w 308616"/>
                <a:gd name="connsiteY6" fmla="*/ 154308 h 308616"/>
                <a:gd name="connsiteX7" fmla="*/ 154308 w 308616"/>
                <a:gd name="connsiteY7" fmla="*/ 308617 h 3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616" h="308616">
                  <a:moveTo>
                    <a:pt x="154308" y="308617"/>
                  </a:moveTo>
                  <a:cubicBezTo>
                    <a:pt x="68998" y="308617"/>
                    <a:pt x="0" y="239619"/>
                    <a:pt x="0" y="154308"/>
                  </a:cubicBezTo>
                  <a:lnTo>
                    <a:pt x="0" y="88176"/>
                  </a:lnTo>
                  <a:cubicBezTo>
                    <a:pt x="0" y="39459"/>
                    <a:pt x="39459" y="0"/>
                    <a:pt x="88176" y="0"/>
                  </a:cubicBezTo>
                  <a:lnTo>
                    <a:pt x="220440" y="0"/>
                  </a:lnTo>
                  <a:cubicBezTo>
                    <a:pt x="269158" y="0"/>
                    <a:pt x="308617" y="39459"/>
                    <a:pt x="308617" y="88176"/>
                  </a:cubicBezTo>
                  <a:lnTo>
                    <a:pt x="308617" y="154308"/>
                  </a:lnTo>
                  <a:cubicBezTo>
                    <a:pt x="308617" y="239619"/>
                    <a:pt x="239619" y="308617"/>
                    <a:pt x="154308" y="308617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B596B69-6028-5508-B65B-8766237AAE3F}"/>
                </a:ext>
              </a:extLst>
            </p:cNvPr>
            <p:cNvSpPr/>
            <p:nvPr/>
          </p:nvSpPr>
          <p:spPr>
            <a:xfrm>
              <a:off x="6414583" y="3085789"/>
              <a:ext cx="75611" cy="160921"/>
            </a:xfrm>
            <a:custGeom>
              <a:avLst/>
              <a:gdLst>
                <a:gd name="connsiteX0" fmla="*/ 75611 w 75611"/>
                <a:gd name="connsiteY0" fmla="*/ 160922 h 160921"/>
                <a:gd name="connsiteX1" fmla="*/ 33066 w 75611"/>
                <a:gd name="connsiteY1" fmla="*/ 134469 h 160921"/>
                <a:gd name="connsiteX2" fmla="*/ 0 w 75611"/>
                <a:gd name="connsiteY2" fmla="*/ 55110 h 160921"/>
                <a:gd name="connsiteX3" fmla="*/ 55110 w 75611"/>
                <a:gd name="connsiteY3" fmla="*/ 0 h 160921"/>
                <a:gd name="connsiteX4" fmla="*/ 69439 w 75611"/>
                <a:gd name="connsiteY4" fmla="*/ 0 h 160921"/>
                <a:gd name="connsiteX5" fmla="*/ 62826 w 75611"/>
                <a:gd name="connsiteY5" fmla="*/ 33066 h 160921"/>
                <a:gd name="connsiteX6" fmla="*/ 62826 w 75611"/>
                <a:gd name="connsiteY6" fmla="*/ 99198 h 160921"/>
                <a:gd name="connsiteX7" fmla="*/ 75611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75611" y="160922"/>
                  </a:moveTo>
                  <a:cubicBezTo>
                    <a:pt x="59078" y="155631"/>
                    <a:pt x="44529" y="145932"/>
                    <a:pt x="33066" y="134469"/>
                  </a:cubicBezTo>
                  <a:cubicBezTo>
                    <a:pt x="13226" y="112425"/>
                    <a:pt x="0" y="85972"/>
                    <a:pt x="0" y="55110"/>
                  </a:cubicBezTo>
                  <a:cubicBezTo>
                    <a:pt x="0" y="24248"/>
                    <a:pt x="24248" y="0"/>
                    <a:pt x="55110" y="0"/>
                  </a:cubicBezTo>
                  <a:lnTo>
                    <a:pt x="69439" y="0"/>
                  </a:lnTo>
                  <a:cubicBezTo>
                    <a:pt x="65030" y="10140"/>
                    <a:pt x="62826" y="21383"/>
                    <a:pt x="62826" y="33066"/>
                  </a:cubicBezTo>
                  <a:lnTo>
                    <a:pt x="62826" y="99198"/>
                  </a:lnTo>
                  <a:cubicBezTo>
                    <a:pt x="62826" y="121242"/>
                    <a:pt x="67455" y="141964"/>
                    <a:pt x="75611" y="160922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8922EC0-1CD6-3DED-A99F-2B1962694D67}"/>
                </a:ext>
              </a:extLst>
            </p:cNvPr>
            <p:cNvSpPr/>
            <p:nvPr/>
          </p:nvSpPr>
          <p:spPr>
            <a:xfrm>
              <a:off x="6778090" y="3085789"/>
              <a:ext cx="75611" cy="160921"/>
            </a:xfrm>
            <a:custGeom>
              <a:avLst/>
              <a:gdLst>
                <a:gd name="connsiteX0" fmla="*/ 0 w 75611"/>
                <a:gd name="connsiteY0" fmla="*/ 160922 h 160921"/>
                <a:gd name="connsiteX1" fmla="*/ 42545 w 75611"/>
                <a:gd name="connsiteY1" fmla="*/ 134469 h 160921"/>
                <a:gd name="connsiteX2" fmla="*/ 75611 w 75611"/>
                <a:gd name="connsiteY2" fmla="*/ 55110 h 160921"/>
                <a:gd name="connsiteX3" fmla="*/ 20501 w 75611"/>
                <a:gd name="connsiteY3" fmla="*/ 0 h 160921"/>
                <a:gd name="connsiteX4" fmla="*/ 6172 w 75611"/>
                <a:gd name="connsiteY4" fmla="*/ 0 h 160921"/>
                <a:gd name="connsiteX5" fmla="*/ 12786 w 75611"/>
                <a:gd name="connsiteY5" fmla="*/ 33066 h 160921"/>
                <a:gd name="connsiteX6" fmla="*/ 12786 w 75611"/>
                <a:gd name="connsiteY6" fmla="*/ 99198 h 160921"/>
                <a:gd name="connsiteX7" fmla="*/ 0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0" y="160922"/>
                  </a:moveTo>
                  <a:cubicBezTo>
                    <a:pt x="16533" y="155631"/>
                    <a:pt x="31082" y="145932"/>
                    <a:pt x="42545" y="134469"/>
                  </a:cubicBezTo>
                  <a:cubicBezTo>
                    <a:pt x="62385" y="112425"/>
                    <a:pt x="75611" y="85972"/>
                    <a:pt x="75611" y="55110"/>
                  </a:cubicBezTo>
                  <a:cubicBezTo>
                    <a:pt x="75611" y="24248"/>
                    <a:pt x="51363" y="0"/>
                    <a:pt x="20501" y="0"/>
                  </a:cubicBezTo>
                  <a:lnTo>
                    <a:pt x="6172" y="0"/>
                  </a:lnTo>
                  <a:cubicBezTo>
                    <a:pt x="10581" y="10140"/>
                    <a:pt x="12786" y="21383"/>
                    <a:pt x="12786" y="33066"/>
                  </a:cubicBezTo>
                  <a:lnTo>
                    <a:pt x="12786" y="99198"/>
                  </a:lnTo>
                  <a:cubicBezTo>
                    <a:pt x="12786" y="121242"/>
                    <a:pt x="8156" y="141964"/>
                    <a:pt x="0" y="160922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E8C0ADD-5F5A-8003-2C32-4F1E25175EF2}"/>
              </a:ext>
            </a:extLst>
          </p:cNvPr>
          <p:cNvGrpSpPr>
            <a:grpSpLocks noChangeAspect="1"/>
          </p:cNvGrpSpPr>
          <p:nvPr/>
        </p:nvGrpSpPr>
        <p:grpSpPr>
          <a:xfrm>
            <a:off x="4727994" y="2872893"/>
            <a:ext cx="415418" cy="415418"/>
            <a:chOff x="856558" y="1330018"/>
            <a:chExt cx="450000" cy="450000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626AB2E-1CF6-813E-F659-57168E1F3AF3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4E8900F-BAE8-F29C-CD17-298086038202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30D4913-6927-7159-6F3B-49B7B665ACA4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905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771A48E-50F6-519C-1C9A-19E7222DE035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97FF91C-D832-5CE7-30EB-685C7E332F27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2573CFB-0830-846F-EAF7-E4C69B5B4B15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508DD1B-4B99-7B7C-8C1C-540009557520}"/>
              </a:ext>
            </a:extLst>
          </p:cNvPr>
          <p:cNvGrpSpPr>
            <a:grpSpLocks noChangeAspect="1"/>
          </p:cNvGrpSpPr>
          <p:nvPr/>
        </p:nvGrpSpPr>
        <p:grpSpPr>
          <a:xfrm>
            <a:off x="8374251" y="2675928"/>
            <a:ext cx="415580" cy="415418"/>
            <a:chOff x="7520839" y="2156860"/>
            <a:chExt cx="450085" cy="449906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112E9FF-FBC2-EA75-3F2E-87B3F844C2BA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77CCA44-505F-020D-A682-4E769CD93BA9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2991D79-CD1F-CA1B-6AA2-13D0506B73F0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575603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44B3-7679-1B69-1504-EFECB30C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6E9A8720-A627-B2AB-D4B2-C15EDC84F712}"/>
              </a:ext>
            </a:extLst>
          </p:cNvPr>
          <p:cNvGrpSpPr/>
          <p:nvPr/>
        </p:nvGrpSpPr>
        <p:grpSpPr>
          <a:xfrm>
            <a:off x="0" y="1887691"/>
            <a:ext cx="11447951" cy="2469464"/>
            <a:chOff x="0" y="2035175"/>
            <a:chExt cx="11447951" cy="2469464"/>
          </a:xfrm>
        </p:grpSpPr>
        <p:sp>
          <p:nvSpPr>
            <p:cNvPr id="86" name="Right Bracket 85">
              <a:extLst>
                <a:ext uri="{FF2B5EF4-FFF2-40B4-BE49-F238E27FC236}">
                  <a16:creationId xmlns:a16="http://schemas.microsoft.com/office/drawing/2014/main" id="{2E410D02-C7E3-6512-410C-487F53CE3BCA}"/>
                </a:ext>
              </a:extLst>
            </p:cNvPr>
            <p:cNvSpPr/>
            <p:nvPr/>
          </p:nvSpPr>
          <p:spPr>
            <a:xfrm>
              <a:off x="10298601" y="2035175"/>
              <a:ext cx="1149350" cy="2298700"/>
            </a:xfrm>
            <a:prstGeom prst="rightBracket">
              <a:avLst>
                <a:gd name="adj" fmla="val 100000"/>
              </a:avLst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8897692-4BC1-C456-B093-4098009596F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035175"/>
              <a:ext cx="10298601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E86906C-BB2C-D38F-BA15-F6BBD4D004A1}"/>
                </a:ext>
              </a:extLst>
            </p:cNvPr>
            <p:cNvCxnSpPr>
              <a:cxnSpLocks/>
            </p:cNvCxnSpPr>
            <p:nvPr/>
          </p:nvCxnSpPr>
          <p:spPr>
            <a:xfrm>
              <a:off x="479425" y="4333875"/>
              <a:ext cx="9819176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275D712-E55E-32F8-39E2-390385ED6E8C}"/>
                </a:ext>
              </a:extLst>
            </p:cNvPr>
            <p:cNvCxnSpPr/>
            <p:nvPr/>
          </p:nvCxnSpPr>
          <p:spPr>
            <a:xfrm flipV="1">
              <a:off x="479425" y="4163111"/>
              <a:ext cx="170764" cy="170764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9B97713-B494-42A3-A410-D70D41DA8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425" y="4333875"/>
              <a:ext cx="170764" cy="170764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F1A761-9393-3CEA-7A42-B1085009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7679D-1FFB-A686-E8B7-85EF7C9D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17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CED7E34-E535-D766-C985-A2CF4081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3166452-41DD-AB4A-E9F0-A2C241A3335F}"/>
              </a:ext>
            </a:extLst>
          </p:cNvPr>
          <p:cNvSpPr/>
          <p:nvPr/>
        </p:nvSpPr>
        <p:spPr>
          <a:xfrm>
            <a:off x="8817699" y="1625754"/>
            <a:ext cx="523875" cy="5238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24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D" sz="1600" b="1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EEEDC7-4A0B-C81F-C20B-AEF6BCC4CC42}"/>
              </a:ext>
            </a:extLst>
          </p:cNvPr>
          <p:cNvSpPr/>
          <p:nvPr/>
        </p:nvSpPr>
        <p:spPr>
          <a:xfrm>
            <a:off x="1742693" y="1625754"/>
            <a:ext cx="523875" cy="5238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24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D" sz="1600" b="1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037C6F8-42AD-552D-AF44-65173B1E7264}"/>
              </a:ext>
            </a:extLst>
          </p:cNvPr>
          <p:cNvSpPr/>
          <p:nvPr/>
        </p:nvSpPr>
        <p:spPr>
          <a:xfrm>
            <a:off x="5280195" y="1625754"/>
            <a:ext cx="523875" cy="5238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24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D" sz="1600" b="1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8FC02B4-2272-9583-CD8A-D39AF49CC043}"/>
              </a:ext>
            </a:extLst>
          </p:cNvPr>
          <p:cNvSpPr/>
          <p:nvPr/>
        </p:nvSpPr>
        <p:spPr>
          <a:xfrm>
            <a:off x="1742693" y="3924454"/>
            <a:ext cx="523875" cy="5238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24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D" sz="1600" b="1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1640C9E-A7E3-75CC-63C5-05FF680B5A2B}"/>
              </a:ext>
            </a:extLst>
          </p:cNvPr>
          <p:cNvSpPr/>
          <p:nvPr/>
        </p:nvSpPr>
        <p:spPr>
          <a:xfrm>
            <a:off x="5280195" y="3924454"/>
            <a:ext cx="523875" cy="5238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24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D" sz="1600" b="1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90484E4-51A9-425D-9A52-D4F272331AE6}"/>
              </a:ext>
            </a:extLst>
          </p:cNvPr>
          <p:cNvSpPr/>
          <p:nvPr/>
        </p:nvSpPr>
        <p:spPr>
          <a:xfrm flipV="1">
            <a:off x="7554431" y="2346178"/>
            <a:ext cx="3050411" cy="126103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F2814D4-DD28-4E4D-6ED6-32650C150E84}"/>
              </a:ext>
            </a:extLst>
          </p:cNvPr>
          <p:cNvSpPr/>
          <p:nvPr/>
        </p:nvSpPr>
        <p:spPr>
          <a:xfrm rot="18900000" flipV="1">
            <a:off x="8950492" y="2267377"/>
            <a:ext cx="258289" cy="287620"/>
          </a:xfrm>
          <a:prstGeom prst="roundRect">
            <a:avLst>
              <a:gd name="adj" fmla="val 97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: Top Corners Rounded 42">
            <a:extLst>
              <a:ext uri="{FF2B5EF4-FFF2-40B4-BE49-F238E27FC236}">
                <a16:creationId xmlns:a16="http://schemas.microsoft.com/office/drawing/2014/main" id="{EABB5F47-7050-174B-8ED5-315E5832C16E}"/>
              </a:ext>
            </a:extLst>
          </p:cNvPr>
          <p:cNvSpPr/>
          <p:nvPr/>
        </p:nvSpPr>
        <p:spPr>
          <a:xfrm>
            <a:off x="8873264" y="3318029"/>
            <a:ext cx="412745" cy="289185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/>
              <a:t>03</a:t>
            </a:r>
            <a:endParaRPr lang="en-ID" sz="1100" b="1"/>
          </a:p>
        </p:txBody>
      </p:sp>
      <p:sp>
        <p:nvSpPr>
          <p:cNvPr id="63" name="Google Shape;697;p10">
            <a:extLst>
              <a:ext uri="{FF2B5EF4-FFF2-40B4-BE49-F238E27FC236}">
                <a16:creationId xmlns:a16="http://schemas.microsoft.com/office/drawing/2014/main" id="{FFC74993-EAC2-C091-27A5-F42FC1BB0D84}"/>
              </a:ext>
            </a:extLst>
          </p:cNvPr>
          <p:cNvSpPr/>
          <p:nvPr/>
        </p:nvSpPr>
        <p:spPr>
          <a:xfrm>
            <a:off x="7713179" y="2706749"/>
            <a:ext cx="273291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>
                <a:solidFill>
                  <a:schemeClr val="tx2"/>
                </a:solidFill>
                <a:ea typeface="Open Sans"/>
                <a:cs typeface="Open Sans"/>
                <a:sym typeface="Open Sans"/>
              </a:rPr>
              <a:t>Тоо баримт, жишээ ашиглавал илүү үр дүнтэй. Бид хэрэглэгчдэдээ үнэ цэн бүтээхийг зорьдог.</a:t>
            </a:r>
            <a:endParaRPr lang="en-US" sz="1050">
              <a:solidFill>
                <a:schemeClr val="tx2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2A321D5-0FD1-B7B7-4967-FCD6C6DC2213}"/>
              </a:ext>
            </a:extLst>
          </p:cNvPr>
          <p:cNvSpPr/>
          <p:nvPr/>
        </p:nvSpPr>
        <p:spPr>
          <a:xfrm flipV="1">
            <a:off x="7554431" y="4644878"/>
            <a:ext cx="3050411" cy="126103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BC97462B-8AD0-1E3F-B93B-EC47C35645A4}"/>
              </a:ext>
            </a:extLst>
          </p:cNvPr>
          <p:cNvSpPr/>
          <p:nvPr/>
        </p:nvSpPr>
        <p:spPr>
          <a:xfrm rot="18900000" flipV="1">
            <a:off x="8950492" y="4566077"/>
            <a:ext cx="258289" cy="287620"/>
          </a:xfrm>
          <a:prstGeom prst="roundRect">
            <a:avLst>
              <a:gd name="adj" fmla="val 97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4" name="Rectangle: Top Corners Rounded 83">
            <a:extLst>
              <a:ext uri="{FF2B5EF4-FFF2-40B4-BE49-F238E27FC236}">
                <a16:creationId xmlns:a16="http://schemas.microsoft.com/office/drawing/2014/main" id="{5F48118A-ED5E-40C3-A977-A2F0BB21EC05}"/>
              </a:ext>
            </a:extLst>
          </p:cNvPr>
          <p:cNvSpPr/>
          <p:nvPr/>
        </p:nvSpPr>
        <p:spPr>
          <a:xfrm>
            <a:off x="8873264" y="5616729"/>
            <a:ext cx="412745" cy="289185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/>
              <a:t>04</a:t>
            </a:r>
            <a:endParaRPr lang="en-ID" sz="1100" b="1"/>
          </a:p>
        </p:txBody>
      </p:sp>
      <p:sp>
        <p:nvSpPr>
          <p:cNvPr id="85" name="Google Shape;697;p10">
            <a:extLst>
              <a:ext uri="{FF2B5EF4-FFF2-40B4-BE49-F238E27FC236}">
                <a16:creationId xmlns:a16="http://schemas.microsoft.com/office/drawing/2014/main" id="{96FBBB3B-11C1-4AD9-E94B-C7937CA63B7E}"/>
              </a:ext>
            </a:extLst>
          </p:cNvPr>
          <p:cNvSpPr/>
          <p:nvPr/>
        </p:nvSpPr>
        <p:spPr>
          <a:xfrm>
            <a:off x="7713179" y="5005449"/>
            <a:ext cx="273291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>
                <a:solidFill>
                  <a:schemeClr val="tx2"/>
                </a:solidFill>
                <a:ea typeface="Open Sans"/>
                <a:cs typeface="Open Sans"/>
                <a:sym typeface="Open Sans"/>
              </a:rPr>
              <a:t>Төслийн явц, үр дүнг энд харуулна. Багаараа хамтран шинэ шийдэл хэрэгжүүлнэ.</a:t>
            </a:r>
            <a:endParaRPr lang="en-US" sz="1050">
              <a:solidFill>
                <a:schemeClr val="tx2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67A5A3-47D9-678B-44C7-18274C02350E}"/>
              </a:ext>
            </a:extLst>
          </p:cNvPr>
          <p:cNvSpPr/>
          <p:nvPr/>
        </p:nvSpPr>
        <p:spPr>
          <a:xfrm flipV="1">
            <a:off x="479425" y="2346178"/>
            <a:ext cx="3050411" cy="126103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6F5A37-DB2A-9A6B-2C34-D5D93B801398}"/>
              </a:ext>
            </a:extLst>
          </p:cNvPr>
          <p:cNvSpPr/>
          <p:nvPr/>
        </p:nvSpPr>
        <p:spPr>
          <a:xfrm rot="18900000" flipV="1">
            <a:off x="1875486" y="2267377"/>
            <a:ext cx="258289" cy="287620"/>
          </a:xfrm>
          <a:prstGeom prst="roundRect">
            <a:avLst>
              <a:gd name="adj" fmla="val 97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Google Shape;697;p10">
            <a:extLst>
              <a:ext uri="{FF2B5EF4-FFF2-40B4-BE49-F238E27FC236}">
                <a16:creationId xmlns:a16="http://schemas.microsoft.com/office/drawing/2014/main" id="{ABDE637A-7B97-FFB3-29D4-6207983B0D03}"/>
              </a:ext>
            </a:extLst>
          </p:cNvPr>
          <p:cNvSpPr/>
          <p:nvPr/>
        </p:nvSpPr>
        <p:spPr>
          <a:xfrm>
            <a:off x="638173" y="2706749"/>
            <a:ext cx="273291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>
                <a:solidFill>
                  <a:schemeClr val="tx2"/>
                </a:solidFill>
                <a:ea typeface="Open Sans"/>
                <a:cs typeface="Open Sans"/>
                <a:sym typeface="Open Sans"/>
              </a:rPr>
              <a:t>Зах зээлийн судалгаанд үндэслэн шийдвэр гаргана. Дараагийн алхмуудаа тодорхой төлөвлөнө.</a:t>
            </a:r>
            <a:endParaRPr lang="en-US" sz="1050">
              <a:solidFill>
                <a:schemeClr val="tx2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6EEC325F-FB13-8693-C147-CEED9F5ABC06}"/>
              </a:ext>
            </a:extLst>
          </p:cNvPr>
          <p:cNvSpPr/>
          <p:nvPr/>
        </p:nvSpPr>
        <p:spPr>
          <a:xfrm>
            <a:off x="1798258" y="3318029"/>
            <a:ext cx="412745" cy="289185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/>
              <a:t>01</a:t>
            </a:r>
            <a:endParaRPr lang="en-ID" sz="1100" b="1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7F1D85C-0BAF-1512-7B1A-6D790F01A44B}"/>
              </a:ext>
            </a:extLst>
          </p:cNvPr>
          <p:cNvSpPr/>
          <p:nvPr/>
        </p:nvSpPr>
        <p:spPr>
          <a:xfrm flipV="1">
            <a:off x="4016927" y="2346178"/>
            <a:ext cx="3050411" cy="126103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00D8957-2A7D-10E6-42AC-3C78314635DC}"/>
              </a:ext>
            </a:extLst>
          </p:cNvPr>
          <p:cNvSpPr/>
          <p:nvPr/>
        </p:nvSpPr>
        <p:spPr>
          <a:xfrm rot="18900000" flipV="1">
            <a:off x="5412988" y="2267377"/>
            <a:ext cx="258289" cy="287620"/>
          </a:xfrm>
          <a:prstGeom prst="roundRect">
            <a:avLst>
              <a:gd name="adj" fmla="val 97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CEFC131B-C764-813A-CC90-E0ED631BD78A}"/>
              </a:ext>
            </a:extLst>
          </p:cNvPr>
          <p:cNvSpPr/>
          <p:nvPr/>
        </p:nvSpPr>
        <p:spPr>
          <a:xfrm>
            <a:off x="5335760" y="3318029"/>
            <a:ext cx="412745" cy="289185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/>
              <a:t>02</a:t>
            </a:r>
            <a:endParaRPr lang="en-ID" sz="1100" b="1"/>
          </a:p>
        </p:txBody>
      </p:sp>
      <p:sp>
        <p:nvSpPr>
          <p:cNvPr id="62" name="Google Shape;697;p10">
            <a:extLst>
              <a:ext uri="{FF2B5EF4-FFF2-40B4-BE49-F238E27FC236}">
                <a16:creationId xmlns:a16="http://schemas.microsoft.com/office/drawing/2014/main" id="{E922CEA3-1484-28B8-8B52-E4918039E3E0}"/>
              </a:ext>
            </a:extLst>
          </p:cNvPr>
          <p:cNvSpPr/>
          <p:nvPr/>
        </p:nvSpPr>
        <p:spPr>
          <a:xfrm>
            <a:off x="4175675" y="2706749"/>
            <a:ext cx="273291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>
                <a:solidFill>
                  <a:schemeClr val="tx2"/>
                </a:solidFill>
                <a:ea typeface="Open Sans"/>
                <a:cs typeface="Open Sans"/>
                <a:sym typeface="Open Sans"/>
              </a:rPr>
              <a:t>Өсөлтийг тогтмол хэмжиж, сайжруулна. Энэ хэсэгт өөрийн текстээ оруулна уу.</a:t>
            </a:r>
            <a:endParaRPr lang="en-US" sz="1050">
              <a:solidFill>
                <a:schemeClr val="tx2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8EC7345-2838-463E-CC65-FE1D9877D06E}"/>
              </a:ext>
            </a:extLst>
          </p:cNvPr>
          <p:cNvSpPr/>
          <p:nvPr/>
        </p:nvSpPr>
        <p:spPr>
          <a:xfrm flipV="1">
            <a:off x="479425" y="4644878"/>
            <a:ext cx="3050411" cy="126103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7203144-6B15-9614-361C-A5C1DD0705E5}"/>
              </a:ext>
            </a:extLst>
          </p:cNvPr>
          <p:cNvSpPr/>
          <p:nvPr/>
        </p:nvSpPr>
        <p:spPr>
          <a:xfrm rot="18900000" flipV="1">
            <a:off x="1875486" y="4566077"/>
            <a:ext cx="258289" cy="287620"/>
          </a:xfrm>
          <a:prstGeom prst="roundRect">
            <a:avLst>
              <a:gd name="adj" fmla="val 97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2" name="Google Shape;697;p10">
            <a:extLst>
              <a:ext uri="{FF2B5EF4-FFF2-40B4-BE49-F238E27FC236}">
                <a16:creationId xmlns:a16="http://schemas.microsoft.com/office/drawing/2014/main" id="{94E77C34-0D47-C88F-5C74-2A4E560058EE}"/>
              </a:ext>
            </a:extLst>
          </p:cNvPr>
          <p:cNvSpPr/>
          <p:nvPr/>
        </p:nvSpPr>
        <p:spPr>
          <a:xfrm>
            <a:off x="638173" y="5005449"/>
            <a:ext cx="273291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>
                <a:solidFill>
                  <a:schemeClr val="tx2"/>
                </a:solidFill>
                <a:ea typeface="Open Sans"/>
                <a:cs typeface="Open Sans"/>
                <a:sym typeface="Open Sans"/>
              </a:rPr>
              <a:t>Гол үзүүлэлтүүдээ товч дурдана. Хэрэглэгчийн хэрэгцээг нарийн судална.</a:t>
            </a:r>
            <a:endParaRPr lang="en-US" sz="1050">
              <a:solidFill>
                <a:schemeClr val="tx2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3" name="Rectangle: Top Corners Rounded 72">
            <a:extLst>
              <a:ext uri="{FF2B5EF4-FFF2-40B4-BE49-F238E27FC236}">
                <a16:creationId xmlns:a16="http://schemas.microsoft.com/office/drawing/2014/main" id="{3849D996-1EC8-6A5F-0007-4678DE09A4EB}"/>
              </a:ext>
            </a:extLst>
          </p:cNvPr>
          <p:cNvSpPr/>
          <p:nvPr/>
        </p:nvSpPr>
        <p:spPr>
          <a:xfrm>
            <a:off x="1798258" y="5616729"/>
            <a:ext cx="412745" cy="289185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/>
              <a:t>06</a:t>
            </a:r>
            <a:endParaRPr lang="en-ID" sz="1100" b="1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D38A846-57F7-121F-153E-BD2709AE2A39}"/>
              </a:ext>
            </a:extLst>
          </p:cNvPr>
          <p:cNvSpPr/>
          <p:nvPr/>
        </p:nvSpPr>
        <p:spPr>
          <a:xfrm flipV="1">
            <a:off x="4016927" y="4644878"/>
            <a:ext cx="3050411" cy="1261036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06AAB9D-87FD-FB80-8F93-9E4800456990}"/>
              </a:ext>
            </a:extLst>
          </p:cNvPr>
          <p:cNvSpPr/>
          <p:nvPr/>
        </p:nvSpPr>
        <p:spPr>
          <a:xfrm rot="18900000" flipV="1">
            <a:off x="5412988" y="4566077"/>
            <a:ext cx="258289" cy="287620"/>
          </a:xfrm>
          <a:prstGeom prst="roundRect">
            <a:avLst>
              <a:gd name="adj" fmla="val 97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8" name="Rectangle: Top Corners Rounded 77">
            <a:extLst>
              <a:ext uri="{FF2B5EF4-FFF2-40B4-BE49-F238E27FC236}">
                <a16:creationId xmlns:a16="http://schemas.microsoft.com/office/drawing/2014/main" id="{F91F1F3F-4397-A4B5-BD9E-99E1938A36B1}"/>
              </a:ext>
            </a:extLst>
          </p:cNvPr>
          <p:cNvSpPr/>
          <p:nvPr/>
        </p:nvSpPr>
        <p:spPr>
          <a:xfrm>
            <a:off x="5335760" y="5616729"/>
            <a:ext cx="412745" cy="289185"/>
          </a:xfrm>
          <a:prstGeom prst="round2Same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/>
              <a:t>05</a:t>
            </a:r>
            <a:endParaRPr lang="en-ID" sz="1100" b="1"/>
          </a:p>
        </p:txBody>
      </p:sp>
      <p:sp>
        <p:nvSpPr>
          <p:cNvPr id="79" name="Google Shape;697;p10">
            <a:extLst>
              <a:ext uri="{FF2B5EF4-FFF2-40B4-BE49-F238E27FC236}">
                <a16:creationId xmlns:a16="http://schemas.microsoft.com/office/drawing/2014/main" id="{2767B5B5-1C48-EFAF-B5E9-8A8ACFCD9C70}"/>
              </a:ext>
            </a:extLst>
          </p:cNvPr>
          <p:cNvSpPr/>
          <p:nvPr/>
        </p:nvSpPr>
        <p:spPr>
          <a:xfrm>
            <a:off x="4175675" y="5005449"/>
            <a:ext cx="273291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>
                <a:solidFill>
                  <a:schemeClr val="tx2"/>
                </a:solidFill>
                <a:ea typeface="Open Sans"/>
                <a:cs typeface="Open Sans"/>
                <a:sym typeface="Open Sans"/>
              </a:rPr>
              <a:t>Чанар, хурд, найдвартай байдлыг эрхэмлэнэ. Шинэ боломжийг цаг алдалгүй ашиглана.</a:t>
            </a:r>
            <a:endParaRPr lang="en-US" sz="1050">
              <a:solidFill>
                <a:schemeClr val="tx2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204455E-0129-BB43-AEA6-670628B7ED9B}"/>
              </a:ext>
            </a:extLst>
          </p:cNvPr>
          <p:cNvSpPr/>
          <p:nvPr/>
        </p:nvSpPr>
        <p:spPr>
          <a:xfrm>
            <a:off x="8817699" y="3924454"/>
            <a:ext cx="523875" cy="5238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52400" algn="ctr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D" sz="1600" b="1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A245141-0866-A877-C727-253CE16467C6}"/>
              </a:ext>
            </a:extLst>
          </p:cNvPr>
          <p:cNvSpPr/>
          <p:nvPr/>
        </p:nvSpPr>
        <p:spPr>
          <a:xfrm>
            <a:off x="11287124" y="2894167"/>
            <a:ext cx="285752" cy="28575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D" sz="1600" b="1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366759B-79C7-E598-8B49-944DD348BD52}"/>
              </a:ext>
            </a:extLst>
          </p:cNvPr>
          <p:cNvGrpSpPr/>
          <p:nvPr/>
        </p:nvGrpSpPr>
        <p:grpSpPr>
          <a:xfrm rot="16200000">
            <a:off x="11398078" y="2973198"/>
            <a:ext cx="63844" cy="127688"/>
            <a:chOff x="631825" y="4315511"/>
            <a:chExt cx="170764" cy="341528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FBBE14F-851C-0256-A868-6E2CCC78D624}"/>
                </a:ext>
              </a:extLst>
            </p:cNvPr>
            <p:cNvCxnSpPr/>
            <p:nvPr/>
          </p:nvCxnSpPr>
          <p:spPr>
            <a:xfrm flipV="1">
              <a:off x="631825" y="4315511"/>
              <a:ext cx="170764" cy="170764"/>
            </a:xfrm>
            <a:prstGeom prst="line">
              <a:avLst/>
            </a:prstGeom>
            <a:ln cap="rnd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ECFF6D2-BDD0-5EEB-9DCC-96ABA03D53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825" y="4486275"/>
              <a:ext cx="170764" cy="170764"/>
            </a:xfrm>
            <a:prstGeom prst="line">
              <a:avLst/>
            </a:prstGeom>
            <a:ln cap="rnd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BE8A2C-AE1F-94DA-DE3F-E054555A51A7}"/>
              </a:ext>
            </a:extLst>
          </p:cNvPr>
          <p:cNvGrpSpPr>
            <a:grpSpLocks noChangeAspect="1"/>
          </p:cNvGrpSpPr>
          <p:nvPr/>
        </p:nvGrpSpPr>
        <p:grpSpPr>
          <a:xfrm>
            <a:off x="8982651" y="1770423"/>
            <a:ext cx="193970" cy="234536"/>
            <a:chOff x="884606" y="5668573"/>
            <a:chExt cx="382875" cy="462951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8167D58-1793-EEB7-94A8-39ED638D9F54}"/>
                </a:ext>
              </a:extLst>
            </p:cNvPr>
            <p:cNvSpPr/>
            <p:nvPr/>
          </p:nvSpPr>
          <p:spPr>
            <a:xfrm>
              <a:off x="884606" y="5668573"/>
              <a:ext cx="382875" cy="308644"/>
            </a:xfrm>
            <a:custGeom>
              <a:avLst/>
              <a:gdLst>
                <a:gd name="connsiteX0" fmla="*/ 67372 w 382875"/>
                <a:gd name="connsiteY0" fmla="*/ 165576 h 308644"/>
                <a:gd name="connsiteX1" fmla="*/ 67372 w 382875"/>
                <a:gd name="connsiteY1" fmla="*/ 308641 h 308644"/>
                <a:gd name="connsiteX2" fmla="*/ 280318 w 382875"/>
                <a:gd name="connsiteY2" fmla="*/ 308641 h 308644"/>
                <a:gd name="connsiteX3" fmla="*/ 350198 w 382875"/>
                <a:gd name="connsiteY3" fmla="*/ 281747 h 308644"/>
                <a:gd name="connsiteX4" fmla="*/ 296410 w 382875"/>
                <a:gd name="connsiteY4" fmla="*/ 105836 h 308644"/>
                <a:gd name="connsiteX5" fmla="*/ 68254 w 382875"/>
                <a:gd name="connsiteY5" fmla="*/ 165576 h 30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875" h="308644">
                  <a:moveTo>
                    <a:pt x="67372" y="165576"/>
                  </a:moveTo>
                  <a:cubicBezTo>
                    <a:pt x="-22568" y="171969"/>
                    <a:pt x="-22347" y="302248"/>
                    <a:pt x="67372" y="308641"/>
                  </a:cubicBezTo>
                  <a:lnTo>
                    <a:pt x="280318" y="308641"/>
                  </a:lnTo>
                  <a:cubicBezTo>
                    <a:pt x="306110" y="308862"/>
                    <a:pt x="331020" y="299162"/>
                    <a:pt x="350198" y="281747"/>
                  </a:cubicBezTo>
                  <a:cubicBezTo>
                    <a:pt x="413244" y="226637"/>
                    <a:pt x="379516" y="116417"/>
                    <a:pt x="296410" y="105836"/>
                  </a:cubicBezTo>
                  <a:cubicBezTo>
                    <a:pt x="266651" y="-73602"/>
                    <a:pt x="6751" y="-5486"/>
                    <a:pt x="68254" y="165576"/>
                  </a:cubicBez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FE38DA2-2D87-8F3C-6185-C4C3FDA45634}"/>
                </a:ext>
              </a:extLst>
            </p:cNvPr>
            <p:cNvSpPr/>
            <p:nvPr/>
          </p:nvSpPr>
          <p:spPr>
            <a:xfrm>
              <a:off x="1076087" y="5977216"/>
              <a:ext cx="22044" cy="66132"/>
            </a:xfrm>
            <a:custGeom>
              <a:avLst/>
              <a:gdLst>
                <a:gd name="connsiteX0" fmla="*/ 0 w 22044"/>
                <a:gd name="connsiteY0" fmla="*/ 0 h 66132"/>
                <a:gd name="connsiteX1" fmla="*/ 0 w 22044"/>
                <a:gd name="connsiteY1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66132">
                  <a:moveTo>
                    <a:pt x="0" y="0"/>
                  </a:moveTo>
                  <a:lnTo>
                    <a:pt x="0" y="66132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80F9343-FCB3-0DF4-CBFD-005B4F110A7B}"/>
                </a:ext>
              </a:extLst>
            </p:cNvPr>
            <p:cNvSpPr/>
            <p:nvPr/>
          </p:nvSpPr>
          <p:spPr>
            <a:xfrm>
              <a:off x="1031999" y="6043348"/>
              <a:ext cx="88176" cy="88176"/>
            </a:xfrm>
            <a:custGeom>
              <a:avLst/>
              <a:gdLst>
                <a:gd name="connsiteX0" fmla="*/ 44088 w 88176"/>
                <a:gd name="connsiteY0" fmla="*/ 88176 h 88176"/>
                <a:gd name="connsiteX1" fmla="*/ 88176 w 88176"/>
                <a:gd name="connsiteY1" fmla="*/ 44088 h 88176"/>
                <a:gd name="connsiteX2" fmla="*/ 44088 w 88176"/>
                <a:gd name="connsiteY2" fmla="*/ 0 h 88176"/>
                <a:gd name="connsiteX3" fmla="*/ 0 w 88176"/>
                <a:gd name="connsiteY3" fmla="*/ 44088 h 88176"/>
                <a:gd name="connsiteX4" fmla="*/ 44088 w 88176"/>
                <a:gd name="connsiteY4" fmla="*/ 88176 h 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76" h="88176">
                  <a:moveTo>
                    <a:pt x="44088" y="88176"/>
                  </a:moveTo>
                  <a:cubicBezTo>
                    <a:pt x="68438" y="88176"/>
                    <a:pt x="88176" y="68438"/>
                    <a:pt x="88176" y="44088"/>
                  </a:cubicBezTo>
                  <a:cubicBezTo>
                    <a:pt x="88176" y="19738"/>
                    <a:pt x="68438" y="0"/>
                    <a:pt x="44088" y="0"/>
                  </a:cubicBezTo>
                  <a:cubicBezTo>
                    <a:pt x="19738" y="0"/>
                    <a:pt x="0" y="19738"/>
                    <a:pt x="0" y="44088"/>
                  </a:cubicBezTo>
                  <a:cubicBezTo>
                    <a:pt x="0" y="68438"/>
                    <a:pt x="19738" y="88176"/>
                    <a:pt x="44088" y="88176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2437B22-0C7D-F6E3-108E-89E2FA9EBDF5}"/>
                </a:ext>
              </a:extLst>
            </p:cNvPr>
            <p:cNvSpPr/>
            <p:nvPr/>
          </p:nvSpPr>
          <p:spPr>
            <a:xfrm>
              <a:off x="1120175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ABE2EFF-D60D-11C1-FC77-B7080514A160}"/>
                </a:ext>
              </a:extLst>
            </p:cNvPr>
            <p:cNvSpPr/>
            <p:nvPr/>
          </p:nvSpPr>
          <p:spPr>
            <a:xfrm>
              <a:off x="943823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7CAB035-3314-7151-E217-96A93BEB475B}"/>
              </a:ext>
            </a:extLst>
          </p:cNvPr>
          <p:cNvGrpSpPr>
            <a:grpSpLocks noChangeAspect="1"/>
          </p:cNvGrpSpPr>
          <p:nvPr/>
        </p:nvGrpSpPr>
        <p:grpSpPr>
          <a:xfrm>
            <a:off x="5424864" y="1770423"/>
            <a:ext cx="234536" cy="234536"/>
            <a:chOff x="8636924" y="1277575"/>
            <a:chExt cx="440880" cy="440880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20134C9-4773-02B8-C509-AF043C218C21}"/>
                </a:ext>
              </a:extLst>
            </p:cNvPr>
            <p:cNvSpPr/>
            <p:nvPr/>
          </p:nvSpPr>
          <p:spPr>
            <a:xfrm>
              <a:off x="8865520" y="1429235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62EBD12-DD4E-1158-D9AE-44D34B001803}"/>
                </a:ext>
              </a:extLst>
            </p:cNvPr>
            <p:cNvSpPr/>
            <p:nvPr/>
          </p:nvSpPr>
          <p:spPr>
            <a:xfrm>
              <a:off x="8733476" y="1396169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F4677CF-23E9-1F49-4C03-3AA28947CB0D}"/>
                </a:ext>
              </a:extLst>
            </p:cNvPr>
            <p:cNvSpPr/>
            <p:nvPr/>
          </p:nvSpPr>
          <p:spPr>
            <a:xfrm>
              <a:off x="8865520" y="1583544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D329BDE-27B7-5BD3-3E48-B5D2CFBF547A}"/>
                </a:ext>
              </a:extLst>
            </p:cNvPr>
            <p:cNvSpPr/>
            <p:nvPr/>
          </p:nvSpPr>
          <p:spPr>
            <a:xfrm>
              <a:off x="8733476" y="1550478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956460C-7261-95D0-BC24-712CF35A98D0}"/>
                </a:ext>
              </a:extLst>
            </p:cNvPr>
            <p:cNvSpPr/>
            <p:nvPr/>
          </p:nvSpPr>
          <p:spPr>
            <a:xfrm>
              <a:off x="8636924" y="1277575"/>
              <a:ext cx="440880" cy="440880"/>
            </a:xfrm>
            <a:custGeom>
              <a:avLst/>
              <a:gdLst>
                <a:gd name="connsiteX0" fmla="*/ 154308 w 440880"/>
                <a:gd name="connsiteY0" fmla="*/ 440881 h 440880"/>
                <a:gd name="connsiteX1" fmla="*/ 286573 w 440880"/>
                <a:gd name="connsiteY1" fmla="*/ 440881 h 440880"/>
                <a:gd name="connsiteX2" fmla="*/ 440881 w 440880"/>
                <a:gd name="connsiteY2" fmla="*/ 286573 h 440880"/>
                <a:gd name="connsiteX3" fmla="*/ 440881 w 440880"/>
                <a:gd name="connsiteY3" fmla="*/ 154308 h 440880"/>
                <a:gd name="connsiteX4" fmla="*/ 286573 w 440880"/>
                <a:gd name="connsiteY4" fmla="*/ 0 h 440880"/>
                <a:gd name="connsiteX5" fmla="*/ 154308 w 440880"/>
                <a:gd name="connsiteY5" fmla="*/ 0 h 440880"/>
                <a:gd name="connsiteX6" fmla="*/ 0 w 440880"/>
                <a:gd name="connsiteY6" fmla="*/ 154308 h 440880"/>
                <a:gd name="connsiteX7" fmla="*/ 0 w 440880"/>
                <a:gd name="connsiteY7" fmla="*/ 286573 h 440880"/>
                <a:gd name="connsiteX8" fmla="*/ 154308 w 440880"/>
                <a:gd name="connsiteY8" fmla="*/ 440881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880" h="440880">
                  <a:moveTo>
                    <a:pt x="154308" y="440881"/>
                  </a:move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154308"/>
                  </a:lnTo>
                  <a:cubicBezTo>
                    <a:pt x="440881" y="44088"/>
                    <a:pt x="396793" y="0"/>
                    <a:pt x="286573" y="0"/>
                  </a:cubicBez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3EEEFC2-96E9-6371-44BD-68F1AA8E78D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389" y="4069123"/>
            <a:ext cx="222482" cy="234538"/>
            <a:chOff x="6414583" y="3033986"/>
            <a:chExt cx="439118" cy="462924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8495C636-6277-D8B8-CF25-820EC78469BB}"/>
                </a:ext>
              </a:extLst>
            </p:cNvPr>
            <p:cNvSpPr/>
            <p:nvPr/>
          </p:nvSpPr>
          <p:spPr>
            <a:xfrm>
              <a:off x="6637449" y="3353624"/>
              <a:ext cx="22044" cy="46292"/>
            </a:xfrm>
            <a:custGeom>
              <a:avLst/>
              <a:gdLst>
                <a:gd name="connsiteX0" fmla="*/ 0 w 22044"/>
                <a:gd name="connsiteY0" fmla="*/ 0 h 46292"/>
                <a:gd name="connsiteX1" fmla="*/ 0 w 22044"/>
                <a:gd name="connsiteY1" fmla="*/ 46292 h 4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46292">
                  <a:moveTo>
                    <a:pt x="0" y="0"/>
                  </a:moveTo>
                  <a:lnTo>
                    <a:pt x="0" y="46292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B1C7332-C822-3352-67D2-AB2348FF11EB}"/>
                </a:ext>
              </a:extLst>
            </p:cNvPr>
            <p:cNvSpPr/>
            <p:nvPr/>
          </p:nvSpPr>
          <p:spPr>
            <a:xfrm>
              <a:off x="6527229" y="3408734"/>
              <a:ext cx="220439" cy="66132"/>
            </a:xfrm>
            <a:custGeom>
              <a:avLst/>
              <a:gdLst>
                <a:gd name="connsiteX0" fmla="*/ 0 w 220439"/>
                <a:gd name="connsiteY0" fmla="*/ 66132 h 66132"/>
                <a:gd name="connsiteX1" fmla="*/ 220440 w 220439"/>
                <a:gd name="connsiteY1" fmla="*/ 66132 h 66132"/>
                <a:gd name="connsiteX2" fmla="*/ 220440 w 220439"/>
                <a:gd name="connsiteY2" fmla="*/ 44088 h 66132"/>
                <a:gd name="connsiteX3" fmla="*/ 176352 w 220439"/>
                <a:gd name="connsiteY3" fmla="*/ 0 h 66132"/>
                <a:gd name="connsiteX4" fmla="*/ 44088 w 220439"/>
                <a:gd name="connsiteY4" fmla="*/ 0 h 66132"/>
                <a:gd name="connsiteX5" fmla="*/ 0 w 220439"/>
                <a:gd name="connsiteY5" fmla="*/ 44088 h 66132"/>
                <a:gd name="connsiteX6" fmla="*/ 0 w 220439"/>
                <a:gd name="connsiteY6" fmla="*/ 66132 h 66132"/>
                <a:gd name="connsiteX7" fmla="*/ 0 w 220439"/>
                <a:gd name="connsiteY7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9" h="66132">
                  <a:moveTo>
                    <a:pt x="0" y="66132"/>
                  </a:moveTo>
                  <a:lnTo>
                    <a:pt x="220440" y="66132"/>
                  </a:lnTo>
                  <a:lnTo>
                    <a:pt x="220440" y="44088"/>
                  </a:lnTo>
                  <a:cubicBezTo>
                    <a:pt x="220440" y="19840"/>
                    <a:pt x="200600" y="0"/>
                    <a:pt x="176352" y="0"/>
                  </a:cubicBezTo>
                  <a:lnTo>
                    <a:pt x="44088" y="0"/>
                  </a:lnTo>
                  <a:cubicBezTo>
                    <a:pt x="19840" y="0"/>
                    <a:pt x="0" y="19840"/>
                    <a:pt x="0" y="44088"/>
                  </a:cubicBezTo>
                  <a:lnTo>
                    <a:pt x="0" y="66132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1270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2261DA2-2E31-E5B8-3CBA-4F2E471D00D8}"/>
                </a:ext>
              </a:extLst>
            </p:cNvPr>
            <p:cNvSpPr/>
            <p:nvPr/>
          </p:nvSpPr>
          <p:spPr>
            <a:xfrm>
              <a:off x="6505185" y="3474866"/>
              <a:ext cx="264528" cy="22044"/>
            </a:xfrm>
            <a:custGeom>
              <a:avLst/>
              <a:gdLst>
                <a:gd name="connsiteX0" fmla="*/ 0 w 264528"/>
                <a:gd name="connsiteY0" fmla="*/ 0 h 22044"/>
                <a:gd name="connsiteX1" fmla="*/ 264528 w 26452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528" h="22044">
                  <a:moveTo>
                    <a:pt x="0" y="0"/>
                  </a:moveTo>
                  <a:lnTo>
                    <a:pt x="264528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5830556-CECE-E2FC-A915-AE43A89CB54F}"/>
                </a:ext>
              </a:extLst>
            </p:cNvPr>
            <p:cNvSpPr/>
            <p:nvPr/>
          </p:nvSpPr>
          <p:spPr>
            <a:xfrm>
              <a:off x="6479834" y="3033986"/>
              <a:ext cx="308616" cy="308616"/>
            </a:xfrm>
            <a:custGeom>
              <a:avLst/>
              <a:gdLst>
                <a:gd name="connsiteX0" fmla="*/ 154308 w 308616"/>
                <a:gd name="connsiteY0" fmla="*/ 308617 h 308616"/>
                <a:gd name="connsiteX1" fmla="*/ 0 w 308616"/>
                <a:gd name="connsiteY1" fmla="*/ 154308 h 308616"/>
                <a:gd name="connsiteX2" fmla="*/ 0 w 308616"/>
                <a:gd name="connsiteY2" fmla="*/ 88176 h 308616"/>
                <a:gd name="connsiteX3" fmla="*/ 88176 w 308616"/>
                <a:gd name="connsiteY3" fmla="*/ 0 h 308616"/>
                <a:gd name="connsiteX4" fmla="*/ 220440 w 308616"/>
                <a:gd name="connsiteY4" fmla="*/ 0 h 308616"/>
                <a:gd name="connsiteX5" fmla="*/ 308617 w 308616"/>
                <a:gd name="connsiteY5" fmla="*/ 88176 h 308616"/>
                <a:gd name="connsiteX6" fmla="*/ 308617 w 308616"/>
                <a:gd name="connsiteY6" fmla="*/ 154308 h 308616"/>
                <a:gd name="connsiteX7" fmla="*/ 154308 w 308616"/>
                <a:gd name="connsiteY7" fmla="*/ 308617 h 3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616" h="308616">
                  <a:moveTo>
                    <a:pt x="154308" y="308617"/>
                  </a:moveTo>
                  <a:cubicBezTo>
                    <a:pt x="68998" y="308617"/>
                    <a:pt x="0" y="239619"/>
                    <a:pt x="0" y="154308"/>
                  </a:cubicBezTo>
                  <a:lnTo>
                    <a:pt x="0" y="88176"/>
                  </a:lnTo>
                  <a:cubicBezTo>
                    <a:pt x="0" y="39459"/>
                    <a:pt x="39459" y="0"/>
                    <a:pt x="88176" y="0"/>
                  </a:cubicBezTo>
                  <a:lnTo>
                    <a:pt x="220440" y="0"/>
                  </a:lnTo>
                  <a:cubicBezTo>
                    <a:pt x="269158" y="0"/>
                    <a:pt x="308617" y="39459"/>
                    <a:pt x="308617" y="88176"/>
                  </a:cubicBezTo>
                  <a:lnTo>
                    <a:pt x="308617" y="154308"/>
                  </a:lnTo>
                  <a:cubicBezTo>
                    <a:pt x="308617" y="239619"/>
                    <a:pt x="239619" y="308617"/>
                    <a:pt x="154308" y="308617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9ADB315-FAAE-30CD-F124-96E5C74800E8}"/>
                </a:ext>
              </a:extLst>
            </p:cNvPr>
            <p:cNvSpPr/>
            <p:nvPr/>
          </p:nvSpPr>
          <p:spPr>
            <a:xfrm>
              <a:off x="6414583" y="3085789"/>
              <a:ext cx="75611" cy="160921"/>
            </a:xfrm>
            <a:custGeom>
              <a:avLst/>
              <a:gdLst>
                <a:gd name="connsiteX0" fmla="*/ 75611 w 75611"/>
                <a:gd name="connsiteY0" fmla="*/ 160922 h 160921"/>
                <a:gd name="connsiteX1" fmla="*/ 33066 w 75611"/>
                <a:gd name="connsiteY1" fmla="*/ 134469 h 160921"/>
                <a:gd name="connsiteX2" fmla="*/ 0 w 75611"/>
                <a:gd name="connsiteY2" fmla="*/ 55110 h 160921"/>
                <a:gd name="connsiteX3" fmla="*/ 55110 w 75611"/>
                <a:gd name="connsiteY3" fmla="*/ 0 h 160921"/>
                <a:gd name="connsiteX4" fmla="*/ 69439 w 75611"/>
                <a:gd name="connsiteY4" fmla="*/ 0 h 160921"/>
                <a:gd name="connsiteX5" fmla="*/ 62826 w 75611"/>
                <a:gd name="connsiteY5" fmla="*/ 33066 h 160921"/>
                <a:gd name="connsiteX6" fmla="*/ 62826 w 75611"/>
                <a:gd name="connsiteY6" fmla="*/ 99198 h 160921"/>
                <a:gd name="connsiteX7" fmla="*/ 75611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75611" y="160922"/>
                  </a:moveTo>
                  <a:cubicBezTo>
                    <a:pt x="59078" y="155631"/>
                    <a:pt x="44529" y="145932"/>
                    <a:pt x="33066" y="134469"/>
                  </a:cubicBezTo>
                  <a:cubicBezTo>
                    <a:pt x="13226" y="112425"/>
                    <a:pt x="0" y="85972"/>
                    <a:pt x="0" y="55110"/>
                  </a:cubicBezTo>
                  <a:cubicBezTo>
                    <a:pt x="0" y="24248"/>
                    <a:pt x="24248" y="0"/>
                    <a:pt x="55110" y="0"/>
                  </a:cubicBezTo>
                  <a:lnTo>
                    <a:pt x="69439" y="0"/>
                  </a:lnTo>
                  <a:cubicBezTo>
                    <a:pt x="65030" y="10140"/>
                    <a:pt x="62826" y="21383"/>
                    <a:pt x="62826" y="33066"/>
                  </a:cubicBezTo>
                  <a:lnTo>
                    <a:pt x="62826" y="99198"/>
                  </a:lnTo>
                  <a:cubicBezTo>
                    <a:pt x="62826" y="121242"/>
                    <a:pt x="67455" y="141964"/>
                    <a:pt x="75611" y="160922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A114ED3-47B7-201A-26F8-B8B6CF16DB5C}"/>
                </a:ext>
              </a:extLst>
            </p:cNvPr>
            <p:cNvSpPr/>
            <p:nvPr/>
          </p:nvSpPr>
          <p:spPr>
            <a:xfrm>
              <a:off x="6778090" y="3085789"/>
              <a:ext cx="75611" cy="160921"/>
            </a:xfrm>
            <a:custGeom>
              <a:avLst/>
              <a:gdLst>
                <a:gd name="connsiteX0" fmla="*/ 0 w 75611"/>
                <a:gd name="connsiteY0" fmla="*/ 160922 h 160921"/>
                <a:gd name="connsiteX1" fmla="*/ 42545 w 75611"/>
                <a:gd name="connsiteY1" fmla="*/ 134469 h 160921"/>
                <a:gd name="connsiteX2" fmla="*/ 75611 w 75611"/>
                <a:gd name="connsiteY2" fmla="*/ 55110 h 160921"/>
                <a:gd name="connsiteX3" fmla="*/ 20501 w 75611"/>
                <a:gd name="connsiteY3" fmla="*/ 0 h 160921"/>
                <a:gd name="connsiteX4" fmla="*/ 6172 w 75611"/>
                <a:gd name="connsiteY4" fmla="*/ 0 h 160921"/>
                <a:gd name="connsiteX5" fmla="*/ 12786 w 75611"/>
                <a:gd name="connsiteY5" fmla="*/ 33066 h 160921"/>
                <a:gd name="connsiteX6" fmla="*/ 12786 w 75611"/>
                <a:gd name="connsiteY6" fmla="*/ 99198 h 160921"/>
                <a:gd name="connsiteX7" fmla="*/ 0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0" y="160922"/>
                  </a:moveTo>
                  <a:cubicBezTo>
                    <a:pt x="16533" y="155631"/>
                    <a:pt x="31082" y="145932"/>
                    <a:pt x="42545" y="134469"/>
                  </a:cubicBezTo>
                  <a:cubicBezTo>
                    <a:pt x="62385" y="112425"/>
                    <a:pt x="75611" y="85972"/>
                    <a:pt x="75611" y="55110"/>
                  </a:cubicBezTo>
                  <a:cubicBezTo>
                    <a:pt x="75611" y="24248"/>
                    <a:pt x="51363" y="0"/>
                    <a:pt x="20501" y="0"/>
                  </a:cubicBezTo>
                  <a:lnTo>
                    <a:pt x="6172" y="0"/>
                  </a:lnTo>
                  <a:cubicBezTo>
                    <a:pt x="10581" y="10140"/>
                    <a:pt x="12786" y="21383"/>
                    <a:pt x="12786" y="33066"/>
                  </a:cubicBezTo>
                  <a:lnTo>
                    <a:pt x="12786" y="99198"/>
                  </a:lnTo>
                  <a:cubicBezTo>
                    <a:pt x="12786" y="121242"/>
                    <a:pt x="8156" y="141964"/>
                    <a:pt x="0" y="160922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A988D32-E5AA-483B-0D33-AA94E429E7BE}"/>
              </a:ext>
            </a:extLst>
          </p:cNvPr>
          <p:cNvGrpSpPr>
            <a:grpSpLocks noChangeAspect="1"/>
          </p:cNvGrpSpPr>
          <p:nvPr/>
        </p:nvGrpSpPr>
        <p:grpSpPr>
          <a:xfrm>
            <a:off x="1887362" y="1770423"/>
            <a:ext cx="234536" cy="234536"/>
            <a:chOff x="848274" y="4791308"/>
            <a:chExt cx="450000" cy="450000"/>
          </a:xfrm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EA19CCD-8740-EE39-482C-DB38352B2224}"/>
                </a:ext>
              </a:extLst>
            </p:cNvPr>
            <p:cNvSpPr/>
            <p:nvPr/>
          </p:nvSpPr>
          <p:spPr>
            <a:xfrm>
              <a:off x="848274" y="4791308"/>
              <a:ext cx="450000" cy="450000"/>
            </a:xfrm>
            <a:custGeom>
              <a:avLst/>
              <a:gdLst>
                <a:gd name="connsiteX0" fmla="*/ 225000 w 450000"/>
                <a:gd name="connsiteY0" fmla="*/ 450000 h 450000"/>
                <a:gd name="connsiteX1" fmla="*/ 450000 w 450000"/>
                <a:gd name="connsiteY1" fmla="*/ 225000 h 450000"/>
                <a:gd name="connsiteX2" fmla="*/ 225000 w 450000"/>
                <a:gd name="connsiteY2" fmla="*/ 0 h 450000"/>
                <a:gd name="connsiteX3" fmla="*/ 0 w 450000"/>
                <a:gd name="connsiteY3" fmla="*/ 225000 h 450000"/>
                <a:gd name="connsiteX4" fmla="*/ 225000 w 450000"/>
                <a:gd name="connsiteY4" fmla="*/ 450000 h 45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0" h="450000">
                  <a:moveTo>
                    <a:pt x="225000" y="450000"/>
                  </a:moveTo>
                  <a:cubicBezTo>
                    <a:pt x="349263" y="450000"/>
                    <a:pt x="450000" y="349263"/>
                    <a:pt x="450000" y="225000"/>
                  </a:cubicBezTo>
                  <a:cubicBezTo>
                    <a:pt x="450000" y="100736"/>
                    <a:pt x="349263" y="0"/>
                    <a:pt x="225000" y="0"/>
                  </a:cubicBezTo>
                  <a:cubicBezTo>
                    <a:pt x="100736" y="0"/>
                    <a:pt x="0" y="100736"/>
                    <a:pt x="0" y="225000"/>
                  </a:cubicBezTo>
                  <a:cubicBezTo>
                    <a:pt x="0" y="349263"/>
                    <a:pt x="100736" y="450000"/>
                    <a:pt x="225000" y="450000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0EF86DF-4164-5390-A7D9-6DFCF3E72F21}"/>
                </a:ext>
              </a:extLst>
            </p:cNvPr>
            <p:cNvSpPr/>
            <p:nvPr/>
          </p:nvSpPr>
          <p:spPr>
            <a:xfrm>
              <a:off x="972867" y="4813808"/>
              <a:ext cx="32906" cy="405000"/>
            </a:xfrm>
            <a:custGeom>
              <a:avLst/>
              <a:gdLst>
                <a:gd name="connsiteX0" fmla="*/ 10406 w 32906"/>
                <a:gd name="connsiteY0" fmla="*/ 0 h 405000"/>
                <a:gd name="connsiteX1" fmla="*/ 32906 w 32906"/>
                <a:gd name="connsiteY1" fmla="*/ 0 h 405000"/>
                <a:gd name="connsiteX2" fmla="*/ 32906 w 32906"/>
                <a:gd name="connsiteY2" fmla="*/ 405000 h 405000"/>
                <a:gd name="connsiteX3" fmla="*/ 10406 w 32906"/>
                <a:gd name="connsiteY3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6" h="405000">
                  <a:moveTo>
                    <a:pt x="10406" y="0"/>
                  </a:moveTo>
                  <a:lnTo>
                    <a:pt x="32906" y="0"/>
                  </a:lnTo>
                  <a:cubicBezTo>
                    <a:pt x="-10969" y="131400"/>
                    <a:pt x="-10969" y="273600"/>
                    <a:pt x="32906" y="405000"/>
                  </a:cubicBezTo>
                  <a:lnTo>
                    <a:pt x="10406" y="40500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8E3AFD3-7B4E-BFBE-606A-B9829399C84D}"/>
                </a:ext>
              </a:extLst>
            </p:cNvPr>
            <p:cNvSpPr/>
            <p:nvPr/>
          </p:nvSpPr>
          <p:spPr>
            <a:xfrm>
              <a:off x="1140774" y="4813808"/>
              <a:ext cx="32906" cy="405000"/>
            </a:xfrm>
            <a:custGeom>
              <a:avLst/>
              <a:gdLst>
                <a:gd name="connsiteX0" fmla="*/ 0 w 32906"/>
                <a:gd name="connsiteY0" fmla="*/ 0 h 405000"/>
                <a:gd name="connsiteX1" fmla="*/ 0 w 32906"/>
                <a:gd name="connsiteY1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906" h="405000">
                  <a:moveTo>
                    <a:pt x="0" y="0"/>
                  </a:moveTo>
                  <a:cubicBezTo>
                    <a:pt x="43875" y="131400"/>
                    <a:pt x="43875" y="273600"/>
                    <a:pt x="0" y="405000"/>
                  </a:cubicBez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674A85F-02B9-A5FC-B28C-DD5877CEA617}"/>
                </a:ext>
              </a:extLst>
            </p:cNvPr>
            <p:cNvSpPr/>
            <p:nvPr/>
          </p:nvSpPr>
          <p:spPr>
            <a:xfrm>
              <a:off x="870774" y="5083808"/>
              <a:ext cx="405000" cy="32906"/>
            </a:xfrm>
            <a:custGeom>
              <a:avLst/>
              <a:gdLst>
                <a:gd name="connsiteX0" fmla="*/ 0 w 405000"/>
                <a:gd name="connsiteY0" fmla="*/ 22500 h 32906"/>
                <a:gd name="connsiteX1" fmla="*/ 0 w 405000"/>
                <a:gd name="connsiteY1" fmla="*/ 0 h 32906"/>
                <a:gd name="connsiteX2" fmla="*/ 405000 w 405000"/>
                <a:gd name="connsiteY2" fmla="*/ 0 h 32906"/>
                <a:gd name="connsiteX3" fmla="*/ 405000 w 405000"/>
                <a:gd name="connsiteY3" fmla="*/ 22500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000" h="32906">
                  <a:moveTo>
                    <a:pt x="0" y="22500"/>
                  </a:moveTo>
                  <a:lnTo>
                    <a:pt x="0" y="0"/>
                  </a:lnTo>
                  <a:cubicBezTo>
                    <a:pt x="131400" y="43875"/>
                    <a:pt x="273600" y="43875"/>
                    <a:pt x="405000" y="0"/>
                  </a:cubicBezTo>
                  <a:lnTo>
                    <a:pt x="405000" y="2250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671283D8-6A71-65BA-5555-70D8DE5AC125}"/>
                </a:ext>
              </a:extLst>
            </p:cNvPr>
            <p:cNvSpPr/>
            <p:nvPr/>
          </p:nvSpPr>
          <p:spPr>
            <a:xfrm>
              <a:off x="870774" y="4915903"/>
              <a:ext cx="405000" cy="32906"/>
            </a:xfrm>
            <a:custGeom>
              <a:avLst/>
              <a:gdLst>
                <a:gd name="connsiteX0" fmla="*/ 0 w 405000"/>
                <a:gd name="connsiteY0" fmla="*/ 32906 h 32906"/>
                <a:gd name="connsiteX1" fmla="*/ 405000 w 405000"/>
                <a:gd name="connsiteY1" fmla="*/ 32906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000" h="32906">
                  <a:moveTo>
                    <a:pt x="0" y="32906"/>
                  </a:moveTo>
                  <a:cubicBezTo>
                    <a:pt x="131400" y="-10969"/>
                    <a:pt x="273600" y="-10969"/>
                    <a:pt x="405000" y="32906"/>
                  </a:cubicBez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3720AE8-2C7C-7EE9-2476-DCA8556235DB}"/>
              </a:ext>
            </a:extLst>
          </p:cNvPr>
          <p:cNvGrpSpPr>
            <a:grpSpLocks noChangeAspect="1"/>
          </p:cNvGrpSpPr>
          <p:nvPr/>
        </p:nvGrpSpPr>
        <p:grpSpPr>
          <a:xfrm>
            <a:off x="5421441" y="4065700"/>
            <a:ext cx="241382" cy="241382"/>
            <a:chOff x="856558" y="1330018"/>
            <a:chExt cx="450000" cy="450000"/>
          </a:xfrm>
        </p:grpSpPr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3C0A721-36FE-D620-6786-AE6A84D31713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0723565-D520-0D6D-5218-AD1C0D7C81E8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ADFB5F5-6D01-49E3-23E5-04BB95E1FDD0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270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6E2F687-B586-57B6-739C-45BC2E336654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060CC9-16ED-BFCE-6D18-488EB9E7D631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AB0F107-A3A6-12C1-2388-FF9461876807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B5F0971-D527-B3AA-2686-A3C386862CDA}"/>
              </a:ext>
            </a:extLst>
          </p:cNvPr>
          <p:cNvGrpSpPr>
            <a:grpSpLocks noChangeAspect="1"/>
          </p:cNvGrpSpPr>
          <p:nvPr/>
        </p:nvGrpSpPr>
        <p:grpSpPr>
          <a:xfrm>
            <a:off x="8958898" y="4065700"/>
            <a:ext cx="241476" cy="241382"/>
            <a:chOff x="7520839" y="2156860"/>
            <a:chExt cx="450085" cy="449906"/>
          </a:xfrm>
        </p:grpSpPr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B71B90D-7B94-7982-103F-38D0208DF58D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CEC1E41-D984-4EDF-9839-A7A669A3E88C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37FC95-1FEB-6A59-9AE3-A659AFC33B81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sp>
        <p:nvSpPr>
          <p:cNvPr id="145" name="Google Shape;697;p10">
            <a:extLst>
              <a:ext uri="{FF2B5EF4-FFF2-40B4-BE49-F238E27FC236}">
                <a16:creationId xmlns:a16="http://schemas.microsoft.com/office/drawing/2014/main" id="{5CCACF2F-C490-3C68-BC16-0D7EC6BD25E0}"/>
              </a:ext>
            </a:extLst>
          </p:cNvPr>
          <p:cNvSpPr/>
          <p:nvPr/>
        </p:nvSpPr>
        <p:spPr>
          <a:xfrm>
            <a:off x="7713179" y="2493537"/>
            <a:ext cx="27329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Зорилт</a:t>
            </a:r>
            <a:endParaRPr lang="en-US" sz="1050" b="1">
              <a:solidFill>
                <a:schemeClr val="accen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46" name="Google Shape;697;p10">
            <a:extLst>
              <a:ext uri="{FF2B5EF4-FFF2-40B4-BE49-F238E27FC236}">
                <a16:creationId xmlns:a16="http://schemas.microsoft.com/office/drawing/2014/main" id="{74136062-2863-0E12-E1BB-0F5C31EB59F0}"/>
              </a:ext>
            </a:extLst>
          </p:cNvPr>
          <p:cNvSpPr/>
          <p:nvPr/>
        </p:nvSpPr>
        <p:spPr>
          <a:xfrm>
            <a:off x="7713179" y="4792237"/>
            <a:ext cx="27329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Санаа</a:t>
            </a:r>
            <a:endParaRPr lang="en-US" sz="1050" b="1">
              <a:solidFill>
                <a:schemeClr val="accen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47" name="Google Shape;697;p10">
            <a:extLst>
              <a:ext uri="{FF2B5EF4-FFF2-40B4-BE49-F238E27FC236}">
                <a16:creationId xmlns:a16="http://schemas.microsoft.com/office/drawing/2014/main" id="{2E92E533-B440-058B-2BBE-16C6D048242B}"/>
              </a:ext>
            </a:extLst>
          </p:cNvPr>
          <p:cNvSpPr/>
          <p:nvPr/>
        </p:nvSpPr>
        <p:spPr>
          <a:xfrm>
            <a:off x="638173" y="2493537"/>
            <a:ext cx="27329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Үр дүн</a:t>
            </a:r>
            <a:endParaRPr lang="en-US" sz="1050" b="1">
              <a:solidFill>
                <a:schemeClr val="accen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48" name="Google Shape;697;p10">
            <a:extLst>
              <a:ext uri="{FF2B5EF4-FFF2-40B4-BE49-F238E27FC236}">
                <a16:creationId xmlns:a16="http://schemas.microsoft.com/office/drawing/2014/main" id="{12ACC504-BAB8-3877-E960-8C037BFEE4E3}"/>
              </a:ext>
            </a:extLst>
          </p:cNvPr>
          <p:cNvSpPr/>
          <p:nvPr/>
        </p:nvSpPr>
        <p:spPr>
          <a:xfrm>
            <a:off x="4175675" y="2493537"/>
            <a:ext cx="27329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Гарчиг</a:t>
            </a:r>
            <a:endParaRPr lang="en-US" sz="1050" b="1">
              <a:solidFill>
                <a:schemeClr val="accen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49" name="Google Shape;697;p10">
            <a:extLst>
              <a:ext uri="{FF2B5EF4-FFF2-40B4-BE49-F238E27FC236}">
                <a16:creationId xmlns:a16="http://schemas.microsoft.com/office/drawing/2014/main" id="{F23779C3-7761-E337-937D-EF1A913462E8}"/>
              </a:ext>
            </a:extLst>
          </p:cNvPr>
          <p:cNvSpPr/>
          <p:nvPr/>
        </p:nvSpPr>
        <p:spPr>
          <a:xfrm>
            <a:off x="638173" y="4792237"/>
            <a:ext cx="27329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Агуулга</a:t>
            </a:r>
            <a:endParaRPr lang="en-US" sz="1050" b="1">
              <a:solidFill>
                <a:schemeClr val="accen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50" name="Google Shape;697;p10">
            <a:extLst>
              <a:ext uri="{FF2B5EF4-FFF2-40B4-BE49-F238E27FC236}">
                <a16:creationId xmlns:a16="http://schemas.microsoft.com/office/drawing/2014/main" id="{8B76F04D-4087-762D-8421-EC49130002AD}"/>
              </a:ext>
            </a:extLst>
          </p:cNvPr>
          <p:cNvSpPr/>
          <p:nvPr/>
        </p:nvSpPr>
        <p:spPr>
          <a:xfrm>
            <a:off x="4175675" y="4792237"/>
            <a:ext cx="27329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mn-MN" sz="11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Тайлбар</a:t>
            </a:r>
            <a:endParaRPr lang="en-US" sz="1050" b="1">
              <a:solidFill>
                <a:schemeClr val="accent1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0314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6D1D2-FB6B-EA35-4EDD-D25F32EC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AC2BCE-2F2E-7677-4C56-2F16E2A58B1C}"/>
              </a:ext>
            </a:extLst>
          </p:cNvPr>
          <p:cNvCxnSpPr>
            <a:cxnSpLocks/>
          </p:cNvCxnSpPr>
          <p:nvPr/>
        </p:nvCxnSpPr>
        <p:spPr>
          <a:xfrm>
            <a:off x="0" y="5588028"/>
            <a:ext cx="11661774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1AD6966-0637-E632-CB17-35F675046D3A}"/>
              </a:ext>
            </a:extLst>
          </p:cNvPr>
          <p:cNvSpPr/>
          <p:nvPr/>
        </p:nvSpPr>
        <p:spPr>
          <a:xfrm>
            <a:off x="0" y="0"/>
            <a:ext cx="12192000" cy="30099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30E16044-B883-ED97-7842-9BB2995AF5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" t="33491" r="38312" b="42902"/>
          <a:stretch>
            <a:fillRect/>
          </a:stretch>
        </p:blipFill>
        <p:spPr>
          <a:xfrm>
            <a:off x="5986" y="0"/>
            <a:ext cx="12186014" cy="30099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31126CE-83A0-1633-F26B-A12BCE8800A5}"/>
              </a:ext>
            </a:extLst>
          </p:cNvPr>
          <p:cNvSpPr/>
          <p:nvPr/>
        </p:nvSpPr>
        <p:spPr>
          <a:xfrm>
            <a:off x="479425" y="2449922"/>
            <a:ext cx="866775" cy="866775"/>
          </a:xfrm>
          <a:prstGeom prst="ellipse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  <a:gs pos="49000">
                <a:schemeClr val="accent2"/>
              </a:gs>
            </a:gsLst>
            <a:lin ang="5400000" scaled="0"/>
            <a:tileRect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F13C6-0159-6916-7AD8-E6E1EAAB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8"/>
          </a:xfrm>
        </p:spPr>
        <p:txBody>
          <a:bodyPr/>
          <a:lstStyle/>
          <a:p>
            <a:r>
              <a:rPr lang="mn-MN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Гол зорилтууд</a:t>
            </a:r>
            <a:endParaRPr lang="en-ID">
              <a:solidFill>
                <a:schemeClr val="bg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6F0C6-59AC-F9E5-C24A-6AA0746E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DE591-0408-2CC9-E56D-2258F2A6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b="1" smtClean="0"/>
              <a:t>18</a:t>
            </a:fld>
            <a:endParaRPr lang="en-ID" b="1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37AFC7-EE6C-A17B-4DD1-BBE988A8BABE}"/>
              </a:ext>
            </a:extLst>
          </p:cNvPr>
          <p:cNvSpPr/>
          <p:nvPr/>
        </p:nvSpPr>
        <p:spPr>
          <a:xfrm>
            <a:off x="3385729" y="2449922"/>
            <a:ext cx="866775" cy="866775"/>
          </a:xfrm>
          <a:prstGeom prst="ellipse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  <a:gs pos="49000">
                <a:schemeClr val="accent2"/>
              </a:gs>
            </a:gsLst>
            <a:lin ang="5400000" scaled="0"/>
            <a:tileRect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931EC2-F085-5DEC-D3F1-F9EED63E2C60}"/>
              </a:ext>
            </a:extLst>
          </p:cNvPr>
          <p:cNvSpPr/>
          <p:nvPr/>
        </p:nvSpPr>
        <p:spPr>
          <a:xfrm>
            <a:off x="6292033" y="2449922"/>
            <a:ext cx="866775" cy="866775"/>
          </a:xfrm>
          <a:prstGeom prst="ellipse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  <a:gs pos="49000">
                <a:schemeClr val="accent2"/>
              </a:gs>
            </a:gsLst>
            <a:lin ang="5400000" scaled="0"/>
            <a:tileRect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92A87-7506-5122-026D-494ACC466964}"/>
              </a:ext>
            </a:extLst>
          </p:cNvPr>
          <p:cNvSpPr/>
          <p:nvPr/>
        </p:nvSpPr>
        <p:spPr>
          <a:xfrm>
            <a:off x="9198336" y="2449922"/>
            <a:ext cx="866775" cy="866775"/>
          </a:xfrm>
          <a:prstGeom prst="ellipse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  <a:gs pos="49000">
                <a:schemeClr val="accent2"/>
              </a:gs>
            </a:gsLst>
            <a:lin ang="5400000" scaled="0"/>
            <a:tileRect/>
          </a:gra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Google Shape;716;p11">
            <a:extLst>
              <a:ext uri="{FF2B5EF4-FFF2-40B4-BE49-F238E27FC236}">
                <a16:creationId xmlns:a16="http://schemas.microsoft.com/office/drawing/2014/main" id="{F5E28D35-F76C-C86A-408B-4C6F147DE002}"/>
              </a:ext>
            </a:extLst>
          </p:cNvPr>
          <p:cNvSpPr txBox="1"/>
          <p:nvPr/>
        </p:nvSpPr>
        <p:spPr>
          <a:xfrm>
            <a:off x="479425" y="3551948"/>
            <a:ext cx="2412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717;p11">
            <a:extLst>
              <a:ext uri="{FF2B5EF4-FFF2-40B4-BE49-F238E27FC236}">
                <a16:creationId xmlns:a16="http://schemas.microsoft.com/office/drawing/2014/main" id="{05939555-4523-B0A1-E936-2743708FD00A}"/>
              </a:ext>
            </a:extLst>
          </p:cNvPr>
          <p:cNvSpPr txBox="1"/>
          <p:nvPr/>
        </p:nvSpPr>
        <p:spPr>
          <a:xfrm>
            <a:off x="479425" y="4039525"/>
            <a:ext cx="2412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Гол үзүүлэлтүүдээ товч дурдана. Хэрэглэгчийн хэрэгцээг нарийн судална.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" name="Google Shape;716;p11">
            <a:extLst>
              <a:ext uri="{FF2B5EF4-FFF2-40B4-BE49-F238E27FC236}">
                <a16:creationId xmlns:a16="http://schemas.microsoft.com/office/drawing/2014/main" id="{6C03DF06-DE1F-55C3-9EE2-7A687947BC91}"/>
              </a:ext>
            </a:extLst>
          </p:cNvPr>
          <p:cNvSpPr txBox="1"/>
          <p:nvPr/>
        </p:nvSpPr>
        <p:spPr>
          <a:xfrm>
            <a:off x="3385729" y="3551948"/>
            <a:ext cx="2412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5" name="Google Shape;717;p11">
            <a:extLst>
              <a:ext uri="{FF2B5EF4-FFF2-40B4-BE49-F238E27FC236}">
                <a16:creationId xmlns:a16="http://schemas.microsoft.com/office/drawing/2014/main" id="{BF54AB59-13C8-CE57-AE7A-8F619AEE20D7}"/>
              </a:ext>
            </a:extLst>
          </p:cNvPr>
          <p:cNvSpPr txBox="1"/>
          <p:nvPr/>
        </p:nvSpPr>
        <p:spPr>
          <a:xfrm>
            <a:off x="3385729" y="4039525"/>
            <a:ext cx="2412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Шинэ боломжийг цаг алдалгүй ашиглана. Үр дүнд суурилсан шийдлийг санал болгоно.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7" name="Google Shape;716;p11">
            <a:extLst>
              <a:ext uri="{FF2B5EF4-FFF2-40B4-BE49-F238E27FC236}">
                <a16:creationId xmlns:a16="http://schemas.microsoft.com/office/drawing/2014/main" id="{1B242B8E-810B-4F0D-2F68-0AA54FC8233D}"/>
              </a:ext>
            </a:extLst>
          </p:cNvPr>
          <p:cNvSpPr txBox="1"/>
          <p:nvPr/>
        </p:nvSpPr>
        <p:spPr>
          <a:xfrm>
            <a:off x="6292033" y="3551948"/>
            <a:ext cx="2412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8" name="Google Shape;717;p11">
            <a:extLst>
              <a:ext uri="{FF2B5EF4-FFF2-40B4-BE49-F238E27FC236}">
                <a16:creationId xmlns:a16="http://schemas.microsoft.com/office/drawing/2014/main" id="{FC8833DC-019C-4B20-AFB8-E88D3190ACB2}"/>
              </a:ext>
            </a:extLst>
          </p:cNvPr>
          <p:cNvSpPr txBox="1"/>
          <p:nvPr/>
        </p:nvSpPr>
        <p:spPr>
          <a:xfrm>
            <a:off x="6292033" y="4039525"/>
            <a:ext cx="2412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Технологийн шинэчлэлийг тасралтгүй нэвтрүүлнэ. Энд гол санаагаа бичнэ үү.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0" name="Google Shape;716;p11">
            <a:extLst>
              <a:ext uri="{FF2B5EF4-FFF2-40B4-BE49-F238E27FC236}">
                <a16:creationId xmlns:a16="http://schemas.microsoft.com/office/drawing/2014/main" id="{67E5ED33-4414-601A-ECCF-6288276E7342}"/>
              </a:ext>
            </a:extLst>
          </p:cNvPr>
          <p:cNvSpPr txBox="1"/>
          <p:nvPr/>
        </p:nvSpPr>
        <p:spPr>
          <a:xfrm>
            <a:off x="9198336" y="3551948"/>
            <a:ext cx="2412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1" name="Google Shape;717;p11">
            <a:extLst>
              <a:ext uri="{FF2B5EF4-FFF2-40B4-BE49-F238E27FC236}">
                <a16:creationId xmlns:a16="http://schemas.microsoft.com/office/drawing/2014/main" id="{829A09F0-0286-841D-6E03-0F060F0F3E3F}"/>
              </a:ext>
            </a:extLst>
          </p:cNvPr>
          <p:cNvSpPr txBox="1"/>
          <p:nvPr/>
        </p:nvSpPr>
        <p:spPr>
          <a:xfrm>
            <a:off x="9198336" y="4039525"/>
            <a:ext cx="2412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Үзэгчдэд хэрэгтэй мэдээллийг өгнө. Тоо баримт, жишээ ашиглавал илүү үр дүнтэй.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3DD183-87FA-1A44-907A-0922B3A79EFB}"/>
              </a:ext>
            </a:extLst>
          </p:cNvPr>
          <p:cNvGrpSpPr/>
          <p:nvPr/>
        </p:nvGrpSpPr>
        <p:grpSpPr>
          <a:xfrm>
            <a:off x="479425" y="5328370"/>
            <a:ext cx="9238229" cy="519316"/>
            <a:chOff x="653154" y="5347393"/>
            <a:chExt cx="9238229" cy="519316"/>
          </a:xfrm>
          <a:solidFill>
            <a:schemeClr val="accent4"/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38D146-86F8-E564-BDA1-826EF672D030}"/>
                </a:ext>
              </a:extLst>
            </p:cNvPr>
            <p:cNvSpPr/>
            <p:nvPr/>
          </p:nvSpPr>
          <p:spPr>
            <a:xfrm>
              <a:off x="653154" y="5347393"/>
              <a:ext cx="519318" cy="519316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01</a:t>
              </a:r>
              <a:endParaRPr lang="en-ID" sz="1200" b="1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3630D5D-0ED4-12A8-D82D-09D62540FC69}"/>
                </a:ext>
              </a:extLst>
            </p:cNvPr>
            <p:cNvSpPr/>
            <p:nvPr/>
          </p:nvSpPr>
          <p:spPr>
            <a:xfrm>
              <a:off x="3559458" y="5347393"/>
              <a:ext cx="519318" cy="519316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02</a:t>
              </a:r>
              <a:endParaRPr lang="en-ID" sz="1200" b="1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6539402-FA5C-A665-4BE6-42ACBB0E8D98}"/>
                </a:ext>
              </a:extLst>
            </p:cNvPr>
            <p:cNvSpPr/>
            <p:nvPr/>
          </p:nvSpPr>
          <p:spPr>
            <a:xfrm>
              <a:off x="6465762" y="5347393"/>
              <a:ext cx="519318" cy="519316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03</a:t>
              </a:r>
              <a:endParaRPr lang="en-ID" sz="1200" b="1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26088D6-3132-120B-1DCE-ACC949D436CD}"/>
                </a:ext>
              </a:extLst>
            </p:cNvPr>
            <p:cNvSpPr/>
            <p:nvPr/>
          </p:nvSpPr>
          <p:spPr>
            <a:xfrm>
              <a:off x="9372065" y="5347393"/>
              <a:ext cx="519318" cy="519316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04</a:t>
              </a:r>
              <a:endParaRPr lang="en-ID" sz="1200" b="1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8F9D51B-CF98-A8BB-7982-F9998589047A}"/>
              </a:ext>
            </a:extLst>
          </p:cNvPr>
          <p:cNvGrpSpPr/>
          <p:nvPr/>
        </p:nvGrpSpPr>
        <p:grpSpPr>
          <a:xfrm flipH="1">
            <a:off x="11491010" y="5417264"/>
            <a:ext cx="170764" cy="341528"/>
            <a:chOff x="479425" y="4163111"/>
            <a:chExt cx="170764" cy="34152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B6ADE6C-EB47-DC65-2071-CDC41EF79F6F}"/>
                </a:ext>
              </a:extLst>
            </p:cNvPr>
            <p:cNvCxnSpPr/>
            <p:nvPr/>
          </p:nvCxnSpPr>
          <p:spPr>
            <a:xfrm flipV="1">
              <a:off x="479425" y="4163111"/>
              <a:ext cx="170764" cy="170764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9CD94ED-0D76-C352-2D83-D7F613A5E5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425" y="4333875"/>
              <a:ext cx="170764" cy="170764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05C67B9-9027-8990-F757-E0722BBA2CDB}"/>
              </a:ext>
            </a:extLst>
          </p:cNvPr>
          <p:cNvGrpSpPr>
            <a:grpSpLocks noChangeAspect="1"/>
          </p:cNvGrpSpPr>
          <p:nvPr/>
        </p:nvGrpSpPr>
        <p:grpSpPr>
          <a:xfrm>
            <a:off x="736608" y="2707100"/>
            <a:ext cx="352408" cy="352418"/>
            <a:chOff x="3078869" y="2155781"/>
            <a:chExt cx="440880" cy="440898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F0A209C-C7E2-5F73-960A-8B63E7690735}"/>
                </a:ext>
              </a:extLst>
            </p:cNvPr>
            <p:cNvSpPr/>
            <p:nvPr/>
          </p:nvSpPr>
          <p:spPr>
            <a:xfrm>
              <a:off x="3130451" y="2155781"/>
              <a:ext cx="389298" cy="421387"/>
            </a:xfrm>
            <a:custGeom>
              <a:avLst/>
              <a:gdLst>
                <a:gd name="connsiteX0" fmla="*/ 311483 w 389298"/>
                <a:gd name="connsiteY0" fmla="*/ 326913 h 421387"/>
                <a:gd name="connsiteX1" fmla="*/ 320080 w 389298"/>
                <a:gd name="connsiteY1" fmla="*/ 396572 h 421387"/>
                <a:gd name="connsiteX2" fmla="*/ 287014 w 389298"/>
                <a:gd name="connsiteY2" fmla="*/ 418175 h 421387"/>
                <a:gd name="connsiteX3" fmla="*/ 194650 w 389298"/>
                <a:gd name="connsiteY3" fmla="*/ 363286 h 421387"/>
                <a:gd name="connsiteX4" fmla="*/ 164890 w 389298"/>
                <a:gd name="connsiteY4" fmla="*/ 361302 h 421387"/>
                <a:gd name="connsiteX5" fmla="*/ 190902 w 389298"/>
                <a:gd name="connsiteY5" fmla="*/ 291643 h 421387"/>
                <a:gd name="connsiteX6" fmla="*/ 69659 w 389298"/>
                <a:gd name="connsiteY6" fmla="*/ 178336 h 421387"/>
                <a:gd name="connsiteX7" fmla="*/ 882 w 389298"/>
                <a:gd name="connsiteY7" fmla="*/ 198396 h 421387"/>
                <a:gd name="connsiteX8" fmla="*/ 0 w 389298"/>
                <a:gd name="connsiteY8" fmla="*/ 181643 h 421387"/>
                <a:gd name="connsiteX9" fmla="*/ 194650 w 389298"/>
                <a:gd name="connsiteY9" fmla="*/ 0 h 421387"/>
                <a:gd name="connsiteX10" fmla="*/ 389298 w 389298"/>
                <a:gd name="connsiteY10" fmla="*/ 181643 h 421387"/>
                <a:gd name="connsiteX11" fmla="*/ 311483 w 389298"/>
                <a:gd name="connsiteY11" fmla="*/ 326913 h 421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9298" h="421387">
                  <a:moveTo>
                    <a:pt x="311483" y="326913"/>
                  </a:moveTo>
                  <a:lnTo>
                    <a:pt x="320080" y="396572"/>
                  </a:lnTo>
                  <a:cubicBezTo>
                    <a:pt x="322285" y="414869"/>
                    <a:pt x="302665" y="427654"/>
                    <a:pt x="287014" y="418175"/>
                  </a:cubicBezTo>
                  <a:lnTo>
                    <a:pt x="194650" y="363286"/>
                  </a:lnTo>
                  <a:cubicBezTo>
                    <a:pt x="184509" y="363286"/>
                    <a:pt x="174589" y="362625"/>
                    <a:pt x="164890" y="361302"/>
                  </a:cubicBezTo>
                  <a:cubicBezTo>
                    <a:pt x="181203" y="342124"/>
                    <a:pt x="190902" y="317875"/>
                    <a:pt x="190902" y="291643"/>
                  </a:cubicBezTo>
                  <a:cubicBezTo>
                    <a:pt x="190902" y="229038"/>
                    <a:pt x="136674" y="178336"/>
                    <a:pt x="69659" y="178336"/>
                  </a:cubicBezTo>
                  <a:cubicBezTo>
                    <a:pt x="44088" y="178336"/>
                    <a:pt x="20501" y="185611"/>
                    <a:pt x="882" y="198396"/>
                  </a:cubicBezTo>
                  <a:cubicBezTo>
                    <a:pt x="220" y="192885"/>
                    <a:pt x="0" y="187374"/>
                    <a:pt x="0" y="181643"/>
                  </a:cubicBezTo>
                  <a:cubicBezTo>
                    <a:pt x="0" y="81342"/>
                    <a:pt x="87074" y="0"/>
                    <a:pt x="194650" y="0"/>
                  </a:cubicBezTo>
                  <a:cubicBezTo>
                    <a:pt x="302224" y="0"/>
                    <a:pt x="389298" y="81342"/>
                    <a:pt x="389298" y="181643"/>
                  </a:cubicBezTo>
                  <a:cubicBezTo>
                    <a:pt x="389298" y="241162"/>
                    <a:pt x="358657" y="293847"/>
                    <a:pt x="311483" y="326913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65E6EBE-D7BF-B8B1-6733-893286F741F1}"/>
                </a:ext>
              </a:extLst>
            </p:cNvPr>
            <p:cNvSpPr/>
            <p:nvPr/>
          </p:nvSpPr>
          <p:spPr>
            <a:xfrm>
              <a:off x="3078869" y="2334119"/>
              <a:ext cx="242484" cy="262560"/>
            </a:xfrm>
            <a:custGeom>
              <a:avLst/>
              <a:gdLst>
                <a:gd name="connsiteX0" fmla="*/ 242484 w 242484"/>
                <a:gd name="connsiteY0" fmla="*/ 113304 h 262560"/>
                <a:gd name="connsiteX1" fmla="*/ 216472 w 242484"/>
                <a:gd name="connsiteY1" fmla="*/ 182966 h 262560"/>
                <a:gd name="connsiteX2" fmla="*/ 121242 w 242484"/>
                <a:gd name="connsiteY2" fmla="*/ 226390 h 262560"/>
                <a:gd name="connsiteX3" fmla="*/ 63707 w 242484"/>
                <a:gd name="connsiteY3" fmla="*/ 260558 h 262560"/>
                <a:gd name="connsiteX4" fmla="*/ 42986 w 242484"/>
                <a:gd name="connsiteY4" fmla="*/ 247111 h 262560"/>
                <a:gd name="connsiteX5" fmla="*/ 48497 w 242484"/>
                <a:gd name="connsiteY5" fmla="*/ 203687 h 262560"/>
                <a:gd name="connsiteX6" fmla="*/ 0 w 242484"/>
                <a:gd name="connsiteY6" fmla="*/ 113304 h 262560"/>
                <a:gd name="connsiteX7" fmla="*/ 52465 w 242484"/>
                <a:gd name="connsiteY7" fmla="*/ 20060 h 262560"/>
                <a:gd name="connsiteX8" fmla="*/ 121242 w 242484"/>
                <a:gd name="connsiteY8" fmla="*/ 0 h 262560"/>
                <a:gd name="connsiteX9" fmla="*/ 242484 w 242484"/>
                <a:gd name="connsiteY9" fmla="*/ 113304 h 26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484" h="262560">
                  <a:moveTo>
                    <a:pt x="242484" y="113304"/>
                  </a:moveTo>
                  <a:cubicBezTo>
                    <a:pt x="242484" y="139537"/>
                    <a:pt x="232785" y="163787"/>
                    <a:pt x="216472" y="182966"/>
                  </a:cubicBezTo>
                  <a:cubicBezTo>
                    <a:pt x="194649" y="209418"/>
                    <a:pt x="160040" y="226390"/>
                    <a:pt x="121242" y="226390"/>
                  </a:cubicBezTo>
                  <a:lnTo>
                    <a:pt x="63707" y="260558"/>
                  </a:lnTo>
                  <a:cubicBezTo>
                    <a:pt x="54008" y="266510"/>
                    <a:pt x="41663" y="258354"/>
                    <a:pt x="42986" y="247111"/>
                  </a:cubicBezTo>
                  <a:lnTo>
                    <a:pt x="48497" y="203687"/>
                  </a:lnTo>
                  <a:cubicBezTo>
                    <a:pt x="18958" y="183186"/>
                    <a:pt x="0" y="150338"/>
                    <a:pt x="0" y="113304"/>
                  </a:cubicBezTo>
                  <a:cubicBezTo>
                    <a:pt x="0" y="74507"/>
                    <a:pt x="20721" y="40341"/>
                    <a:pt x="52465" y="20060"/>
                  </a:cubicBezTo>
                  <a:cubicBezTo>
                    <a:pt x="72084" y="7275"/>
                    <a:pt x="95671" y="0"/>
                    <a:pt x="121242" y="0"/>
                  </a:cubicBezTo>
                  <a:cubicBezTo>
                    <a:pt x="188256" y="0"/>
                    <a:pt x="242484" y="50699"/>
                    <a:pt x="242484" y="113304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69DCD6-93AD-4DF3-5F53-57692BDD7F69}"/>
              </a:ext>
            </a:extLst>
          </p:cNvPr>
          <p:cNvGrpSpPr>
            <a:grpSpLocks noChangeAspect="1"/>
          </p:cNvGrpSpPr>
          <p:nvPr/>
        </p:nvGrpSpPr>
        <p:grpSpPr>
          <a:xfrm>
            <a:off x="3651964" y="2707098"/>
            <a:ext cx="334304" cy="352422"/>
            <a:chOff x="6414583" y="3033986"/>
            <a:chExt cx="439118" cy="462924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63E89BB-2A76-5761-7DEE-8277B5AF8343}"/>
                </a:ext>
              </a:extLst>
            </p:cNvPr>
            <p:cNvSpPr/>
            <p:nvPr/>
          </p:nvSpPr>
          <p:spPr>
            <a:xfrm>
              <a:off x="6637449" y="3353624"/>
              <a:ext cx="22044" cy="46292"/>
            </a:xfrm>
            <a:custGeom>
              <a:avLst/>
              <a:gdLst>
                <a:gd name="connsiteX0" fmla="*/ 0 w 22044"/>
                <a:gd name="connsiteY0" fmla="*/ 0 h 46292"/>
                <a:gd name="connsiteX1" fmla="*/ 0 w 22044"/>
                <a:gd name="connsiteY1" fmla="*/ 46292 h 4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46292">
                  <a:moveTo>
                    <a:pt x="0" y="0"/>
                  </a:moveTo>
                  <a:lnTo>
                    <a:pt x="0" y="46292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C23C414-9BD5-F413-1D14-AAFE7ADD14FA}"/>
                </a:ext>
              </a:extLst>
            </p:cNvPr>
            <p:cNvSpPr/>
            <p:nvPr/>
          </p:nvSpPr>
          <p:spPr>
            <a:xfrm>
              <a:off x="6527229" y="3408734"/>
              <a:ext cx="220439" cy="66132"/>
            </a:xfrm>
            <a:custGeom>
              <a:avLst/>
              <a:gdLst>
                <a:gd name="connsiteX0" fmla="*/ 0 w 220439"/>
                <a:gd name="connsiteY0" fmla="*/ 66132 h 66132"/>
                <a:gd name="connsiteX1" fmla="*/ 220440 w 220439"/>
                <a:gd name="connsiteY1" fmla="*/ 66132 h 66132"/>
                <a:gd name="connsiteX2" fmla="*/ 220440 w 220439"/>
                <a:gd name="connsiteY2" fmla="*/ 44088 h 66132"/>
                <a:gd name="connsiteX3" fmla="*/ 176352 w 220439"/>
                <a:gd name="connsiteY3" fmla="*/ 0 h 66132"/>
                <a:gd name="connsiteX4" fmla="*/ 44088 w 220439"/>
                <a:gd name="connsiteY4" fmla="*/ 0 h 66132"/>
                <a:gd name="connsiteX5" fmla="*/ 0 w 220439"/>
                <a:gd name="connsiteY5" fmla="*/ 44088 h 66132"/>
                <a:gd name="connsiteX6" fmla="*/ 0 w 220439"/>
                <a:gd name="connsiteY6" fmla="*/ 66132 h 66132"/>
                <a:gd name="connsiteX7" fmla="*/ 0 w 220439"/>
                <a:gd name="connsiteY7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9" h="66132">
                  <a:moveTo>
                    <a:pt x="0" y="66132"/>
                  </a:moveTo>
                  <a:lnTo>
                    <a:pt x="220440" y="66132"/>
                  </a:lnTo>
                  <a:lnTo>
                    <a:pt x="220440" y="44088"/>
                  </a:lnTo>
                  <a:cubicBezTo>
                    <a:pt x="220440" y="19840"/>
                    <a:pt x="200600" y="0"/>
                    <a:pt x="176352" y="0"/>
                  </a:cubicBezTo>
                  <a:lnTo>
                    <a:pt x="44088" y="0"/>
                  </a:lnTo>
                  <a:cubicBezTo>
                    <a:pt x="19840" y="0"/>
                    <a:pt x="0" y="19840"/>
                    <a:pt x="0" y="44088"/>
                  </a:cubicBezTo>
                  <a:lnTo>
                    <a:pt x="0" y="66132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1905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EDE21A0-801B-5091-2223-F1A8E1310492}"/>
                </a:ext>
              </a:extLst>
            </p:cNvPr>
            <p:cNvSpPr/>
            <p:nvPr/>
          </p:nvSpPr>
          <p:spPr>
            <a:xfrm>
              <a:off x="6505185" y="3474866"/>
              <a:ext cx="264528" cy="22044"/>
            </a:xfrm>
            <a:custGeom>
              <a:avLst/>
              <a:gdLst>
                <a:gd name="connsiteX0" fmla="*/ 0 w 264528"/>
                <a:gd name="connsiteY0" fmla="*/ 0 h 22044"/>
                <a:gd name="connsiteX1" fmla="*/ 264528 w 26452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528" h="22044">
                  <a:moveTo>
                    <a:pt x="0" y="0"/>
                  </a:moveTo>
                  <a:lnTo>
                    <a:pt x="264528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4A445FC-A8B5-5A76-FF46-C8DBBB271A83}"/>
                </a:ext>
              </a:extLst>
            </p:cNvPr>
            <p:cNvSpPr/>
            <p:nvPr/>
          </p:nvSpPr>
          <p:spPr>
            <a:xfrm>
              <a:off x="6479834" y="3033986"/>
              <a:ext cx="308616" cy="308616"/>
            </a:xfrm>
            <a:custGeom>
              <a:avLst/>
              <a:gdLst>
                <a:gd name="connsiteX0" fmla="*/ 154308 w 308616"/>
                <a:gd name="connsiteY0" fmla="*/ 308617 h 308616"/>
                <a:gd name="connsiteX1" fmla="*/ 0 w 308616"/>
                <a:gd name="connsiteY1" fmla="*/ 154308 h 308616"/>
                <a:gd name="connsiteX2" fmla="*/ 0 w 308616"/>
                <a:gd name="connsiteY2" fmla="*/ 88176 h 308616"/>
                <a:gd name="connsiteX3" fmla="*/ 88176 w 308616"/>
                <a:gd name="connsiteY3" fmla="*/ 0 h 308616"/>
                <a:gd name="connsiteX4" fmla="*/ 220440 w 308616"/>
                <a:gd name="connsiteY4" fmla="*/ 0 h 308616"/>
                <a:gd name="connsiteX5" fmla="*/ 308617 w 308616"/>
                <a:gd name="connsiteY5" fmla="*/ 88176 h 308616"/>
                <a:gd name="connsiteX6" fmla="*/ 308617 w 308616"/>
                <a:gd name="connsiteY6" fmla="*/ 154308 h 308616"/>
                <a:gd name="connsiteX7" fmla="*/ 154308 w 308616"/>
                <a:gd name="connsiteY7" fmla="*/ 308617 h 3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616" h="308616">
                  <a:moveTo>
                    <a:pt x="154308" y="308617"/>
                  </a:moveTo>
                  <a:cubicBezTo>
                    <a:pt x="68998" y="308617"/>
                    <a:pt x="0" y="239619"/>
                    <a:pt x="0" y="154308"/>
                  </a:cubicBezTo>
                  <a:lnTo>
                    <a:pt x="0" y="88176"/>
                  </a:lnTo>
                  <a:cubicBezTo>
                    <a:pt x="0" y="39459"/>
                    <a:pt x="39459" y="0"/>
                    <a:pt x="88176" y="0"/>
                  </a:cubicBezTo>
                  <a:lnTo>
                    <a:pt x="220440" y="0"/>
                  </a:lnTo>
                  <a:cubicBezTo>
                    <a:pt x="269158" y="0"/>
                    <a:pt x="308617" y="39459"/>
                    <a:pt x="308617" y="88176"/>
                  </a:cubicBezTo>
                  <a:lnTo>
                    <a:pt x="308617" y="154308"/>
                  </a:lnTo>
                  <a:cubicBezTo>
                    <a:pt x="308617" y="239619"/>
                    <a:pt x="239619" y="308617"/>
                    <a:pt x="154308" y="308617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5C84632-E67E-B819-3EF3-D8BA0B769AAD}"/>
                </a:ext>
              </a:extLst>
            </p:cNvPr>
            <p:cNvSpPr/>
            <p:nvPr/>
          </p:nvSpPr>
          <p:spPr>
            <a:xfrm>
              <a:off x="6414583" y="3085789"/>
              <a:ext cx="75611" cy="160921"/>
            </a:xfrm>
            <a:custGeom>
              <a:avLst/>
              <a:gdLst>
                <a:gd name="connsiteX0" fmla="*/ 75611 w 75611"/>
                <a:gd name="connsiteY0" fmla="*/ 160922 h 160921"/>
                <a:gd name="connsiteX1" fmla="*/ 33066 w 75611"/>
                <a:gd name="connsiteY1" fmla="*/ 134469 h 160921"/>
                <a:gd name="connsiteX2" fmla="*/ 0 w 75611"/>
                <a:gd name="connsiteY2" fmla="*/ 55110 h 160921"/>
                <a:gd name="connsiteX3" fmla="*/ 55110 w 75611"/>
                <a:gd name="connsiteY3" fmla="*/ 0 h 160921"/>
                <a:gd name="connsiteX4" fmla="*/ 69439 w 75611"/>
                <a:gd name="connsiteY4" fmla="*/ 0 h 160921"/>
                <a:gd name="connsiteX5" fmla="*/ 62826 w 75611"/>
                <a:gd name="connsiteY5" fmla="*/ 33066 h 160921"/>
                <a:gd name="connsiteX6" fmla="*/ 62826 w 75611"/>
                <a:gd name="connsiteY6" fmla="*/ 99198 h 160921"/>
                <a:gd name="connsiteX7" fmla="*/ 75611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75611" y="160922"/>
                  </a:moveTo>
                  <a:cubicBezTo>
                    <a:pt x="59078" y="155631"/>
                    <a:pt x="44529" y="145932"/>
                    <a:pt x="33066" y="134469"/>
                  </a:cubicBezTo>
                  <a:cubicBezTo>
                    <a:pt x="13226" y="112425"/>
                    <a:pt x="0" y="85972"/>
                    <a:pt x="0" y="55110"/>
                  </a:cubicBezTo>
                  <a:cubicBezTo>
                    <a:pt x="0" y="24248"/>
                    <a:pt x="24248" y="0"/>
                    <a:pt x="55110" y="0"/>
                  </a:cubicBezTo>
                  <a:lnTo>
                    <a:pt x="69439" y="0"/>
                  </a:lnTo>
                  <a:cubicBezTo>
                    <a:pt x="65030" y="10140"/>
                    <a:pt x="62826" y="21383"/>
                    <a:pt x="62826" y="33066"/>
                  </a:cubicBezTo>
                  <a:lnTo>
                    <a:pt x="62826" y="99198"/>
                  </a:lnTo>
                  <a:cubicBezTo>
                    <a:pt x="62826" y="121242"/>
                    <a:pt x="67455" y="141964"/>
                    <a:pt x="75611" y="160922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62E1BDB-BAC4-FD75-9DFC-998200F00A83}"/>
                </a:ext>
              </a:extLst>
            </p:cNvPr>
            <p:cNvSpPr/>
            <p:nvPr/>
          </p:nvSpPr>
          <p:spPr>
            <a:xfrm>
              <a:off x="6778090" y="3085789"/>
              <a:ext cx="75611" cy="160921"/>
            </a:xfrm>
            <a:custGeom>
              <a:avLst/>
              <a:gdLst>
                <a:gd name="connsiteX0" fmla="*/ 0 w 75611"/>
                <a:gd name="connsiteY0" fmla="*/ 160922 h 160921"/>
                <a:gd name="connsiteX1" fmla="*/ 42545 w 75611"/>
                <a:gd name="connsiteY1" fmla="*/ 134469 h 160921"/>
                <a:gd name="connsiteX2" fmla="*/ 75611 w 75611"/>
                <a:gd name="connsiteY2" fmla="*/ 55110 h 160921"/>
                <a:gd name="connsiteX3" fmla="*/ 20501 w 75611"/>
                <a:gd name="connsiteY3" fmla="*/ 0 h 160921"/>
                <a:gd name="connsiteX4" fmla="*/ 6172 w 75611"/>
                <a:gd name="connsiteY4" fmla="*/ 0 h 160921"/>
                <a:gd name="connsiteX5" fmla="*/ 12786 w 75611"/>
                <a:gd name="connsiteY5" fmla="*/ 33066 h 160921"/>
                <a:gd name="connsiteX6" fmla="*/ 12786 w 75611"/>
                <a:gd name="connsiteY6" fmla="*/ 99198 h 160921"/>
                <a:gd name="connsiteX7" fmla="*/ 0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0" y="160922"/>
                  </a:moveTo>
                  <a:cubicBezTo>
                    <a:pt x="16533" y="155631"/>
                    <a:pt x="31082" y="145932"/>
                    <a:pt x="42545" y="134469"/>
                  </a:cubicBezTo>
                  <a:cubicBezTo>
                    <a:pt x="62385" y="112425"/>
                    <a:pt x="75611" y="85972"/>
                    <a:pt x="75611" y="55110"/>
                  </a:cubicBezTo>
                  <a:cubicBezTo>
                    <a:pt x="75611" y="24248"/>
                    <a:pt x="51363" y="0"/>
                    <a:pt x="20501" y="0"/>
                  </a:cubicBezTo>
                  <a:lnTo>
                    <a:pt x="6172" y="0"/>
                  </a:lnTo>
                  <a:cubicBezTo>
                    <a:pt x="10581" y="10140"/>
                    <a:pt x="12786" y="21383"/>
                    <a:pt x="12786" y="33066"/>
                  </a:cubicBezTo>
                  <a:lnTo>
                    <a:pt x="12786" y="99198"/>
                  </a:lnTo>
                  <a:cubicBezTo>
                    <a:pt x="12786" y="121242"/>
                    <a:pt x="8156" y="141964"/>
                    <a:pt x="0" y="160922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6068E9C-6FBC-3C87-378B-5C466A9CA3D9}"/>
              </a:ext>
            </a:extLst>
          </p:cNvPr>
          <p:cNvGrpSpPr>
            <a:grpSpLocks noChangeAspect="1"/>
          </p:cNvGrpSpPr>
          <p:nvPr/>
        </p:nvGrpSpPr>
        <p:grpSpPr>
          <a:xfrm>
            <a:off x="6549211" y="2717409"/>
            <a:ext cx="352418" cy="331800"/>
            <a:chOff x="10860158" y="3925252"/>
            <a:chExt cx="440819" cy="415033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FF526B0-9CC7-FB9A-C47A-A02D867F7F42}"/>
                </a:ext>
              </a:extLst>
            </p:cNvPr>
            <p:cNvSpPr/>
            <p:nvPr/>
          </p:nvSpPr>
          <p:spPr>
            <a:xfrm>
              <a:off x="11080585" y="4066499"/>
              <a:ext cx="22044" cy="110220"/>
            </a:xfrm>
            <a:custGeom>
              <a:avLst/>
              <a:gdLst>
                <a:gd name="connsiteX0" fmla="*/ 0 w 22044"/>
                <a:gd name="connsiteY0" fmla="*/ 0 h 110220"/>
                <a:gd name="connsiteX1" fmla="*/ 0 w 22044"/>
                <a:gd name="connsiteY1" fmla="*/ 110220 h 11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110220">
                  <a:moveTo>
                    <a:pt x="0" y="0"/>
                  </a:moveTo>
                  <a:lnTo>
                    <a:pt x="0" y="11022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ECFE3D7-7C2F-78E1-51F6-7D31DC6209ED}"/>
                </a:ext>
              </a:extLst>
            </p:cNvPr>
            <p:cNvSpPr/>
            <p:nvPr/>
          </p:nvSpPr>
          <p:spPr>
            <a:xfrm>
              <a:off x="10860158" y="3925252"/>
              <a:ext cx="440819" cy="415033"/>
            </a:xfrm>
            <a:custGeom>
              <a:avLst/>
              <a:gdLst>
                <a:gd name="connsiteX0" fmla="*/ 220429 w 440819"/>
                <a:gd name="connsiteY0" fmla="*/ 414813 h 415033"/>
                <a:gd name="connsiteX1" fmla="*/ 86841 w 440819"/>
                <a:gd name="connsiteY1" fmla="*/ 414813 h 415033"/>
                <a:gd name="connsiteX2" fmla="*/ 15419 w 440819"/>
                <a:gd name="connsiteY2" fmla="*/ 293350 h 415033"/>
                <a:gd name="connsiteX3" fmla="*/ 84196 w 440819"/>
                <a:gd name="connsiteY3" fmla="*/ 169463 h 415033"/>
                <a:gd name="connsiteX4" fmla="*/ 149006 w 440819"/>
                <a:gd name="connsiteY4" fmla="*/ 53071 h 415033"/>
                <a:gd name="connsiteX5" fmla="*/ 291852 w 440819"/>
                <a:gd name="connsiteY5" fmla="*/ 53071 h 415033"/>
                <a:gd name="connsiteX6" fmla="*/ 356661 w 440819"/>
                <a:gd name="connsiteY6" fmla="*/ 169683 h 415033"/>
                <a:gd name="connsiteX7" fmla="*/ 425439 w 440819"/>
                <a:gd name="connsiteY7" fmla="*/ 293571 h 415033"/>
                <a:gd name="connsiteX8" fmla="*/ 354016 w 440819"/>
                <a:gd name="connsiteY8" fmla="*/ 415034 h 415033"/>
                <a:gd name="connsiteX9" fmla="*/ 220429 w 440819"/>
                <a:gd name="connsiteY9" fmla="*/ 415034 h 415033"/>
                <a:gd name="connsiteX10" fmla="*/ 220429 w 440819"/>
                <a:gd name="connsiteY10" fmla="*/ 414813 h 41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0819" h="415033">
                  <a:moveTo>
                    <a:pt x="220429" y="414813"/>
                  </a:moveTo>
                  <a:lnTo>
                    <a:pt x="86841" y="414813"/>
                  </a:lnTo>
                  <a:cubicBezTo>
                    <a:pt x="10348" y="414813"/>
                    <a:pt x="-21615" y="360144"/>
                    <a:pt x="15419" y="293350"/>
                  </a:cubicBezTo>
                  <a:lnTo>
                    <a:pt x="84196" y="169463"/>
                  </a:lnTo>
                  <a:lnTo>
                    <a:pt x="149006" y="53071"/>
                  </a:lnTo>
                  <a:cubicBezTo>
                    <a:pt x="188245" y="-17690"/>
                    <a:pt x="252614" y="-17690"/>
                    <a:pt x="291852" y="53071"/>
                  </a:cubicBezTo>
                  <a:lnTo>
                    <a:pt x="356661" y="169683"/>
                  </a:lnTo>
                  <a:lnTo>
                    <a:pt x="425439" y="293571"/>
                  </a:lnTo>
                  <a:cubicBezTo>
                    <a:pt x="462473" y="360364"/>
                    <a:pt x="430289" y="415034"/>
                    <a:pt x="354016" y="415034"/>
                  </a:cubicBezTo>
                  <a:lnTo>
                    <a:pt x="220429" y="415034"/>
                  </a:lnTo>
                  <a:lnTo>
                    <a:pt x="220429" y="414813"/>
                  </a:ln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EEA5FD0-F51A-CBC6-2162-F389530CF7D6}"/>
                </a:ext>
              </a:extLst>
            </p:cNvPr>
            <p:cNvSpPr/>
            <p:nvPr/>
          </p:nvSpPr>
          <p:spPr>
            <a:xfrm>
              <a:off x="11080464" y="4242851"/>
              <a:ext cx="198" cy="22044"/>
            </a:xfrm>
            <a:custGeom>
              <a:avLst/>
              <a:gdLst>
                <a:gd name="connsiteX0" fmla="*/ 0 w 198"/>
                <a:gd name="connsiteY0" fmla="*/ 0 h 22044"/>
                <a:gd name="connsiteX1" fmla="*/ 198 w 19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8" h="22044">
                  <a:moveTo>
                    <a:pt x="0" y="0"/>
                  </a:moveTo>
                  <a:lnTo>
                    <a:pt x="198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2AEC624-2BD3-E011-EFB5-3CB040DC2C67}"/>
              </a:ext>
            </a:extLst>
          </p:cNvPr>
          <p:cNvGrpSpPr>
            <a:grpSpLocks noChangeAspect="1"/>
          </p:cNvGrpSpPr>
          <p:nvPr/>
        </p:nvGrpSpPr>
        <p:grpSpPr>
          <a:xfrm>
            <a:off x="9455514" y="2707100"/>
            <a:ext cx="352418" cy="352418"/>
            <a:chOff x="5268894" y="4791308"/>
            <a:chExt cx="450000" cy="450000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9DFA648-985B-2C57-762B-0E2A3E6630AB}"/>
                </a:ext>
              </a:extLst>
            </p:cNvPr>
            <p:cNvSpPr/>
            <p:nvPr/>
          </p:nvSpPr>
          <p:spPr>
            <a:xfrm>
              <a:off x="5325144" y="4847558"/>
              <a:ext cx="337500" cy="337500"/>
            </a:xfrm>
            <a:custGeom>
              <a:avLst/>
              <a:gdLst>
                <a:gd name="connsiteX0" fmla="*/ 168750 w 337500"/>
                <a:gd name="connsiteY0" fmla="*/ 337500 h 337500"/>
                <a:gd name="connsiteX1" fmla="*/ 337500 w 337500"/>
                <a:gd name="connsiteY1" fmla="*/ 168750 h 337500"/>
                <a:gd name="connsiteX2" fmla="*/ 168750 w 337500"/>
                <a:gd name="connsiteY2" fmla="*/ 0 h 337500"/>
                <a:gd name="connsiteX3" fmla="*/ 0 w 337500"/>
                <a:gd name="connsiteY3" fmla="*/ 168750 h 337500"/>
                <a:gd name="connsiteX4" fmla="*/ 168750 w 337500"/>
                <a:gd name="connsiteY4" fmla="*/ 337500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0" h="337500">
                  <a:moveTo>
                    <a:pt x="168750" y="337500"/>
                  </a:moveTo>
                  <a:cubicBezTo>
                    <a:pt x="261947" y="337500"/>
                    <a:pt x="337500" y="261947"/>
                    <a:pt x="337500" y="168750"/>
                  </a:cubicBezTo>
                  <a:cubicBezTo>
                    <a:pt x="337500" y="75552"/>
                    <a:pt x="261947" y="0"/>
                    <a:pt x="168750" y="0"/>
                  </a:cubicBezTo>
                  <a:cubicBezTo>
                    <a:pt x="75552" y="0"/>
                    <a:pt x="0" y="75552"/>
                    <a:pt x="0" y="168750"/>
                  </a:cubicBezTo>
                  <a:cubicBezTo>
                    <a:pt x="0" y="261947"/>
                    <a:pt x="75552" y="337500"/>
                    <a:pt x="168750" y="33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59A75D8-11EB-EE69-155B-4D7BB206EDCE}"/>
                </a:ext>
              </a:extLst>
            </p:cNvPr>
            <p:cNvSpPr/>
            <p:nvPr/>
          </p:nvSpPr>
          <p:spPr>
            <a:xfrm>
              <a:off x="5426394" y="4948808"/>
              <a:ext cx="135000" cy="135000"/>
            </a:xfrm>
            <a:custGeom>
              <a:avLst/>
              <a:gdLst>
                <a:gd name="connsiteX0" fmla="*/ 67500 w 135000"/>
                <a:gd name="connsiteY0" fmla="*/ 135000 h 135000"/>
                <a:gd name="connsiteX1" fmla="*/ 135000 w 135000"/>
                <a:gd name="connsiteY1" fmla="*/ 67500 h 135000"/>
                <a:gd name="connsiteX2" fmla="*/ 67500 w 135000"/>
                <a:gd name="connsiteY2" fmla="*/ 0 h 135000"/>
                <a:gd name="connsiteX3" fmla="*/ 0 w 135000"/>
                <a:gd name="connsiteY3" fmla="*/ 67500 h 135000"/>
                <a:gd name="connsiteX4" fmla="*/ 67500 w 135000"/>
                <a:gd name="connsiteY4" fmla="*/ 13500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00" h="135000">
                  <a:moveTo>
                    <a:pt x="67500" y="135000"/>
                  </a:moveTo>
                  <a:cubicBezTo>
                    <a:pt x="104780" y="135000"/>
                    <a:pt x="135000" y="104780"/>
                    <a:pt x="135000" y="67500"/>
                  </a:cubicBezTo>
                  <a:cubicBezTo>
                    <a:pt x="135000" y="30220"/>
                    <a:pt x="104780" y="0"/>
                    <a:pt x="67500" y="0"/>
                  </a:cubicBezTo>
                  <a:cubicBezTo>
                    <a:pt x="30220" y="0"/>
                    <a:pt x="0" y="30220"/>
                    <a:pt x="0" y="67500"/>
                  </a:cubicBezTo>
                  <a:cubicBezTo>
                    <a:pt x="0" y="104780"/>
                    <a:pt x="30220" y="135000"/>
                    <a:pt x="67500" y="1350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3CF871F-B930-5DDB-950D-D8EF97992518}"/>
                </a:ext>
              </a:extLst>
            </p:cNvPr>
            <p:cNvSpPr/>
            <p:nvPr/>
          </p:nvSpPr>
          <p:spPr>
            <a:xfrm>
              <a:off x="5493894" y="4791308"/>
              <a:ext cx="22500" cy="45000"/>
            </a:xfrm>
            <a:custGeom>
              <a:avLst/>
              <a:gdLst>
                <a:gd name="connsiteX0" fmla="*/ 0 w 22500"/>
                <a:gd name="connsiteY0" fmla="*/ 45000 h 45000"/>
                <a:gd name="connsiteX1" fmla="*/ 0 w 22500"/>
                <a:gd name="connsiteY1" fmla="*/ 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4500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D871A7C-EA40-1F20-9BF1-DDCE4193DF8A}"/>
                </a:ext>
              </a:extLst>
            </p:cNvPr>
            <p:cNvSpPr/>
            <p:nvPr/>
          </p:nvSpPr>
          <p:spPr>
            <a:xfrm>
              <a:off x="5268894" y="5016308"/>
              <a:ext cx="45000" cy="22500"/>
            </a:xfrm>
            <a:custGeom>
              <a:avLst/>
              <a:gdLst>
                <a:gd name="connsiteX0" fmla="*/ 45000 w 45000"/>
                <a:gd name="connsiteY0" fmla="*/ 0 h 22500"/>
                <a:gd name="connsiteX1" fmla="*/ 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45000" y="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F2370D7-6912-58FC-A387-84AD1B54344A}"/>
                </a:ext>
              </a:extLst>
            </p:cNvPr>
            <p:cNvSpPr/>
            <p:nvPr/>
          </p:nvSpPr>
          <p:spPr>
            <a:xfrm>
              <a:off x="5493894" y="5196308"/>
              <a:ext cx="22500" cy="45000"/>
            </a:xfrm>
            <a:custGeom>
              <a:avLst/>
              <a:gdLst>
                <a:gd name="connsiteX0" fmla="*/ 0 w 22500"/>
                <a:gd name="connsiteY0" fmla="*/ 0 h 45000"/>
                <a:gd name="connsiteX1" fmla="*/ 0 w 22500"/>
                <a:gd name="connsiteY1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0"/>
                  </a:moveTo>
                  <a:lnTo>
                    <a:pt x="0" y="450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288F41D-B602-B13A-981A-ED225C661D90}"/>
                </a:ext>
              </a:extLst>
            </p:cNvPr>
            <p:cNvSpPr/>
            <p:nvPr/>
          </p:nvSpPr>
          <p:spPr>
            <a:xfrm>
              <a:off x="5673894" y="5016308"/>
              <a:ext cx="45000" cy="22500"/>
            </a:xfrm>
            <a:custGeom>
              <a:avLst/>
              <a:gdLst>
                <a:gd name="connsiteX0" fmla="*/ 0 w 45000"/>
                <a:gd name="connsiteY0" fmla="*/ 0 h 22500"/>
                <a:gd name="connsiteX1" fmla="*/ 4500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534136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DA80C-4FA2-C443-5CC9-D98A90DB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AA4D2E-89DD-5CDC-9B45-E04F76B9BBC3}"/>
              </a:ext>
            </a:extLst>
          </p:cNvPr>
          <p:cNvSpPr/>
          <p:nvPr/>
        </p:nvSpPr>
        <p:spPr>
          <a:xfrm>
            <a:off x="2428877" y="1787345"/>
            <a:ext cx="5563554" cy="1375212"/>
          </a:xfrm>
          <a:prstGeom prst="roundRect">
            <a:avLst>
              <a:gd name="adj" fmla="val 9048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9BE59B-83B1-53D2-F5AA-A0F1DBF59E59}"/>
              </a:ext>
            </a:extLst>
          </p:cNvPr>
          <p:cNvSpPr/>
          <p:nvPr/>
        </p:nvSpPr>
        <p:spPr>
          <a:xfrm>
            <a:off x="2428877" y="3242071"/>
            <a:ext cx="5563554" cy="1375212"/>
          </a:xfrm>
          <a:prstGeom prst="roundRect">
            <a:avLst>
              <a:gd name="adj" fmla="val 9048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DD252D-681E-1508-AB60-5B205C8E249F}"/>
              </a:ext>
            </a:extLst>
          </p:cNvPr>
          <p:cNvSpPr/>
          <p:nvPr/>
        </p:nvSpPr>
        <p:spPr>
          <a:xfrm>
            <a:off x="2428877" y="4696797"/>
            <a:ext cx="5563554" cy="1375212"/>
          </a:xfrm>
          <a:prstGeom prst="roundRect">
            <a:avLst>
              <a:gd name="adj" fmla="val 9048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C6357-6F69-B484-7C98-F26ACFB1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25D38-63A2-74EF-9540-12088F47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19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53D4A15-EBAB-0AB8-275C-D4828772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142BB64D-FB5B-2A22-03B9-FCE35CB2E851}"/>
              </a:ext>
            </a:extLst>
          </p:cNvPr>
          <p:cNvSpPr/>
          <p:nvPr/>
        </p:nvSpPr>
        <p:spPr>
          <a:xfrm rot="16200000" flipV="1">
            <a:off x="121214" y="1540717"/>
            <a:ext cx="4535488" cy="47779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DC03E-7E18-2DFF-7CD1-FFA23DA83D8B}"/>
              </a:ext>
            </a:extLst>
          </p:cNvPr>
          <p:cNvGrpSpPr/>
          <p:nvPr/>
        </p:nvGrpSpPr>
        <p:grpSpPr>
          <a:xfrm>
            <a:off x="820778" y="2240280"/>
            <a:ext cx="3378794" cy="3378794"/>
            <a:chOff x="546100" y="2314127"/>
            <a:chExt cx="3166175" cy="3166176"/>
          </a:xfrm>
        </p:grpSpPr>
        <p:sp>
          <p:nvSpPr>
            <p:cNvPr id="24" name="Google Shape;1251;p21">
              <a:extLst>
                <a:ext uri="{FF2B5EF4-FFF2-40B4-BE49-F238E27FC236}">
                  <a16:creationId xmlns:a16="http://schemas.microsoft.com/office/drawing/2014/main" id="{64475A80-21A7-A6FD-1E48-FF9E9C9FC53B}"/>
                </a:ext>
              </a:extLst>
            </p:cNvPr>
            <p:cNvSpPr/>
            <p:nvPr/>
          </p:nvSpPr>
          <p:spPr>
            <a:xfrm>
              <a:off x="546100" y="2314127"/>
              <a:ext cx="3166175" cy="316617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dist="38100" dir="5400000" algn="t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52;p21">
              <a:extLst>
                <a:ext uri="{FF2B5EF4-FFF2-40B4-BE49-F238E27FC236}">
                  <a16:creationId xmlns:a16="http://schemas.microsoft.com/office/drawing/2014/main" id="{A1FBA53C-BD6F-98DC-E91D-FE4071BB8A4F}"/>
                </a:ext>
              </a:extLst>
            </p:cNvPr>
            <p:cNvSpPr/>
            <p:nvPr/>
          </p:nvSpPr>
          <p:spPr>
            <a:xfrm>
              <a:off x="806333" y="2572296"/>
              <a:ext cx="2645708" cy="264983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dist="38100" dir="5400000" algn="t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53;p21">
              <a:extLst>
                <a:ext uri="{FF2B5EF4-FFF2-40B4-BE49-F238E27FC236}">
                  <a16:creationId xmlns:a16="http://schemas.microsoft.com/office/drawing/2014/main" id="{50832B4B-CB6E-09F7-55E1-0CD9C600D810}"/>
                </a:ext>
              </a:extLst>
            </p:cNvPr>
            <p:cNvSpPr/>
            <p:nvPr/>
          </p:nvSpPr>
          <p:spPr>
            <a:xfrm>
              <a:off x="1064502" y="2832529"/>
              <a:ext cx="2129371" cy="212937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dist="38100" dir="5400000" algn="t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54;p21">
              <a:extLst>
                <a:ext uri="{FF2B5EF4-FFF2-40B4-BE49-F238E27FC236}">
                  <a16:creationId xmlns:a16="http://schemas.microsoft.com/office/drawing/2014/main" id="{3E4F9522-DDDE-460C-7137-B7F8691D8C34}"/>
                </a:ext>
              </a:extLst>
            </p:cNvPr>
            <p:cNvSpPr/>
            <p:nvPr/>
          </p:nvSpPr>
          <p:spPr>
            <a:xfrm>
              <a:off x="1328866" y="3096893"/>
              <a:ext cx="1600643" cy="16006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dist="38100" dir="5400000" algn="t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078D10F0-AEFE-6BD2-D84B-74430F1E1D32}"/>
              </a:ext>
            </a:extLst>
          </p:cNvPr>
          <p:cNvSpPr/>
          <p:nvPr/>
        </p:nvSpPr>
        <p:spPr>
          <a:xfrm>
            <a:off x="4358819" y="3510577"/>
            <a:ext cx="838200" cy="838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567989-3EB7-C230-70FD-FA280CEC2819}"/>
              </a:ext>
            </a:extLst>
          </p:cNvPr>
          <p:cNvSpPr/>
          <p:nvPr/>
        </p:nvSpPr>
        <p:spPr>
          <a:xfrm>
            <a:off x="3821130" y="4965303"/>
            <a:ext cx="838200" cy="838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D76BFA-BDA7-AB39-42D5-CC43274D39EB}"/>
              </a:ext>
            </a:extLst>
          </p:cNvPr>
          <p:cNvSpPr/>
          <p:nvPr/>
        </p:nvSpPr>
        <p:spPr>
          <a:xfrm>
            <a:off x="3821130" y="2055851"/>
            <a:ext cx="838200" cy="83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Google Shape;1245;p21">
            <a:extLst>
              <a:ext uri="{FF2B5EF4-FFF2-40B4-BE49-F238E27FC236}">
                <a16:creationId xmlns:a16="http://schemas.microsoft.com/office/drawing/2014/main" id="{930B11D8-32C8-4025-40DE-034EF723A340}"/>
              </a:ext>
            </a:extLst>
          </p:cNvPr>
          <p:cNvSpPr/>
          <p:nvPr/>
        </p:nvSpPr>
        <p:spPr>
          <a:xfrm>
            <a:off x="5445970" y="3525525"/>
            <a:ext cx="2490553" cy="80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mn-MN" sz="20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1" name="Google Shape;1246;p21">
            <a:extLst>
              <a:ext uri="{FF2B5EF4-FFF2-40B4-BE49-F238E27FC236}">
                <a16:creationId xmlns:a16="http://schemas.microsoft.com/office/drawing/2014/main" id="{45EF2CC1-1E1C-2694-C6C7-B0139EB33AFA}"/>
              </a:ext>
            </a:extLst>
          </p:cNvPr>
          <p:cNvSpPr/>
          <p:nvPr/>
        </p:nvSpPr>
        <p:spPr>
          <a:xfrm>
            <a:off x="4972339" y="4980251"/>
            <a:ext cx="2977860" cy="80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mn-MN" sz="20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Дэд гарчиг энд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2" name="Google Shape;1247;p21">
            <a:extLst>
              <a:ext uri="{FF2B5EF4-FFF2-40B4-BE49-F238E27FC236}">
                <a16:creationId xmlns:a16="http://schemas.microsoft.com/office/drawing/2014/main" id="{82E4B1FB-8EC9-B441-5690-B4F216636A69}"/>
              </a:ext>
            </a:extLst>
          </p:cNvPr>
          <p:cNvSpPr/>
          <p:nvPr/>
        </p:nvSpPr>
        <p:spPr>
          <a:xfrm>
            <a:off x="4972339" y="2070799"/>
            <a:ext cx="2977860" cy="80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mn-MN" sz="2000" b="1" i="0" u="none" strike="noStrike" cap="none">
                <a:solidFill>
                  <a:schemeClr val="accent1"/>
                </a:solidFill>
                <a:latin typeface="+mj-lt"/>
                <a:ea typeface="Open Sans"/>
                <a:cs typeface="Open Sans"/>
                <a:sym typeface="Open Sans"/>
              </a:rPr>
              <a:t>Гол санаа энд</a:t>
            </a:r>
            <a:endParaRPr sz="1400" b="0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8EA9A3-7C02-55D3-D165-D877DAACA906}"/>
              </a:ext>
            </a:extLst>
          </p:cNvPr>
          <p:cNvSpPr/>
          <p:nvPr/>
        </p:nvSpPr>
        <p:spPr>
          <a:xfrm>
            <a:off x="7711920" y="3628927"/>
            <a:ext cx="601500" cy="601500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F63CE37-9E44-B350-8410-200C26C0299D}"/>
              </a:ext>
            </a:extLst>
          </p:cNvPr>
          <p:cNvSpPr/>
          <p:nvPr/>
        </p:nvSpPr>
        <p:spPr>
          <a:xfrm>
            <a:off x="7711920" y="5083653"/>
            <a:ext cx="601500" cy="6015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4E87B63-523B-9A31-92C8-0B2CFCFDFC7F}"/>
              </a:ext>
            </a:extLst>
          </p:cNvPr>
          <p:cNvSpPr/>
          <p:nvPr/>
        </p:nvSpPr>
        <p:spPr>
          <a:xfrm>
            <a:off x="7711920" y="2174201"/>
            <a:ext cx="601500" cy="601500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Google Shape;1267;p21">
            <a:extLst>
              <a:ext uri="{FF2B5EF4-FFF2-40B4-BE49-F238E27FC236}">
                <a16:creationId xmlns:a16="http://schemas.microsoft.com/office/drawing/2014/main" id="{4CC2B194-4C8F-BB03-27F5-BDF1DE863DFE}"/>
              </a:ext>
            </a:extLst>
          </p:cNvPr>
          <p:cNvSpPr/>
          <p:nvPr/>
        </p:nvSpPr>
        <p:spPr>
          <a:xfrm>
            <a:off x="8765199" y="1982509"/>
            <a:ext cx="276005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0" i="0" u="none" strike="noStrike" cap="none">
                <a:solidFill>
                  <a:srgbClr val="293452"/>
                </a:solidFill>
                <a:latin typeface="+mj-lt"/>
                <a:ea typeface="Open Sans"/>
                <a:cs typeface="Open Sans"/>
                <a:sym typeface="Open Sans"/>
              </a:rPr>
              <a:t>Багаараа хамтран шинэ шийдэл хэрэгжүүлнэ.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7" name="Google Shape;1268;p21">
            <a:extLst>
              <a:ext uri="{FF2B5EF4-FFF2-40B4-BE49-F238E27FC236}">
                <a16:creationId xmlns:a16="http://schemas.microsoft.com/office/drawing/2014/main" id="{7141AED8-DC3F-AB14-6A8F-6066F97CA99C}"/>
              </a:ext>
            </a:extLst>
          </p:cNvPr>
          <p:cNvSpPr/>
          <p:nvPr/>
        </p:nvSpPr>
        <p:spPr>
          <a:xfrm>
            <a:off x="8765199" y="3437236"/>
            <a:ext cx="276005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0" i="0" u="none" strike="noStrike" cap="none">
                <a:solidFill>
                  <a:srgbClr val="293452"/>
                </a:solidFill>
                <a:latin typeface="+mj-lt"/>
                <a:ea typeface="Open Sans"/>
                <a:cs typeface="Open Sans"/>
                <a:sym typeface="Open Sans"/>
              </a:rPr>
              <a:t>Зах зээлийн судалгаанд үндэслэн шийдвэр гаргана.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8" name="Google Shape;1269;p21">
            <a:extLst>
              <a:ext uri="{FF2B5EF4-FFF2-40B4-BE49-F238E27FC236}">
                <a16:creationId xmlns:a16="http://schemas.microsoft.com/office/drawing/2014/main" id="{E533F958-8ED5-4A50-4277-783CC2D9C7E3}"/>
              </a:ext>
            </a:extLst>
          </p:cNvPr>
          <p:cNvSpPr/>
          <p:nvPr/>
        </p:nvSpPr>
        <p:spPr>
          <a:xfrm>
            <a:off x="8765199" y="4891961"/>
            <a:ext cx="276005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0" i="0" u="none" strike="noStrike" cap="none">
                <a:solidFill>
                  <a:srgbClr val="293452"/>
                </a:solidFill>
                <a:latin typeface="+mj-lt"/>
                <a:ea typeface="Open Sans"/>
                <a:cs typeface="Open Sans"/>
                <a:sym typeface="Open Sans"/>
              </a:rPr>
              <a:t>Дараагийн алхмуудаа тодорхой төлөвлөнө. Өсөлтийг тогтмол хэмжиж, сайжруулна.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A7EEE8D-A499-1D71-3884-B85A7E8EC0D1}"/>
              </a:ext>
            </a:extLst>
          </p:cNvPr>
          <p:cNvCxnSpPr/>
          <p:nvPr/>
        </p:nvCxnSpPr>
        <p:spPr>
          <a:xfrm>
            <a:off x="8639175" y="3202315"/>
            <a:ext cx="30734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F9916E1-D323-42E4-722B-AE3A7BE38202}"/>
              </a:ext>
            </a:extLst>
          </p:cNvPr>
          <p:cNvCxnSpPr/>
          <p:nvPr/>
        </p:nvCxnSpPr>
        <p:spPr>
          <a:xfrm>
            <a:off x="8639175" y="4657042"/>
            <a:ext cx="30734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6614FFD-37E9-B325-8BF3-6B8A1D521BA3}"/>
              </a:ext>
            </a:extLst>
          </p:cNvPr>
          <p:cNvGrpSpPr>
            <a:grpSpLocks noChangeAspect="1"/>
          </p:cNvGrpSpPr>
          <p:nvPr/>
        </p:nvGrpSpPr>
        <p:grpSpPr>
          <a:xfrm>
            <a:off x="4636578" y="3758775"/>
            <a:ext cx="282682" cy="341804"/>
            <a:chOff x="884606" y="5668573"/>
            <a:chExt cx="382875" cy="462951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3228081-D9EA-DAC4-C7A3-9C075F93D31E}"/>
                </a:ext>
              </a:extLst>
            </p:cNvPr>
            <p:cNvSpPr/>
            <p:nvPr/>
          </p:nvSpPr>
          <p:spPr>
            <a:xfrm>
              <a:off x="884606" y="5668573"/>
              <a:ext cx="382875" cy="308644"/>
            </a:xfrm>
            <a:custGeom>
              <a:avLst/>
              <a:gdLst>
                <a:gd name="connsiteX0" fmla="*/ 67372 w 382875"/>
                <a:gd name="connsiteY0" fmla="*/ 165576 h 308644"/>
                <a:gd name="connsiteX1" fmla="*/ 67372 w 382875"/>
                <a:gd name="connsiteY1" fmla="*/ 308641 h 308644"/>
                <a:gd name="connsiteX2" fmla="*/ 280318 w 382875"/>
                <a:gd name="connsiteY2" fmla="*/ 308641 h 308644"/>
                <a:gd name="connsiteX3" fmla="*/ 350198 w 382875"/>
                <a:gd name="connsiteY3" fmla="*/ 281747 h 308644"/>
                <a:gd name="connsiteX4" fmla="*/ 296410 w 382875"/>
                <a:gd name="connsiteY4" fmla="*/ 105836 h 308644"/>
                <a:gd name="connsiteX5" fmla="*/ 68254 w 382875"/>
                <a:gd name="connsiteY5" fmla="*/ 165576 h 30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875" h="308644">
                  <a:moveTo>
                    <a:pt x="67372" y="165576"/>
                  </a:moveTo>
                  <a:cubicBezTo>
                    <a:pt x="-22568" y="171969"/>
                    <a:pt x="-22347" y="302248"/>
                    <a:pt x="67372" y="308641"/>
                  </a:cubicBezTo>
                  <a:lnTo>
                    <a:pt x="280318" y="308641"/>
                  </a:lnTo>
                  <a:cubicBezTo>
                    <a:pt x="306110" y="308862"/>
                    <a:pt x="331020" y="299162"/>
                    <a:pt x="350198" y="281747"/>
                  </a:cubicBezTo>
                  <a:cubicBezTo>
                    <a:pt x="413244" y="226637"/>
                    <a:pt x="379516" y="116417"/>
                    <a:pt x="296410" y="105836"/>
                  </a:cubicBezTo>
                  <a:cubicBezTo>
                    <a:pt x="266651" y="-73602"/>
                    <a:pt x="6751" y="-5486"/>
                    <a:pt x="68254" y="165576"/>
                  </a:cubicBez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4BA7393-D0FE-E95E-5031-30CD8CAEE344}"/>
                </a:ext>
              </a:extLst>
            </p:cNvPr>
            <p:cNvSpPr/>
            <p:nvPr/>
          </p:nvSpPr>
          <p:spPr>
            <a:xfrm>
              <a:off x="1076087" y="5977216"/>
              <a:ext cx="22044" cy="66132"/>
            </a:xfrm>
            <a:custGeom>
              <a:avLst/>
              <a:gdLst>
                <a:gd name="connsiteX0" fmla="*/ 0 w 22044"/>
                <a:gd name="connsiteY0" fmla="*/ 0 h 66132"/>
                <a:gd name="connsiteX1" fmla="*/ 0 w 22044"/>
                <a:gd name="connsiteY1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66132">
                  <a:moveTo>
                    <a:pt x="0" y="0"/>
                  </a:moveTo>
                  <a:lnTo>
                    <a:pt x="0" y="66132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B44F4F4-39C8-EB4E-0F26-729B25C97CAA}"/>
                </a:ext>
              </a:extLst>
            </p:cNvPr>
            <p:cNvSpPr/>
            <p:nvPr/>
          </p:nvSpPr>
          <p:spPr>
            <a:xfrm>
              <a:off x="1031999" y="6043348"/>
              <a:ext cx="88176" cy="88176"/>
            </a:xfrm>
            <a:custGeom>
              <a:avLst/>
              <a:gdLst>
                <a:gd name="connsiteX0" fmla="*/ 44088 w 88176"/>
                <a:gd name="connsiteY0" fmla="*/ 88176 h 88176"/>
                <a:gd name="connsiteX1" fmla="*/ 88176 w 88176"/>
                <a:gd name="connsiteY1" fmla="*/ 44088 h 88176"/>
                <a:gd name="connsiteX2" fmla="*/ 44088 w 88176"/>
                <a:gd name="connsiteY2" fmla="*/ 0 h 88176"/>
                <a:gd name="connsiteX3" fmla="*/ 0 w 88176"/>
                <a:gd name="connsiteY3" fmla="*/ 44088 h 88176"/>
                <a:gd name="connsiteX4" fmla="*/ 44088 w 88176"/>
                <a:gd name="connsiteY4" fmla="*/ 88176 h 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76" h="88176">
                  <a:moveTo>
                    <a:pt x="44088" y="88176"/>
                  </a:moveTo>
                  <a:cubicBezTo>
                    <a:pt x="68438" y="88176"/>
                    <a:pt x="88176" y="68438"/>
                    <a:pt x="88176" y="44088"/>
                  </a:cubicBezTo>
                  <a:cubicBezTo>
                    <a:pt x="88176" y="19738"/>
                    <a:pt x="68438" y="0"/>
                    <a:pt x="44088" y="0"/>
                  </a:cubicBezTo>
                  <a:cubicBezTo>
                    <a:pt x="19738" y="0"/>
                    <a:pt x="0" y="19738"/>
                    <a:pt x="0" y="44088"/>
                  </a:cubicBezTo>
                  <a:cubicBezTo>
                    <a:pt x="0" y="68438"/>
                    <a:pt x="19738" y="88176"/>
                    <a:pt x="44088" y="88176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BD9BD75-C8C5-31D1-8771-965F508698F8}"/>
                </a:ext>
              </a:extLst>
            </p:cNvPr>
            <p:cNvSpPr/>
            <p:nvPr/>
          </p:nvSpPr>
          <p:spPr>
            <a:xfrm>
              <a:off x="1120175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B321F04-A77E-A47E-1C0C-BE8F2035DE53}"/>
                </a:ext>
              </a:extLst>
            </p:cNvPr>
            <p:cNvSpPr/>
            <p:nvPr/>
          </p:nvSpPr>
          <p:spPr>
            <a:xfrm>
              <a:off x="943823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2697CC3-48B2-4CD3-01B3-A6E00E886A7A}"/>
              </a:ext>
            </a:extLst>
          </p:cNvPr>
          <p:cNvGrpSpPr>
            <a:grpSpLocks noChangeAspect="1"/>
          </p:cNvGrpSpPr>
          <p:nvPr/>
        </p:nvGrpSpPr>
        <p:grpSpPr>
          <a:xfrm>
            <a:off x="4069328" y="2304049"/>
            <a:ext cx="341804" cy="341804"/>
            <a:chOff x="8636924" y="1277575"/>
            <a:chExt cx="440880" cy="440880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CD30A85-01D6-322D-88AD-A72382FC2A6F}"/>
                </a:ext>
              </a:extLst>
            </p:cNvPr>
            <p:cNvSpPr/>
            <p:nvPr/>
          </p:nvSpPr>
          <p:spPr>
            <a:xfrm>
              <a:off x="8865520" y="1429235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71717CC-D3D1-A78A-B533-A2E6F9F8D765}"/>
                </a:ext>
              </a:extLst>
            </p:cNvPr>
            <p:cNvSpPr/>
            <p:nvPr/>
          </p:nvSpPr>
          <p:spPr>
            <a:xfrm>
              <a:off x="8733476" y="1396169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0D6FC80-0545-B08A-1562-BE119D823CE8}"/>
                </a:ext>
              </a:extLst>
            </p:cNvPr>
            <p:cNvSpPr/>
            <p:nvPr/>
          </p:nvSpPr>
          <p:spPr>
            <a:xfrm>
              <a:off x="8865520" y="1583544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A80ACE3-BFF4-959B-6C68-008B77C1883A}"/>
                </a:ext>
              </a:extLst>
            </p:cNvPr>
            <p:cNvSpPr/>
            <p:nvPr/>
          </p:nvSpPr>
          <p:spPr>
            <a:xfrm>
              <a:off x="8733476" y="1550478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A731D80-2996-EA97-D47C-53259F2F2DDF}"/>
                </a:ext>
              </a:extLst>
            </p:cNvPr>
            <p:cNvSpPr/>
            <p:nvPr/>
          </p:nvSpPr>
          <p:spPr>
            <a:xfrm>
              <a:off x="8636924" y="1277575"/>
              <a:ext cx="440880" cy="440880"/>
            </a:xfrm>
            <a:custGeom>
              <a:avLst/>
              <a:gdLst>
                <a:gd name="connsiteX0" fmla="*/ 154308 w 440880"/>
                <a:gd name="connsiteY0" fmla="*/ 440881 h 440880"/>
                <a:gd name="connsiteX1" fmla="*/ 286573 w 440880"/>
                <a:gd name="connsiteY1" fmla="*/ 440881 h 440880"/>
                <a:gd name="connsiteX2" fmla="*/ 440881 w 440880"/>
                <a:gd name="connsiteY2" fmla="*/ 286573 h 440880"/>
                <a:gd name="connsiteX3" fmla="*/ 440881 w 440880"/>
                <a:gd name="connsiteY3" fmla="*/ 154308 h 440880"/>
                <a:gd name="connsiteX4" fmla="*/ 286573 w 440880"/>
                <a:gd name="connsiteY4" fmla="*/ 0 h 440880"/>
                <a:gd name="connsiteX5" fmla="*/ 154308 w 440880"/>
                <a:gd name="connsiteY5" fmla="*/ 0 h 440880"/>
                <a:gd name="connsiteX6" fmla="*/ 0 w 440880"/>
                <a:gd name="connsiteY6" fmla="*/ 154308 h 440880"/>
                <a:gd name="connsiteX7" fmla="*/ 0 w 440880"/>
                <a:gd name="connsiteY7" fmla="*/ 286573 h 440880"/>
                <a:gd name="connsiteX8" fmla="*/ 154308 w 440880"/>
                <a:gd name="connsiteY8" fmla="*/ 440881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880" h="440880">
                  <a:moveTo>
                    <a:pt x="154308" y="440881"/>
                  </a:move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154308"/>
                  </a:lnTo>
                  <a:cubicBezTo>
                    <a:pt x="440881" y="44088"/>
                    <a:pt x="396793" y="0"/>
                    <a:pt x="286573" y="0"/>
                  </a:cubicBez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8D4F68E-C58F-F607-626C-A38FA4CC811A}"/>
              </a:ext>
            </a:extLst>
          </p:cNvPr>
          <p:cNvGrpSpPr>
            <a:grpSpLocks noChangeAspect="1"/>
          </p:cNvGrpSpPr>
          <p:nvPr/>
        </p:nvGrpSpPr>
        <p:grpSpPr>
          <a:xfrm>
            <a:off x="4078112" y="5213499"/>
            <a:ext cx="324236" cy="341808"/>
            <a:chOff x="6414583" y="3033986"/>
            <a:chExt cx="439118" cy="462924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2D136D2-F231-0806-66D6-37AB7D6402D5}"/>
                </a:ext>
              </a:extLst>
            </p:cNvPr>
            <p:cNvSpPr/>
            <p:nvPr/>
          </p:nvSpPr>
          <p:spPr>
            <a:xfrm>
              <a:off x="6637449" y="3353624"/>
              <a:ext cx="22044" cy="46292"/>
            </a:xfrm>
            <a:custGeom>
              <a:avLst/>
              <a:gdLst>
                <a:gd name="connsiteX0" fmla="*/ 0 w 22044"/>
                <a:gd name="connsiteY0" fmla="*/ 0 h 46292"/>
                <a:gd name="connsiteX1" fmla="*/ 0 w 22044"/>
                <a:gd name="connsiteY1" fmla="*/ 46292 h 4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46292">
                  <a:moveTo>
                    <a:pt x="0" y="0"/>
                  </a:moveTo>
                  <a:lnTo>
                    <a:pt x="0" y="46292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F924BB0-28AB-1072-0319-24038AA61B2D}"/>
                </a:ext>
              </a:extLst>
            </p:cNvPr>
            <p:cNvSpPr/>
            <p:nvPr/>
          </p:nvSpPr>
          <p:spPr>
            <a:xfrm>
              <a:off x="6527229" y="3408734"/>
              <a:ext cx="220439" cy="66132"/>
            </a:xfrm>
            <a:custGeom>
              <a:avLst/>
              <a:gdLst>
                <a:gd name="connsiteX0" fmla="*/ 0 w 220439"/>
                <a:gd name="connsiteY0" fmla="*/ 66132 h 66132"/>
                <a:gd name="connsiteX1" fmla="*/ 220440 w 220439"/>
                <a:gd name="connsiteY1" fmla="*/ 66132 h 66132"/>
                <a:gd name="connsiteX2" fmla="*/ 220440 w 220439"/>
                <a:gd name="connsiteY2" fmla="*/ 44088 h 66132"/>
                <a:gd name="connsiteX3" fmla="*/ 176352 w 220439"/>
                <a:gd name="connsiteY3" fmla="*/ 0 h 66132"/>
                <a:gd name="connsiteX4" fmla="*/ 44088 w 220439"/>
                <a:gd name="connsiteY4" fmla="*/ 0 h 66132"/>
                <a:gd name="connsiteX5" fmla="*/ 0 w 220439"/>
                <a:gd name="connsiteY5" fmla="*/ 44088 h 66132"/>
                <a:gd name="connsiteX6" fmla="*/ 0 w 220439"/>
                <a:gd name="connsiteY6" fmla="*/ 66132 h 66132"/>
                <a:gd name="connsiteX7" fmla="*/ 0 w 220439"/>
                <a:gd name="connsiteY7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9" h="66132">
                  <a:moveTo>
                    <a:pt x="0" y="66132"/>
                  </a:moveTo>
                  <a:lnTo>
                    <a:pt x="220440" y="66132"/>
                  </a:lnTo>
                  <a:lnTo>
                    <a:pt x="220440" y="44088"/>
                  </a:lnTo>
                  <a:cubicBezTo>
                    <a:pt x="220440" y="19840"/>
                    <a:pt x="200600" y="0"/>
                    <a:pt x="176352" y="0"/>
                  </a:cubicBezTo>
                  <a:lnTo>
                    <a:pt x="44088" y="0"/>
                  </a:lnTo>
                  <a:cubicBezTo>
                    <a:pt x="19840" y="0"/>
                    <a:pt x="0" y="19840"/>
                    <a:pt x="0" y="44088"/>
                  </a:cubicBezTo>
                  <a:lnTo>
                    <a:pt x="0" y="66132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222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0F06CF5-D184-D67A-5381-463066F12753}"/>
                </a:ext>
              </a:extLst>
            </p:cNvPr>
            <p:cNvSpPr/>
            <p:nvPr/>
          </p:nvSpPr>
          <p:spPr>
            <a:xfrm>
              <a:off x="6505185" y="3474866"/>
              <a:ext cx="264528" cy="22044"/>
            </a:xfrm>
            <a:custGeom>
              <a:avLst/>
              <a:gdLst>
                <a:gd name="connsiteX0" fmla="*/ 0 w 264528"/>
                <a:gd name="connsiteY0" fmla="*/ 0 h 22044"/>
                <a:gd name="connsiteX1" fmla="*/ 264528 w 26452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528" h="22044">
                  <a:moveTo>
                    <a:pt x="0" y="0"/>
                  </a:moveTo>
                  <a:lnTo>
                    <a:pt x="264528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4206EBE-7734-958A-FEBF-1DA14C4A2ADB}"/>
                </a:ext>
              </a:extLst>
            </p:cNvPr>
            <p:cNvSpPr/>
            <p:nvPr/>
          </p:nvSpPr>
          <p:spPr>
            <a:xfrm>
              <a:off x="6479834" y="3033986"/>
              <a:ext cx="308616" cy="308616"/>
            </a:xfrm>
            <a:custGeom>
              <a:avLst/>
              <a:gdLst>
                <a:gd name="connsiteX0" fmla="*/ 154308 w 308616"/>
                <a:gd name="connsiteY0" fmla="*/ 308617 h 308616"/>
                <a:gd name="connsiteX1" fmla="*/ 0 w 308616"/>
                <a:gd name="connsiteY1" fmla="*/ 154308 h 308616"/>
                <a:gd name="connsiteX2" fmla="*/ 0 w 308616"/>
                <a:gd name="connsiteY2" fmla="*/ 88176 h 308616"/>
                <a:gd name="connsiteX3" fmla="*/ 88176 w 308616"/>
                <a:gd name="connsiteY3" fmla="*/ 0 h 308616"/>
                <a:gd name="connsiteX4" fmla="*/ 220440 w 308616"/>
                <a:gd name="connsiteY4" fmla="*/ 0 h 308616"/>
                <a:gd name="connsiteX5" fmla="*/ 308617 w 308616"/>
                <a:gd name="connsiteY5" fmla="*/ 88176 h 308616"/>
                <a:gd name="connsiteX6" fmla="*/ 308617 w 308616"/>
                <a:gd name="connsiteY6" fmla="*/ 154308 h 308616"/>
                <a:gd name="connsiteX7" fmla="*/ 154308 w 308616"/>
                <a:gd name="connsiteY7" fmla="*/ 308617 h 3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616" h="308616">
                  <a:moveTo>
                    <a:pt x="154308" y="308617"/>
                  </a:moveTo>
                  <a:cubicBezTo>
                    <a:pt x="68998" y="308617"/>
                    <a:pt x="0" y="239619"/>
                    <a:pt x="0" y="154308"/>
                  </a:cubicBezTo>
                  <a:lnTo>
                    <a:pt x="0" y="88176"/>
                  </a:lnTo>
                  <a:cubicBezTo>
                    <a:pt x="0" y="39459"/>
                    <a:pt x="39459" y="0"/>
                    <a:pt x="88176" y="0"/>
                  </a:cubicBezTo>
                  <a:lnTo>
                    <a:pt x="220440" y="0"/>
                  </a:lnTo>
                  <a:cubicBezTo>
                    <a:pt x="269158" y="0"/>
                    <a:pt x="308617" y="39459"/>
                    <a:pt x="308617" y="88176"/>
                  </a:cubicBezTo>
                  <a:lnTo>
                    <a:pt x="308617" y="154308"/>
                  </a:lnTo>
                  <a:cubicBezTo>
                    <a:pt x="308617" y="239619"/>
                    <a:pt x="239619" y="308617"/>
                    <a:pt x="154308" y="308617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CC10B29-029D-CBB0-25E1-57BDE180CF9F}"/>
                </a:ext>
              </a:extLst>
            </p:cNvPr>
            <p:cNvSpPr/>
            <p:nvPr/>
          </p:nvSpPr>
          <p:spPr>
            <a:xfrm>
              <a:off x="6414583" y="3085789"/>
              <a:ext cx="75611" cy="160921"/>
            </a:xfrm>
            <a:custGeom>
              <a:avLst/>
              <a:gdLst>
                <a:gd name="connsiteX0" fmla="*/ 75611 w 75611"/>
                <a:gd name="connsiteY0" fmla="*/ 160922 h 160921"/>
                <a:gd name="connsiteX1" fmla="*/ 33066 w 75611"/>
                <a:gd name="connsiteY1" fmla="*/ 134469 h 160921"/>
                <a:gd name="connsiteX2" fmla="*/ 0 w 75611"/>
                <a:gd name="connsiteY2" fmla="*/ 55110 h 160921"/>
                <a:gd name="connsiteX3" fmla="*/ 55110 w 75611"/>
                <a:gd name="connsiteY3" fmla="*/ 0 h 160921"/>
                <a:gd name="connsiteX4" fmla="*/ 69439 w 75611"/>
                <a:gd name="connsiteY4" fmla="*/ 0 h 160921"/>
                <a:gd name="connsiteX5" fmla="*/ 62826 w 75611"/>
                <a:gd name="connsiteY5" fmla="*/ 33066 h 160921"/>
                <a:gd name="connsiteX6" fmla="*/ 62826 w 75611"/>
                <a:gd name="connsiteY6" fmla="*/ 99198 h 160921"/>
                <a:gd name="connsiteX7" fmla="*/ 75611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75611" y="160922"/>
                  </a:moveTo>
                  <a:cubicBezTo>
                    <a:pt x="59078" y="155631"/>
                    <a:pt x="44529" y="145932"/>
                    <a:pt x="33066" y="134469"/>
                  </a:cubicBezTo>
                  <a:cubicBezTo>
                    <a:pt x="13226" y="112425"/>
                    <a:pt x="0" y="85972"/>
                    <a:pt x="0" y="55110"/>
                  </a:cubicBezTo>
                  <a:cubicBezTo>
                    <a:pt x="0" y="24248"/>
                    <a:pt x="24248" y="0"/>
                    <a:pt x="55110" y="0"/>
                  </a:cubicBezTo>
                  <a:lnTo>
                    <a:pt x="69439" y="0"/>
                  </a:lnTo>
                  <a:cubicBezTo>
                    <a:pt x="65030" y="10140"/>
                    <a:pt x="62826" y="21383"/>
                    <a:pt x="62826" y="33066"/>
                  </a:cubicBezTo>
                  <a:lnTo>
                    <a:pt x="62826" y="99198"/>
                  </a:lnTo>
                  <a:cubicBezTo>
                    <a:pt x="62826" y="121242"/>
                    <a:pt x="67455" y="141964"/>
                    <a:pt x="75611" y="160922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51B3EAB-50D8-9A33-217B-035D76A49EAC}"/>
                </a:ext>
              </a:extLst>
            </p:cNvPr>
            <p:cNvSpPr/>
            <p:nvPr/>
          </p:nvSpPr>
          <p:spPr>
            <a:xfrm>
              <a:off x="6778090" y="3085789"/>
              <a:ext cx="75611" cy="160921"/>
            </a:xfrm>
            <a:custGeom>
              <a:avLst/>
              <a:gdLst>
                <a:gd name="connsiteX0" fmla="*/ 0 w 75611"/>
                <a:gd name="connsiteY0" fmla="*/ 160922 h 160921"/>
                <a:gd name="connsiteX1" fmla="*/ 42545 w 75611"/>
                <a:gd name="connsiteY1" fmla="*/ 134469 h 160921"/>
                <a:gd name="connsiteX2" fmla="*/ 75611 w 75611"/>
                <a:gd name="connsiteY2" fmla="*/ 55110 h 160921"/>
                <a:gd name="connsiteX3" fmla="*/ 20501 w 75611"/>
                <a:gd name="connsiteY3" fmla="*/ 0 h 160921"/>
                <a:gd name="connsiteX4" fmla="*/ 6172 w 75611"/>
                <a:gd name="connsiteY4" fmla="*/ 0 h 160921"/>
                <a:gd name="connsiteX5" fmla="*/ 12786 w 75611"/>
                <a:gd name="connsiteY5" fmla="*/ 33066 h 160921"/>
                <a:gd name="connsiteX6" fmla="*/ 12786 w 75611"/>
                <a:gd name="connsiteY6" fmla="*/ 99198 h 160921"/>
                <a:gd name="connsiteX7" fmla="*/ 0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0" y="160922"/>
                  </a:moveTo>
                  <a:cubicBezTo>
                    <a:pt x="16533" y="155631"/>
                    <a:pt x="31082" y="145932"/>
                    <a:pt x="42545" y="134469"/>
                  </a:cubicBezTo>
                  <a:cubicBezTo>
                    <a:pt x="62385" y="112425"/>
                    <a:pt x="75611" y="85972"/>
                    <a:pt x="75611" y="55110"/>
                  </a:cubicBezTo>
                  <a:cubicBezTo>
                    <a:pt x="75611" y="24248"/>
                    <a:pt x="51363" y="0"/>
                    <a:pt x="20501" y="0"/>
                  </a:cubicBezTo>
                  <a:lnTo>
                    <a:pt x="6172" y="0"/>
                  </a:lnTo>
                  <a:cubicBezTo>
                    <a:pt x="10581" y="10140"/>
                    <a:pt x="12786" y="21383"/>
                    <a:pt x="12786" y="33066"/>
                  </a:cubicBezTo>
                  <a:lnTo>
                    <a:pt x="12786" y="99198"/>
                  </a:lnTo>
                  <a:cubicBezTo>
                    <a:pt x="12786" y="121242"/>
                    <a:pt x="8156" y="141964"/>
                    <a:pt x="0" y="160922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FE5B102-54FC-E383-D1EA-CB893CFFC7FC}"/>
              </a:ext>
            </a:extLst>
          </p:cNvPr>
          <p:cNvGrpSpPr/>
          <p:nvPr/>
        </p:nvGrpSpPr>
        <p:grpSpPr>
          <a:xfrm>
            <a:off x="7954254" y="2358118"/>
            <a:ext cx="116833" cy="233666"/>
            <a:chOff x="7711920" y="847725"/>
            <a:chExt cx="180182" cy="360364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71B397D-C07C-A0A3-99E9-314D4CC44C18}"/>
                </a:ext>
              </a:extLst>
            </p:cNvPr>
            <p:cNvCxnSpPr/>
            <p:nvPr/>
          </p:nvCxnSpPr>
          <p:spPr>
            <a:xfrm>
              <a:off x="7711920" y="847725"/>
              <a:ext cx="180182" cy="180182"/>
            </a:xfrm>
            <a:prstGeom prst="line">
              <a:avLst/>
            </a:prstGeom>
            <a:ln w="317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6F45F0A-56E6-2B41-553F-B087B51B0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1920" y="1027907"/>
              <a:ext cx="180182" cy="180182"/>
            </a:xfrm>
            <a:prstGeom prst="line">
              <a:avLst/>
            </a:prstGeom>
            <a:ln w="317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0184AA7-2236-AAFE-E440-8E0512E687CB}"/>
              </a:ext>
            </a:extLst>
          </p:cNvPr>
          <p:cNvGrpSpPr/>
          <p:nvPr/>
        </p:nvGrpSpPr>
        <p:grpSpPr>
          <a:xfrm>
            <a:off x="7954254" y="3812844"/>
            <a:ext cx="116833" cy="233666"/>
            <a:chOff x="7711920" y="847725"/>
            <a:chExt cx="180182" cy="360364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925F845-1269-CF4A-BE39-F5B479172031}"/>
                </a:ext>
              </a:extLst>
            </p:cNvPr>
            <p:cNvCxnSpPr/>
            <p:nvPr/>
          </p:nvCxnSpPr>
          <p:spPr>
            <a:xfrm>
              <a:off x="7711920" y="847725"/>
              <a:ext cx="180182" cy="180182"/>
            </a:xfrm>
            <a:prstGeom prst="line">
              <a:avLst/>
            </a:prstGeom>
            <a:ln w="317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942479F-4553-7DFF-8EB8-5DC98A107A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1920" y="1027907"/>
              <a:ext cx="180182" cy="180182"/>
            </a:xfrm>
            <a:prstGeom prst="line">
              <a:avLst/>
            </a:prstGeom>
            <a:ln w="317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F505700-759F-5D35-8529-21949D5E0646}"/>
              </a:ext>
            </a:extLst>
          </p:cNvPr>
          <p:cNvGrpSpPr/>
          <p:nvPr/>
        </p:nvGrpSpPr>
        <p:grpSpPr>
          <a:xfrm>
            <a:off x="7954254" y="5267570"/>
            <a:ext cx="116833" cy="233666"/>
            <a:chOff x="7711920" y="847725"/>
            <a:chExt cx="180182" cy="360364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13CEB7F-FFB7-D615-06FC-952DF0A65809}"/>
                </a:ext>
              </a:extLst>
            </p:cNvPr>
            <p:cNvCxnSpPr/>
            <p:nvPr/>
          </p:nvCxnSpPr>
          <p:spPr>
            <a:xfrm>
              <a:off x="7711920" y="847725"/>
              <a:ext cx="180182" cy="180182"/>
            </a:xfrm>
            <a:prstGeom prst="line">
              <a:avLst/>
            </a:prstGeom>
            <a:ln w="317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9004674-0894-10FE-E9B8-D94F1FB75C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1920" y="1027907"/>
              <a:ext cx="180182" cy="180182"/>
            </a:xfrm>
            <a:prstGeom prst="line">
              <a:avLst/>
            </a:prstGeom>
            <a:ln w="31750" cap="rnd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F8455C1-DDCD-9FCA-9DC2-E5D28D0B31A1}"/>
              </a:ext>
            </a:extLst>
          </p:cNvPr>
          <p:cNvGrpSpPr>
            <a:grpSpLocks noChangeAspect="1"/>
          </p:cNvGrpSpPr>
          <p:nvPr/>
        </p:nvGrpSpPr>
        <p:grpSpPr>
          <a:xfrm>
            <a:off x="2106023" y="3525525"/>
            <a:ext cx="808304" cy="808304"/>
            <a:chOff x="5268894" y="4791308"/>
            <a:chExt cx="450000" cy="450000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7D80541-5475-9C5D-E196-3C8B960FC361}"/>
                </a:ext>
              </a:extLst>
            </p:cNvPr>
            <p:cNvSpPr/>
            <p:nvPr/>
          </p:nvSpPr>
          <p:spPr>
            <a:xfrm>
              <a:off x="5325144" y="4847558"/>
              <a:ext cx="337500" cy="337500"/>
            </a:xfrm>
            <a:custGeom>
              <a:avLst/>
              <a:gdLst>
                <a:gd name="connsiteX0" fmla="*/ 168750 w 337500"/>
                <a:gd name="connsiteY0" fmla="*/ 337500 h 337500"/>
                <a:gd name="connsiteX1" fmla="*/ 337500 w 337500"/>
                <a:gd name="connsiteY1" fmla="*/ 168750 h 337500"/>
                <a:gd name="connsiteX2" fmla="*/ 168750 w 337500"/>
                <a:gd name="connsiteY2" fmla="*/ 0 h 337500"/>
                <a:gd name="connsiteX3" fmla="*/ 0 w 337500"/>
                <a:gd name="connsiteY3" fmla="*/ 168750 h 337500"/>
                <a:gd name="connsiteX4" fmla="*/ 168750 w 337500"/>
                <a:gd name="connsiteY4" fmla="*/ 337500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0" h="337500">
                  <a:moveTo>
                    <a:pt x="168750" y="337500"/>
                  </a:moveTo>
                  <a:cubicBezTo>
                    <a:pt x="261947" y="337500"/>
                    <a:pt x="337500" y="261947"/>
                    <a:pt x="337500" y="168750"/>
                  </a:cubicBezTo>
                  <a:cubicBezTo>
                    <a:pt x="337500" y="75552"/>
                    <a:pt x="261947" y="0"/>
                    <a:pt x="168750" y="0"/>
                  </a:cubicBezTo>
                  <a:cubicBezTo>
                    <a:pt x="75552" y="0"/>
                    <a:pt x="0" y="75552"/>
                    <a:pt x="0" y="168750"/>
                  </a:cubicBezTo>
                  <a:cubicBezTo>
                    <a:pt x="0" y="261947"/>
                    <a:pt x="75552" y="337500"/>
                    <a:pt x="168750" y="337500"/>
                  </a:cubicBezTo>
                  <a:close/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10C39BE-2862-D1E0-919F-38D05EE5C5CF}"/>
                </a:ext>
              </a:extLst>
            </p:cNvPr>
            <p:cNvSpPr/>
            <p:nvPr/>
          </p:nvSpPr>
          <p:spPr>
            <a:xfrm>
              <a:off x="5426394" y="4948808"/>
              <a:ext cx="135000" cy="135000"/>
            </a:xfrm>
            <a:custGeom>
              <a:avLst/>
              <a:gdLst>
                <a:gd name="connsiteX0" fmla="*/ 67500 w 135000"/>
                <a:gd name="connsiteY0" fmla="*/ 135000 h 135000"/>
                <a:gd name="connsiteX1" fmla="*/ 135000 w 135000"/>
                <a:gd name="connsiteY1" fmla="*/ 67500 h 135000"/>
                <a:gd name="connsiteX2" fmla="*/ 67500 w 135000"/>
                <a:gd name="connsiteY2" fmla="*/ 0 h 135000"/>
                <a:gd name="connsiteX3" fmla="*/ 0 w 135000"/>
                <a:gd name="connsiteY3" fmla="*/ 67500 h 135000"/>
                <a:gd name="connsiteX4" fmla="*/ 67500 w 135000"/>
                <a:gd name="connsiteY4" fmla="*/ 13500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00" h="135000">
                  <a:moveTo>
                    <a:pt x="67500" y="135000"/>
                  </a:moveTo>
                  <a:cubicBezTo>
                    <a:pt x="104780" y="135000"/>
                    <a:pt x="135000" y="104780"/>
                    <a:pt x="135000" y="67500"/>
                  </a:cubicBezTo>
                  <a:cubicBezTo>
                    <a:pt x="135000" y="30220"/>
                    <a:pt x="104780" y="0"/>
                    <a:pt x="67500" y="0"/>
                  </a:cubicBezTo>
                  <a:cubicBezTo>
                    <a:pt x="30220" y="0"/>
                    <a:pt x="0" y="30220"/>
                    <a:pt x="0" y="67500"/>
                  </a:cubicBezTo>
                  <a:cubicBezTo>
                    <a:pt x="0" y="104780"/>
                    <a:pt x="30220" y="135000"/>
                    <a:pt x="67500" y="135000"/>
                  </a:cubicBezTo>
                  <a:close/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BCDEC5E1-75C3-9DEC-73C5-6369BE955208}"/>
                </a:ext>
              </a:extLst>
            </p:cNvPr>
            <p:cNvSpPr/>
            <p:nvPr/>
          </p:nvSpPr>
          <p:spPr>
            <a:xfrm>
              <a:off x="5493894" y="4791308"/>
              <a:ext cx="22500" cy="45000"/>
            </a:xfrm>
            <a:custGeom>
              <a:avLst/>
              <a:gdLst>
                <a:gd name="connsiteX0" fmla="*/ 0 w 22500"/>
                <a:gd name="connsiteY0" fmla="*/ 45000 h 45000"/>
                <a:gd name="connsiteX1" fmla="*/ 0 w 22500"/>
                <a:gd name="connsiteY1" fmla="*/ 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450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56A08BF-388A-269A-46CE-AD1F95B75124}"/>
                </a:ext>
              </a:extLst>
            </p:cNvPr>
            <p:cNvSpPr/>
            <p:nvPr/>
          </p:nvSpPr>
          <p:spPr>
            <a:xfrm>
              <a:off x="5268894" y="5016308"/>
              <a:ext cx="45000" cy="22500"/>
            </a:xfrm>
            <a:custGeom>
              <a:avLst/>
              <a:gdLst>
                <a:gd name="connsiteX0" fmla="*/ 45000 w 45000"/>
                <a:gd name="connsiteY0" fmla="*/ 0 h 22500"/>
                <a:gd name="connsiteX1" fmla="*/ 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45000" y="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7143796-EF3A-EEB3-30CB-59E5D9197FB7}"/>
                </a:ext>
              </a:extLst>
            </p:cNvPr>
            <p:cNvSpPr/>
            <p:nvPr/>
          </p:nvSpPr>
          <p:spPr>
            <a:xfrm>
              <a:off x="5493894" y="5196308"/>
              <a:ext cx="22500" cy="45000"/>
            </a:xfrm>
            <a:custGeom>
              <a:avLst/>
              <a:gdLst>
                <a:gd name="connsiteX0" fmla="*/ 0 w 22500"/>
                <a:gd name="connsiteY0" fmla="*/ 0 h 45000"/>
                <a:gd name="connsiteX1" fmla="*/ 0 w 22500"/>
                <a:gd name="connsiteY1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0"/>
                  </a:moveTo>
                  <a:lnTo>
                    <a:pt x="0" y="4500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6836D6F-DD23-757B-EA0B-0B9CB7CEDF06}"/>
                </a:ext>
              </a:extLst>
            </p:cNvPr>
            <p:cNvSpPr/>
            <p:nvPr/>
          </p:nvSpPr>
          <p:spPr>
            <a:xfrm>
              <a:off x="5673894" y="5016308"/>
              <a:ext cx="45000" cy="22500"/>
            </a:xfrm>
            <a:custGeom>
              <a:avLst/>
              <a:gdLst>
                <a:gd name="connsiteX0" fmla="*/ 0 w 45000"/>
                <a:gd name="connsiteY0" fmla="*/ 0 h 22500"/>
                <a:gd name="connsiteX1" fmla="*/ 4500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376528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03FA-92AD-C93A-556E-AF558810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6813204-CFDC-F5AA-B691-48DE560882FF}"/>
              </a:ext>
            </a:extLst>
          </p:cNvPr>
          <p:cNvSpPr>
            <a:spLocks noChangeAspect="1"/>
          </p:cNvSpPr>
          <p:nvPr/>
        </p:nvSpPr>
        <p:spPr>
          <a:xfrm>
            <a:off x="428623" y="1532114"/>
            <a:ext cx="5502275" cy="2175447"/>
          </a:xfrm>
          <a:prstGeom prst="roundRect">
            <a:avLst>
              <a:gd name="adj" fmla="val 686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A96495-0733-B29F-772D-7A0550B32E9F}"/>
              </a:ext>
            </a:extLst>
          </p:cNvPr>
          <p:cNvSpPr>
            <a:spLocks noChangeAspect="1"/>
          </p:cNvSpPr>
          <p:nvPr/>
        </p:nvSpPr>
        <p:spPr>
          <a:xfrm>
            <a:off x="428623" y="3892155"/>
            <a:ext cx="5502275" cy="2175447"/>
          </a:xfrm>
          <a:prstGeom prst="roundRect">
            <a:avLst>
              <a:gd name="adj" fmla="val 686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FB5403-F835-020D-7555-70C67B0365AB}"/>
              </a:ext>
            </a:extLst>
          </p:cNvPr>
          <p:cNvSpPr>
            <a:spLocks noChangeAspect="1"/>
          </p:cNvSpPr>
          <p:nvPr/>
        </p:nvSpPr>
        <p:spPr>
          <a:xfrm>
            <a:off x="6159499" y="1532114"/>
            <a:ext cx="5502275" cy="2175447"/>
          </a:xfrm>
          <a:prstGeom prst="roundRect">
            <a:avLst>
              <a:gd name="adj" fmla="val 686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34DAC9-77F4-30B6-42C7-E1818CF1B69C}"/>
              </a:ext>
            </a:extLst>
          </p:cNvPr>
          <p:cNvSpPr>
            <a:spLocks noChangeAspect="1"/>
          </p:cNvSpPr>
          <p:nvPr/>
        </p:nvSpPr>
        <p:spPr>
          <a:xfrm>
            <a:off x="6159499" y="3892155"/>
            <a:ext cx="5502275" cy="2175447"/>
          </a:xfrm>
          <a:prstGeom prst="roundRect">
            <a:avLst>
              <a:gd name="adj" fmla="val 686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73277-43A4-48D6-D4E2-5BD211CF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20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5251DAF-1DA2-9B5F-540C-81C846EC1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4D1C872-720F-D9B4-CEF3-756A896C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7"/>
          </a:xfrm>
        </p:spPr>
        <p:txBody>
          <a:bodyPr/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2EB3A0-F726-0735-E354-E474C05136DD}"/>
              </a:ext>
            </a:extLst>
          </p:cNvPr>
          <p:cNvSpPr/>
          <p:nvPr/>
        </p:nvSpPr>
        <p:spPr>
          <a:xfrm rot="8100000" flipV="1">
            <a:off x="4425198" y="2156575"/>
            <a:ext cx="3240000" cy="3240000"/>
          </a:xfrm>
          <a:prstGeom prst="roundRect">
            <a:avLst>
              <a:gd name="adj" fmla="val 12717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62C51B-B00A-DB53-D6E7-2D050F60C5B6}"/>
              </a:ext>
            </a:extLst>
          </p:cNvPr>
          <p:cNvSpPr/>
          <p:nvPr/>
        </p:nvSpPr>
        <p:spPr>
          <a:xfrm>
            <a:off x="4641562" y="2222676"/>
            <a:ext cx="794322" cy="794322"/>
          </a:xfrm>
          <a:prstGeom prst="ellipse">
            <a:avLst/>
          </a:prstGeom>
          <a:solidFill>
            <a:schemeClr val="accent6"/>
          </a:solidFill>
          <a:ln w="47625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01</a:t>
            </a:r>
            <a:endParaRPr lang="en-ID" b="1">
              <a:solidFill>
                <a:schemeClr val="accent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49B207-A18C-3915-8BE2-01B214B7FA80}"/>
              </a:ext>
            </a:extLst>
          </p:cNvPr>
          <p:cNvSpPr/>
          <p:nvPr/>
        </p:nvSpPr>
        <p:spPr>
          <a:xfrm>
            <a:off x="6632287" y="2222676"/>
            <a:ext cx="794322" cy="794322"/>
          </a:xfrm>
          <a:prstGeom prst="ellipse">
            <a:avLst/>
          </a:prstGeom>
          <a:solidFill>
            <a:schemeClr val="accent6"/>
          </a:solidFill>
          <a:ln w="47625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02</a:t>
            </a:r>
            <a:endParaRPr lang="en-ID" b="1">
              <a:solidFill>
                <a:schemeClr val="accent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AC4F0F1-D2EA-AA03-5AA5-8DC96B1405BF}"/>
              </a:ext>
            </a:extLst>
          </p:cNvPr>
          <p:cNvSpPr/>
          <p:nvPr/>
        </p:nvSpPr>
        <p:spPr>
          <a:xfrm>
            <a:off x="4641562" y="4582717"/>
            <a:ext cx="794322" cy="794322"/>
          </a:xfrm>
          <a:prstGeom prst="ellipse">
            <a:avLst/>
          </a:prstGeom>
          <a:solidFill>
            <a:schemeClr val="accent6"/>
          </a:solidFill>
          <a:ln w="47625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03</a:t>
            </a:r>
            <a:endParaRPr lang="en-ID" b="1">
              <a:solidFill>
                <a:schemeClr val="accent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34B6226-0D78-86D3-3F15-ECAAE81FFFA2}"/>
              </a:ext>
            </a:extLst>
          </p:cNvPr>
          <p:cNvSpPr/>
          <p:nvPr/>
        </p:nvSpPr>
        <p:spPr>
          <a:xfrm>
            <a:off x="6632287" y="4582717"/>
            <a:ext cx="794322" cy="794322"/>
          </a:xfrm>
          <a:prstGeom prst="ellipse">
            <a:avLst/>
          </a:prstGeom>
          <a:solidFill>
            <a:schemeClr val="accent6"/>
          </a:solidFill>
          <a:ln w="47625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04</a:t>
            </a:r>
            <a:endParaRPr lang="en-ID" b="1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14D62D-DEC1-E4CB-C874-2E3C2FF47BC7}"/>
              </a:ext>
            </a:extLst>
          </p:cNvPr>
          <p:cNvSpPr txBox="1"/>
          <p:nvPr/>
        </p:nvSpPr>
        <p:spPr>
          <a:xfrm>
            <a:off x="4940298" y="3659459"/>
            <a:ext cx="22098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mn-MN" sz="2400" b="1" i="0" u="none" strike="noStrike" cap="none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Гарчиг </a:t>
            </a:r>
            <a:br>
              <a:rPr lang="mn-MN" sz="2400" b="1" i="0" u="none" strike="noStrike" cap="none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</a:br>
            <a:r>
              <a:rPr lang="mn-MN" sz="2400" b="1" i="0" u="none" strike="noStrike" cap="none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lang="en-ID" sz="2400" b="1">
              <a:solidFill>
                <a:schemeClr val="bg1"/>
              </a:solidFill>
            </a:endParaRPr>
          </a:p>
        </p:txBody>
      </p:sp>
      <p:sp>
        <p:nvSpPr>
          <p:cNvPr id="33" name="Google Shape;1292;p22">
            <a:extLst>
              <a:ext uri="{FF2B5EF4-FFF2-40B4-BE49-F238E27FC236}">
                <a16:creationId xmlns:a16="http://schemas.microsoft.com/office/drawing/2014/main" id="{215DB829-4125-E7BC-6002-7532E770B42D}"/>
              </a:ext>
            </a:extLst>
          </p:cNvPr>
          <p:cNvSpPr txBox="1"/>
          <p:nvPr/>
        </p:nvSpPr>
        <p:spPr>
          <a:xfrm>
            <a:off x="668464" y="2344371"/>
            <a:ext cx="27125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mn-MN" b="1">
                <a:solidFill>
                  <a:srgbClr val="293452"/>
                </a:solidFill>
                <a:latin typeface="+mj-lt"/>
                <a:sym typeface="Open Sans"/>
              </a:rPr>
              <a:t>Тайлбар</a:t>
            </a:r>
            <a:endParaRPr b="1">
              <a:solidFill>
                <a:srgbClr val="293452"/>
              </a:solidFill>
              <a:latin typeface="+mj-lt"/>
              <a:sym typeface="Arial"/>
            </a:endParaRPr>
          </a:p>
        </p:txBody>
      </p:sp>
      <p:sp>
        <p:nvSpPr>
          <p:cNvPr id="34" name="Google Shape;1293;p22">
            <a:extLst>
              <a:ext uri="{FF2B5EF4-FFF2-40B4-BE49-F238E27FC236}">
                <a16:creationId xmlns:a16="http://schemas.microsoft.com/office/drawing/2014/main" id="{46A3A3ED-E123-BA3F-4F86-567ED607AC0B}"/>
              </a:ext>
            </a:extLst>
          </p:cNvPr>
          <p:cNvSpPr txBox="1"/>
          <p:nvPr/>
        </p:nvSpPr>
        <p:spPr>
          <a:xfrm>
            <a:off x="668464" y="2650978"/>
            <a:ext cx="271251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mn-MN" sz="1400">
                <a:solidFill>
                  <a:srgbClr val="293452"/>
                </a:solidFill>
                <a:latin typeface="+mj-lt"/>
                <a:sym typeface="Open Sans"/>
              </a:rPr>
              <a:t>Өсөлтийг тогтмол хэмжиж, сайжруулна. Энэ хэсэгт өөрийн текстээ оруулна уу.</a:t>
            </a:r>
            <a:endParaRPr sz="1400">
              <a:solidFill>
                <a:srgbClr val="293452"/>
              </a:solidFill>
              <a:latin typeface="+mj-lt"/>
              <a:sym typeface="Arial"/>
            </a:endParaRPr>
          </a:p>
        </p:txBody>
      </p:sp>
      <p:sp>
        <p:nvSpPr>
          <p:cNvPr id="35" name="Google Shape;1292;p22">
            <a:extLst>
              <a:ext uri="{FF2B5EF4-FFF2-40B4-BE49-F238E27FC236}">
                <a16:creationId xmlns:a16="http://schemas.microsoft.com/office/drawing/2014/main" id="{606E2895-3FCB-4309-D8CD-631F178D4A5F}"/>
              </a:ext>
            </a:extLst>
          </p:cNvPr>
          <p:cNvSpPr txBox="1"/>
          <p:nvPr/>
        </p:nvSpPr>
        <p:spPr>
          <a:xfrm>
            <a:off x="668464" y="4742057"/>
            <a:ext cx="27125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mn-MN" b="1">
                <a:solidFill>
                  <a:srgbClr val="293452"/>
                </a:solidFill>
                <a:latin typeface="+mj-lt"/>
                <a:sym typeface="Open Sans"/>
              </a:rPr>
              <a:t>Үр дүн</a:t>
            </a:r>
            <a:endParaRPr b="1">
              <a:solidFill>
                <a:srgbClr val="293452"/>
              </a:solidFill>
              <a:latin typeface="+mj-lt"/>
              <a:sym typeface="Arial"/>
            </a:endParaRPr>
          </a:p>
        </p:txBody>
      </p:sp>
      <p:sp>
        <p:nvSpPr>
          <p:cNvPr id="36" name="Google Shape;1293;p22">
            <a:extLst>
              <a:ext uri="{FF2B5EF4-FFF2-40B4-BE49-F238E27FC236}">
                <a16:creationId xmlns:a16="http://schemas.microsoft.com/office/drawing/2014/main" id="{074D290E-73DC-68C6-A240-8BB7F40515BE}"/>
              </a:ext>
            </a:extLst>
          </p:cNvPr>
          <p:cNvSpPr txBox="1"/>
          <p:nvPr/>
        </p:nvSpPr>
        <p:spPr>
          <a:xfrm>
            <a:off x="668464" y="5048664"/>
            <a:ext cx="271251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mn-MN" sz="1400">
                <a:solidFill>
                  <a:srgbClr val="293452"/>
                </a:solidFill>
                <a:latin typeface="+mj-lt"/>
                <a:sym typeface="Open Sans"/>
              </a:rPr>
              <a:t>Хэрэглэгчийн хэрэгцээг нарийн судална. Чанар, хурд, найдвартай байдлыг эрхэмлэнэ.</a:t>
            </a:r>
            <a:endParaRPr sz="1400">
              <a:solidFill>
                <a:srgbClr val="293452"/>
              </a:solidFill>
              <a:latin typeface="+mj-lt"/>
              <a:sym typeface="Arial"/>
            </a:endParaRPr>
          </a:p>
        </p:txBody>
      </p:sp>
      <p:sp>
        <p:nvSpPr>
          <p:cNvPr id="39" name="Google Shape;1292;p22">
            <a:extLst>
              <a:ext uri="{FF2B5EF4-FFF2-40B4-BE49-F238E27FC236}">
                <a16:creationId xmlns:a16="http://schemas.microsoft.com/office/drawing/2014/main" id="{C65ECFD6-EB64-BEF2-F6C4-AECCC682C984}"/>
              </a:ext>
            </a:extLst>
          </p:cNvPr>
          <p:cNvSpPr txBox="1"/>
          <p:nvPr/>
        </p:nvSpPr>
        <p:spPr>
          <a:xfrm>
            <a:off x="8642740" y="2344371"/>
            <a:ext cx="27125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Clr>
                <a:srgbClr val="000000"/>
              </a:buClr>
              <a:buSzPts val="1600"/>
            </a:pPr>
            <a:r>
              <a:rPr lang="mn-MN" b="1">
                <a:solidFill>
                  <a:srgbClr val="293452"/>
                </a:solidFill>
                <a:latin typeface="+mj-lt"/>
                <a:sym typeface="Open Sans"/>
              </a:rPr>
              <a:t>Тайлбар</a:t>
            </a:r>
            <a:endParaRPr b="1">
              <a:solidFill>
                <a:srgbClr val="293452"/>
              </a:solidFill>
              <a:latin typeface="+mj-lt"/>
              <a:sym typeface="Arial"/>
            </a:endParaRPr>
          </a:p>
        </p:txBody>
      </p:sp>
      <p:sp>
        <p:nvSpPr>
          <p:cNvPr id="40" name="Google Shape;1293;p22">
            <a:extLst>
              <a:ext uri="{FF2B5EF4-FFF2-40B4-BE49-F238E27FC236}">
                <a16:creationId xmlns:a16="http://schemas.microsoft.com/office/drawing/2014/main" id="{C8230970-2ABE-5F65-99EF-865B96215B09}"/>
              </a:ext>
            </a:extLst>
          </p:cNvPr>
          <p:cNvSpPr txBox="1"/>
          <p:nvPr/>
        </p:nvSpPr>
        <p:spPr>
          <a:xfrm>
            <a:off x="8642740" y="2650978"/>
            <a:ext cx="271251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Clr>
                <a:srgbClr val="000000"/>
              </a:buClr>
              <a:buSzPts val="1600"/>
            </a:pPr>
            <a:r>
              <a:rPr lang="mn-MN" sz="1400">
                <a:solidFill>
                  <a:srgbClr val="293452"/>
                </a:solidFill>
                <a:latin typeface="+mj-lt"/>
                <a:sym typeface="Open Sans"/>
              </a:rPr>
              <a:t>Үр дүнд суурилсан шийдлийг санал болгоно. Харилцагчидтайгаа урт хугацааны түншлэл тогтооно.</a:t>
            </a:r>
            <a:endParaRPr sz="1400">
              <a:solidFill>
                <a:srgbClr val="293452"/>
              </a:solidFill>
              <a:latin typeface="+mj-lt"/>
              <a:sym typeface="Arial"/>
            </a:endParaRPr>
          </a:p>
        </p:txBody>
      </p:sp>
      <p:sp>
        <p:nvSpPr>
          <p:cNvPr id="41" name="Google Shape;1292;p22">
            <a:extLst>
              <a:ext uri="{FF2B5EF4-FFF2-40B4-BE49-F238E27FC236}">
                <a16:creationId xmlns:a16="http://schemas.microsoft.com/office/drawing/2014/main" id="{30402794-B5D5-970C-A570-FE68618D2A2C}"/>
              </a:ext>
            </a:extLst>
          </p:cNvPr>
          <p:cNvSpPr txBox="1"/>
          <p:nvPr/>
        </p:nvSpPr>
        <p:spPr>
          <a:xfrm>
            <a:off x="8642740" y="4742057"/>
            <a:ext cx="27125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Clr>
                <a:srgbClr val="000000"/>
              </a:buClr>
              <a:buSzPts val="1600"/>
            </a:pPr>
            <a:r>
              <a:rPr lang="mn-MN" b="1">
                <a:solidFill>
                  <a:srgbClr val="293452"/>
                </a:solidFill>
                <a:latin typeface="+mj-lt"/>
                <a:sym typeface="Open Sans"/>
              </a:rPr>
              <a:t>Үр дүн</a:t>
            </a:r>
            <a:endParaRPr b="1">
              <a:solidFill>
                <a:srgbClr val="293452"/>
              </a:solidFill>
              <a:latin typeface="+mj-lt"/>
              <a:sym typeface="Arial"/>
            </a:endParaRPr>
          </a:p>
        </p:txBody>
      </p:sp>
      <p:sp>
        <p:nvSpPr>
          <p:cNvPr id="42" name="Google Shape;1293;p22">
            <a:extLst>
              <a:ext uri="{FF2B5EF4-FFF2-40B4-BE49-F238E27FC236}">
                <a16:creationId xmlns:a16="http://schemas.microsoft.com/office/drawing/2014/main" id="{A30CD02C-EC16-C622-BA61-C4B4CB009FEB}"/>
              </a:ext>
            </a:extLst>
          </p:cNvPr>
          <p:cNvSpPr txBox="1"/>
          <p:nvPr/>
        </p:nvSpPr>
        <p:spPr>
          <a:xfrm>
            <a:off x="8642740" y="5048664"/>
            <a:ext cx="271251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Clr>
                <a:srgbClr val="000000"/>
              </a:buClr>
              <a:buSzPts val="1600"/>
            </a:pPr>
            <a:r>
              <a:rPr lang="mn-MN" sz="1400">
                <a:solidFill>
                  <a:srgbClr val="293452"/>
                </a:solidFill>
                <a:latin typeface="+mj-lt"/>
                <a:sym typeface="Open Sans"/>
              </a:rPr>
              <a:t>Энд гол санаагаа бичнэ үү. Товч бөгөөд ойлгомжтой тайлбар. Үзэгчдэд хэрэгтэй мэдээллийг өгнө.</a:t>
            </a:r>
            <a:endParaRPr sz="1400">
              <a:solidFill>
                <a:srgbClr val="293452"/>
              </a:solidFill>
              <a:latin typeface="+mj-lt"/>
              <a:sym typeface="Arial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49C4CB5-7C15-6452-C104-9A251219EF2B}"/>
              </a:ext>
            </a:extLst>
          </p:cNvPr>
          <p:cNvGrpSpPr>
            <a:grpSpLocks noChangeAspect="1"/>
          </p:cNvGrpSpPr>
          <p:nvPr/>
        </p:nvGrpSpPr>
        <p:grpSpPr>
          <a:xfrm>
            <a:off x="11103851" y="1726909"/>
            <a:ext cx="251407" cy="360000"/>
            <a:chOff x="3146127" y="3913103"/>
            <a:chExt cx="311284" cy="445727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CC51EF4-1690-33D1-8C2E-5228C2EEDEE4}"/>
                </a:ext>
              </a:extLst>
            </p:cNvPr>
            <p:cNvSpPr/>
            <p:nvPr/>
          </p:nvSpPr>
          <p:spPr>
            <a:xfrm>
              <a:off x="3354811" y="4262528"/>
              <a:ext cx="102600" cy="68399"/>
            </a:xfrm>
            <a:custGeom>
              <a:avLst/>
              <a:gdLst>
                <a:gd name="connsiteX0" fmla="*/ 0 w 102600"/>
                <a:gd name="connsiteY0" fmla="*/ 34200 h 68399"/>
                <a:gd name="connsiteX1" fmla="*/ 34200 w 102600"/>
                <a:gd name="connsiteY1" fmla="*/ 68400 h 68399"/>
                <a:gd name="connsiteX2" fmla="*/ 102600 w 102600"/>
                <a:gd name="connsiteY2" fmla="*/ 0 h 68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600" h="68399">
                  <a:moveTo>
                    <a:pt x="0" y="34200"/>
                  </a:moveTo>
                  <a:lnTo>
                    <a:pt x="34200" y="68400"/>
                  </a:lnTo>
                  <a:lnTo>
                    <a:pt x="1026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14F3495-57B0-8D88-C70B-9E3F158A28B4}"/>
                </a:ext>
              </a:extLst>
            </p:cNvPr>
            <p:cNvSpPr/>
            <p:nvPr/>
          </p:nvSpPr>
          <p:spPr>
            <a:xfrm>
              <a:off x="3200012" y="3913103"/>
              <a:ext cx="199576" cy="199574"/>
            </a:xfrm>
            <a:custGeom>
              <a:avLst/>
              <a:gdLst>
                <a:gd name="connsiteX0" fmla="*/ 103502 w 199576"/>
                <a:gd name="connsiteY0" fmla="*/ 199575 h 199574"/>
                <a:gd name="connsiteX1" fmla="*/ 96077 w 199576"/>
                <a:gd name="connsiteY1" fmla="*/ 199575 h 199574"/>
                <a:gd name="connsiteX2" fmla="*/ 1 w 199576"/>
                <a:gd name="connsiteY2" fmla="*/ 99900 h 199574"/>
                <a:gd name="connsiteX3" fmla="*/ 99677 w 199576"/>
                <a:gd name="connsiteY3" fmla="*/ 0 h 199574"/>
                <a:gd name="connsiteX4" fmla="*/ 199577 w 199576"/>
                <a:gd name="connsiteY4" fmla="*/ 99900 h 199574"/>
                <a:gd name="connsiteX5" fmla="*/ 103502 w 199576"/>
                <a:gd name="connsiteY5" fmla="*/ 199575 h 19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576" h="199574">
                  <a:moveTo>
                    <a:pt x="103502" y="199575"/>
                  </a:moveTo>
                  <a:cubicBezTo>
                    <a:pt x="101252" y="199350"/>
                    <a:pt x="98552" y="199350"/>
                    <a:pt x="96077" y="199575"/>
                  </a:cubicBezTo>
                  <a:cubicBezTo>
                    <a:pt x="42526" y="197775"/>
                    <a:pt x="1" y="153900"/>
                    <a:pt x="1" y="99900"/>
                  </a:cubicBezTo>
                  <a:cubicBezTo>
                    <a:pt x="-224" y="44775"/>
                    <a:pt x="44551" y="0"/>
                    <a:pt x="99677" y="0"/>
                  </a:cubicBezTo>
                  <a:cubicBezTo>
                    <a:pt x="154802" y="0"/>
                    <a:pt x="199577" y="44775"/>
                    <a:pt x="199577" y="99900"/>
                  </a:cubicBezTo>
                  <a:cubicBezTo>
                    <a:pt x="199577" y="153900"/>
                    <a:pt x="156827" y="197775"/>
                    <a:pt x="103502" y="199575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27F05B8-8B54-A880-74B9-BD52E9CD89B7}"/>
                </a:ext>
              </a:extLst>
            </p:cNvPr>
            <p:cNvSpPr/>
            <p:nvPr/>
          </p:nvSpPr>
          <p:spPr>
            <a:xfrm>
              <a:off x="3146127" y="4164655"/>
              <a:ext cx="266061" cy="194175"/>
            </a:xfrm>
            <a:custGeom>
              <a:avLst/>
              <a:gdLst>
                <a:gd name="connsiteX0" fmla="*/ 153562 w 266061"/>
                <a:gd name="connsiteY0" fmla="*/ 194175 h 194175"/>
                <a:gd name="connsiteX1" fmla="*/ 40838 w 266061"/>
                <a:gd name="connsiteY1" fmla="*/ 163125 h 194175"/>
                <a:gd name="connsiteX2" fmla="*/ 40838 w 266061"/>
                <a:gd name="connsiteY2" fmla="*/ 31050 h 194175"/>
                <a:gd name="connsiteX3" fmla="*/ 266062 w 266061"/>
                <a:gd name="connsiteY3" fmla="*/ 31050 h 19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061" h="194175">
                  <a:moveTo>
                    <a:pt x="153562" y="194175"/>
                  </a:moveTo>
                  <a:cubicBezTo>
                    <a:pt x="112612" y="194175"/>
                    <a:pt x="71887" y="183825"/>
                    <a:pt x="40838" y="163125"/>
                  </a:cubicBezTo>
                  <a:cubicBezTo>
                    <a:pt x="-13613" y="126675"/>
                    <a:pt x="-13613" y="67275"/>
                    <a:pt x="40838" y="31050"/>
                  </a:cubicBezTo>
                  <a:cubicBezTo>
                    <a:pt x="102712" y="-10350"/>
                    <a:pt x="204187" y="-10350"/>
                    <a:pt x="266062" y="31050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22E4047-4AC1-F621-683E-4C80B1333804}"/>
              </a:ext>
            </a:extLst>
          </p:cNvPr>
          <p:cNvGrpSpPr>
            <a:grpSpLocks noChangeAspect="1"/>
          </p:cNvGrpSpPr>
          <p:nvPr/>
        </p:nvGrpSpPr>
        <p:grpSpPr>
          <a:xfrm>
            <a:off x="668464" y="4127361"/>
            <a:ext cx="360000" cy="360000"/>
            <a:chOff x="856558" y="1330018"/>
            <a:chExt cx="450000" cy="45000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EC87449-6E2F-5FE1-A4D5-EE23614BFC8C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006A090-8A47-559F-E244-7BA105DAB842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CBF81D5-50CF-4365-FAF5-833D1A64B41D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5AB0748-DC91-9B52-307B-5B8DFDE514E7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44FA909-8CB3-6477-588D-86EBBB83738F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FEB97D-ACF3-79B8-88CC-13271E538302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DE3BA6C-8026-C105-802F-7DA3815D4262}"/>
              </a:ext>
            </a:extLst>
          </p:cNvPr>
          <p:cNvGrpSpPr>
            <a:grpSpLocks noChangeAspect="1"/>
          </p:cNvGrpSpPr>
          <p:nvPr/>
        </p:nvGrpSpPr>
        <p:grpSpPr>
          <a:xfrm>
            <a:off x="668464" y="1726909"/>
            <a:ext cx="351030" cy="360000"/>
            <a:chOff x="1965976" y="2159393"/>
            <a:chExt cx="465112" cy="477000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02AFCFB-6B64-F694-7427-2A9B994836C5}"/>
                </a:ext>
              </a:extLst>
            </p:cNvPr>
            <p:cNvSpPr/>
            <p:nvPr/>
          </p:nvSpPr>
          <p:spPr>
            <a:xfrm>
              <a:off x="1965976" y="2254793"/>
              <a:ext cx="465112" cy="381600"/>
            </a:xfrm>
            <a:custGeom>
              <a:avLst/>
              <a:gdLst>
                <a:gd name="connsiteX0" fmla="*/ 137157 w 465112"/>
                <a:gd name="connsiteY0" fmla="*/ 381600 h 381600"/>
                <a:gd name="connsiteX1" fmla="*/ 327955 w 465112"/>
                <a:gd name="connsiteY1" fmla="*/ 381600 h 381600"/>
                <a:gd name="connsiteX2" fmla="*/ 446013 w 465112"/>
                <a:gd name="connsiteY2" fmla="*/ 296456 h 381600"/>
                <a:gd name="connsiteX3" fmla="*/ 463900 w 465112"/>
                <a:gd name="connsiteY3" fmla="*/ 105656 h 381600"/>
                <a:gd name="connsiteX4" fmla="*/ 351806 w 465112"/>
                <a:gd name="connsiteY4" fmla="*/ 0 h 381600"/>
                <a:gd name="connsiteX5" fmla="*/ 113307 w 465112"/>
                <a:gd name="connsiteY5" fmla="*/ 0 h 381600"/>
                <a:gd name="connsiteX6" fmla="*/ 1212 w 465112"/>
                <a:gd name="connsiteY6" fmla="*/ 105656 h 381600"/>
                <a:gd name="connsiteX7" fmla="*/ 19099 w 465112"/>
                <a:gd name="connsiteY7" fmla="*/ 296456 h 381600"/>
                <a:gd name="connsiteX8" fmla="*/ 137157 w 465112"/>
                <a:gd name="connsiteY8" fmla="*/ 381600 h 3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112" h="381600">
                  <a:moveTo>
                    <a:pt x="137157" y="381600"/>
                  </a:moveTo>
                  <a:lnTo>
                    <a:pt x="327955" y="381600"/>
                  </a:lnTo>
                  <a:cubicBezTo>
                    <a:pt x="423832" y="381600"/>
                    <a:pt x="441004" y="343202"/>
                    <a:pt x="446013" y="296456"/>
                  </a:cubicBezTo>
                  <a:lnTo>
                    <a:pt x="463900" y="105656"/>
                  </a:lnTo>
                  <a:cubicBezTo>
                    <a:pt x="470340" y="47461"/>
                    <a:pt x="453645" y="0"/>
                    <a:pt x="351806" y="0"/>
                  </a:cubicBezTo>
                  <a:lnTo>
                    <a:pt x="113307" y="0"/>
                  </a:lnTo>
                  <a:cubicBezTo>
                    <a:pt x="11467" y="0"/>
                    <a:pt x="-5228" y="47461"/>
                    <a:pt x="1212" y="105656"/>
                  </a:cubicBezTo>
                  <a:lnTo>
                    <a:pt x="19099" y="296456"/>
                  </a:lnTo>
                  <a:cubicBezTo>
                    <a:pt x="24108" y="343202"/>
                    <a:pt x="41280" y="381600"/>
                    <a:pt x="137157" y="381600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66A6D62-EAB2-B285-B677-30F1F7C18F8C}"/>
                </a:ext>
              </a:extLst>
            </p:cNvPr>
            <p:cNvSpPr/>
            <p:nvPr/>
          </p:nvSpPr>
          <p:spPr>
            <a:xfrm>
              <a:off x="2103134" y="2159393"/>
              <a:ext cx="190800" cy="95400"/>
            </a:xfrm>
            <a:custGeom>
              <a:avLst/>
              <a:gdLst>
                <a:gd name="connsiteX0" fmla="*/ 0 w 190800"/>
                <a:gd name="connsiteY0" fmla="*/ 95400 h 95400"/>
                <a:gd name="connsiteX1" fmla="*/ 0 w 190800"/>
                <a:gd name="connsiteY1" fmla="*/ 76320 h 95400"/>
                <a:gd name="connsiteX2" fmla="*/ 76320 w 190800"/>
                <a:gd name="connsiteY2" fmla="*/ 0 h 95400"/>
                <a:gd name="connsiteX3" fmla="*/ 114480 w 190800"/>
                <a:gd name="connsiteY3" fmla="*/ 0 h 95400"/>
                <a:gd name="connsiteX4" fmla="*/ 190800 w 190800"/>
                <a:gd name="connsiteY4" fmla="*/ 76320 h 95400"/>
                <a:gd name="connsiteX5" fmla="*/ 190800 w 190800"/>
                <a:gd name="connsiteY5" fmla="*/ 9540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800" h="95400">
                  <a:moveTo>
                    <a:pt x="0" y="95400"/>
                  </a:moveTo>
                  <a:lnTo>
                    <a:pt x="0" y="76320"/>
                  </a:lnTo>
                  <a:cubicBezTo>
                    <a:pt x="0" y="34106"/>
                    <a:pt x="0" y="0"/>
                    <a:pt x="76320" y="0"/>
                  </a:cubicBezTo>
                  <a:lnTo>
                    <a:pt x="114480" y="0"/>
                  </a:lnTo>
                  <a:cubicBezTo>
                    <a:pt x="190800" y="0"/>
                    <a:pt x="190800" y="34106"/>
                    <a:pt x="190800" y="76320"/>
                  </a:cubicBezTo>
                  <a:lnTo>
                    <a:pt x="190800" y="9540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DDF4E45-F144-7F34-09A2-E378C4AA08F1}"/>
                </a:ext>
              </a:extLst>
            </p:cNvPr>
            <p:cNvSpPr/>
            <p:nvPr/>
          </p:nvSpPr>
          <p:spPr>
            <a:xfrm>
              <a:off x="2150834" y="2397893"/>
              <a:ext cx="95400" cy="95400"/>
            </a:xfrm>
            <a:custGeom>
              <a:avLst/>
              <a:gdLst>
                <a:gd name="connsiteX0" fmla="*/ 95400 w 95400"/>
                <a:gd name="connsiteY0" fmla="*/ 23850 h 95400"/>
                <a:gd name="connsiteX1" fmla="*/ 95400 w 95400"/>
                <a:gd name="connsiteY1" fmla="*/ 47700 h 95400"/>
                <a:gd name="connsiteX2" fmla="*/ 95400 w 95400"/>
                <a:gd name="connsiteY2" fmla="*/ 48177 h 95400"/>
                <a:gd name="connsiteX3" fmla="*/ 47700 w 95400"/>
                <a:gd name="connsiteY3" fmla="*/ 95400 h 95400"/>
                <a:gd name="connsiteX4" fmla="*/ 0 w 95400"/>
                <a:gd name="connsiteY4" fmla="*/ 48415 h 95400"/>
                <a:gd name="connsiteX5" fmla="*/ 0 w 95400"/>
                <a:gd name="connsiteY5" fmla="*/ 23850 h 95400"/>
                <a:gd name="connsiteX6" fmla="*/ 23850 w 95400"/>
                <a:gd name="connsiteY6" fmla="*/ 0 h 95400"/>
                <a:gd name="connsiteX7" fmla="*/ 71550 w 95400"/>
                <a:gd name="connsiteY7" fmla="*/ 0 h 95400"/>
                <a:gd name="connsiteX8" fmla="*/ 95400 w 95400"/>
                <a:gd name="connsiteY8" fmla="*/ 2385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00" h="95400">
                  <a:moveTo>
                    <a:pt x="95400" y="23850"/>
                  </a:moveTo>
                  <a:lnTo>
                    <a:pt x="95400" y="47700"/>
                  </a:lnTo>
                  <a:cubicBezTo>
                    <a:pt x="95400" y="47939"/>
                    <a:pt x="95400" y="47939"/>
                    <a:pt x="95400" y="48177"/>
                  </a:cubicBezTo>
                  <a:cubicBezTo>
                    <a:pt x="95400" y="74173"/>
                    <a:pt x="95161" y="95400"/>
                    <a:pt x="47700" y="95400"/>
                  </a:cubicBezTo>
                  <a:cubicBezTo>
                    <a:pt x="477" y="95400"/>
                    <a:pt x="0" y="74412"/>
                    <a:pt x="0" y="48415"/>
                  </a:cubicBezTo>
                  <a:lnTo>
                    <a:pt x="0" y="23850"/>
                  </a:lnTo>
                  <a:cubicBezTo>
                    <a:pt x="0" y="0"/>
                    <a:pt x="0" y="0"/>
                    <a:pt x="23850" y="0"/>
                  </a:cubicBezTo>
                  <a:lnTo>
                    <a:pt x="71550" y="0"/>
                  </a:lnTo>
                  <a:cubicBezTo>
                    <a:pt x="95400" y="0"/>
                    <a:pt x="95400" y="0"/>
                    <a:pt x="95400" y="23850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074FE6C-4E63-13A7-78F6-80AAB07BA36D}"/>
                </a:ext>
              </a:extLst>
            </p:cNvPr>
            <p:cNvSpPr/>
            <p:nvPr/>
          </p:nvSpPr>
          <p:spPr>
            <a:xfrm>
              <a:off x="2246234" y="2374043"/>
              <a:ext cx="182452" cy="72027"/>
            </a:xfrm>
            <a:custGeom>
              <a:avLst/>
              <a:gdLst>
                <a:gd name="connsiteX0" fmla="*/ 182452 w 182452"/>
                <a:gd name="connsiteY0" fmla="*/ 0 h 72027"/>
                <a:gd name="connsiteX1" fmla="*/ 0 w 182452"/>
                <a:gd name="connsiteY1" fmla="*/ 72027 h 7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2" h="72027">
                  <a:moveTo>
                    <a:pt x="182452" y="0"/>
                  </a:moveTo>
                  <a:cubicBezTo>
                    <a:pt x="127359" y="40068"/>
                    <a:pt x="64395" y="63918"/>
                    <a:pt x="0" y="72027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C37746C-D206-19DD-0E66-7BD7CD0B9B1B}"/>
                </a:ext>
              </a:extLst>
            </p:cNvPr>
            <p:cNvSpPr/>
            <p:nvPr/>
          </p:nvSpPr>
          <p:spPr>
            <a:xfrm>
              <a:off x="1974820" y="2380482"/>
              <a:ext cx="176013" cy="65825"/>
            </a:xfrm>
            <a:custGeom>
              <a:avLst/>
              <a:gdLst>
                <a:gd name="connsiteX0" fmla="*/ 0 w 176013"/>
                <a:gd name="connsiteY0" fmla="*/ 0 h 65825"/>
                <a:gd name="connsiteX1" fmla="*/ 176013 w 176013"/>
                <a:gd name="connsiteY1" fmla="*/ 65826 h 6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013" h="65825">
                  <a:moveTo>
                    <a:pt x="0" y="0"/>
                  </a:moveTo>
                  <a:cubicBezTo>
                    <a:pt x="53663" y="36729"/>
                    <a:pt x="114242" y="58909"/>
                    <a:pt x="176013" y="65826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7B2B098-63FB-2050-556D-E0B8EF77D761}"/>
              </a:ext>
            </a:extLst>
          </p:cNvPr>
          <p:cNvGrpSpPr>
            <a:grpSpLocks noChangeAspect="1"/>
          </p:cNvGrpSpPr>
          <p:nvPr/>
        </p:nvGrpSpPr>
        <p:grpSpPr>
          <a:xfrm>
            <a:off x="11071300" y="4127361"/>
            <a:ext cx="283958" cy="360000"/>
            <a:chOff x="2015647" y="1278394"/>
            <a:chExt cx="355024" cy="450093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37BB35D-37E7-081B-3D09-D49D430F349B}"/>
                </a:ext>
              </a:extLst>
            </p:cNvPr>
            <p:cNvSpPr/>
            <p:nvPr/>
          </p:nvSpPr>
          <p:spPr>
            <a:xfrm>
              <a:off x="2166803" y="1411010"/>
              <a:ext cx="52552" cy="117450"/>
            </a:xfrm>
            <a:custGeom>
              <a:avLst/>
              <a:gdLst>
                <a:gd name="connsiteX0" fmla="*/ 26369 w 52552"/>
                <a:gd name="connsiteY0" fmla="*/ 0 h 117450"/>
                <a:gd name="connsiteX1" fmla="*/ 2294 w 52552"/>
                <a:gd name="connsiteY1" fmla="*/ 41850 h 117450"/>
                <a:gd name="connsiteX2" fmla="*/ 11969 w 52552"/>
                <a:gd name="connsiteY2" fmla="*/ 58725 h 117450"/>
                <a:gd name="connsiteX3" fmla="*/ 40544 w 52552"/>
                <a:gd name="connsiteY3" fmla="*/ 58725 h 117450"/>
                <a:gd name="connsiteX4" fmla="*/ 50219 w 52552"/>
                <a:gd name="connsiteY4" fmla="*/ 75600 h 117450"/>
                <a:gd name="connsiteX5" fmla="*/ 26369 w 52552"/>
                <a:gd name="connsiteY5" fmla="*/ 117450 h 11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52" h="117450">
                  <a:moveTo>
                    <a:pt x="26369" y="0"/>
                  </a:moveTo>
                  <a:lnTo>
                    <a:pt x="2294" y="41850"/>
                  </a:lnTo>
                  <a:cubicBezTo>
                    <a:pt x="-3106" y="51075"/>
                    <a:pt x="1394" y="58725"/>
                    <a:pt x="11969" y="58725"/>
                  </a:cubicBezTo>
                  <a:lnTo>
                    <a:pt x="40544" y="58725"/>
                  </a:lnTo>
                  <a:cubicBezTo>
                    <a:pt x="51344" y="58725"/>
                    <a:pt x="55619" y="66375"/>
                    <a:pt x="50219" y="75600"/>
                  </a:cubicBezTo>
                  <a:lnTo>
                    <a:pt x="26369" y="1174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2CDFC68-82B7-9863-39F0-3DE4BFE3B9E5}"/>
                </a:ext>
              </a:extLst>
            </p:cNvPr>
            <p:cNvSpPr/>
            <p:nvPr/>
          </p:nvSpPr>
          <p:spPr>
            <a:xfrm>
              <a:off x="2015647" y="1278394"/>
              <a:ext cx="355024" cy="382370"/>
            </a:xfrm>
            <a:custGeom>
              <a:avLst/>
              <a:gdLst>
                <a:gd name="connsiteX0" fmla="*/ 94275 w 355024"/>
                <a:gd name="connsiteY0" fmla="*/ 360991 h 382370"/>
                <a:gd name="connsiteX1" fmla="*/ 94275 w 355024"/>
                <a:gd name="connsiteY1" fmla="*/ 334891 h 382370"/>
                <a:gd name="connsiteX2" fmla="*/ 0 w 355024"/>
                <a:gd name="connsiteY2" fmla="*/ 177842 h 382370"/>
                <a:gd name="connsiteX3" fmla="*/ 218025 w 355024"/>
                <a:gd name="connsiteY3" fmla="*/ 4367 h 382370"/>
                <a:gd name="connsiteX4" fmla="*/ 336600 w 355024"/>
                <a:gd name="connsiteY4" fmla="*/ 95942 h 382370"/>
                <a:gd name="connsiteX5" fmla="*/ 261450 w 355024"/>
                <a:gd name="connsiteY5" fmla="*/ 334666 h 382370"/>
                <a:gd name="connsiteX6" fmla="*/ 261450 w 355024"/>
                <a:gd name="connsiteY6" fmla="*/ 360766 h 382370"/>
                <a:gd name="connsiteX7" fmla="*/ 239850 w 355024"/>
                <a:gd name="connsiteY7" fmla="*/ 382366 h 382370"/>
                <a:gd name="connsiteX8" fmla="*/ 115875 w 355024"/>
                <a:gd name="connsiteY8" fmla="*/ 382366 h 382370"/>
                <a:gd name="connsiteX9" fmla="*/ 94275 w 355024"/>
                <a:gd name="connsiteY9" fmla="*/ 360991 h 38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5024" h="382370">
                  <a:moveTo>
                    <a:pt x="94275" y="360991"/>
                  </a:moveTo>
                  <a:lnTo>
                    <a:pt x="94275" y="334891"/>
                  </a:lnTo>
                  <a:cubicBezTo>
                    <a:pt x="42525" y="303616"/>
                    <a:pt x="0" y="242641"/>
                    <a:pt x="0" y="177842"/>
                  </a:cubicBezTo>
                  <a:cubicBezTo>
                    <a:pt x="0" y="66467"/>
                    <a:pt x="102375" y="-20833"/>
                    <a:pt x="218025" y="4367"/>
                  </a:cubicBezTo>
                  <a:cubicBezTo>
                    <a:pt x="268875" y="15617"/>
                    <a:pt x="313425" y="49367"/>
                    <a:pt x="336600" y="95942"/>
                  </a:cubicBezTo>
                  <a:cubicBezTo>
                    <a:pt x="383625" y="190441"/>
                    <a:pt x="334125" y="290791"/>
                    <a:pt x="261450" y="334666"/>
                  </a:cubicBezTo>
                  <a:lnTo>
                    <a:pt x="261450" y="360766"/>
                  </a:lnTo>
                  <a:cubicBezTo>
                    <a:pt x="261450" y="367291"/>
                    <a:pt x="263925" y="382366"/>
                    <a:pt x="239850" y="382366"/>
                  </a:cubicBezTo>
                  <a:lnTo>
                    <a:pt x="115875" y="382366"/>
                  </a:lnTo>
                  <a:cubicBezTo>
                    <a:pt x="91125" y="382591"/>
                    <a:pt x="94275" y="372916"/>
                    <a:pt x="94275" y="360991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2575A98-7C84-D565-9F53-00E59A3FDD46}"/>
                </a:ext>
              </a:extLst>
            </p:cNvPr>
            <p:cNvSpPr/>
            <p:nvPr/>
          </p:nvSpPr>
          <p:spPr>
            <a:xfrm>
              <a:off x="2114420" y="1717519"/>
              <a:ext cx="157500" cy="10968"/>
            </a:xfrm>
            <a:custGeom>
              <a:avLst/>
              <a:gdLst>
                <a:gd name="connsiteX0" fmla="*/ 0 w 157500"/>
                <a:gd name="connsiteY0" fmla="*/ 10969 h 10968"/>
                <a:gd name="connsiteX1" fmla="*/ 157500 w 157500"/>
                <a:gd name="connsiteY1" fmla="*/ 10969 h 1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500" h="10968">
                  <a:moveTo>
                    <a:pt x="0" y="10969"/>
                  </a:moveTo>
                  <a:cubicBezTo>
                    <a:pt x="51525" y="-3656"/>
                    <a:pt x="105975" y="-3656"/>
                    <a:pt x="157500" y="10969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780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CA93E-3F7C-CDD8-2DF8-BFD4B1A9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AAFA-6111-1A19-DBFD-5B37343D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21</a:t>
            </a:fld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757307-A0E6-8C2E-140D-45AE9C31FF7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54A9331-CE93-24A2-A39C-57539EC38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00" y="0"/>
              <a:ext cx="10287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6F4BE48-CCAE-005E-A95F-05BFD43B7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469"/>
            <a:stretch>
              <a:fillRect/>
            </a:stretch>
          </p:blipFill>
          <p:spPr>
            <a:xfrm>
              <a:off x="0" y="0"/>
              <a:ext cx="6794500" cy="6858000"/>
            </a:xfrm>
            <a:prstGeom prst="rect">
              <a:avLst/>
            </a:prstGeom>
          </p:spPr>
        </p:pic>
      </p:grp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E11FBF7D-9B93-A967-0339-6A2875E9CEDE}"/>
              </a:ext>
            </a:extLst>
          </p:cNvPr>
          <p:cNvSpPr/>
          <p:nvPr/>
        </p:nvSpPr>
        <p:spPr>
          <a:xfrm rot="16200000" flipV="1">
            <a:off x="693057" y="468085"/>
            <a:ext cx="4535716" cy="5921831"/>
          </a:xfrm>
          <a:prstGeom prst="round2SameRect">
            <a:avLst>
              <a:gd name="adj1" fmla="val 9627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1AB5B65-9E69-8AFC-7BA6-A533527BE6B3}"/>
              </a:ext>
            </a:extLst>
          </p:cNvPr>
          <p:cNvSpPr/>
          <p:nvPr/>
        </p:nvSpPr>
        <p:spPr>
          <a:xfrm>
            <a:off x="452224" y="4857729"/>
            <a:ext cx="1322262" cy="338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476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solidFill>
                <a:schemeClr val="accent1"/>
              </a:solidFill>
            </a:endParaRPr>
          </a:p>
        </p:txBody>
      </p:sp>
      <p:sp>
        <p:nvSpPr>
          <p:cNvPr id="15" name="Google Shape;1313;p23">
            <a:extLst>
              <a:ext uri="{FF2B5EF4-FFF2-40B4-BE49-F238E27FC236}">
                <a16:creationId xmlns:a16="http://schemas.microsoft.com/office/drawing/2014/main" id="{768E3952-DA8D-EC80-7859-3674CE896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861" y="3141102"/>
            <a:ext cx="4137386" cy="57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</a:pPr>
            <a:r>
              <a:rPr lang="mn-MN" sz="4800" b="1" i="0" u="none" strike="noStrike" cap="none">
                <a:solidFill>
                  <a:schemeClr val="lt1"/>
                </a:solidFill>
                <a:ea typeface="Open Sans"/>
                <a:cs typeface="Open Sans"/>
                <a:sym typeface="Open Sans"/>
              </a:rPr>
              <a:t>Баярлалаа.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6" name="Google Shape;1314;p23">
            <a:extLst>
              <a:ext uri="{FF2B5EF4-FFF2-40B4-BE49-F238E27FC236}">
                <a16:creationId xmlns:a16="http://schemas.microsoft.com/office/drawing/2014/main" id="{97D0F82F-65F9-55AB-4822-F97180982ACE}"/>
              </a:ext>
            </a:extLst>
          </p:cNvPr>
          <p:cNvSpPr txBox="1"/>
          <p:nvPr/>
        </p:nvSpPr>
        <p:spPr>
          <a:xfrm>
            <a:off x="540861" y="4460751"/>
            <a:ext cx="3160640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AE18"/>
              </a:buClr>
              <a:buSzPts val="1800"/>
              <a:buFont typeface="Open Sans"/>
              <a:buNone/>
            </a:pPr>
            <a:r>
              <a:rPr lang="mn-MN" sz="1800" b="1" i="0" u="none" strike="noStrike" cap="none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Зорилтуудын илтгэл</a:t>
            </a:r>
            <a:endParaRPr sz="1400" b="0" i="0" u="none" strike="noStrike" cap="none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314;p23">
            <a:extLst>
              <a:ext uri="{FF2B5EF4-FFF2-40B4-BE49-F238E27FC236}">
                <a16:creationId xmlns:a16="http://schemas.microsoft.com/office/drawing/2014/main" id="{D7C78FC0-65AA-3084-D49A-8FB12B11E77F}"/>
              </a:ext>
            </a:extLst>
          </p:cNvPr>
          <p:cNvSpPr txBox="1"/>
          <p:nvPr/>
        </p:nvSpPr>
        <p:spPr>
          <a:xfrm>
            <a:off x="691782" y="4929880"/>
            <a:ext cx="843147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90000"/>
              </a:lnSpc>
              <a:buClr>
                <a:srgbClr val="F5AE18"/>
              </a:buClr>
              <a:buSzPts val="1800"/>
            </a:pPr>
            <a:r>
              <a:rPr lang="mn-MN" sz="14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Загвар</a:t>
            </a:r>
            <a:endParaRPr sz="1100" b="1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E33D7D-55D9-77D0-7CFD-EBC6FE81B603}"/>
              </a:ext>
            </a:extLst>
          </p:cNvPr>
          <p:cNvGrpSpPr/>
          <p:nvPr/>
        </p:nvGrpSpPr>
        <p:grpSpPr>
          <a:xfrm>
            <a:off x="540861" y="1689053"/>
            <a:ext cx="984514" cy="290908"/>
            <a:chOff x="2239771" y="2255780"/>
            <a:chExt cx="819004" cy="242003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70347F2-2E9B-12CF-B07A-AAD095ED516F}"/>
                </a:ext>
              </a:extLst>
            </p:cNvPr>
            <p:cNvSpPr/>
            <p:nvPr/>
          </p:nvSpPr>
          <p:spPr>
            <a:xfrm>
              <a:off x="2432282" y="2425409"/>
              <a:ext cx="102176" cy="19823"/>
            </a:xfrm>
            <a:custGeom>
              <a:avLst/>
              <a:gdLst>
                <a:gd name="csX0" fmla="*/ 0 w 102176"/>
                <a:gd name="csY0" fmla="*/ 0 h 19823"/>
                <a:gd name="csX1" fmla="*/ 102176 w 102176"/>
                <a:gd name="csY1" fmla="*/ 0 h 19823"/>
                <a:gd name="csX2" fmla="*/ 102176 w 102176"/>
                <a:gd name="csY2" fmla="*/ 19823 h 19823"/>
                <a:gd name="csX3" fmla="*/ 0 w 102176"/>
                <a:gd name="csY3" fmla="*/ 19823 h 1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2176" h="19823">
                  <a:moveTo>
                    <a:pt x="0" y="0"/>
                  </a:moveTo>
                  <a:lnTo>
                    <a:pt x="102176" y="0"/>
                  </a:lnTo>
                  <a:lnTo>
                    <a:pt x="102176" y="19823"/>
                  </a:lnTo>
                  <a:lnTo>
                    <a:pt x="0" y="19823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FAD6F79-616D-5255-CE8C-ADD280EAAA75}"/>
                </a:ext>
              </a:extLst>
            </p:cNvPr>
            <p:cNvSpPr/>
            <p:nvPr/>
          </p:nvSpPr>
          <p:spPr>
            <a:xfrm>
              <a:off x="2239771" y="2256446"/>
              <a:ext cx="115348" cy="188786"/>
            </a:xfrm>
            <a:custGeom>
              <a:avLst/>
              <a:gdLst>
                <a:gd name="csX0" fmla="*/ 81821 w 115348"/>
                <a:gd name="csY0" fmla="*/ 93661 h 188786"/>
                <a:gd name="csX1" fmla="*/ 56942 w 115348"/>
                <a:gd name="csY1" fmla="*/ 110025 h 188786"/>
                <a:gd name="csX2" fmla="*/ 20755 w 115348"/>
                <a:gd name="csY2" fmla="*/ 163641 h 188786"/>
                <a:gd name="csX3" fmla="*/ 20755 w 115348"/>
                <a:gd name="csY3" fmla="*/ 168963 h 188786"/>
                <a:gd name="csX4" fmla="*/ 108030 w 115348"/>
                <a:gd name="csY4" fmla="*/ 168963 h 188786"/>
                <a:gd name="csX5" fmla="*/ 113218 w 115348"/>
                <a:gd name="csY5" fmla="*/ 173220 h 188786"/>
                <a:gd name="csX6" fmla="*/ 113218 w 115348"/>
                <a:gd name="csY6" fmla="*/ 184263 h 188786"/>
                <a:gd name="csX7" fmla="*/ 108030 w 115348"/>
                <a:gd name="csY7" fmla="*/ 188786 h 188786"/>
                <a:gd name="csX8" fmla="*/ 5189 w 115348"/>
                <a:gd name="csY8" fmla="*/ 188786 h 188786"/>
                <a:gd name="csX9" fmla="*/ 0 w 115348"/>
                <a:gd name="csY9" fmla="*/ 183997 h 188786"/>
                <a:gd name="csX10" fmla="*/ 0 w 115348"/>
                <a:gd name="csY10" fmla="*/ 163641 h 188786"/>
                <a:gd name="csX11" fmla="*/ 39646 w 115348"/>
                <a:gd name="csY11" fmla="*/ 97520 h 188786"/>
                <a:gd name="csX12" fmla="*/ 65723 w 115348"/>
                <a:gd name="csY12" fmla="*/ 80357 h 188786"/>
                <a:gd name="csX13" fmla="*/ 92331 w 115348"/>
                <a:gd name="csY13" fmla="*/ 45101 h 188786"/>
                <a:gd name="csX14" fmla="*/ 53483 w 115348"/>
                <a:gd name="csY14" fmla="*/ 19158 h 188786"/>
                <a:gd name="csX15" fmla="*/ 7716 w 115348"/>
                <a:gd name="csY15" fmla="*/ 22883 h 188786"/>
                <a:gd name="csX16" fmla="*/ 6652 w 115348"/>
                <a:gd name="csY16" fmla="*/ 22883 h 188786"/>
                <a:gd name="csX17" fmla="*/ 2528 w 115348"/>
                <a:gd name="csY17" fmla="*/ 18360 h 188786"/>
                <a:gd name="csX18" fmla="*/ 2528 w 115348"/>
                <a:gd name="csY18" fmla="*/ 9579 h 188786"/>
                <a:gd name="csX19" fmla="*/ 7450 w 115348"/>
                <a:gd name="csY19" fmla="*/ 5056 h 188786"/>
                <a:gd name="csX20" fmla="*/ 53483 w 115348"/>
                <a:gd name="csY20" fmla="*/ 0 h 188786"/>
                <a:gd name="csX21" fmla="*/ 115347 w 115348"/>
                <a:gd name="csY21" fmla="*/ 44968 h 188786"/>
                <a:gd name="csX22" fmla="*/ 81821 w 115348"/>
                <a:gd name="csY22" fmla="*/ 93661 h 188786"/>
                <a:gd name="csX23" fmla="*/ 81821 w 115348"/>
                <a:gd name="csY23" fmla="*/ 93661 h 188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5348" h="188786">
                  <a:moveTo>
                    <a:pt x="81821" y="93661"/>
                  </a:moveTo>
                  <a:lnTo>
                    <a:pt x="56942" y="110025"/>
                  </a:lnTo>
                  <a:cubicBezTo>
                    <a:pt x="28205" y="128917"/>
                    <a:pt x="20755" y="141689"/>
                    <a:pt x="20755" y="163641"/>
                  </a:cubicBezTo>
                  <a:lnTo>
                    <a:pt x="20755" y="168963"/>
                  </a:lnTo>
                  <a:lnTo>
                    <a:pt x="108030" y="168963"/>
                  </a:lnTo>
                  <a:cubicBezTo>
                    <a:pt x="110824" y="168963"/>
                    <a:pt x="113218" y="170426"/>
                    <a:pt x="113218" y="173220"/>
                  </a:cubicBezTo>
                  <a:lnTo>
                    <a:pt x="113218" y="184263"/>
                  </a:lnTo>
                  <a:cubicBezTo>
                    <a:pt x="113218" y="187057"/>
                    <a:pt x="110824" y="188786"/>
                    <a:pt x="108030" y="188786"/>
                  </a:cubicBezTo>
                  <a:lnTo>
                    <a:pt x="5189" y="188786"/>
                  </a:lnTo>
                  <a:cubicBezTo>
                    <a:pt x="2395" y="188786"/>
                    <a:pt x="0" y="186791"/>
                    <a:pt x="0" y="183997"/>
                  </a:cubicBezTo>
                  <a:lnTo>
                    <a:pt x="0" y="163641"/>
                  </a:lnTo>
                  <a:cubicBezTo>
                    <a:pt x="0" y="137432"/>
                    <a:pt x="11442" y="115879"/>
                    <a:pt x="39646" y="97520"/>
                  </a:cubicBezTo>
                  <a:lnTo>
                    <a:pt x="65723" y="80357"/>
                  </a:lnTo>
                  <a:cubicBezTo>
                    <a:pt x="87142" y="66255"/>
                    <a:pt x="92331" y="60268"/>
                    <a:pt x="92331" y="45101"/>
                  </a:cubicBezTo>
                  <a:cubicBezTo>
                    <a:pt x="92331" y="27007"/>
                    <a:pt x="81422" y="19158"/>
                    <a:pt x="53483" y="19158"/>
                  </a:cubicBezTo>
                  <a:cubicBezTo>
                    <a:pt x="40046" y="19158"/>
                    <a:pt x="22085" y="20888"/>
                    <a:pt x="7716" y="22883"/>
                  </a:cubicBezTo>
                  <a:lnTo>
                    <a:pt x="6652" y="22883"/>
                  </a:lnTo>
                  <a:cubicBezTo>
                    <a:pt x="4124" y="22883"/>
                    <a:pt x="2528" y="21154"/>
                    <a:pt x="2528" y="18360"/>
                  </a:cubicBezTo>
                  <a:lnTo>
                    <a:pt x="2528" y="9579"/>
                  </a:lnTo>
                  <a:cubicBezTo>
                    <a:pt x="2528" y="7051"/>
                    <a:pt x="4923" y="5588"/>
                    <a:pt x="7450" y="5056"/>
                  </a:cubicBezTo>
                  <a:cubicBezTo>
                    <a:pt x="20621" y="1730"/>
                    <a:pt x="38316" y="0"/>
                    <a:pt x="53483" y="0"/>
                  </a:cubicBezTo>
                  <a:cubicBezTo>
                    <a:pt x="95391" y="0"/>
                    <a:pt x="115347" y="14102"/>
                    <a:pt x="115347" y="44968"/>
                  </a:cubicBezTo>
                  <a:cubicBezTo>
                    <a:pt x="115480" y="64924"/>
                    <a:pt x="105901" y="77829"/>
                    <a:pt x="81821" y="93661"/>
                  </a:cubicBezTo>
                  <a:lnTo>
                    <a:pt x="81821" y="93661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9650DA8-D63B-7C46-0CC8-EAF141A86FEA}"/>
                </a:ext>
              </a:extLst>
            </p:cNvPr>
            <p:cNvSpPr/>
            <p:nvPr/>
          </p:nvSpPr>
          <p:spPr>
            <a:xfrm>
              <a:off x="2304961" y="2301015"/>
              <a:ext cx="132509" cy="196768"/>
            </a:xfrm>
            <a:custGeom>
              <a:avLst/>
              <a:gdLst>
                <a:gd name="csX0" fmla="*/ 127587 w 132509"/>
                <a:gd name="csY0" fmla="*/ 144350 h 196768"/>
                <a:gd name="csX1" fmla="*/ 105768 w 132509"/>
                <a:gd name="csY1" fmla="*/ 144350 h 196768"/>
                <a:gd name="csX2" fmla="*/ 105768 w 132509"/>
                <a:gd name="csY2" fmla="*/ 191447 h 196768"/>
                <a:gd name="csX3" fmla="*/ 101511 w 132509"/>
                <a:gd name="csY3" fmla="*/ 196769 h 196768"/>
                <a:gd name="csX4" fmla="*/ 87009 w 132509"/>
                <a:gd name="csY4" fmla="*/ 196769 h 196768"/>
                <a:gd name="csX5" fmla="*/ 82752 w 132509"/>
                <a:gd name="csY5" fmla="*/ 191447 h 196768"/>
                <a:gd name="csX6" fmla="*/ 82752 w 132509"/>
                <a:gd name="csY6" fmla="*/ 144350 h 196768"/>
                <a:gd name="csX7" fmla="*/ 10244 w 132509"/>
                <a:gd name="csY7" fmla="*/ 144350 h 196768"/>
                <a:gd name="csX8" fmla="*/ 0 w 132509"/>
                <a:gd name="csY8" fmla="*/ 133973 h 196768"/>
                <a:gd name="csX9" fmla="*/ 0 w 132509"/>
                <a:gd name="csY9" fmla="*/ 123862 h 196768"/>
                <a:gd name="csX10" fmla="*/ 3060 w 132509"/>
                <a:gd name="csY10" fmla="*/ 114017 h 196768"/>
                <a:gd name="csX11" fmla="*/ 77297 w 132509"/>
                <a:gd name="csY11" fmla="*/ 4257 h 196768"/>
                <a:gd name="csX12" fmla="*/ 84615 w 132509"/>
                <a:gd name="csY12" fmla="*/ 0 h 196768"/>
                <a:gd name="csX13" fmla="*/ 99382 w 132509"/>
                <a:gd name="csY13" fmla="*/ 0 h 196768"/>
                <a:gd name="csX14" fmla="*/ 105901 w 132509"/>
                <a:gd name="csY14" fmla="*/ 5854 h 196768"/>
                <a:gd name="csX15" fmla="*/ 105901 w 132509"/>
                <a:gd name="csY15" fmla="*/ 123995 h 196768"/>
                <a:gd name="csX16" fmla="*/ 127720 w 132509"/>
                <a:gd name="csY16" fmla="*/ 123995 h 196768"/>
                <a:gd name="csX17" fmla="*/ 132510 w 132509"/>
                <a:gd name="csY17" fmla="*/ 128784 h 196768"/>
                <a:gd name="csX18" fmla="*/ 132510 w 132509"/>
                <a:gd name="csY18" fmla="*/ 139295 h 196768"/>
                <a:gd name="csX19" fmla="*/ 127587 w 132509"/>
                <a:gd name="csY19" fmla="*/ 144350 h 196768"/>
                <a:gd name="csX20" fmla="*/ 127587 w 132509"/>
                <a:gd name="csY20" fmla="*/ 144350 h 196768"/>
                <a:gd name="csX21" fmla="*/ 82885 w 132509"/>
                <a:gd name="csY21" fmla="*/ 33926 h 196768"/>
                <a:gd name="csX22" fmla="*/ 81821 w 132509"/>
                <a:gd name="csY22" fmla="*/ 32329 h 196768"/>
                <a:gd name="csX23" fmla="*/ 81688 w 132509"/>
                <a:gd name="csY23" fmla="*/ 32329 h 196768"/>
                <a:gd name="csX24" fmla="*/ 79692 w 132509"/>
                <a:gd name="csY24" fmla="*/ 33926 h 196768"/>
                <a:gd name="csX25" fmla="*/ 21686 w 132509"/>
                <a:gd name="csY25" fmla="*/ 120669 h 196768"/>
                <a:gd name="csX26" fmla="*/ 20888 w 132509"/>
                <a:gd name="csY26" fmla="*/ 122797 h 196768"/>
                <a:gd name="csX27" fmla="*/ 22883 w 132509"/>
                <a:gd name="csY27" fmla="*/ 124394 h 196768"/>
                <a:gd name="csX28" fmla="*/ 82885 w 132509"/>
                <a:gd name="csY28" fmla="*/ 124394 h 196768"/>
                <a:gd name="csX29" fmla="*/ 82885 w 132509"/>
                <a:gd name="csY29" fmla="*/ 33926 h 196768"/>
                <a:gd name="csX30" fmla="*/ 82885 w 132509"/>
                <a:gd name="csY30" fmla="*/ 33926 h 196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32509" h="196768">
                  <a:moveTo>
                    <a:pt x="127587" y="144350"/>
                  </a:moveTo>
                  <a:lnTo>
                    <a:pt x="105768" y="144350"/>
                  </a:lnTo>
                  <a:lnTo>
                    <a:pt x="105768" y="191447"/>
                  </a:lnTo>
                  <a:cubicBezTo>
                    <a:pt x="105768" y="194108"/>
                    <a:pt x="104305" y="196769"/>
                    <a:pt x="101511" y="196769"/>
                  </a:cubicBezTo>
                  <a:lnTo>
                    <a:pt x="87009" y="196769"/>
                  </a:lnTo>
                  <a:cubicBezTo>
                    <a:pt x="84215" y="196769"/>
                    <a:pt x="82752" y="194374"/>
                    <a:pt x="82752" y="191447"/>
                  </a:cubicBezTo>
                  <a:lnTo>
                    <a:pt x="82752" y="144350"/>
                  </a:lnTo>
                  <a:lnTo>
                    <a:pt x="10244" y="144350"/>
                  </a:lnTo>
                  <a:cubicBezTo>
                    <a:pt x="2661" y="144350"/>
                    <a:pt x="0" y="141689"/>
                    <a:pt x="0" y="133973"/>
                  </a:cubicBezTo>
                  <a:lnTo>
                    <a:pt x="0" y="123862"/>
                  </a:lnTo>
                  <a:cubicBezTo>
                    <a:pt x="0" y="120403"/>
                    <a:pt x="798" y="117210"/>
                    <a:pt x="3060" y="114017"/>
                  </a:cubicBezTo>
                  <a:lnTo>
                    <a:pt x="77297" y="4257"/>
                  </a:lnTo>
                  <a:cubicBezTo>
                    <a:pt x="78495" y="2129"/>
                    <a:pt x="80357" y="0"/>
                    <a:pt x="84615" y="0"/>
                  </a:cubicBezTo>
                  <a:lnTo>
                    <a:pt x="99382" y="0"/>
                  </a:lnTo>
                  <a:cubicBezTo>
                    <a:pt x="103373" y="0"/>
                    <a:pt x="105901" y="1863"/>
                    <a:pt x="105901" y="5854"/>
                  </a:cubicBezTo>
                  <a:lnTo>
                    <a:pt x="105901" y="123995"/>
                  </a:lnTo>
                  <a:lnTo>
                    <a:pt x="127720" y="123995"/>
                  </a:lnTo>
                  <a:cubicBezTo>
                    <a:pt x="130248" y="123995"/>
                    <a:pt x="132510" y="125857"/>
                    <a:pt x="132510" y="128784"/>
                  </a:cubicBezTo>
                  <a:lnTo>
                    <a:pt x="132510" y="139295"/>
                  </a:lnTo>
                  <a:cubicBezTo>
                    <a:pt x="132376" y="142488"/>
                    <a:pt x="130381" y="144350"/>
                    <a:pt x="127587" y="144350"/>
                  </a:cubicBezTo>
                  <a:lnTo>
                    <a:pt x="127587" y="144350"/>
                  </a:lnTo>
                  <a:close/>
                  <a:moveTo>
                    <a:pt x="82885" y="33926"/>
                  </a:moveTo>
                  <a:cubicBezTo>
                    <a:pt x="82885" y="32861"/>
                    <a:pt x="82619" y="32329"/>
                    <a:pt x="81821" y="32329"/>
                  </a:cubicBezTo>
                  <a:lnTo>
                    <a:pt x="81688" y="32329"/>
                  </a:lnTo>
                  <a:cubicBezTo>
                    <a:pt x="80889" y="32329"/>
                    <a:pt x="80224" y="33127"/>
                    <a:pt x="79692" y="33926"/>
                  </a:cubicBezTo>
                  <a:lnTo>
                    <a:pt x="21686" y="120669"/>
                  </a:lnTo>
                  <a:cubicBezTo>
                    <a:pt x="21154" y="121467"/>
                    <a:pt x="20888" y="122265"/>
                    <a:pt x="20888" y="122797"/>
                  </a:cubicBezTo>
                  <a:cubicBezTo>
                    <a:pt x="20888" y="123862"/>
                    <a:pt x="21686" y="124394"/>
                    <a:pt x="22883" y="124394"/>
                  </a:cubicBezTo>
                  <a:lnTo>
                    <a:pt x="82885" y="124394"/>
                  </a:lnTo>
                  <a:lnTo>
                    <a:pt x="82885" y="33926"/>
                  </a:lnTo>
                  <a:lnTo>
                    <a:pt x="82885" y="33926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aphic 18">
              <a:extLst>
                <a:ext uri="{FF2B5EF4-FFF2-40B4-BE49-F238E27FC236}">
                  <a16:creationId xmlns:a16="http://schemas.microsoft.com/office/drawing/2014/main" id="{2159E079-78A3-B64F-5CF9-FA6556E23F9A}"/>
                </a:ext>
              </a:extLst>
            </p:cNvPr>
            <p:cNvGrpSpPr/>
            <p:nvPr/>
          </p:nvGrpSpPr>
          <p:grpSpPr>
            <a:xfrm>
              <a:off x="2578229" y="2255780"/>
              <a:ext cx="480546" cy="191580"/>
              <a:chOff x="2578229" y="2255780"/>
              <a:chExt cx="480546" cy="191580"/>
            </a:xfrm>
            <a:grpFill/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AA6C214-9059-8809-C412-9745BB4BC21D}"/>
                  </a:ext>
                </a:extLst>
              </p:cNvPr>
              <p:cNvSpPr/>
              <p:nvPr/>
            </p:nvSpPr>
            <p:spPr>
              <a:xfrm>
                <a:off x="2578229" y="2257377"/>
                <a:ext cx="22105" cy="188120"/>
              </a:xfrm>
              <a:custGeom>
                <a:avLst/>
                <a:gdLst>
                  <a:gd name="csX0" fmla="*/ 20888 w 22105"/>
                  <a:gd name="csY0" fmla="*/ 186658 h 188120"/>
                  <a:gd name="csX1" fmla="*/ 17562 w 22105"/>
                  <a:gd name="csY1" fmla="*/ 188121 h 188120"/>
                  <a:gd name="csX2" fmla="*/ 4523 w 22105"/>
                  <a:gd name="csY2" fmla="*/ 188121 h 188120"/>
                  <a:gd name="csX3" fmla="*/ 1197 w 22105"/>
                  <a:gd name="csY3" fmla="*/ 186658 h 188120"/>
                  <a:gd name="csX4" fmla="*/ 0 w 22105"/>
                  <a:gd name="csY4" fmla="*/ 183198 h 188120"/>
                  <a:gd name="csX5" fmla="*/ 0 w 22105"/>
                  <a:gd name="csY5" fmla="*/ 4656 h 188120"/>
                  <a:gd name="csX6" fmla="*/ 1197 w 22105"/>
                  <a:gd name="csY6" fmla="*/ 1330 h 188120"/>
                  <a:gd name="csX7" fmla="*/ 4523 w 22105"/>
                  <a:gd name="csY7" fmla="*/ 0 h 188120"/>
                  <a:gd name="csX8" fmla="*/ 17562 w 22105"/>
                  <a:gd name="csY8" fmla="*/ 0 h 188120"/>
                  <a:gd name="csX9" fmla="*/ 20888 w 22105"/>
                  <a:gd name="csY9" fmla="*/ 1330 h 188120"/>
                  <a:gd name="csX10" fmla="*/ 22085 w 22105"/>
                  <a:gd name="csY10" fmla="*/ 4656 h 188120"/>
                  <a:gd name="csX11" fmla="*/ 22085 w 22105"/>
                  <a:gd name="csY11" fmla="*/ 183198 h 188120"/>
                  <a:gd name="csX12" fmla="*/ 20888 w 22105"/>
                  <a:gd name="csY12" fmla="*/ 186658 h 188120"/>
                  <a:gd name="csX13" fmla="*/ 20888 w 22105"/>
                  <a:gd name="csY13" fmla="*/ 186658 h 18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22105" h="188120">
                    <a:moveTo>
                      <a:pt x="20888" y="186658"/>
                    </a:moveTo>
                    <a:cubicBezTo>
                      <a:pt x="20089" y="187722"/>
                      <a:pt x="18892" y="188121"/>
                      <a:pt x="17562" y="188121"/>
                    </a:cubicBezTo>
                    <a:lnTo>
                      <a:pt x="4523" y="188121"/>
                    </a:lnTo>
                    <a:cubicBezTo>
                      <a:pt x="3193" y="188121"/>
                      <a:pt x="2129" y="187589"/>
                      <a:pt x="1197" y="186658"/>
                    </a:cubicBezTo>
                    <a:cubicBezTo>
                      <a:pt x="266" y="185726"/>
                      <a:pt x="0" y="184529"/>
                      <a:pt x="0" y="183198"/>
                    </a:cubicBezTo>
                    <a:lnTo>
                      <a:pt x="0" y="4656"/>
                    </a:lnTo>
                    <a:cubicBezTo>
                      <a:pt x="0" y="3326"/>
                      <a:pt x="399" y="2262"/>
                      <a:pt x="1197" y="1330"/>
                    </a:cubicBezTo>
                    <a:cubicBezTo>
                      <a:pt x="1996" y="399"/>
                      <a:pt x="3060" y="0"/>
                      <a:pt x="4523" y="0"/>
                    </a:cubicBezTo>
                    <a:lnTo>
                      <a:pt x="17562" y="0"/>
                    </a:lnTo>
                    <a:cubicBezTo>
                      <a:pt x="18892" y="0"/>
                      <a:pt x="19956" y="399"/>
                      <a:pt x="20888" y="1330"/>
                    </a:cubicBezTo>
                    <a:cubicBezTo>
                      <a:pt x="21686" y="2262"/>
                      <a:pt x="22085" y="3326"/>
                      <a:pt x="22085" y="4656"/>
                    </a:cubicBezTo>
                    <a:lnTo>
                      <a:pt x="22085" y="183198"/>
                    </a:lnTo>
                    <a:cubicBezTo>
                      <a:pt x="22218" y="184396"/>
                      <a:pt x="21686" y="185593"/>
                      <a:pt x="20888" y="186658"/>
                    </a:cubicBezTo>
                    <a:lnTo>
                      <a:pt x="20888" y="186658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2862B534-E9A3-3296-0DA2-CF640997C246}"/>
                  </a:ext>
                </a:extLst>
              </p:cNvPr>
              <p:cNvSpPr/>
              <p:nvPr/>
            </p:nvSpPr>
            <p:spPr>
              <a:xfrm>
                <a:off x="2639694" y="2255780"/>
                <a:ext cx="22637" cy="189717"/>
              </a:xfrm>
              <a:custGeom>
                <a:avLst/>
                <a:gdLst>
                  <a:gd name="csX0" fmla="*/ 21154 w 22637"/>
                  <a:gd name="csY0" fmla="*/ 28471 h 189717"/>
                  <a:gd name="csX1" fmla="*/ 17695 w 22637"/>
                  <a:gd name="csY1" fmla="*/ 29934 h 189717"/>
                  <a:gd name="csX2" fmla="*/ 4923 w 22637"/>
                  <a:gd name="csY2" fmla="*/ 29934 h 189717"/>
                  <a:gd name="csX3" fmla="*/ 1463 w 22637"/>
                  <a:gd name="csY3" fmla="*/ 28471 h 189717"/>
                  <a:gd name="csX4" fmla="*/ 0 w 22637"/>
                  <a:gd name="csY4" fmla="*/ 25012 h 189717"/>
                  <a:gd name="csX5" fmla="*/ 0 w 22637"/>
                  <a:gd name="csY5" fmla="*/ 4923 h 189717"/>
                  <a:gd name="csX6" fmla="*/ 1463 w 22637"/>
                  <a:gd name="csY6" fmla="*/ 1463 h 189717"/>
                  <a:gd name="csX7" fmla="*/ 4923 w 22637"/>
                  <a:gd name="csY7" fmla="*/ 0 h 189717"/>
                  <a:gd name="csX8" fmla="*/ 17695 w 22637"/>
                  <a:gd name="csY8" fmla="*/ 0 h 189717"/>
                  <a:gd name="csX9" fmla="*/ 21154 w 22637"/>
                  <a:gd name="csY9" fmla="*/ 1463 h 189717"/>
                  <a:gd name="csX10" fmla="*/ 22617 w 22637"/>
                  <a:gd name="csY10" fmla="*/ 4923 h 189717"/>
                  <a:gd name="csX11" fmla="*/ 22617 w 22637"/>
                  <a:gd name="csY11" fmla="*/ 24879 h 189717"/>
                  <a:gd name="csX12" fmla="*/ 21154 w 22637"/>
                  <a:gd name="csY12" fmla="*/ 28471 h 189717"/>
                  <a:gd name="csX13" fmla="*/ 20754 w 22637"/>
                  <a:gd name="csY13" fmla="*/ 188254 h 189717"/>
                  <a:gd name="csX14" fmla="*/ 17295 w 22637"/>
                  <a:gd name="csY14" fmla="*/ 189717 h 189717"/>
                  <a:gd name="csX15" fmla="*/ 5189 w 22637"/>
                  <a:gd name="csY15" fmla="*/ 189717 h 189717"/>
                  <a:gd name="csX16" fmla="*/ 1730 w 22637"/>
                  <a:gd name="csY16" fmla="*/ 188254 h 189717"/>
                  <a:gd name="csX17" fmla="*/ 266 w 22637"/>
                  <a:gd name="csY17" fmla="*/ 184795 h 189717"/>
                  <a:gd name="csX18" fmla="*/ 266 w 22637"/>
                  <a:gd name="csY18" fmla="*/ 57075 h 189717"/>
                  <a:gd name="csX19" fmla="*/ 1730 w 22637"/>
                  <a:gd name="csY19" fmla="*/ 53616 h 189717"/>
                  <a:gd name="csX20" fmla="*/ 5189 w 22637"/>
                  <a:gd name="csY20" fmla="*/ 52152 h 189717"/>
                  <a:gd name="csX21" fmla="*/ 17295 w 22637"/>
                  <a:gd name="csY21" fmla="*/ 52152 h 189717"/>
                  <a:gd name="csX22" fmla="*/ 20754 w 22637"/>
                  <a:gd name="csY22" fmla="*/ 53616 h 189717"/>
                  <a:gd name="csX23" fmla="*/ 22218 w 22637"/>
                  <a:gd name="csY23" fmla="*/ 57075 h 189717"/>
                  <a:gd name="csX24" fmla="*/ 22218 w 22637"/>
                  <a:gd name="csY24" fmla="*/ 184795 h 189717"/>
                  <a:gd name="csX25" fmla="*/ 20754 w 22637"/>
                  <a:gd name="csY25" fmla="*/ 188254 h 189717"/>
                  <a:gd name="csX26" fmla="*/ 20754 w 22637"/>
                  <a:gd name="csY26" fmla="*/ 188254 h 1897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22637" h="189717">
                    <a:moveTo>
                      <a:pt x="21154" y="28471"/>
                    </a:moveTo>
                    <a:cubicBezTo>
                      <a:pt x="20089" y="29535"/>
                      <a:pt x="19025" y="29934"/>
                      <a:pt x="17695" y="29934"/>
                    </a:cubicBezTo>
                    <a:lnTo>
                      <a:pt x="4923" y="29934"/>
                    </a:lnTo>
                    <a:cubicBezTo>
                      <a:pt x="3592" y="29934"/>
                      <a:pt x="2395" y="29402"/>
                      <a:pt x="1463" y="28471"/>
                    </a:cubicBezTo>
                    <a:cubicBezTo>
                      <a:pt x="399" y="27407"/>
                      <a:pt x="0" y="26342"/>
                      <a:pt x="0" y="25012"/>
                    </a:cubicBezTo>
                    <a:lnTo>
                      <a:pt x="0" y="4923"/>
                    </a:lnTo>
                    <a:cubicBezTo>
                      <a:pt x="0" y="3592"/>
                      <a:pt x="532" y="2395"/>
                      <a:pt x="1463" y="1463"/>
                    </a:cubicBezTo>
                    <a:cubicBezTo>
                      <a:pt x="2395" y="532"/>
                      <a:pt x="3592" y="0"/>
                      <a:pt x="4923" y="0"/>
                    </a:cubicBezTo>
                    <a:lnTo>
                      <a:pt x="17695" y="0"/>
                    </a:lnTo>
                    <a:cubicBezTo>
                      <a:pt x="19025" y="0"/>
                      <a:pt x="20222" y="532"/>
                      <a:pt x="21154" y="1463"/>
                    </a:cubicBezTo>
                    <a:cubicBezTo>
                      <a:pt x="22218" y="2528"/>
                      <a:pt x="22617" y="3592"/>
                      <a:pt x="22617" y="4923"/>
                    </a:cubicBezTo>
                    <a:lnTo>
                      <a:pt x="22617" y="24879"/>
                    </a:lnTo>
                    <a:cubicBezTo>
                      <a:pt x="22750" y="26342"/>
                      <a:pt x="22218" y="27407"/>
                      <a:pt x="21154" y="28471"/>
                    </a:cubicBezTo>
                    <a:close/>
                    <a:moveTo>
                      <a:pt x="20754" y="188254"/>
                    </a:moveTo>
                    <a:cubicBezTo>
                      <a:pt x="19690" y="189318"/>
                      <a:pt x="18626" y="189717"/>
                      <a:pt x="17295" y="189717"/>
                    </a:cubicBezTo>
                    <a:lnTo>
                      <a:pt x="5189" y="189717"/>
                    </a:lnTo>
                    <a:cubicBezTo>
                      <a:pt x="3858" y="189717"/>
                      <a:pt x="2661" y="189185"/>
                      <a:pt x="1730" y="188254"/>
                    </a:cubicBezTo>
                    <a:cubicBezTo>
                      <a:pt x="798" y="187323"/>
                      <a:pt x="266" y="186125"/>
                      <a:pt x="266" y="184795"/>
                    </a:cubicBezTo>
                    <a:lnTo>
                      <a:pt x="266" y="57075"/>
                    </a:lnTo>
                    <a:cubicBezTo>
                      <a:pt x="266" y="55744"/>
                      <a:pt x="798" y="54547"/>
                      <a:pt x="1730" y="53616"/>
                    </a:cubicBezTo>
                    <a:cubicBezTo>
                      <a:pt x="2794" y="52551"/>
                      <a:pt x="3858" y="52152"/>
                      <a:pt x="5189" y="52152"/>
                    </a:cubicBezTo>
                    <a:lnTo>
                      <a:pt x="17295" y="52152"/>
                    </a:lnTo>
                    <a:cubicBezTo>
                      <a:pt x="18626" y="52152"/>
                      <a:pt x="19823" y="52685"/>
                      <a:pt x="20754" y="53616"/>
                    </a:cubicBezTo>
                    <a:cubicBezTo>
                      <a:pt x="21686" y="54547"/>
                      <a:pt x="22218" y="55744"/>
                      <a:pt x="22218" y="57075"/>
                    </a:cubicBezTo>
                    <a:lnTo>
                      <a:pt x="22218" y="184795"/>
                    </a:lnTo>
                    <a:cubicBezTo>
                      <a:pt x="22218" y="185992"/>
                      <a:pt x="21686" y="187190"/>
                      <a:pt x="20754" y="188254"/>
                    </a:cubicBezTo>
                    <a:lnTo>
                      <a:pt x="20754" y="188254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73DE5EA-EFAD-6E37-59A4-8BC6121ADB8F}"/>
                  </a:ext>
                </a:extLst>
              </p:cNvPr>
              <p:cNvSpPr/>
              <p:nvPr/>
            </p:nvSpPr>
            <p:spPr>
              <a:xfrm>
                <a:off x="2694507" y="2257377"/>
                <a:ext cx="106167" cy="189850"/>
              </a:xfrm>
              <a:custGeom>
                <a:avLst/>
                <a:gdLst>
                  <a:gd name="csX0" fmla="*/ 105369 w 106167"/>
                  <a:gd name="csY0" fmla="*/ 183731 h 189850"/>
                  <a:gd name="csX1" fmla="*/ 100979 w 106167"/>
                  <a:gd name="csY1" fmla="*/ 185593 h 189850"/>
                  <a:gd name="csX2" fmla="*/ 77696 w 106167"/>
                  <a:gd name="csY2" fmla="*/ 188786 h 189850"/>
                  <a:gd name="csX3" fmla="*/ 54680 w 106167"/>
                  <a:gd name="csY3" fmla="*/ 189851 h 189850"/>
                  <a:gd name="csX4" fmla="*/ 30334 w 106167"/>
                  <a:gd name="csY4" fmla="*/ 185460 h 189850"/>
                  <a:gd name="csX5" fmla="*/ 13304 w 106167"/>
                  <a:gd name="csY5" fmla="*/ 172954 h 189850"/>
                  <a:gd name="csX6" fmla="*/ 3326 w 106167"/>
                  <a:gd name="csY6" fmla="*/ 153397 h 189850"/>
                  <a:gd name="csX7" fmla="*/ 0 w 106167"/>
                  <a:gd name="csY7" fmla="*/ 127986 h 189850"/>
                  <a:gd name="csX8" fmla="*/ 0 w 106167"/>
                  <a:gd name="csY8" fmla="*/ 109892 h 189850"/>
                  <a:gd name="csX9" fmla="*/ 13570 w 106167"/>
                  <a:gd name="csY9" fmla="*/ 64392 h 189850"/>
                  <a:gd name="csX10" fmla="*/ 54813 w 106167"/>
                  <a:gd name="csY10" fmla="*/ 48560 h 189850"/>
                  <a:gd name="csX11" fmla="*/ 68783 w 106167"/>
                  <a:gd name="csY11" fmla="*/ 49225 h 189850"/>
                  <a:gd name="csX12" fmla="*/ 84215 w 106167"/>
                  <a:gd name="csY12" fmla="*/ 51088 h 189850"/>
                  <a:gd name="csX13" fmla="*/ 84215 w 106167"/>
                  <a:gd name="csY13" fmla="*/ 4656 h 189850"/>
                  <a:gd name="csX14" fmla="*/ 85546 w 106167"/>
                  <a:gd name="csY14" fmla="*/ 1330 h 189850"/>
                  <a:gd name="csX15" fmla="*/ 88872 w 106167"/>
                  <a:gd name="csY15" fmla="*/ 0 h 189850"/>
                  <a:gd name="csX16" fmla="*/ 101644 w 106167"/>
                  <a:gd name="csY16" fmla="*/ 0 h 189850"/>
                  <a:gd name="csX17" fmla="*/ 104970 w 106167"/>
                  <a:gd name="csY17" fmla="*/ 1330 h 189850"/>
                  <a:gd name="csX18" fmla="*/ 106167 w 106167"/>
                  <a:gd name="csY18" fmla="*/ 4656 h 189850"/>
                  <a:gd name="csX19" fmla="*/ 106167 w 106167"/>
                  <a:gd name="csY19" fmla="*/ 179872 h 189850"/>
                  <a:gd name="csX20" fmla="*/ 105369 w 106167"/>
                  <a:gd name="csY20" fmla="*/ 183731 h 189850"/>
                  <a:gd name="csX21" fmla="*/ 105369 w 106167"/>
                  <a:gd name="csY21" fmla="*/ 183731 h 189850"/>
                  <a:gd name="csX22" fmla="*/ 84082 w 106167"/>
                  <a:gd name="csY22" fmla="*/ 69714 h 189850"/>
                  <a:gd name="csX23" fmla="*/ 69315 w 106167"/>
                  <a:gd name="csY23" fmla="*/ 68250 h 189850"/>
                  <a:gd name="csX24" fmla="*/ 54813 w 106167"/>
                  <a:gd name="csY24" fmla="*/ 67984 h 189850"/>
                  <a:gd name="csX25" fmla="*/ 29402 w 106167"/>
                  <a:gd name="csY25" fmla="*/ 79027 h 189850"/>
                  <a:gd name="csX26" fmla="*/ 22218 w 106167"/>
                  <a:gd name="csY26" fmla="*/ 110025 h 189850"/>
                  <a:gd name="csX27" fmla="*/ 22218 w 106167"/>
                  <a:gd name="csY27" fmla="*/ 128119 h 189850"/>
                  <a:gd name="csX28" fmla="*/ 29269 w 106167"/>
                  <a:gd name="csY28" fmla="*/ 159650 h 189850"/>
                  <a:gd name="csX29" fmla="*/ 54813 w 106167"/>
                  <a:gd name="csY29" fmla="*/ 170693 h 189850"/>
                  <a:gd name="csX30" fmla="*/ 69448 w 106167"/>
                  <a:gd name="csY30" fmla="*/ 170160 h 189850"/>
                  <a:gd name="csX31" fmla="*/ 84082 w 106167"/>
                  <a:gd name="csY31" fmla="*/ 169096 h 189850"/>
                  <a:gd name="csX32" fmla="*/ 84082 w 106167"/>
                  <a:gd name="csY32" fmla="*/ 69714 h 189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06167" h="189850">
                    <a:moveTo>
                      <a:pt x="105369" y="183731"/>
                    </a:moveTo>
                    <a:cubicBezTo>
                      <a:pt x="104837" y="184662"/>
                      <a:pt x="103373" y="185327"/>
                      <a:pt x="100979" y="185593"/>
                    </a:cubicBezTo>
                    <a:cubicBezTo>
                      <a:pt x="93129" y="187057"/>
                      <a:pt x="85413" y="188121"/>
                      <a:pt x="77696" y="188786"/>
                    </a:cubicBezTo>
                    <a:cubicBezTo>
                      <a:pt x="70113" y="189451"/>
                      <a:pt x="62397" y="189851"/>
                      <a:pt x="54680" y="189851"/>
                    </a:cubicBezTo>
                    <a:cubicBezTo>
                      <a:pt x="45367" y="189851"/>
                      <a:pt x="37252" y="188387"/>
                      <a:pt x="30334" y="185460"/>
                    </a:cubicBezTo>
                    <a:cubicBezTo>
                      <a:pt x="23415" y="182533"/>
                      <a:pt x="17828" y="178409"/>
                      <a:pt x="13304" y="172954"/>
                    </a:cubicBezTo>
                    <a:cubicBezTo>
                      <a:pt x="8781" y="167499"/>
                      <a:pt x="5455" y="160980"/>
                      <a:pt x="3326" y="153397"/>
                    </a:cubicBezTo>
                    <a:cubicBezTo>
                      <a:pt x="1197" y="145814"/>
                      <a:pt x="0" y="137299"/>
                      <a:pt x="0" y="127986"/>
                    </a:cubicBezTo>
                    <a:lnTo>
                      <a:pt x="0" y="109892"/>
                    </a:lnTo>
                    <a:cubicBezTo>
                      <a:pt x="0" y="90202"/>
                      <a:pt x="4523" y="75036"/>
                      <a:pt x="13570" y="64392"/>
                    </a:cubicBezTo>
                    <a:cubicBezTo>
                      <a:pt x="22617" y="53749"/>
                      <a:pt x="36320" y="48560"/>
                      <a:pt x="54813" y="48560"/>
                    </a:cubicBezTo>
                    <a:cubicBezTo>
                      <a:pt x="58671" y="48560"/>
                      <a:pt x="63328" y="48826"/>
                      <a:pt x="68783" y="49225"/>
                    </a:cubicBezTo>
                    <a:cubicBezTo>
                      <a:pt x="74237" y="49625"/>
                      <a:pt x="79293" y="50290"/>
                      <a:pt x="84215" y="51088"/>
                    </a:cubicBezTo>
                    <a:lnTo>
                      <a:pt x="84215" y="4656"/>
                    </a:lnTo>
                    <a:cubicBezTo>
                      <a:pt x="84215" y="3326"/>
                      <a:pt x="84615" y="2262"/>
                      <a:pt x="85546" y="1330"/>
                    </a:cubicBezTo>
                    <a:cubicBezTo>
                      <a:pt x="86477" y="399"/>
                      <a:pt x="87541" y="0"/>
                      <a:pt x="88872" y="0"/>
                    </a:cubicBezTo>
                    <a:lnTo>
                      <a:pt x="101644" y="0"/>
                    </a:lnTo>
                    <a:cubicBezTo>
                      <a:pt x="102974" y="0"/>
                      <a:pt x="104039" y="399"/>
                      <a:pt x="104970" y="1330"/>
                    </a:cubicBezTo>
                    <a:cubicBezTo>
                      <a:pt x="105768" y="2262"/>
                      <a:pt x="106167" y="3326"/>
                      <a:pt x="106167" y="4656"/>
                    </a:cubicBezTo>
                    <a:lnTo>
                      <a:pt x="106167" y="179872"/>
                    </a:lnTo>
                    <a:cubicBezTo>
                      <a:pt x="106167" y="181469"/>
                      <a:pt x="105901" y="182799"/>
                      <a:pt x="105369" y="183731"/>
                    </a:cubicBezTo>
                    <a:lnTo>
                      <a:pt x="105369" y="183731"/>
                    </a:lnTo>
                    <a:close/>
                    <a:moveTo>
                      <a:pt x="84082" y="69714"/>
                    </a:moveTo>
                    <a:cubicBezTo>
                      <a:pt x="79825" y="68916"/>
                      <a:pt x="74902" y="68383"/>
                      <a:pt x="69315" y="68250"/>
                    </a:cubicBezTo>
                    <a:cubicBezTo>
                      <a:pt x="63594" y="68117"/>
                      <a:pt x="58804" y="67984"/>
                      <a:pt x="54813" y="67984"/>
                    </a:cubicBezTo>
                    <a:cubicBezTo>
                      <a:pt x="42573" y="67984"/>
                      <a:pt x="34059" y="71709"/>
                      <a:pt x="29402" y="79027"/>
                    </a:cubicBezTo>
                    <a:cubicBezTo>
                      <a:pt x="24746" y="86344"/>
                      <a:pt x="22218" y="96721"/>
                      <a:pt x="22218" y="110025"/>
                    </a:cubicBezTo>
                    <a:lnTo>
                      <a:pt x="22218" y="128119"/>
                    </a:lnTo>
                    <a:cubicBezTo>
                      <a:pt x="22218" y="141822"/>
                      <a:pt x="24613" y="152333"/>
                      <a:pt x="29269" y="159650"/>
                    </a:cubicBezTo>
                    <a:cubicBezTo>
                      <a:pt x="33926" y="166967"/>
                      <a:pt x="42440" y="170693"/>
                      <a:pt x="54813" y="170693"/>
                    </a:cubicBezTo>
                    <a:cubicBezTo>
                      <a:pt x="59204" y="170693"/>
                      <a:pt x="64126" y="170559"/>
                      <a:pt x="69448" y="170160"/>
                    </a:cubicBezTo>
                    <a:cubicBezTo>
                      <a:pt x="74902" y="169894"/>
                      <a:pt x="79825" y="169495"/>
                      <a:pt x="84082" y="169096"/>
                    </a:cubicBezTo>
                    <a:lnTo>
                      <a:pt x="84082" y="69714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550F698-30FE-AEFB-D2F0-710197089B79}"/>
                  </a:ext>
                </a:extLst>
              </p:cNvPr>
              <p:cNvSpPr/>
              <p:nvPr/>
            </p:nvSpPr>
            <p:spPr>
              <a:xfrm>
                <a:off x="2830343" y="2306203"/>
                <a:ext cx="110831" cy="141157"/>
              </a:xfrm>
              <a:custGeom>
                <a:avLst/>
                <a:gdLst>
                  <a:gd name="csX0" fmla="*/ 106167 w 110831"/>
                  <a:gd name="csY0" fmla="*/ 77430 h 141157"/>
                  <a:gd name="csX1" fmla="*/ 22085 w 110831"/>
                  <a:gd name="csY1" fmla="*/ 77430 h 141157"/>
                  <a:gd name="csX2" fmla="*/ 22085 w 110831"/>
                  <a:gd name="csY2" fmla="*/ 80889 h 141157"/>
                  <a:gd name="csX3" fmla="*/ 30866 w 110831"/>
                  <a:gd name="csY3" fmla="*/ 112420 h 141157"/>
                  <a:gd name="csX4" fmla="*/ 56942 w 110831"/>
                  <a:gd name="csY4" fmla="*/ 121733 h 141157"/>
                  <a:gd name="csX5" fmla="*/ 80357 w 110831"/>
                  <a:gd name="csY5" fmla="*/ 120935 h 141157"/>
                  <a:gd name="csX6" fmla="*/ 101644 w 110831"/>
                  <a:gd name="csY6" fmla="*/ 118939 h 141157"/>
                  <a:gd name="csX7" fmla="*/ 102841 w 110831"/>
                  <a:gd name="csY7" fmla="*/ 118939 h 141157"/>
                  <a:gd name="csX8" fmla="*/ 105635 w 110831"/>
                  <a:gd name="csY8" fmla="*/ 119738 h 141157"/>
                  <a:gd name="csX9" fmla="*/ 106832 w 110831"/>
                  <a:gd name="csY9" fmla="*/ 122531 h 141157"/>
                  <a:gd name="csX10" fmla="*/ 106832 w 110831"/>
                  <a:gd name="csY10" fmla="*/ 131046 h 141157"/>
                  <a:gd name="csX11" fmla="*/ 105768 w 110831"/>
                  <a:gd name="csY11" fmla="*/ 134904 h 141157"/>
                  <a:gd name="csX12" fmla="*/ 101777 w 110831"/>
                  <a:gd name="csY12" fmla="*/ 136767 h 141157"/>
                  <a:gd name="csX13" fmla="*/ 80357 w 110831"/>
                  <a:gd name="csY13" fmla="*/ 139960 h 141157"/>
                  <a:gd name="csX14" fmla="*/ 56942 w 110831"/>
                  <a:gd name="csY14" fmla="*/ 141157 h 141157"/>
                  <a:gd name="csX15" fmla="*/ 35921 w 110831"/>
                  <a:gd name="csY15" fmla="*/ 138230 h 141157"/>
                  <a:gd name="csX16" fmla="*/ 17695 w 110831"/>
                  <a:gd name="csY16" fmla="*/ 128518 h 141157"/>
                  <a:gd name="csX17" fmla="*/ 4923 w 110831"/>
                  <a:gd name="csY17" fmla="*/ 110159 h 141157"/>
                  <a:gd name="csX18" fmla="*/ 0 w 110831"/>
                  <a:gd name="csY18" fmla="*/ 81155 h 141157"/>
                  <a:gd name="csX19" fmla="*/ 0 w 110831"/>
                  <a:gd name="csY19" fmla="*/ 58671 h 141157"/>
                  <a:gd name="csX20" fmla="*/ 14368 w 110831"/>
                  <a:gd name="csY20" fmla="*/ 15832 h 141157"/>
                  <a:gd name="csX21" fmla="*/ 55745 w 110831"/>
                  <a:gd name="csY21" fmla="*/ 0 h 141157"/>
                  <a:gd name="csX22" fmla="*/ 79825 w 110831"/>
                  <a:gd name="csY22" fmla="*/ 4124 h 141157"/>
                  <a:gd name="csX23" fmla="*/ 96987 w 110831"/>
                  <a:gd name="csY23" fmla="*/ 15832 h 141157"/>
                  <a:gd name="csX24" fmla="*/ 107365 w 110831"/>
                  <a:gd name="csY24" fmla="*/ 34325 h 141157"/>
                  <a:gd name="csX25" fmla="*/ 110824 w 110831"/>
                  <a:gd name="csY25" fmla="*/ 58538 h 141157"/>
                  <a:gd name="csX26" fmla="*/ 110824 w 110831"/>
                  <a:gd name="csY26" fmla="*/ 72109 h 141157"/>
                  <a:gd name="csX27" fmla="*/ 106167 w 110831"/>
                  <a:gd name="csY27" fmla="*/ 77430 h 141157"/>
                  <a:gd name="csX28" fmla="*/ 106167 w 110831"/>
                  <a:gd name="csY28" fmla="*/ 77430 h 141157"/>
                  <a:gd name="csX29" fmla="*/ 88872 w 110831"/>
                  <a:gd name="csY29" fmla="*/ 58405 h 141157"/>
                  <a:gd name="csX30" fmla="*/ 80623 w 110831"/>
                  <a:gd name="csY30" fmla="*/ 28072 h 141157"/>
                  <a:gd name="csX31" fmla="*/ 55745 w 110831"/>
                  <a:gd name="csY31" fmla="*/ 19025 h 141157"/>
                  <a:gd name="csX32" fmla="*/ 30733 w 110831"/>
                  <a:gd name="csY32" fmla="*/ 28604 h 141157"/>
                  <a:gd name="csX33" fmla="*/ 22085 w 110831"/>
                  <a:gd name="csY33" fmla="*/ 58405 h 141157"/>
                  <a:gd name="csX34" fmla="*/ 22085 w 110831"/>
                  <a:gd name="csY34" fmla="*/ 60667 h 141157"/>
                  <a:gd name="csX35" fmla="*/ 88872 w 110831"/>
                  <a:gd name="csY35" fmla="*/ 60667 h 141157"/>
                  <a:gd name="csX36" fmla="*/ 88872 w 110831"/>
                  <a:gd name="csY36" fmla="*/ 58405 h 1411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110831" h="141157">
                    <a:moveTo>
                      <a:pt x="106167" y="77430"/>
                    </a:moveTo>
                    <a:lnTo>
                      <a:pt x="22085" y="77430"/>
                    </a:lnTo>
                    <a:lnTo>
                      <a:pt x="22085" y="80889"/>
                    </a:lnTo>
                    <a:cubicBezTo>
                      <a:pt x="22085" y="95790"/>
                      <a:pt x="25012" y="106300"/>
                      <a:pt x="30866" y="112420"/>
                    </a:cubicBezTo>
                    <a:cubicBezTo>
                      <a:pt x="36719" y="118540"/>
                      <a:pt x="45367" y="121733"/>
                      <a:pt x="56942" y="121733"/>
                    </a:cubicBezTo>
                    <a:cubicBezTo>
                      <a:pt x="64259" y="121733"/>
                      <a:pt x="72109" y="121467"/>
                      <a:pt x="80357" y="120935"/>
                    </a:cubicBezTo>
                    <a:cubicBezTo>
                      <a:pt x="88606" y="120403"/>
                      <a:pt x="95657" y="119738"/>
                      <a:pt x="101644" y="118939"/>
                    </a:cubicBezTo>
                    <a:lnTo>
                      <a:pt x="102841" y="118939"/>
                    </a:lnTo>
                    <a:cubicBezTo>
                      <a:pt x="103906" y="118939"/>
                      <a:pt x="104704" y="119205"/>
                      <a:pt x="105635" y="119738"/>
                    </a:cubicBezTo>
                    <a:cubicBezTo>
                      <a:pt x="106566" y="120270"/>
                      <a:pt x="106832" y="121201"/>
                      <a:pt x="106832" y="122531"/>
                    </a:cubicBezTo>
                    <a:lnTo>
                      <a:pt x="106832" y="131046"/>
                    </a:lnTo>
                    <a:cubicBezTo>
                      <a:pt x="106832" y="132643"/>
                      <a:pt x="106566" y="133973"/>
                      <a:pt x="105768" y="134904"/>
                    </a:cubicBezTo>
                    <a:cubicBezTo>
                      <a:pt x="105103" y="135836"/>
                      <a:pt x="103773" y="136501"/>
                      <a:pt x="101777" y="136767"/>
                    </a:cubicBezTo>
                    <a:cubicBezTo>
                      <a:pt x="94593" y="138097"/>
                      <a:pt x="87408" y="139162"/>
                      <a:pt x="80357" y="139960"/>
                    </a:cubicBezTo>
                    <a:cubicBezTo>
                      <a:pt x="73306" y="140758"/>
                      <a:pt x="65457" y="141157"/>
                      <a:pt x="56942" y="141157"/>
                    </a:cubicBezTo>
                    <a:cubicBezTo>
                      <a:pt x="49758" y="141157"/>
                      <a:pt x="42706" y="140226"/>
                      <a:pt x="35921" y="138230"/>
                    </a:cubicBezTo>
                    <a:cubicBezTo>
                      <a:pt x="29136" y="136235"/>
                      <a:pt x="23016" y="133042"/>
                      <a:pt x="17695" y="128518"/>
                    </a:cubicBezTo>
                    <a:cubicBezTo>
                      <a:pt x="12373" y="123995"/>
                      <a:pt x="8116" y="117742"/>
                      <a:pt x="4923" y="110159"/>
                    </a:cubicBezTo>
                    <a:cubicBezTo>
                      <a:pt x="1597" y="102442"/>
                      <a:pt x="0" y="92730"/>
                      <a:pt x="0" y="81155"/>
                    </a:cubicBezTo>
                    <a:lnTo>
                      <a:pt x="0" y="58671"/>
                    </a:lnTo>
                    <a:cubicBezTo>
                      <a:pt x="0" y="40578"/>
                      <a:pt x="4789" y="26342"/>
                      <a:pt x="14368" y="15832"/>
                    </a:cubicBezTo>
                    <a:cubicBezTo>
                      <a:pt x="23948" y="5322"/>
                      <a:pt x="37651" y="0"/>
                      <a:pt x="55745" y="0"/>
                    </a:cubicBezTo>
                    <a:cubicBezTo>
                      <a:pt x="64924" y="0"/>
                      <a:pt x="73040" y="1330"/>
                      <a:pt x="79825" y="4124"/>
                    </a:cubicBezTo>
                    <a:cubicBezTo>
                      <a:pt x="86743" y="6918"/>
                      <a:pt x="92464" y="10776"/>
                      <a:pt x="96987" y="15832"/>
                    </a:cubicBezTo>
                    <a:cubicBezTo>
                      <a:pt x="101644" y="20888"/>
                      <a:pt x="105103" y="27141"/>
                      <a:pt x="107365" y="34325"/>
                    </a:cubicBezTo>
                    <a:cubicBezTo>
                      <a:pt x="109759" y="41642"/>
                      <a:pt x="110824" y="49625"/>
                      <a:pt x="110824" y="58538"/>
                    </a:cubicBezTo>
                    <a:lnTo>
                      <a:pt x="110824" y="72109"/>
                    </a:lnTo>
                    <a:cubicBezTo>
                      <a:pt x="110957" y="75568"/>
                      <a:pt x="109360" y="77430"/>
                      <a:pt x="106167" y="77430"/>
                    </a:cubicBezTo>
                    <a:lnTo>
                      <a:pt x="106167" y="77430"/>
                    </a:lnTo>
                    <a:close/>
                    <a:moveTo>
                      <a:pt x="88872" y="58405"/>
                    </a:moveTo>
                    <a:cubicBezTo>
                      <a:pt x="88872" y="44170"/>
                      <a:pt x="86078" y="34192"/>
                      <a:pt x="80623" y="28072"/>
                    </a:cubicBezTo>
                    <a:cubicBezTo>
                      <a:pt x="75169" y="22085"/>
                      <a:pt x="66920" y="19025"/>
                      <a:pt x="55745" y="19025"/>
                    </a:cubicBezTo>
                    <a:cubicBezTo>
                      <a:pt x="44569" y="19025"/>
                      <a:pt x="36453" y="22218"/>
                      <a:pt x="30733" y="28604"/>
                    </a:cubicBezTo>
                    <a:cubicBezTo>
                      <a:pt x="24879" y="34990"/>
                      <a:pt x="22085" y="44835"/>
                      <a:pt x="22085" y="58405"/>
                    </a:cubicBezTo>
                    <a:lnTo>
                      <a:pt x="22085" y="60667"/>
                    </a:lnTo>
                    <a:lnTo>
                      <a:pt x="88872" y="60667"/>
                    </a:lnTo>
                    <a:lnTo>
                      <a:pt x="88872" y="58405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DAA8817-E652-A171-B45B-C966733B3154}"/>
                  </a:ext>
                </a:extLst>
              </p:cNvPr>
              <p:cNvSpPr/>
              <p:nvPr/>
            </p:nvSpPr>
            <p:spPr>
              <a:xfrm>
                <a:off x="2966843" y="2306070"/>
                <a:ext cx="91931" cy="141157"/>
              </a:xfrm>
              <a:custGeom>
                <a:avLst/>
                <a:gdLst>
                  <a:gd name="csX0" fmla="*/ 91932 w 91931"/>
                  <a:gd name="csY0" fmla="*/ 104837 h 141157"/>
                  <a:gd name="csX1" fmla="*/ 79027 w 91931"/>
                  <a:gd name="csY1" fmla="*/ 132510 h 141157"/>
                  <a:gd name="csX2" fmla="*/ 44968 w 91931"/>
                  <a:gd name="csY2" fmla="*/ 141157 h 141157"/>
                  <a:gd name="csX3" fmla="*/ 36586 w 91931"/>
                  <a:gd name="csY3" fmla="*/ 141024 h 141157"/>
                  <a:gd name="csX4" fmla="*/ 26342 w 91931"/>
                  <a:gd name="csY4" fmla="*/ 140359 h 141157"/>
                  <a:gd name="csX5" fmla="*/ 15433 w 91931"/>
                  <a:gd name="csY5" fmla="*/ 139162 h 141157"/>
                  <a:gd name="csX6" fmla="*/ 5455 w 91931"/>
                  <a:gd name="csY6" fmla="*/ 137432 h 141157"/>
                  <a:gd name="csX7" fmla="*/ 133 w 91931"/>
                  <a:gd name="csY7" fmla="*/ 132377 h 141157"/>
                  <a:gd name="csX8" fmla="*/ 133 w 91931"/>
                  <a:gd name="csY8" fmla="*/ 123596 h 141157"/>
                  <a:gd name="csX9" fmla="*/ 1330 w 91931"/>
                  <a:gd name="csY9" fmla="*/ 120802 h 141157"/>
                  <a:gd name="csX10" fmla="*/ 4656 w 91931"/>
                  <a:gd name="csY10" fmla="*/ 119738 h 141157"/>
                  <a:gd name="csX11" fmla="*/ 5721 w 91931"/>
                  <a:gd name="csY11" fmla="*/ 119738 h 141157"/>
                  <a:gd name="csX12" fmla="*/ 15699 w 91931"/>
                  <a:gd name="csY12" fmla="*/ 120802 h 141157"/>
                  <a:gd name="csX13" fmla="*/ 26608 w 91931"/>
                  <a:gd name="csY13" fmla="*/ 121733 h 141157"/>
                  <a:gd name="csX14" fmla="*/ 36986 w 91931"/>
                  <a:gd name="csY14" fmla="*/ 122398 h 141157"/>
                  <a:gd name="csX15" fmla="*/ 45101 w 91931"/>
                  <a:gd name="csY15" fmla="*/ 122664 h 141157"/>
                  <a:gd name="csX16" fmla="*/ 63727 w 91931"/>
                  <a:gd name="csY16" fmla="*/ 118939 h 141157"/>
                  <a:gd name="csX17" fmla="*/ 69980 w 91931"/>
                  <a:gd name="csY17" fmla="*/ 104970 h 141157"/>
                  <a:gd name="csX18" fmla="*/ 65989 w 91931"/>
                  <a:gd name="csY18" fmla="*/ 94992 h 141157"/>
                  <a:gd name="csX19" fmla="*/ 51221 w 91931"/>
                  <a:gd name="csY19" fmla="*/ 84215 h 141157"/>
                  <a:gd name="csX20" fmla="*/ 25677 w 91931"/>
                  <a:gd name="csY20" fmla="*/ 69049 h 141157"/>
                  <a:gd name="csX21" fmla="*/ 7051 w 91931"/>
                  <a:gd name="csY21" fmla="*/ 53616 h 141157"/>
                  <a:gd name="csX22" fmla="*/ 0 w 91931"/>
                  <a:gd name="csY22" fmla="*/ 33260 h 141157"/>
                  <a:gd name="csX23" fmla="*/ 3459 w 91931"/>
                  <a:gd name="csY23" fmla="*/ 17162 h 141157"/>
                  <a:gd name="csX24" fmla="*/ 13038 w 91931"/>
                  <a:gd name="csY24" fmla="*/ 6918 h 141157"/>
                  <a:gd name="csX25" fmla="*/ 27407 w 91931"/>
                  <a:gd name="csY25" fmla="*/ 1463 h 141157"/>
                  <a:gd name="csX26" fmla="*/ 45500 w 91931"/>
                  <a:gd name="csY26" fmla="*/ 0 h 141157"/>
                  <a:gd name="csX27" fmla="*/ 65989 w 91931"/>
                  <a:gd name="csY27" fmla="*/ 931 h 141157"/>
                  <a:gd name="csX28" fmla="*/ 84748 w 91931"/>
                  <a:gd name="csY28" fmla="*/ 3326 h 141157"/>
                  <a:gd name="csX29" fmla="*/ 89537 w 91931"/>
                  <a:gd name="csY29" fmla="*/ 8382 h 141157"/>
                  <a:gd name="csX30" fmla="*/ 89537 w 91931"/>
                  <a:gd name="csY30" fmla="*/ 16630 h 141157"/>
                  <a:gd name="csX31" fmla="*/ 85280 w 91931"/>
                  <a:gd name="csY31" fmla="*/ 20888 h 141157"/>
                  <a:gd name="csX32" fmla="*/ 84481 w 91931"/>
                  <a:gd name="csY32" fmla="*/ 20888 h 141157"/>
                  <a:gd name="csX33" fmla="*/ 67053 w 91931"/>
                  <a:gd name="csY33" fmla="*/ 19690 h 141157"/>
                  <a:gd name="csX34" fmla="*/ 45633 w 91931"/>
                  <a:gd name="csY34" fmla="*/ 18892 h 141157"/>
                  <a:gd name="csX35" fmla="*/ 28737 w 91931"/>
                  <a:gd name="csY35" fmla="*/ 21420 h 141157"/>
                  <a:gd name="csX36" fmla="*/ 22351 w 91931"/>
                  <a:gd name="csY36" fmla="*/ 33393 h 141157"/>
                  <a:gd name="csX37" fmla="*/ 26608 w 91931"/>
                  <a:gd name="csY37" fmla="*/ 43239 h 141157"/>
                  <a:gd name="csX38" fmla="*/ 39646 w 91931"/>
                  <a:gd name="csY38" fmla="*/ 52418 h 141157"/>
                  <a:gd name="csX39" fmla="*/ 64525 w 91931"/>
                  <a:gd name="csY39" fmla="*/ 67186 h 141157"/>
                  <a:gd name="csX40" fmla="*/ 86078 w 91931"/>
                  <a:gd name="csY40" fmla="*/ 85280 h 141157"/>
                  <a:gd name="csX41" fmla="*/ 91932 w 91931"/>
                  <a:gd name="csY41" fmla="*/ 104837 h 141157"/>
                  <a:gd name="csX42" fmla="*/ 91932 w 91931"/>
                  <a:gd name="csY42" fmla="*/ 104837 h 1411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</a:cxnLst>
                <a:rect l="l" t="t" r="r" b="b"/>
                <a:pathLst>
                  <a:path w="91931" h="141157">
                    <a:moveTo>
                      <a:pt x="91932" y="104837"/>
                    </a:moveTo>
                    <a:cubicBezTo>
                      <a:pt x="91932" y="117476"/>
                      <a:pt x="87675" y="126789"/>
                      <a:pt x="79027" y="132510"/>
                    </a:cubicBezTo>
                    <a:cubicBezTo>
                      <a:pt x="70379" y="138230"/>
                      <a:pt x="59071" y="141157"/>
                      <a:pt x="44968" y="141157"/>
                    </a:cubicBezTo>
                    <a:cubicBezTo>
                      <a:pt x="42573" y="141157"/>
                      <a:pt x="39779" y="141157"/>
                      <a:pt x="36586" y="141024"/>
                    </a:cubicBezTo>
                    <a:cubicBezTo>
                      <a:pt x="33260" y="140891"/>
                      <a:pt x="29934" y="140758"/>
                      <a:pt x="26342" y="140359"/>
                    </a:cubicBezTo>
                    <a:cubicBezTo>
                      <a:pt x="22750" y="140093"/>
                      <a:pt x="19025" y="139561"/>
                      <a:pt x="15433" y="139162"/>
                    </a:cubicBezTo>
                    <a:cubicBezTo>
                      <a:pt x="11708" y="138629"/>
                      <a:pt x="8382" y="138097"/>
                      <a:pt x="5455" y="137432"/>
                    </a:cubicBezTo>
                    <a:cubicBezTo>
                      <a:pt x="1996" y="136634"/>
                      <a:pt x="133" y="134904"/>
                      <a:pt x="133" y="132377"/>
                    </a:cubicBezTo>
                    <a:lnTo>
                      <a:pt x="133" y="123596"/>
                    </a:lnTo>
                    <a:cubicBezTo>
                      <a:pt x="133" y="122398"/>
                      <a:pt x="532" y="121467"/>
                      <a:pt x="1330" y="120802"/>
                    </a:cubicBezTo>
                    <a:cubicBezTo>
                      <a:pt x="2129" y="120137"/>
                      <a:pt x="3193" y="119738"/>
                      <a:pt x="4656" y="119738"/>
                    </a:cubicBezTo>
                    <a:lnTo>
                      <a:pt x="5721" y="119738"/>
                    </a:lnTo>
                    <a:cubicBezTo>
                      <a:pt x="8781" y="120004"/>
                      <a:pt x="12107" y="120403"/>
                      <a:pt x="15699" y="120802"/>
                    </a:cubicBezTo>
                    <a:cubicBezTo>
                      <a:pt x="19291" y="121201"/>
                      <a:pt x="22883" y="121467"/>
                      <a:pt x="26608" y="121733"/>
                    </a:cubicBezTo>
                    <a:cubicBezTo>
                      <a:pt x="30334" y="121999"/>
                      <a:pt x="33793" y="122265"/>
                      <a:pt x="36986" y="122398"/>
                    </a:cubicBezTo>
                    <a:cubicBezTo>
                      <a:pt x="40312" y="122531"/>
                      <a:pt x="42973" y="122664"/>
                      <a:pt x="45101" y="122664"/>
                    </a:cubicBezTo>
                    <a:cubicBezTo>
                      <a:pt x="53350" y="122664"/>
                      <a:pt x="59470" y="121467"/>
                      <a:pt x="63727" y="118939"/>
                    </a:cubicBezTo>
                    <a:cubicBezTo>
                      <a:pt x="67984" y="116412"/>
                      <a:pt x="69980" y="111755"/>
                      <a:pt x="69980" y="104970"/>
                    </a:cubicBezTo>
                    <a:cubicBezTo>
                      <a:pt x="69980" y="101112"/>
                      <a:pt x="68650" y="97786"/>
                      <a:pt x="65989" y="94992"/>
                    </a:cubicBezTo>
                    <a:cubicBezTo>
                      <a:pt x="63328" y="92198"/>
                      <a:pt x="58405" y="88606"/>
                      <a:pt x="51221" y="84215"/>
                    </a:cubicBezTo>
                    <a:lnTo>
                      <a:pt x="25677" y="69049"/>
                    </a:lnTo>
                    <a:cubicBezTo>
                      <a:pt x="17961" y="64392"/>
                      <a:pt x="11841" y="59204"/>
                      <a:pt x="7051" y="53616"/>
                    </a:cubicBezTo>
                    <a:cubicBezTo>
                      <a:pt x="2262" y="48028"/>
                      <a:pt x="0" y="41243"/>
                      <a:pt x="0" y="33260"/>
                    </a:cubicBezTo>
                    <a:cubicBezTo>
                      <a:pt x="0" y="26741"/>
                      <a:pt x="1197" y="21420"/>
                      <a:pt x="3459" y="17162"/>
                    </a:cubicBezTo>
                    <a:cubicBezTo>
                      <a:pt x="5854" y="12905"/>
                      <a:pt x="9047" y="9446"/>
                      <a:pt x="13038" y="6918"/>
                    </a:cubicBezTo>
                    <a:cubicBezTo>
                      <a:pt x="17029" y="4390"/>
                      <a:pt x="21819" y="2528"/>
                      <a:pt x="27407" y="1463"/>
                    </a:cubicBezTo>
                    <a:cubicBezTo>
                      <a:pt x="32994" y="399"/>
                      <a:pt x="38981" y="0"/>
                      <a:pt x="45500" y="0"/>
                    </a:cubicBezTo>
                    <a:cubicBezTo>
                      <a:pt x="52551" y="0"/>
                      <a:pt x="59337" y="266"/>
                      <a:pt x="65989" y="931"/>
                    </a:cubicBezTo>
                    <a:cubicBezTo>
                      <a:pt x="72641" y="1463"/>
                      <a:pt x="78894" y="2262"/>
                      <a:pt x="84748" y="3326"/>
                    </a:cubicBezTo>
                    <a:cubicBezTo>
                      <a:pt x="87941" y="3858"/>
                      <a:pt x="89537" y="5455"/>
                      <a:pt x="89537" y="8382"/>
                    </a:cubicBezTo>
                    <a:lnTo>
                      <a:pt x="89537" y="16630"/>
                    </a:lnTo>
                    <a:cubicBezTo>
                      <a:pt x="89537" y="19424"/>
                      <a:pt x="88074" y="20888"/>
                      <a:pt x="85280" y="20888"/>
                    </a:cubicBezTo>
                    <a:lnTo>
                      <a:pt x="84481" y="20888"/>
                    </a:lnTo>
                    <a:cubicBezTo>
                      <a:pt x="80091" y="20621"/>
                      <a:pt x="74370" y="20089"/>
                      <a:pt x="67053" y="19690"/>
                    </a:cubicBezTo>
                    <a:cubicBezTo>
                      <a:pt x="59736" y="19158"/>
                      <a:pt x="52685" y="18892"/>
                      <a:pt x="45633" y="18892"/>
                    </a:cubicBezTo>
                    <a:cubicBezTo>
                      <a:pt x="38582" y="18892"/>
                      <a:pt x="32994" y="19690"/>
                      <a:pt x="28737" y="21420"/>
                    </a:cubicBezTo>
                    <a:cubicBezTo>
                      <a:pt x="24480" y="23149"/>
                      <a:pt x="22351" y="27141"/>
                      <a:pt x="22351" y="33393"/>
                    </a:cubicBezTo>
                    <a:cubicBezTo>
                      <a:pt x="22351" y="37252"/>
                      <a:pt x="23814" y="40578"/>
                      <a:pt x="26608" y="43239"/>
                    </a:cubicBezTo>
                    <a:cubicBezTo>
                      <a:pt x="29402" y="46032"/>
                      <a:pt x="33793" y="49092"/>
                      <a:pt x="39646" y="52418"/>
                    </a:cubicBezTo>
                    <a:lnTo>
                      <a:pt x="64525" y="67186"/>
                    </a:lnTo>
                    <a:cubicBezTo>
                      <a:pt x="74903" y="73306"/>
                      <a:pt x="82087" y="79426"/>
                      <a:pt x="86078" y="85280"/>
                    </a:cubicBezTo>
                    <a:cubicBezTo>
                      <a:pt x="89936" y="90867"/>
                      <a:pt x="91932" y="97520"/>
                      <a:pt x="91932" y="104837"/>
                    </a:cubicBezTo>
                    <a:lnTo>
                      <a:pt x="91932" y="104837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62C77F2-AC0C-426F-BF1E-2A45FC6F5692}"/>
                </a:ext>
              </a:extLst>
            </p:cNvPr>
            <p:cNvSpPr/>
            <p:nvPr/>
          </p:nvSpPr>
          <p:spPr>
            <a:xfrm>
              <a:off x="2436536" y="2256978"/>
              <a:ext cx="105504" cy="188387"/>
            </a:xfrm>
            <a:custGeom>
              <a:avLst/>
              <a:gdLst>
                <a:gd name="csX0" fmla="*/ 13573 w 105504"/>
                <a:gd name="csY0" fmla="*/ 10776 h 188387"/>
                <a:gd name="csX1" fmla="*/ 56146 w 105504"/>
                <a:gd name="csY1" fmla="*/ 0 h 188387"/>
                <a:gd name="csX2" fmla="*/ 77965 w 105504"/>
                <a:gd name="csY2" fmla="*/ 1330 h 188387"/>
                <a:gd name="csX3" fmla="*/ 98188 w 105504"/>
                <a:gd name="csY3" fmla="*/ 5189 h 188387"/>
                <a:gd name="csX4" fmla="*/ 101381 w 105504"/>
                <a:gd name="csY4" fmla="*/ 6785 h 188387"/>
                <a:gd name="csX5" fmla="*/ 102711 w 105504"/>
                <a:gd name="csY5" fmla="*/ 9845 h 188387"/>
                <a:gd name="csX6" fmla="*/ 102711 w 105504"/>
                <a:gd name="csY6" fmla="*/ 18759 h 188387"/>
                <a:gd name="csX7" fmla="*/ 98986 w 105504"/>
                <a:gd name="csY7" fmla="*/ 23282 h 188387"/>
                <a:gd name="csX8" fmla="*/ 98055 w 105504"/>
                <a:gd name="csY8" fmla="*/ 23282 h 188387"/>
                <a:gd name="csX9" fmla="*/ 76768 w 105504"/>
                <a:gd name="csY9" fmla="*/ 20621 h 188387"/>
                <a:gd name="csX10" fmla="*/ 56146 w 105504"/>
                <a:gd name="csY10" fmla="*/ 19557 h 188387"/>
                <a:gd name="csX11" fmla="*/ 28873 w 105504"/>
                <a:gd name="csY11" fmla="*/ 25677 h 188387"/>
                <a:gd name="csX12" fmla="*/ 20757 w 105504"/>
                <a:gd name="csY12" fmla="*/ 45367 h 188387"/>
                <a:gd name="csX13" fmla="*/ 21822 w 105504"/>
                <a:gd name="csY13" fmla="*/ 55079 h 188387"/>
                <a:gd name="csX14" fmla="*/ 25680 w 105504"/>
                <a:gd name="csY14" fmla="*/ 63195 h 188387"/>
                <a:gd name="csX15" fmla="*/ 33130 w 105504"/>
                <a:gd name="csY15" fmla="*/ 71044 h 188387"/>
                <a:gd name="csX16" fmla="*/ 45237 w 105504"/>
                <a:gd name="csY16" fmla="*/ 80357 h 188387"/>
                <a:gd name="csX17" fmla="*/ 69185 w 105504"/>
                <a:gd name="csY17" fmla="*/ 97387 h 188387"/>
                <a:gd name="csX18" fmla="*/ 97123 w 105504"/>
                <a:gd name="csY18" fmla="*/ 127454 h 188387"/>
                <a:gd name="csX19" fmla="*/ 105505 w 105504"/>
                <a:gd name="csY19" fmla="*/ 163242 h 188387"/>
                <a:gd name="csX20" fmla="*/ 105505 w 105504"/>
                <a:gd name="csY20" fmla="*/ 183598 h 188387"/>
                <a:gd name="csX21" fmla="*/ 104174 w 105504"/>
                <a:gd name="csY21" fmla="*/ 187057 h 188387"/>
                <a:gd name="csX22" fmla="*/ 100848 w 105504"/>
                <a:gd name="csY22" fmla="*/ 188387 h 188387"/>
                <a:gd name="csX23" fmla="*/ 7187 w 105504"/>
                <a:gd name="csY23" fmla="*/ 188387 h 188387"/>
                <a:gd name="csX24" fmla="*/ 3861 w 105504"/>
                <a:gd name="csY24" fmla="*/ 187190 h 188387"/>
                <a:gd name="csX25" fmla="*/ 2398 w 105504"/>
                <a:gd name="csY25" fmla="*/ 183864 h 188387"/>
                <a:gd name="csX26" fmla="*/ 2398 w 105504"/>
                <a:gd name="csY26" fmla="*/ 172821 h 188387"/>
                <a:gd name="csX27" fmla="*/ 3861 w 105504"/>
                <a:gd name="csY27" fmla="*/ 169628 h 188387"/>
                <a:gd name="csX28" fmla="*/ 7187 w 105504"/>
                <a:gd name="csY28" fmla="*/ 168431 h 188387"/>
                <a:gd name="csX29" fmla="*/ 86879 w 105504"/>
                <a:gd name="csY29" fmla="*/ 168431 h 188387"/>
                <a:gd name="csX30" fmla="*/ 86879 w 105504"/>
                <a:gd name="csY30" fmla="*/ 163109 h 188387"/>
                <a:gd name="csX31" fmla="*/ 85283 w 105504"/>
                <a:gd name="csY31" fmla="*/ 148208 h 188387"/>
                <a:gd name="csX32" fmla="*/ 80094 w 105504"/>
                <a:gd name="csY32" fmla="*/ 135303 h 188387"/>
                <a:gd name="csX33" fmla="*/ 69983 w 105504"/>
                <a:gd name="csY33" fmla="*/ 122931 h 188387"/>
                <a:gd name="csX34" fmla="*/ 53619 w 105504"/>
                <a:gd name="csY34" fmla="*/ 109759 h 188387"/>
                <a:gd name="csX35" fmla="*/ 30869 w 105504"/>
                <a:gd name="csY35" fmla="*/ 93395 h 188387"/>
                <a:gd name="csX36" fmla="*/ 7187 w 105504"/>
                <a:gd name="csY36" fmla="*/ 70645 h 188387"/>
                <a:gd name="csX37" fmla="*/ 3 w 105504"/>
                <a:gd name="csY37" fmla="*/ 44968 h 188387"/>
                <a:gd name="csX38" fmla="*/ 13573 w 105504"/>
                <a:gd name="csY38" fmla="*/ 10776 h 188387"/>
                <a:gd name="csX39" fmla="*/ 13573 w 105504"/>
                <a:gd name="csY39" fmla="*/ 10776 h 1883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105504" h="188387">
                  <a:moveTo>
                    <a:pt x="13573" y="10776"/>
                  </a:moveTo>
                  <a:cubicBezTo>
                    <a:pt x="22753" y="3592"/>
                    <a:pt x="36855" y="0"/>
                    <a:pt x="56146" y="0"/>
                  </a:cubicBezTo>
                  <a:cubicBezTo>
                    <a:pt x="63198" y="0"/>
                    <a:pt x="70515" y="399"/>
                    <a:pt x="77965" y="1330"/>
                  </a:cubicBezTo>
                  <a:cubicBezTo>
                    <a:pt x="85416" y="2129"/>
                    <a:pt x="92201" y="3459"/>
                    <a:pt x="98188" y="5189"/>
                  </a:cubicBezTo>
                  <a:cubicBezTo>
                    <a:pt x="99518" y="5588"/>
                    <a:pt x="100582" y="5987"/>
                    <a:pt x="101381" y="6785"/>
                  </a:cubicBezTo>
                  <a:cubicBezTo>
                    <a:pt x="102179" y="7450"/>
                    <a:pt x="102711" y="8515"/>
                    <a:pt x="102711" y="9845"/>
                  </a:cubicBezTo>
                  <a:lnTo>
                    <a:pt x="102711" y="18759"/>
                  </a:lnTo>
                  <a:cubicBezTo>
                    <a:pt x="102711" y="21819"/>
                    <a:pt x="101381" y="23282"/>
                    <a:pt x="98986" y="23282"/>
                  </a:cubicBezTo>
                  <a:lnTo>
                    <a:pt x="98055" y="23282"/>
                  </a:lnTo>
                  <a:cubicBezTo>
                    <a:pt x="91403" y="22218"/>
                    <a:pt x="84351" y="21420"/>
                    <a:pt x="76768" y="20621"/>
                  </a:cubicBezTo>
                  <a:cubicBezTo>
                    <a:pt x="69185" y="19823"/>
                    <a:pt x="62399" y="19557"/>
                    <a:pt x="56146" y="19557"/>
                  </a:cubicBezTo>
                  <a:cubicBezTo>
                    <a:pt x="43374" y="19557"/>
                    <a:pt x="34328" y="21553"/>
                    <a:pt x="28873" y="25677"/>
                  </a:cubicBezTo>
                  <a:cubicBezTo>
                    <a:pt x="23418" y="29801"/>
                    <a:pt x="20757" y="36320"/>
                    <a:pt x="20757" y="45367"/>
                  </a:cubicBezTo>
                  <a:cubicBezTo>
                    <a:pt x="20757" y="49092"/>
                    <a:pt x="21156" y="52285"/>
                    <a:pt x="21822" y="55079"/>
                  </a:cubicBezTo>
                  <a:cubicBezTo>
                    <a:pt x="22487" y="57873"/>
                    <a:pt x="23817" y="60667"/>
                    <a:pt x="25680" y="63195"/>
                  </a:cubicBezTo>
                  <a:cubicBezTo>
                    <a:pt x="27542" y="65723"/>
                    <a:pt x="29937" y="68383"/>
                    <a:pt x="33130" y="71044"/>
                  </a:cubicBezTo>
                  <a:cubicBezTo>
                    <a:pt x="36323" y="73705"/>
                    <a:pt x="40314" y="76765"/>
                    <a:pt x="45237" y="80357"/>
                  </a:cubicBezTo>
                  <a:lnTo>
                    <a:pt x="69185" y="97387"/>
                  </a:lnTo>
                  <a:cubicBezTo>
                    <a:pt x="82090" y="106566"/>
                    <a:pt x="91403" y="116678"/>
                    <a:pt x="97123" y="127454"/>
                  </a:cubicBezTo>
                  <a:cubicBezTo>
                    <a:pt x="102844" y="138230"/>
                    <a:pt x="105505" y="150204"/>
                    <a:pt x="105505" y="163242"/>
                  </a:cubicBezTo>
                  <a:lnTo>
                    <a:pt x="105505" y="183598"/>
                  </a:lnTo>
                  <a:cubicBezTo>
                    <a:pt x="105505" y="184928"/>
                    <a:pt x="104973" y="186125"/>
                    <a:pt x="104174" y="187057"/>
                  </a:cubicBezTo>
                  <a:cubicBezTo>
                    <a:pt x="103243" y="187988"/>
                    <a:pt x="102179" y="188387"/>
                    <a:pt x="100848" y="188387"/>
                  </a:cubicBezTo>
                  <a:lnTo>
                    <a:pt x="7187" y="188387"/>
                  </a:lnTo>
                  <a:cubicBezTo>
                    <a:pt x="5857" y="188387"/>
                    <a:pt x="4792" y="187988"/>
                    <a:pt x="3861" y="187190"/>
                  </a:cubicBezTo>
                  <a:cubicBezTo>
                    <a:pt x="2930" y="186391"/>
                    <a:pt x="2398" y="185327"/>
                    <a:pt x="2398" y="183864"/>
                  </a:cubicBezTo>
                  <a:lnTo>
                    <a:pt x="2398" y="172821"/>
                  </a:lnTo>
                  <a:cubicBezTo>
                    <a:pt x="2398" y="171491"/>
                    <a:pt x="2930" y="170426"/>
                    <a:pt x="3861" y="169628"/>
                  </a:cubicBezTo>
                  <a:cubicBezTo>
                    <a:pt x="4792" y="168830"/>
                    <a:pt x="5857" y="168431"/>
                    <a:pt x="7187" y="168431"/>
                  </a:cubicBezTo>
                  <a:lnTo>
                    <a:pt x="86879" y="168431"/>
                  </a:lnTo>
                  <a:lnTo>
                    <a:pt x="86879" y="163109"/>
                  </a:lnTo>
                  <a:cubicBezTo>
                    <a:pt x="86879" y="157654"/>
                    <a:pt x="86347" y="152599"/>
                    <a:pt x="85283" y="148208"/>
                  </a:cubicBezTo>
                  <a:cubicBezTo>
                    <a:pt x="84218" y="143818"/>
                    <a:pt x="82489" y="139428"/>
                    <a:pt x="80094" y="135303"/>
                  </a:cubicBezTo>
                  <a:cubicBezTo>
                    <a:pt x="77699" y="131179"/>
                    <a:pt x="74240" y="126922"/>
                    <a:pt x="69983" y="122931"/>
                  </a:cubicBezTo>
                  <a:cubicBezTo>
                    <a:pt x="65725" y="118806"/>
                    <a:pt x="60271" y="114416"/>
                    <a:pt x="53619" y="109759"/>
                  </a:cubicBezTo>
                  <a:lnTo>
                    <a:pt x="30869" y="93395"/>
                  </a:lnTo>
                  <a:cubicBezTo>
                    <a:pt x="19826" y="85546"/>
                    <a:pt x="11844" y="77962"/>
                    <a:pt x="7187" y="70645"/>
                  </a:cubicBezTo>
                  <a:cubicBezTo>
                    <a:pt x="2398" y="63328"/>
                    <a:pt x="3" y="54813"/>
                    <a:pt x="3" y="44968"/>
                  </a:cubicBezTo>
                  <a:cubicBezTo>
                    <a:pt x="-130" y="29402"/>
                    <a:pt x="4393" y="17961"/>
                    <a:pt x="13573" y="10776"/>
                  </a:cubicBezTo>
                  <a:lnTo>
                    <a:pt x="13573" y="10776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EF48E0-0396-7DB6-D0F6-ACAE23BBA308}"/>
              </a:ext>
            </a:extLst>
          </p:cNvPr>
          <p:cNvCxnSpPr>
            <a:cxnSpLocks/>
          </p:cNvCxnSpPr>
          <p:nvPr/>
        </p:nvCxnSpPr>
        <p:spPr>
          <a:xfrm>
            <a:off x="578873" y="4127621"/>
            <a:ext cx="34444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66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0E0C24"/>
      </a:dk2>
      <a:lt2>
        <a:srgbClr val="F0F0F0"/>
      </a:lt2>
      <a:accent1>
        <a:srgbClr val="1443B0"/>
      </a:accent1>
      <a:accent2>
        <a:srgbClr val="447EF2"/>
      </a:accent2>
      <a:accent3>
        <a:srgbClr val="8DAEF2"/>
      </a:accent3>
      <a:accent4>
        <a:srgbClr val="B2D9FC"/>
      </a:accent4>
      <a:accent5>
        <a:srgbClr val="D3F0FD"/>
      </a:accent5>
      <a:accent6>
        <a:srgbClr val="D2F25E"/>
      </a:accent6>
      <a:hlink>
        <a:srgbClr val="447EF2"/>
      </a:hlink>
      <a:folHlink>
        <a:srgbClr val="96607D"/>
      </a:folHlink>
    </a:clrScheme>
    <a:fontScheme name="Custom 3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2210</Words>
  <Application>Microsoft Office PowerPoint</Application>
  <PresentationFormat>Widescreen</PresentationFormat>
  <Paragraphs>290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Nova</vt:lpstr>
      <vt:lpstr>Arial Nova (Headings)</vt:lpstr>
      <vt:lpstr>Calibri</vt:lpstr>
      <vt:lpstr>Inter</vt:lpstr>
      <vt:lpstr>Poppins</vt:lpstr>
      <vt:lpstr>Quattrocento Sans</vt:lpstr>
      <vt:lpstr>Office Theme</vt:lpstr>
      <vt:lpstr>PowerPoint Presentation</vt:lpstr>
      <vt:lpstr>PowerPoint Presentation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Thank You.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Зорилтууд</dc:title>
  <dc:creator>Graphican</dc:creator>
  <cp:lastModifiedBy>Graphican</cp:lastModifiedBy>
  <cp:revision>10</cp:revision>
  <dcterms:created xsi:type="dcterms:W3CDTF">2026-04-21T03:26:36Z</dcterms:created>
  <dcterms:modified xsi:type="dcterms:W3CDTF">2026-04-29T19:48:30Z</dcterms:modified>
</cp:coreProperties>
</file>