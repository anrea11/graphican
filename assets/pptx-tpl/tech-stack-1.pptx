
<file path=[Content_Types].xml><?xml version="1.0" encoding="utf-8"?>
<Types xmlns="http://schemas.openxmlformats.org/package/2006/content-types">
  <Default Extension="jpg" ContentType="image/jpe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  <p:sldMasterId id="2147483680" r:id="rId5"/>
    <p:sldMasterId id="214748368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Manrope"/>
      <p:bold r:id="rId19"/>
      <p:boldItalic r:id="rId20"/>
    </p:embeddedFont>
    <p:embeddedFont>
      <p:font typeface="Roboto"/>
      <p:regular r:id="rId21"/>
      <p:bold r:id="rId22"/>
      <p:italic r:id="rId23"/>
      <p:boldItalic r:id="rId24"/>
    </p:embeddedFont>
    <p:embeddedFont>
      <p:font typeface="Manrope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pos="5465">
          <p15:clr>
            <a:srgbClr val="A4A3A4"/>
          </p15:clr>
        </p15:guide>
        <p15:guide id="4" pos="340">
          <p15:clr>
            <a:srgbClr val="A4A3A4"/>
          </p15:clr>
        </p15:guide>
        <p15:guide id="5" orient="horz" pos="2731">
          <p15:clr>
            <a:srgbClr val="A4A3A4"/>
          </p15:clr>
        </p15:guide>
        <p15:guide id="6" orient="horz" pos="7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5465"/>
        <p:guide pos="340"/>
        <p:guide pos="2731" orient="horz"/>
        <p:guide pos="735" orient="horz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PlusJakartaSansExtraBold-boldItalic.fntdata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PlusJakartaSans-bold.fntdata"/><Relationship Id="rId25" Type="http://schemas.openxmlformats.org/officeDocument/2006/relationships/font" Target="fonts/PlusJakartaSans-regular.fntdata"/><Relationship Id="rId28" Type="http://schemas.openxmlformats.org/officeDocument/2006/relationships/font" Target="fonts/PlusJakartaSans-boldItalic.fntdata"/><Relationship Id="rId27" Type="http://schemas.openxmlformats.org/officeDocument/2006/relationships/font" Target="fonts/PlusJakartaSans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9" Type="http://schemas.openxmlformats.org/officeDocument/2006/relationships/font" Target="fonts/PlusJakartaSans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c1" Type="http://schemas.openxmlformats.org/officeDocument/2006/relationships/image" Target="../media/gclogo_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Gc1" Type="http://schemas.openxmlformats.org/officeDocument/2006/relationships/image" Target="../media/gclogo_1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Gc1" Type="http://schemas.openxmlformats.org/officeDocument/2006/relationships/image" Target="../media/gclogo_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Gc1" Type="http://schemas.openxmlformats.org/officeDocument/2006/relationships/image" Target="../media/gclogo_1.png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Gc1" Type="http://schemas.openxmlformats.org/officeDocument/2006/relationships/image" Target="../media/gclogo_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Gc1" Type="http://schemas.openxmlformats.org/officeDocument/2006/relationships/image" Target="../media/gclogo_1.png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Gc1" Type="http://schemas.openxmlformats.org/officeDocument/2006/relationships/image" Target="../media/gclogo_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393700" y="368300"/>
            <a:ext cx="8356600" cy="4406900"/>
          </a:xfrm>
          <a:prstGeom prst="roundRect">
            <a:avLst>
              <a:gd fmla="val 4300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37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544902" y="512211"/>
            <a:ext cx="761196" cy="291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25788" l="0" r="0" t="17759"/>
          <a:stretch/>
        </p:blipFill>
        <p:spPr>
          <a:xfrm flipH="1">
            <a:off x="4592105" y="0"/>
            <a:ext cx="45518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 2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/>
          <p:nvPr/>
        </p:nvSpPr>
        <p:spPr>
          <a:xfrm rot="10800000">
            <a:off x="289559" y="-2"/>
            <a:ext cx="8854440" cy="4580511"/>
          </a:xfrm>
          <a:prstGeom prst="round1Rect">
            <a:avLst>
              <a:gd fmla="val 410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2" name="Google Shape;52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 rot="5400000">
            <a:off x="2834283" y="-1319808"/>
            <a:ext cx="3475435" cy="8429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 rotWithShape="1">
          <a:blip r:embed="rId2">
            <a:alphaModFix/>
          </a:blip>
          <a:srcRect b="25788" l="0" r="0" t="17759"/>
          <a:stretch/>
        </p:blipFill>
        <p:spPr>
          <a:xfrm flipH="1">
            <a:off x="4592105" y="0"/>
            <a:ext cx="45518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/>
          <p:nvPr/>
        </p:nvSpPr>
        <p:spPr>
          <a:xfrm rot="10800000">
            <a:off x="289559" y="-2"/>
            <a:ext cx="8854440" cy="4580511"/>
          </a:xfrm>
          <a:prstGeom prst="round1Rect">
            <a:avLst>
              <a:gd fmla="val 410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2" name="Google Shape;102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3" name="Google Shape;103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4" name="Google Shape;104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6" name="Google Shape;116;p20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7" name="Google Shape;11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0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1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 rot="5400000">
            <a:off x="2834283" y="-1319808"/>
            <a:ext cx="3475435" cy="8429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5"/>
          <p:cNvSpPr/>
          <p:nvPr/>
        </p:nvSpPr>
        <p:spPr>
          <a:xfrm rot="10800000">
            <a:off x="289559" y="-2"/>
            <a:ext cx="8854440" cy="4580511"/>
          </a:xfrm>
          <a:prstGeom prst="round1Rect">
            <a:avLst>
              <a:gd fmla="val 4104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25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AD5E6"/>
              </a:gs>
              <a:gs pos="51000">
                <a:srgbClr val="EAD5E6"/>
              </a:gs>
              <a:gs pos="100000">
                <a:srgbClr val="AFBDD7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6"/>
          <p:cNvPicPr preferRelativeResize="0"/>
          <p:nvPr/>
        </p:nvPicPr>
        <p:blipFill rotWithShape="1">
          <a:blip r:embed="rId2">
            <a:alphaModFix/>
          </a:blip>
          <a:srcRect b="25788" l="0" r="0" t="17759"/>
          <a:stretch/>
        </p:blipFill>
        <p:spPr>
          <a:xfrm flipH="1">
            <a:off x="4592105" y="0"/>
            <a:ext cx="455189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 rotWithShape="1">
          <a:blip r:embed="rIdGc1">
            <a:alphaModFix/>
          </a:blip>
          <a:stretch/>
        </p:blipFill>
        <p:spPr>
          <a:xfrm>
            <a:off x="8444499" y="4773030"/>
            <a:ext cx="464722" cy="17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7" name="Google Shape;167;p2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8" name="Google Shape;168;p2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69" name="Google Shape;169;p2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0" name="Google Shape;170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30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81" name="Google Shape;181;p3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31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32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" type="body"/>
          </p:nvPr>
        </p:nvSpPr>
        <p:spPr>
          <a:xfrm rot="5400000">
            <a:off x="2834283" y="-1319808"/>
            <a:ext cx="3475435" cy="84296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33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3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1" name="Google Shape;201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4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7188" y="1157288"/>
            <a:ext cx="8429625" cy="3475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57188" y="1157288"/>
            <a:ext cx="8429625" cy="3475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57188" y="273844"/>
            <a:ext cx="8429625" cy="726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57188" y="1157288"/>
            <a:ext cx="8429625" cy="34754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6729413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_c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1_c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5"/>
          <p:cNvPicPr preferRelativeResize="0"/>
          <p:nvPr/>
        </p:nvPicPr>
        <p:blipFill rotWithShape="1">
          <a:blip r:embed="rId3">
            <a:alphaModFix/>
          </a:blip>
          <a:srcRect b="25788" l="0" r="0" t="17759"/>
          <a:stretch/>
        </p:blipFill>
        <p:spPr>
          <a:xfrm flipH="1">
            <a:off x="4592105" y="0"/>
            <a:ext cx="455189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5"/>
          <p:cNvSpPr txBox="1"/>
          <p:nvPr/>
        </p:nvSpPr>
        <p:spPr>
          <a:xfrm>
            <a:off x="571242" y="1012283"/>
            <a:ext cx="4529149" cy="11079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40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Технологийн стек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4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загвар</a:t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7689" y="828133"/>
            <a:ext cx="6857043" cy="4131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5"/>
          <p:cNvPicPr preferRelativeResize="0"/>
          <p:nvPr/>
        </p:nvPicPr>
        <p:blipFill rotWithShape="1">
          <a:blip r:embed="rId5">
            <a:alphaModFix/>
          </a:blip>
          <a:srcRect b="0" l="36298" r="15152" t="0"/>
          <a:stretch/>
        </p:blipFill>
        <p:spPr>
          <a:xfrm>
            <a:off x="5011815" y="1022405"/>
            <a:ext cx="4384325" cy="3397146"/>
          </a:xfrm>
          <a:prstGeom prst="round2SameRect">
            <a:avLst>
              <a:gd fmla="val 3099" name="adj1"/>
              <a:gd fmla="val 0" name="adj2"/>
            </a:avLst>
          </a:prstGeom>
          <a:noFill/>
          <a:ln>
            <a:noFill/>
          </a:ln>
        </p:spPr>
      </p:pic>
      <p:grpSp>
        <p:nvGrpSpPr>
          <p:cNvPr id="212" name="Google Shape;212;p35"/>
          <p:cNvGrpSpPr/>
          <p:nvPr/>
        </p:nvGrpSpPr>
        <p:grpSpPr>
          <a:xfrm>
            <a:off x="624114" y="2354580"/>
            <a:ext cx="725013" cy="2210690"/>
            <a:chOff x="624114" y="2354580"/>
            <a:chExt cx="725013" cy="2210690"/>
          </a:xfrm>
        </p:grpSpPr>
        <p:sp>
          <p:nvSpPr>
            <p:cNvPr id="213" name="Google Shape;213;p35"/>
            <p:cNvSpPr/>
            <p:nvPr/>
          </p:nvSpPr>
          <p:spPr>
            <a:xfrm rot="2700000">
              <a:off x="978638" y="4194781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4" name="Google Shape;214;p35"/>
            <p:cNvGrpSpPr/>
            <p:nvPr/>
          </p:nvGrpSpPr>
          <p:grpSpPr>
            <a:xfrm>
              <a:off x="1077382" y="4309627"/>
              <a:ext cx="109676" cy="77364"/>
              <a:chOff x="1362642" y="1641228"/>
              <a:chExt cx="1045800" cy="737700"/>
            </a:xfrm>
          </p:grpSpPr>
          <p:sp>
            <p:nvSpPr>
              <p:cNvPr id="215" name="Google Shape;215;p35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6" name="Google Shape;216;p35"/>
              <p:cNvCxnSpPr>
                <a:stCxn id="215" idx="1"/>
              </p:cNvCxnSpPr>
              <p:nvPr/>
            </p:nvCxnSpPr>
            <p:spPr>
              <a:xfrm flipH="1">
                <a:off x="1362642" y="2010078"/>
                <a:ext cx="1045800" cy="1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17" name="Google Shape;217;p35"/>
            <p:cNvSpPr/>
            <p:nvPr/>
          </p:nvSpPr>
          <p:spPr>
            <a:xfrm rot="1534588">
              <a:off x="979170" y="4196520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8" name="Google Shape;218;p35"/>
            <p:cNvCxnSpPr/>
            <p:nvPr/>
          </p:nvCxnSpPr>
          <p:spPr>
            <a:xfrm>
              <a:off x="624114" y="2354580"/>
              <a:ext cx="0" cy="175387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19" name="Google Shape;219;p35"/>
            <p:cNvSpPr/>
            <p:nvPr/>
          </p:nvSpPr>
          <p:spPr>
            <a:xfrm rot="10800000">
              <a:off x="624114" y="3856308"/>
              <a:ext cx="504283" cy="504283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35"/>
            <p:cNvCxnSpPr/>
            <p:nvPr/>
          </p:nvCxnSpPr>
          <p:spPr>
            <a:xfrm>
              <a:off x="876255" y="4360591"/>
              <a:ext cx="100058" cy="0"/>
            </a:xfrm>
            <a:prstGeom prst="straightConnector1">
              <a:avLst/>
            </a:prstGeom>
            <a:noFill/>
            <a:ln cap="flat" cmpd="sng" w="952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221" name="Google Shape;221;p35"/>
          <p:cNvSpPr txBox="1"/>
          <p:nvPr/>
        </p:nvSpPr>
        <p:spPr>
          <a:xfrm>
            <a:off x="1446926" y="4277491"/>
            <a:ext cx="1230753" cy="1661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2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Тайлбар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36"/>
          <p:cNvGrpSpPr/>
          <p:nvPr/>
        </p:nvGrpSpPr>
        <p:grpSpPr>
          <a:xfrm>
            <a:off x="-1" y="-1"/>
            <a:ext cx="4715825" cy="3262422"/>
            <a:chOff x="-1" y="-1"/>
            <a:chExt cx="4715825" cy="3262422"/>
          </a:xfrm>
        </p:grpSpPr>
        <p:pic>
          <p:nvPicPr>
            <p:cNvPr id="227" name="Google Shape;227;p36"/>
            <p:cNvPicPr preferRelativeResize="0"/>
            <p:nvPr/>
          </p:nvPicPr>
          <p:blipFill rotWithShape="1">
            <a:blip r:embed="rId3">
              <a:alphaModFix amt="20000"/>
            </a:blip>
            <a:srcRect b="0" l="19781" r="11792" t="15845"/>
            <a:stretch/>
          </p:blipFill>
          <p:spPr>
            <a:xfrm>
              <a:off x="0" y="-1"/>
              <a:ext cx="4715823" cy="326242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36"/>
            <p:cNvSpPr/>
            <p:nvPr/>
          </p:nvSpPr>
          <p:spPr>
            <a:xfrm>
              <a:off x="547140" y="0"/>
              <a:ext cx="4168684" cy="3262421"/>
            </a:xfrm>
            <a:prstGeom prst="rect">
              <a:avLst/>
            </a:prstGeom>
            <a:gradFill>
              <a:gsLst>
                <a:gs pos="0">
                  <a:srgbClr val="EAD5E6">
                    <a:alpha val="0"/>
                  </a:srgbClr>
                </a:gs>
                <a:gs pos="31000">
                  <a:srgbClr val="EAD5E6">
                    <a:alpha val="0"/>
                  </a:srgbClr>
                </a:gs>
                <a:gs pos="75000">
                  <a:srgbClr val="EAD5E6"/>
                </a:gs>
                <a:gs pos="100000">
                  <a:srgbClr val="EAD5E6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36"/>
            <p:cNvSpPr/>
            <p:nvPr/>
          </p:nvSpPr>
          <p:spPr>
            <a:xfrm>
              <a:off x="-1" y="1541728"/>
              <a:ext cx="4592105" cy="1720693"/>
            </a:xfrm>
            <a:prstGeom prst="rect">
              <a:avLst/>
            </a:prstGeom>
            <a:gradFill>
              <a:gsLst>
                <a:gs pos="0">
                  <a:srgbClr val="EAD5E6">
                    <a:alpha val="0"/>
                  </a:srgbClr>
                </a:gs>
                <a:gs pos="44000">
                  <a:srgbClr val="EAD5E6">
                    <a:alpha val="0"/>
                  </a:srgbClr>
                </a:gs>
                <a:gs pos="100000">
                  <a:srgbClr val="EAD5E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36"/>
          <p:cNvSpPr/>
          <p:nvPr/>
        </p:nvSpPr>
        <p:spPr>
          <a:xfrm>
            <a:off x="-435429" y="2431147"/>
            <a:ext cx="3292929" cy="3040738"/>
          </a:xfrm>
          <a:prstGeom prst="roundRect">
            <a:avLst>
              <a:gd fmla="val 5971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6"/>
          <p:cNvSpPr txBox="1"/>
          <p:nvPr/>
        </p:nvSpPr>
        <p:spPr>
          <a:xfrm>
            <a:off x="472912" y="3644134"/>
            <a:ext cx="2127413" cy="7755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Бидний </a:t>
            </a:r>
            <a:br>
              <a:rPr b="1" i="0" lang="mn-MN" sz="28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0" lang="mn-MN" sz="28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технологи</a:t>
            </a:r>
            <a:endParaRPr/>
          </a:p>
        </p:txBody>
      </p:sp>
      <p:grpSp>
        <p:nvGrpSpPr>
          <p:cNvPr id="232" name="Google Shape;232;p36"/>
          <p:cNvGrpSpPr/>
          <p:nvPr/>
        </p:nvGrpSpPr>
        <p:grpSpPr>
          <a:xfrm>
            <a:off x="371349" y="1805219"/>
            <a:ext cx="1283136" cy="1283136"/>
            <a:chOff x="974646" y="1213277"/>
            <a:chExt cx="691158" cy="691158"/>
          </a:xfrm>
        </p:grpSpPr>
        <p:sp>
          <p:nvSpPr>
            <p:cNvPr id="233" name="Google Shape;233;p36"/>
            <p:cNvSpPr/>
            <p:nvPr/>
          </p:nvSpPr>
          <p:spPr>
            <a:xfrm>
              <a:off x="1038335" y="1276966"/>
              <a:ext cx="563780" cy="56378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5882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234" name="Google Shape;234;p36"/>
            <p:cNvSpPr/>
            <p:nvPr/>
          </p:nvSpPr>
          <p:spPr>
            <a:xfrm>
              <a:off x="974646" y="1213277"/>
              <a:ext cx="691158" cy="691158"/>
            </a:xfrm>
            <a:prstGeom prst="ellipse">
              <a:avLst/>
            </a:prstGeom>
            <a:noFill/>
            <a:ln cap="flat" cmpd="sng" w="15875">
              <a:solidFill>
                <a:schemeClr val="lt1">
                  <a:alpha val="58431"/>
                </a:scheme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grpSp>
        <p:nvGrpSpPr>
          <p:cNvPr id="235" name="Google Shape;235;p36"/>
          <p:cNvGrpSpPr/>
          <p:nvPr/>
        </p:nvGrpSpPr>
        <p:grpSpPr>
          <a:xfrm>
            <a:off x="730434" y="2148665"/>
            <a:ext cx="564966" cy="564964"/>
            <a:chOff x="7726363" y="3255963"/>
            <a:chExt cx="346075" cy="346075"/>
          </a:xfrm>
        </p:grpSpPr>
        <p:sp>
          <p:nvSpPr>
            <p:cNvPr id="236" name="Google Shape;236;p36"/>
            <p:cNvSpPr/>
            <p:nvPr/>
          </p:nvSpPr>
          <p:spPr>
            <a:xfrm>
              <a:off x="7726363" y="3255963"/>
              <a:ext cx="346075" cy="315913"/>
            </a:xfrm>
            <a:custGeom>
              <a:rect b="b" l="l" r="r" t="t"/>
              <a:pathLst>
                <a:path extrusionOk="0" h="84" w="92">
                  <a:moveTo>
                    <a:pt x="64" y="75"/>
                  </a:moveTo>
                  <a:cubicBezTo>
                    <a:pt x="73" y="84"/>
                    <a:pt x="73" y="84"/>
                    <a:pt x="73" y="84"/>
                  </a:cubicBezTo>
                  <a:cubicBezTo>
                    <a:pt x="84" y="73"/>
                    <a:pt x="84" y="73"/>
                    <a:pt x="84" y="73"/>
                  </a:cubicBezTo>
                  <a:cubicBezTo>
                    <a:pt x="75" y="64"/>
                    <a:pt x="75" y="64"/>
                    <a:pt x="75" y="64"/>
                  </a:cubicBezTo>
                  <a:cubicBezTo>
                    <a:pt x="77" y="61"/>
                    <a:pt x="78" y="55"/>
                    <a:pt x="79" y="52"/>
                  </a:cubicBezTo>
                  <a:cubicBezTo>
                    <a:pt x="92" y="52"/>
                    <a:pt x="92" y="52"/>
                    <a:pt x="92" y="52"/>
                  </a:cubicBezTo>
                  <a:cubicBezTo>
                    <a:pt x="92" y="40"/>
                    <a:pt x="92" y="40"/>
                    <a:pt x="92" y="40"/>
                  </a:cubicBezTo>
                  <a:cubicBezTo>
                    <a:pt x="79" y="40"/>
                    <a:pt x="79" y="40"/>
                    <a:pt x="79" y="40"/>
                  </a:cubicBezTo>
                  <a:cubicBezTo>
                    <a:pt x="78" y="37"/>
                    <a:pt x="77" y="31"/>
                    <a:pt x="75" y="28"/>
                  </a:cubicBezTo>
                  <a:cubicBezTo>
                    <a:pt x="84" y="19"/>
                    <a:pt x="84" y="19"/>
                    <a:pt x="84" y="19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64" y="17"/>
                    <a:pt x="64" y="17"/>
                    <a:pt x="64" y="17"/>
                  </a:cubicBezTo>
                  <a:cubicBezTo>
                    <a:pt x="61" y="15"/>
                    <a:pt x="55" y="14"/>
                    <a:pt x="52" y="13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37" y="14"/>
                    <a:pt x="31" y="15"/>
                    <a:pt x="28" y="17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5" y="31"/>
                    <a:pt x="14" y="37"/>
                    <a:pt x="13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13" y="52"/>
                    <a:pt x="13" y="52"/>
                    <a:pt x="13" y="52"/>
                  </a:cubicBezTo>
                  <a:cubicBezTo>
                    <a:pt x="14" y="55"/>
                    <a:pt x="15" y="61"/>
                    <a:pt x="17" y="64"/>
                  </a:cubicBezTo>
                  <a:cubicBezTo>
                    <a:pt x="8" y="73"/>
                    <a:pt x="8" y="73"/>
                    <a:pt x="8" y="73"/>
                  </a:cubicBezTo>
                  <a:cubicBezTo>
                    <a:pt x="19" y="84"/>
                    <a:pt x="19" y="84"/>
                    <a:pt x="19" y="84"/>
                  </a:cubicBezTo>
                  <a:cubicBezTo>
                    <a:pt x="28" y="75"/>
                    <a:pt x="28" y="75"/>
                    <a:pt x="28" y="75"/>
                  </a:cubicBezTo>
                </a:path>
              </a:pathLst>
            </a:cu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7" name="Google Shape;237;p36"/>
            <p:cNvCxnSpPr/>
            <p:nvPr/>
          </p:nvCxnSpPr>
          <p:spPr>
            <a:xfrm>
              <a:off x="7877175" y="3557588"/>
              <a:ext cx="44450" cy="0"/>
            </a:xfrm>
            <a:prstGeom prst="straightConnector1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36"/>
            <p:cNvCxnSpPr/>
            <p:nvPr/>
          </p:nvCxnSpPr>
          <p:spPr>
            <a:xfrm>
              <a:off x="7877175" y="3587750"/>
              <a:ext cx="44450" cy="0"/>
            </a:xfrm>
            <a:prstGeom prst="straightConnector1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36"/>
            <p:cNvCxnSpPr/>
            <p:nvPr/>
          </p:nvCxnSpPr>
          <p:spPr>
            <a:xfrm>
              <a:off x="7899400" y="3587750"/>
              <a:ext cx="0" cy="14288"/>
            </a:xfrm>
            <a:prstGeom prst="straightConnector1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0" name="Google Shape;240;p36"/>
            <p:cNvSpPr/>
            <p:nvPr/>
          </p:nvSpPr>
          <p:spPr>
            <a:xfrm>
              <a:off x="7812088" y="3346450"/>
              <a:ext cx="173038" cy="180975"/>
            </a:xfrm>
            <a:custGeom>
              <a:rect b="b" l="l" r="r" t="t"/>
              <a:pathLst>
                <a:path extrusionOk="0" h="48" w="46">
                  <a:moveTo>
                    <a:pt x="46" y="22"/>
                  </a:moveTo>
                  <a:cubicBezTo>
                    <a:pt x="46" y="10"/>
                    <a:pt x="36" y="0"/>
                    <a:pt x="23" y="0"/>
                  </a:cubicBezTo>
                  <a:cubicBezTo>
                    <a:pt x="10" y="0"/>
                    <a:pt x="0" y="10"/>
                    <a:pt x="0" y="22"/>
                  </a:cubicBezTo>
                  <a:cubicBezTo>
                    <a:pt x="0" y="32"/>
                    <a:pt x="7" y="41"/>
                    <a:pt x="17" y="43"/>
                  </a:cubicBezTo>
                  <a:cubicBezTo>
                    <a:pt x="17" y="48"/>
                    <a:pt x="17" y="48"/>
                    <a:pt x="17" y="48"/>
                  </a:cubicBezTo>
                  <a:cubicBezTo>
                    <a:pt x="29" y="48"/>
                    <a:pt x="29" y="48"/>
                    <a:pt x="29" y="48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39" y="41"/>
                    <a:pt x="46" y="32"/>
                    <a:pt x="46" y="22"/>
                  </a:cubicBezTo>
                  <a:close/>
                </a:path>
              </a:pathLst>
            </a:cu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p36"/>
          <p:cNvGrpSpPr/>
          <p:nvPr/>
        </p:nvGrpSpPr>
        <p:grpSpPr>
          <a:xfrm>
            <a:off x="3330412" y="852194"/>
            <a:ext cx="5346448" cy="3284784"/>
            <a:chOff x="3330412" y="852194"/>
            <a:chExt cx="5346448" cy="3284784"/>
          </a:xfrm>
        </p:grpSpPr>
        <p:grpSp>
          <p:nvGrpSpPr>
            <p:cNvPr id="242" name="Google Shape;242;p36"/>
            <p:cNvGrpSpPr/>
            <p:nvPr/>
          </p:nvGrpSpPr>
          <p:grpSpPr>
            <a:xfrm>
              <a:off x="3330412" y="852194"/>
              <a:ext cx="5346448" cy="3284784"/>
              <a:chOff x="3330412" y="766469"/>
              <a:chExt cx="5346448" cy="3284784"/>
            </a:xfrm>
          </p:grpSpPr>
          <p:grpSp>
            <p:nvGrpSpPr>
              <p:cNvPr id="243" name="Google Shape;243;p36"/>
              <p:cNvGrpSpPr/>
              <p:nvPr/>
            </p:nvGrpSpPr>
            <p:grpSpPr>
              <a:xfrm>
                <a:off x="5262962" y="1695347"/>
                <a:ext cx="1481349" cy="1481349"/>
                <a:chOff x="4592105" y="1719883"/>
                <a:chExt cx="1800000" cy="1800000"/>
              </a:xfrm>
            </p:grpSpPr>
            <p:sp>
              <p:nvSpPr>
                <p:cNvPr id="244" name="Google Shape;244;p36"/>
                <p:cNvSpPr/>
                <p:nvPr/>
              </p:nvSpPr>
              <p:spPr>
                <a:xfrm>
                  <a:off x="4592105" y="1719883"/>
                  <a:ext cx="1800000" cy="18000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203200" rotWithShape="0" algn="t" dir="3060000" dist="50800">
                    <a:srgbClr val="091450">
                      <a:alpha val="20000"/>
                    </a:srgbClr>
                  </a:outerShdw>
                </a:effectLst>
              </p:spPr>
              <p:txBody>
                <a:bodyPr anchorCtr="0" anchor="ctr" bIns="34275" lIns="68575" spcFirstLastPara="1" rIns="68575" wrap="square" tIns="34275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t/>
                  </a:r>
                  <a:endParaRPr b="0" i="0" sz="1050" u="none" cap="none" strike="noStrike">
                    <a:solidFill>
                      <a:schemeClr val="lt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5" name="Google Shape;245;p36"/>
                <p:cNvSpPr txBox="1"/>
                <p:nvPr/>
              </p:nvSpPr>
              <p:spPr>
                <a:xfrm>
                  <a:off x="4743935" y="2474468"/>
                  <a:ext cx="1496343" cy="5745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4500"/>
                    <a:buFont typeface="Calibri"/>
                    <a:buNone/>
                  </a:pPr>
                  <a:r>
                    <a:rPr b="0" i="0" lang="mn-MN" sz="1200" u="none" cap="none" strike="noStrike">
                      <a:solidFill>
                        <a:srgbClr val="262626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Тоо баримт, </a:t>
                  </a:r>
                  <a:r>
                    <a:rPr b="1" i="0" lang="mn-MN" sz="1200" u="none" cap="none" strike="noStrike">
                      <a:solidFill>
                        <a:srgbClr val="262626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жишээ ашиглавал </a:t>
                  </a:r>
                  <a:r>
                    <a:rPr b="0" i="0" lang="mn-MN" sz="1200" u="none" cap="none" strike="noStrike">
                      <a:solidFill>
                        <a:srgbClr val="262626"/>
                      </a:solidFill>
                      <a:latin typeface="Manrope"/>
                      <a:ea typeface="Manrope"/>
                      <a:cs typeface="Manrope"/>
                      <a:sym typeface="Manrope"/>
                    </a:rPr>
                    <a:t>илүү үр дүнтэй</a:t>
                  </a:r>
                  <a:endParaRPr b="0" i="0" sz="12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6" name="Google Shape;246;p36"/>
                <p:cNvSpPr/>
                <p:nvPr/>
              </p:nvSpPr>
              <p:spPr>
                <a:xfrm>
                  <a:off x="4592105" y="1719883"/>
                  <a:ext cx="1800000" cy="1800000"/>
                </a:xfrm>
                <a:prstGeom prst="arc">
                  <a:avLst>
                    <a:gd fmla="val 16200000" name="adj1"/>
                    <a:gd fmla="val 7552819" name="adj2"/>
                  </a:avLst>
                </a:prstGeom>
                <a:noFill/>
                <a:ln cap="rnd" cmpd="sng" w="44450">
                  <a:solidFill>
                    <a:srgbClr val="7A126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25700" lIns="51425" spcFirstLastPara="1" rIns="51425" wrap="square" tIns="2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7" name="Google Shape;247;p36"/>
              <p:cNvGrpSpPr/>
              <p:nvPr/>
            </p:nvGrpSpPr>
            <p:grpSpPr>
              <a:xfrm>
                <a:off x="3330412" y="2960268"/>
                <a:ext cx="5346448" cy="1090985"/>
                <a:chOff x="3175453" y="754037"/>
                <a:chExt cx="5637894" cy="1150456"/>
              </a:xfrm>
            </p:grpSpPr>
            <p:grpSp>
              <p:nvGrpSpPr>
                <p:cNvPr id="248" name="Google Shape;248;p36"/>
                <p:cNvGrpSpPr/>
                <p:nvPr/>
              </p:nvGrpSpPr>
              <p:grpSpPr>
                <a:xfrm>
                  <a:off x="3175453" y="754037"/>
                  <a:ext cx="1691822" cy="1150456"/>
                  <a:chOff x="3175453" y="754037"/>
                  <a:chExt cx="1691822" cy="1150456"/>
                </a:xfrm>
              </p:grpSpPr>
              <p:grpSp>
                <p:nvGrpSpPr>
                  <p:cNvPr id="249" name="Google Shape;249;p36"/>
                  <p:cNvGrpSpPr/>
                  <p:nvPr/>
                </p:nvGrpSpPr>
                <p:grpSpPr>
                  <a:xfrm>
                    <a:off x="3175453" y="754037"/>
                    <a:ext cx="1691822" cy="408013"/>
                    <a:chOff x="3175453" y="754037"/>
                    <a:chExt cx="1691822" cy="408013"/>
                  </a:xfrm>
                </p:grpSpPr>
                <p:sp>
                  <p:nvSpPr>
                    <p:cNvPr id="250" name="Google Shape;250;p36"/>
                    <p:cNvSpPr/>
                    <p:nvPr/>
                  </p:nvSpPr>
                  <p:spPr>
                    <a:xfrm>
                      <a:off x="3175453" y="754037"/>
                      <a:ext cx="1691822" cy="408013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rotWithShape="0" algn="t" dir="3060000" dist="5080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251" name="Google Shape;251;p36"/>
                    <p:cNvSpPr txBox="1"/>
                    <p:nvPr/>
                  </p:nvSpPr>
                  <p:spPr>
                    <a:xfrm>
                      <a:off x="3414622" y="874944"/>
                      <a:ext cx="1213483" cy="1661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500"/>
                        <a:buFont typeface="Calibri"/>
                        <a:buNone/>
                      </a:pPr>
                      <a:r>
                        <a:rPr b="0" i="0" lang="mn-MN" sz="1200" u="none" cap="none" strike="noStrike">
                          <a:solidFill>
                            <a:srgbClr val="262626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Санаа</a:t>
                      </a:r>
                      <a:endParaRPr/>
                    </a:p>
                  </p:txBody>
                </p:sp>
              </p:grpSp>
              <p:sp>
                <p:nvSpPr>
                  <p:cNvPr id="252" name="Google Shape;252;p36"/>
                  <p:cNvSpPr txBox="1"/>
                  <p:nvPr/>
                </p:nvSpPr>
                <p:spPr>
                  <a:xfrm>
                    <a:off x="3256767" y="1295095"/>
                    <a:ext cx="1529192" cy="60939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4500"/>
                      <a:buFont typeface="Calibri"/>
                      <a:buNone/>
                    </a:pPr>
                    <a:r>
                      <a:rPr b="0" i="0" lang="mn-MN" sz="1100" u="none" cap="none" strike="noStrike">
                        <a:solidFill>
                          <a:srgbClr val="262626"/>
                        </a:solidFill>
                        <a:latin typeface="Manrope"/>
                        <a:ea typeface="Manrope"/>
                        <a:cs typeface="Manrope"/>
                        <a:sym typeface="Manrope"/>
                      </a:rPr>
                      <a:t>Төслийн явц, үр дүнг энд харуулна. </a:t>
                    </a:r>
                    <a:endParaRPr/>
                  </a:p>
                </p:txBody>
              </p:sp>
            </p:grpSp>
            <p:grpSp>
              <p:nvGrpSpPr>
                <p:cNvPr id="253" name="Google Shape;253;p36"/>
                <p:cNvGrpSpPr/>
                <p:nvPr/>
              </p:nvGrpSpPr>
              <p:grpSpPr>
                <a:xfrm>
                  <a:off x="7121525" y="754037"/>
                  <a:ext cx="1691822" cy="1150456"/>
                  <a:chOff x="3175453" y="754037"/>
                  <a:chExt cx="1691822" cy="1150456"/>
                </a:xfrm>
              </p:grpSpPr>
              <p:grpSp>
                <p:nvGrpSpPr>
                  <p:cNvPr id="254" name="Google Shape;254;p36"/>
                  <p:cNvGrpSpPr/>
                  <p:nvPr/>
                </p:nvGrpSpPr>
                <p:grpSpPr>
                  <a:xfrm>
                    <a:off x="3175453" y="754037"/>
                    <a:ext cx="1691822" cy="408013"/>
                    <a:chOff x="3175453" y="754037"/>
                    <a:chExt cx="1691822" cy="408013"/>
                  </a:xfrm>
                </p:grpSpPr>
                <p:sp>
                  <p:nvSpPr>
                    <p:cNvPr id="255" name="Google Shape;255;p36"/>
                    <p:cNvSpPr/>
                    <p:nvPr/>
                  </p:nvSpPr>
                  <p:spPr>
                    <a:xfrm>
                      <a:off x="3175453" y="754037"/>
                      <a:ext cx="1691822" cy="408013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rotWithShape="0" algn="t" dir="3060000" dist="5080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256" name="Google Shape;256;p36"/>
                    <p:cNvSpPr txBox="1"/>
                    <p:nvPr/>
                  </p:nvSpPr>
                  <p:spPr>
                    <a:xfrm>
                      <a:off x="3414622" y="874944"/>
                      <a:ext cx="1213483" cy="1661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500"/>
                        <a:buFont typeface="Calibri"/>
                        <a:buNone/>
                      </a:pPr>
                      <a:r>
                        <a:rPr b="0" i="0" lang="mn-MN" sz="1200" u="none" cap="none" strike="noStrike">
                          <a:solidFill>
                            <a:srgbClr val="262626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Гарчиг</a:t>
                      </a:r>
                      <a:endParaRPr/>
                    </a:p>
                  </p:txBody>
                </p:sp>
              </p:grpSp>
              <p:sp>
                <p:nvSpPr>
                  <p:cNvPr id="257" name="Google Shape;257;p36"/>
                  <p:cNvSpPr txBox="1"/>
                  <p:nvPr/>
                </p:nvSpPr>
                <p:spPr>
                  <a:xfrm>
                    <a:off x="3256767" y="1295095"/>
                    <a:ext cx="1529192" cy="60939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4500"/>
                      <a:buFont typeface="Calibri"/>
                      <a:buNone/>
                    </a:pPr>
                    <a:r>
                      <a:rPr b="0" i="0" lang="mn-MN" sz="1100" u="none" cap="none" strike="noStrike">
                        <a:solidFill>
                          <a:srgbClr val="262626"/>
                        </a:solidFill>
                        <a:latin typeface="Manrope"/>
                        <a:ea typeface="Manrope"/>
                        <a:cs typeface="Manrope"/>
                        <a:sym typeface="Manrope"/>
                      </a:rPr>
                      <a:t>Зах зээлийн судалгаанд үндэслэн шийдвэр гаргана. </a:t>
                    </a:r>
                    <a:endParaRPr/>
                  </a:p>
                </p:txBody>
              </p:sp>
            </p:grpSp>
          </p:grpSp>
          <p:grpSp>
            <p:nvGrpSpPr>
              <p:cNvPr id="258" name="Google Shape;258;p36"/>
              <p:cNvGrpSpPr/>
              <p:nvPr/>
            </p:nvGrpSpPr>
            <p:grpSpPr>
              <a:xfrm>
                <a:off x="3330412" y="766469"/>
                <a:ext cx="5346448" cy="1145306"/>
                <a:chOff x="3175453" y="-45688"/>
                <a:chExt cx="5637894" cy="1207738"/>
              </a:xfrm>
            </p:grpSpPr>
            <p:grpSp>
              <p:nvGrpSpPr>
                <p:cNvPr id="259" name="Google Shape;259;p36"/>
                <p:cNvGrpSpPr/>
                <p:nvPr/>
              </p:nvGrpSpPr>
              <p:grpSpPr>
                <a:xfrm>
                  <a:off x="3175453" y="-45688"/>
                  <a:ext cx="1691822" cy="1207738"/>
                  <a:chOff x="3175453" y="-45688"/>
                  <a:chExt cx="1691822" cy="1207738"/>
                </a:xfrm>
              </p:grpSpPr>
              <p:grpSp>
                <p:nvGrpSpPr>
                  <p:cNvPr id="260" name="Google Shape;260;p36"/>
                  <p:cNvGrpSpPr/>
                  <p:nvPr/>
                </p:nvGrpSpPr>
                <p:grpSpPr>
                  <a:xfrm>
                    <a:off x="3175453" y="754037"/>
                    <a:ext cx="1691822" cy="408013"/>
                    <a:chOff x="3175453" y="754037"/>
                    <a:chExt cx="1691822" cy="408013"/>
                  </a:xfrm>
                </p:grpSpPr>
                <p:sp>
                  <p:nvSpPr>
                    <p:cNvPr id="261" name="Google Shape;261;p36"/>
                    <p:cNvSpPr/>
                    <p:nvPr/>
                  </p:nvSpPr>
                  <p:spPr>
                    <a:xfrm>
                      <a:off x="3175453" y="754037"/>
                      <a:ext cx="1691822" cy="408013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rotWithShape="0" algn="t" dir="3060000" dist="5080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262" name="Google Shape;262;p36"/>
                    <p:cNvSpPr txBox="1"/>
                    <p:nvPr/>
                  </p:nvSpPr>
                  <p:spPr>
                    <a:xfrm>
                      <a:off x="3414622" y="874944"/>
                      <a:ext cx="1213483" cy="1661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500"/>
                        <a:buFont typeface="Calibri"/>
                        <a:buNone/>
                      </a:pPr>
                      <a:r>
                        <a:rPr b="0" i="0" lang="mn-MN" sz="1200" u="none" cap="none" strike="noStrike">
                          <a:solidFill>
                            <a:srgbClr val="262626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Тайлбар</a:t>
                      </a:r>
                      <a:endParaRPr/>
                    </a:p>
                  </p:txBody>
                </p:sp>
              </p:grpSp>
              <p:sp>
                <p:nvSpPr>
                  <p:cNvPr id="263" name="Google Shape;263;p36"/>
                  <p:cNvSpPr txBox="1"/>
                  <p:nvPr/>
                </p:nvSpPr>
                <p:spPr>
                  <a:xfrm>
                    <a:off x="3253724" y="-45688"/>
                    <a:ext cx="1529192" cy="6426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b" bIns="0" lIns="0" spcFirstLastPara="1" rIns="0" wrap="square" tIns="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4500"/>
                      <a:buFont typeface="Calibri"/>
                      <a:buNone/>
                    </a:pPr>
                    <a:r>
                      <a:rPr b="0" i="0" lang="mn-MN" sz="1100" u="none" cap="none" strike="noStrike">
                        <a:solidFill>
                          <a:srgbClr val="262626"/>
                        </a:solidFill>
                        <a:latin typeface="Manrope"/>
                        <a:ea typeface="Manrope"/>
                        <a:cs typeface="Manrope"/>
                        <a:sym typeface="Manrope"/>
                      </a:rPr>
                      <a:t>Өсөлтийг тогтмол хэмжиж, сайжруулна. </a:t>
                    </a:r>
                    <a:endParaRPr/>
                  </a:p>
                </p:txBody>
              </p:sp>
            </p:grpSp>
            <p:grpSp>
              <p:nvGrpSpPr>
                <p:cNvPr id="264" name="Google Shape;264;p36"/>
                <p:cNvGrpSpPr/>
                <p:nvPr/>
              </p:nvGrpSpPr>
              <p:grpSpPr>
                <a:xfrm>
                  <a:off x="7121525" y="-45688"/>
                  <a:ext cx="1691822" cy="1207738"/>
                  <a:chOff x="3175453" y="-45688"/>
                  <a:chExt cx="1691822" cy="1207738"/>
                </a:xfrm>
              </p:grpSpPr>
              <p:grpSp>
                <p:nvGrpSpPr>
                  <p:cNvPr id="265" name="Google Shape;265;p36"/>
                  <p:cNvGrpSpPr/>
                  <p:nvPr/>
                </p:nvGrpSpPr>
                <p:grpSpPr>
                  <a:xfrm>
                    <a:off x="3175453" y="754037"/>
                    <a:ext cx="1691822" cy="408013"/>
                    <a:chOff x="3175453" y="754037"/>
                    <a:chExt cx="1691822" cy="408013"/>
                  </a:xfrm>
                </p:grpSpPr>
                <p:sp>
                  <p:nvSpPr>
                    <p:cNvPr id="266" name="Google Shape;266;p36"/>
                    <p:cNvSpPr/>
                    <p:nvPr/>
                  </p:nvSpPr>
                  <p:spPr>
                    <a:xfrm>
                      <a:off x="3175453" y="754037"/>
                      <a:ext cx="1691822" cy="408013"/>
                    </a:xfrm>
                    <a:prstGeom prst="roundRect">
                      <a:avLst>
                        <a:gd fmla="val 16667" name="adj"/>
                      </a:avLst>
                    </a:prstGeom>
                    <a:solidFill>
                      <a:schemeClr val="lt1"/>
                    </a:solidFill>
                    <a:ln>
                      <a:noFill/>
                    </a:ln>
                    <a:effectLst>
                      <a:outerShdw blurRad="203200" rotWithShape="0" algn="t" dir="3060000" dist="50800">
                        <a:srgbClr val="091450">
                          <a:alpha val="20000"/>
                        </a:srgbClr>
                      </a:outerShdw>
                    </a:effectLst>
                  </p:spPr>
                  <p:txBody>
                    <a:bodyPr anchorCtr="0" anchor="ctr" bIns="34275" lIns="68575" spcFirstLastPara="1" rIns="68575" wrap="square" tIns="34275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050" u="none" cap="none" strike="noStrike">
                        <a:solidFill>
                          <a:schemeClr val="lt1"/>
                        </a:solidFill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p:txBody>
                </p:sp>
                <p:sp>
                  <p:nvSpPr>
                    <p:cNvPr id="267" name="Google Shape;267;p36"/>
                    <p:cNvSpPr txBox="1"/>
                    <p:nvPr/>
                  </p:nvSpPr>
                  <p:spPr>
                    <a:xfrm>
                      <a:off x="3414622" y="874944"/>
                      <a:ext cx="1213483" cy="166199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ctr" bIns="0" lIns="0" spcFirstLastPara="1" rIns="0" wrap="square" tIns="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4500"/>
                        <a:buFont typeface="Calibri"/>
                        <a:buNone/>
                      </a:pPr>
                      <a:r>
                        <a:rPr b="0" i="0" lang="mn-MN" sz="1200" u="none" cap="none" strike="noStrike">
                          <a:solidFill>
                            <a:srgbClr val="262626"/>
                          </a:solidFill>
                          <a:latin typeface="Manrope"/>
                          <a:ea typeface="Manrope"/>
                          <a:cs typeface="Manrope"/>
                          <a:sym typeface="Manrope"/>
                        </a:rPr>
                        <a:t>Санаа</a:t>
                      </a:r>
                      <a:endParaRPr/>
                    </a:p>
                  </p:txBody>
                </p:sp>
              </p:grpSp>
              <p:sp>
                <p:nvSpPr>
                  <p:cNvPr id="268" name="Google Shape;268;p36"/>
                  <p:cNvSpPr txBox="1"/>
                  <p:nvPr/>
                </p:nvSpPr>
                <p:spPr>
                  <a:xfrm>
                    <a:off x="3253723" y="-45688"/>
                    <a:ext cx="1529192" cy="64261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b" bIns="0" lIns="0" spcFirstLastPara="1" rIns="0" wrap="square" tIns="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4500"/>
                      <a:buFont typeface="Calibri"/>
                      <a:buNone/>
                    </a:pPr>
                    <a:r>
                      <a:rPr b="0" i="0" lang="mn-MN" sz="1100" u="none" cap="none" strike="noStrike">
                        <a:solidFill>
                          <a:srgbClr val="262626"/>
                        </a:solidFill>
                        <a:latin typeface="Manrope"/>
                        <a:ea typeface="Manrope"/>
                        <a:cs typeface="Manrope"/>
                        <a:sym typeface="Manrope"/>
                      </a:rPr>
                      <a:t>Гол үзүүлэлтүүдээ товч дурдана. </a:t>
                    </a:r>
                    <a:endParaRPr/>
                  </a:p>
                </p:txBody>
              </p:sp>
            </p:grpSp>
          </p:grpSp>
          <p:grpSp>
            <p:nvGrpSpPr>
              <p:cNvPr id="269" name="Google Shape;269;p36"/>
              <p:cNvGrpSpPr/>
              <p:nvPr/>
            </p:nvGrpSpPr>
            <p:grpSpPr>
              <a:xfrm>
                <a:off x="4116107" y="1972405"/>
                <a:ext cx="3775060" cy="927232"/>
                <a:chOff x="4099618" y="1972405"/>
                <a:chExt cx="3775060" cy="927232"/>
              </a:xfrm>
            </p:grpSpPr>
            <p:grpSp>
              <p:nvGrpSpPr>
                <p:cNvPr id="270" name="Google Shape;270;p36"/>
                <p:cNvGrpSpPr/>
                <p:nvPr/>
              </p:nvGrpSpPr>
              <p:grpSpPr>
                <a:xfrm>
                  <a:off x="6657975" y="1972405"/>
                  <a:ext cx="1216703" cy="927232"/>
                  <a:chOff x="6657975" y="1946844"/>
                  <a:chExt cx="1216703" cy="927232"/>
                </a:xfrm>
              </p:grpSpPr>
              <p:grpSp>
                <p:nvGrpSpPr>
                  <p:cNvPr id="271" name="Google Shape;271;p36"/>
                  <p:cNvGrpSpPr/>
                  <p:nvPr/>
                </p:nvGrpSpPr>
                <p:grpSpPr>
                  <a:xfrm rot="-5400000">
                    <a:off x="7128559" y="1476259"/>
                    <a:ext cx="275532" cy="1216701"/>
                    <a:chOff x="624113" y="1964129"/>
                    <a:chExt cx="542700" cy="2396463"/>
                  </a:xfrm>
                </p:grpSpPr>
                <p:cxnSp>
                  <p:nvCxnSpPr>
                    <p:cNvPr id="272" name="Google Shape;272;p36"/>
                    <p:cNvCxnSpPr/>
                    <p:nvPr/>
                  </p:nvCxnSpPr>
                  <p:spPr>
                    <a:xfrm rot="5400000">
                      <a:off x="-448047" y="3036289"/>
                      <a:ext cx="2144321" cy="0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73" name="Google Shape;273;p36"/>
                    <p:cNvSpPr/>
                    <p:nvPr/>
                  </p:nvSpPr>
                  <p:spPr>
                    <a:xfrm rot="10800000">
                      <a:off x="624114" y="3856308"/>
                      <a:ext cx="504283" cy="504283"/>
                    </a:xfrm>
                    <a:prstGeom prst="arc">
                      <a:avLst>
                        <a:gd fmla="val 16200000" name="adj1"/>
                        <a:gd fmla="val 0" name="adj2"/>
                      </a:avLst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25700" lIns="51425" spcFirstLastPara="1" rIns="51425" wrap="square" tIns="2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274" name="Google Shape;274;p36"/>
                    <p:cNvCxnSpPr/>
                    <p:nvPr/>
                  </p:nvCxnSpPr>
                  <p:spPr>
                    <a:xfrm>
                      <a:off x="876255" y="4360591"/>
                      <a:ext cx="290558" cy="0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275" name="Google Shape;275;p36"/>
                  <p:cNvGrpSpPr/>
                  <p:nvPr/>
                </p:nvGrpSpPr>
                <p:grpSpPr>
                  <a:xfrm flipH="1" rot="-5400000">
                    <a:off x="7128561" y="2127959"/>
                    <a:ext cx="275532" cy="1216701"/>
                    <a:chOff x="624113" y="1964129"/>
                    <a:chExt cx="542700" cy="2396463"/>
                  </a:xfrm>
                </p:grpSpPr>
                <p:cxnSp>
                  <p:nvCxnSpPr>
                    <p:cNvPr id="276" name="Google Shape;276;p36"/>
                    <p:cNvCxnSpPr/>
                    <p:nvPr/>
                  </p:nvCxnSpPr>
                  <p:spPr>
                    <a:xfrm rot="5400000">
                      <a:off x="-448047" y="3036289"/>
                      <a:ext cx="2144321" cy="0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77" name="Google Shape;277;p36"/>
                    <p:cNvSpPr/>
                    <p:nvPr/>
                  </p:nvSpPr>
                  <p:spPr>
                    <a:xfrm rot="10800000">
                      <a:off x="624114" y="3856308"/>
                      <a:ext cx="504283" cy="504283"/>
                    </a:xfrm>
                    <a:prstGeom prst="arc">
                      <a:avLst>
                        <a:gd fmla="val 16200000" name="adj1"/>
                        <a:gd fmla="val 0" name="adj2"/>
                      </a:avLst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25700" lIns="51425" spcFirstLastPara="1" rIns="51425" wrap="square" tIns="2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278" name="Google Shape;278;p36"/>
                    <p:cNvCxnSpPr/>
                    <p:nvPr/>
                  </p:nvCxnSpPr>
                  <p:spPr>
                    <a:xfrm>
                      <a:off x="876255" y="4360591"/>
                      <a:ext cx="290558" cy="0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  <p:grpSp>
              <p:nvGrpSpPr>
                <p:cNvPr id="279" name="Google Shape;279;p36"/>
                <p:cNvGrpSpPr/>
                <p:nvPr/>
              </p:nvGrpSpPr>
              <p:grpSpPr>
                <a:xfrm flipH="1">
                  <a:off x="4099618" y="1972405"/>
                  <a:ext cx="1216703" cy="927232"/>
                  <a:chOff x="6657975" y="1946844"/>
                  <a:chExt cx="1216703" cy="927232"/>
                </a:xfrm>
              </p:grpSpPr>
              <p:grpSp>
                <p:nvGrpSpPr>
                  <p:cNvPr id="280" name="Google Shape;280;p36"/>
                  <p:cNvGrpSpPr/>
                  <p:nvPr/>
                </p:nvGrpSpPr>
                <p:grpSpPr>
                  <a:xfrm rot="-5400000">
                    <a:off x="7128559" y="1476259"/>
                    <a:ext cx="275532" cy="1216701"/>
                    <a:chOff x="624113" y="1964129"/>
                    <a:chExt cx="542700" cy="2396463"/>
                  </a:xfrm>
                </p:grpSpPr>
                <p:cxnSp>
                  <p:nvCxnSpPr>
                    <p:cNvPr id="281" name="Google Shape;281;p36"/>
                    <p:cNvCxnSpPr/>
                    <p:nvPr/>
                  </p:nvCxnSpPr>
                  <p:spPr>
                    <a:xfrm rot="5400000">
                      <a:off x="-448047" y="3036289"/>
                      <a:ext cx="2144321" cy="0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82" name="Google Shape;282;p36"/>
                    <p:cNvSpPr/>
                    <p:nvPr/>
                  </p:nvSpPr>
                  <p:spPr>
                    <a:xfrm rot="10800000">
                      <a:off x="624114" y="3856308"/>
                      <a:ext cx="504283" cy="504283"/>
                    </a:xfrm>
                    <a:prstGeom prst="arc">
                      <a:avLst>
                        <a:gd fmla="val 16200000" name="adj1"/>
                        <a:gd fmla="val 0" name="adj2"/>
                      </a:avLst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25700" lIns="51425" spcFirstLastPara="1" rIns="51425" wrap="square" tIns="2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283" name="Google Shape;283;p36"/>
                    <p:cNvCxnSpPr/>
                    <p:nvPr/>
                  </p:nvCxnSpPr>
                  <p:spPr>
                    <a:xfrm>
                      <a:off x="876255" y="4360591"/>
                      <a:ext cx="290558" cy="0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  <p:grpSp>
                <p:nvGrpSpPr>
                  <p:cNvPr id="284" name="Google Shape;284;p36"/>
                  <p:cNvGrpSpPr/>
                  <p:nvPr/>
                </p:nvGrpSpPr>
                <p:grpSpPr>
                  <a:xfrm flipH="1" rot="-5400000">
                    <a:off x="7128561" y="2127959"/>
                    <a:ext cx="275532" cy="1216701"/>
                    <a:chOff x="624113" y="1964129"/>
                    <a:chExt cx="542700" cy="2396463"/>
                  </a:xfrm>
                </p:grpSpPr>
                <p:cxnSp>
                  <p:nvCxnSpPr>
                    <p:cNvPr id="285" name="Google Shape;285;p36"/>
                    <p:cNvCxnSpPr/>
                    <p:nvPr/>
                  </p:nvCxnSpPr>
                  <p:spPr>
                    <a:xfrm rot="5400000">
                      <a:off x="-448047" y="3036289"/>
                      <a:ext cx="2144321" cy="0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  <p:sp>
                  <p:nvSpPr>
                    <p:cNvPr id="286" name="Google Shape;286;p36"/>
                    <p:cNvSpPr/>
                    <p:nvPr/>
                  </p:nvSpPr>
                  <p:spPr>
                    <a:xfrm rot="10800000">
                      <a:off x="624114" y="3856308"/>
                      <a:ext cx="504283" cy="504283"/>
                    </a:xfrm>
                    <a:prstGeom prst="arc">
                      <a:avLst>
                        <a:gd fmla="val 16200000" name="adj1"/>
                        <a:gd fmla="val 0" name="adj2"/>
                      </a:avLst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25700" lIns="51425" spcFirstLastPara="1" rIns="51425" wrap="square" tIns="2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cxnSp>
                  <p:nvCxnSpPr>
                    <p:cNvPr id="287" name="Google Shape;287;p36"/>
                    <p:cNvCxnSpPr/>
                    <p:nvPr/>
                  </p:nvCxnSpPr>
                  <p:spPr>
                    <a:xfrm>
                      <a:off x="876255" y="4360591"/>
                      <a:ext cx="290558" cy="0"/>
                    </a:xfrm>
                    <a:prstGeom prst="straightConnector1">
                      <a:avLst/>
                    </a:prstGeom>
                    <a:noFill/>
                    <a:ln cap="flat" cmpd="sng" w="15875">
                      <a:solidFill>
                        <a:schemeClr val="lt1">
                          <a:alpha val="58431"/>
                        </a:schemeClr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</p:cxnSp>
              </p:grpSp>
            </p:grpSp>
          </p:grpSp>
        </p:grpSp>
        <p:grpSp>
          <p:nvGrpSpPr>
            <p:cNvPr id="288" name="Google Shape;288;p36"/>
            <p:cNvGrpSpPr/>
            <p:nvPr/>
          </p:nvGrpSpPr>
          <p:grpSpPr>
            <a:xfrm>
              <a:off x="5846328" y="2051092"/>
              <a:ext cx="314614" cy="219364"/>
              <a:chOff x="8447088" y="2592388"/>
              <a:chExt cx="346075" cy="241300"/>
            </a:xfrm>
          </p:grpSpPr>
          <p:sp>
            <p:nvSpPr>
              <p:cNvPr id="289" name="Google Shape;289;p36"/>
              <p:cNvSpPr/>
              <p:nvPr/>
            </p:nvSpPr>
            <p:spPr>
              <a:xfrm>
                <a:off x="8597900" y="2743200"/>
                <a:ext cx="44450" cy="44450"/>
              </a:xfrm>
              <a:prstGeom prst="ellipse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90" name="Google Shape;290;p36"/>
              <p:cNvCxnSpPr/>
              <p:nvPr/>
            </p:nvCxnSpPr>
            <p:spPr>
              <a:xfrm flipH="1" rot="10800000">
                <a:off x="8636000" y="2674938"/>
                <a:ext cx="74613" cy="76200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1" name="Google Shape;291;p36"/>
              <p:cNvCxnSpPr/>
              <p:nvPr/>
            </p:nvCxnSpPr>
            <p:spPr>
              <a:xfrm>
                <a:off x="8477250" y="2773363"/>
                <a:ext cx="30163" cy="0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2" name="Google Shape;292;p36"/>
              <p:cNvCxnSpPr/>
              <p:nvPr/>
            </p:nvCxnSpPr>
            <p:spPr>
              <a:xfrm rot="10800000">
                <a:off x="8732838" y="2773363"/>
                <a:ext cx="30163" cy="0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3" name="Google Shape;293;p36"/>
              <p:cNvCxnSpPr/>
              <p:nvPr/>
            </p:nvCxnSpPr>
            <p:spPr>
              <a:xfrm flipH="1">
                <a:off x="8724900" y="2708275"/>
                <a:ext cx="26988" cy="15875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" name="Google Shape;294;p36"/>
              <p:cNvCxnSpPr/>
              <p:nvPr/>
            </p:nvCxnSpPr>
            <p:spPr>
              <a:xfrm flipH="1">
                <a:off x="8661400" y="2633663"/>
                <a:ext cx="15875" cy="26988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" name="Google Shape;295;p36"/>
              <p:cNvCxnSpPr/>
              <p:nvPr/>
            </p:nvCxnSpPr>
            <p:spPr>
              <a:xfrm>
                <a:off x="8620125" y="2622550"/>
                <a:ext cx="0" cy="30163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" name="Google Shape;296;p36"/>
              <p:cNvCxnSpPr/>
              <p:nvPr/>
            </p:nvCxnSpPr>
            <p:spPr>
              <a:xfrm>
                <a:off x="8564563" y="2633663"/>
                <a:ext cx="14288" cy="26988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7" name="Google Shape;297;p36"/>
              <p:cNvCxnSpPr/>
              <p:nvPr/>
            </p:nvCxnSpPr>
            <p:spPr>
              <a:xfrm>
                <a:off x="8518525" y="2663825"/>
                <a:ext cx="22225" cy="22225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36"/>
              <p:cNvCxnSpPr/>
              <p:nvPr/>
            </p:nvCxnSpPr>
            <p:spPr>
              <a:xfrm>
                <a:off x="8488363" y="2708275"/>
                <a:ext cx="26988" cy="15875"/>
              </a:xfrm>
              <a:prstGeom prst="straightConnector1">
                <a:avLst/>
              </a:pr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9" name="Google Shape;299;p36"/>
              <p:cNvSpPr/>
              <p:nvPr/>
            </p:nvSpPr>
            <p:spPr>
              <a:xfrm>
                <a:off x="8447088" y="2592388"/>
                <a:ext cx="346075" cy="241300"/>
              </a:xfrm>
              <a:custGeom>
                <a:rect b="b" l="l" r="r" t="t"/>
                <a:pathLst>
                  <a:path extrusionOk="0" h="64" w="92">
                    <a:moveTo>
                      <a:pt x="46" y="0"/>
                    </a:moveTo>
                    <a:cubicBezTo>
                      <a:pt x="21" y="0"/>
                      <a:pt x="0" y="21"/>
                      <a:pt x="0" y="46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92" y="64"/>
                      <a:pt x="92" y="64"/>
                      <a:pt x="92" y="64"/>
                    </a:cubicBezTo>
                    <a:cubicBezTo>
                      <a:pt x="92" y="46"/>
                      <a:pt x="92" y="46"/>
                      <a:pt x="92" y="46"/>
                    </a:cubicBezTo>
                    <a:cubicBezTo>
                      <a:pt x="92" y="21"/>
                      <a:pt x="71" y="0"/>
                      <a:pt x="46" y="0"/>
                    </a:cubicBezTo>
                    <a:close/>
                  </a:path>
                </a:pathLst>
              </a:custGeom>
              <a:noFill/>
              <a:ln cap="rnd" cmpd="sng" w="15875">
                <a:solidFill>
                  <a:srgbClr val="7A126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37"/>
          <p:cNvGrpSpPr/>
          <p:nvPr/>
        </p:nvGrpSpPr>
        <p:grpSpPr>
          <a:xfrm flipH="1" rot="10800000">
            <a:off x="1425727" y="0"/>
            <a:ext cx="7718273" cy="3480494"/>
            <a:chOff x="619790" y="1109343"/>
            <a:chExt cx="7718273" cy="3480494"/>
          </a:xfrm>
        </p:grpSpPr>
        <p:sp>
          <p:nvSpPr>
            <p:cNvPr id="305" name="Google Shape;305;p37"/>
            <p:cNvSpPr/>
            <p:nvPr/>
          </p:nvSpPr>
          <p:spPr>
            <a:xfrm rot="-5400000">
              <a:off x="4418072" y="4394070"/>
              <a:ext cx="121685" cy="269847"/>
            </a:xfrm>
            <a:custGeom>
              <a:rect b="b" l="l" r="r" t="t"/>
              <a:pathLst>
                <a:path extrusionOk="0" h="498466" w="194439">
                  <a:moveTo>
                    <a:pt x="0" y="0"/>
                  </a:moveTo>
                  <a:lnTo>
                    <a:pt x="0" y="8914"/>
                  </a:lnTo>
                  <a:cubicBezTo>
                    <a:pt x="103374" y="8914"/>
                    <a:pt x="187486" y="116728"/>
                    <a:pt x="187486" y="249233"/>
                  </a:cubicBezTo>
                  <a:cubicBezTo>
                    <a:pt x="187486" y="381739"/>
                    <a:pt x="103374" y="489552"/>
                    <a:pt x="0" y="489552"/>
                  </a:cubicBezTo>
                  <a:lnTo>
                    <a:pt x="0" y="498466"/>
                  </a:lnTo>
                  <a:cubicBezTo>
                    <a:pt x="107234" y="498466"/>
                    <a:pt x="194440" y="386686"/>
                    <a:pt x="194440" y="249233"/>
                  </a:cubicBezTo>
                  <a:cubicBezTo>
                    <a:pt x="194440" y="111780"/>
                    <a:pt x="107234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06" name="Google Shape;306;p37"/>
            <p:cNvSpPr/>
            <p:nvPr/>
          </p:nvSpPr>
          <p:spPr>
            <a:xfrm rot="-5400000">
              <a:off x="4338102" y="4136760"/>
              <a:ext cx="281625" cy="624528"/>
            </a:xfrm>
            <a:custGeom>
              <a:rect b="b" l="l" r="r" t="t"/>
              <a:pathLst>
                <a:path extrusionOk="0" h="1153639" w="450007">
                  <a:moveTo>
                    <a:pt x="0" y="0"/>
                  </a:moveTo>
                  <a:lnTo>
                    <a:pt x="0" y="8557"/>
                  </a:lnTo>
                  <a:cubicBezTo>
                    <a:pt x="244475" y="8557"/>
                    <a:pt x="443366" y="263495"/>
                    <a:pt x="443366" y="576819"/>
                  </a:cubicBezTo>
                  <a:cubicBezTo>
                    <a:pt x="443366" y="890144"/>
                    <a:pt x="244475" y="1145126"/>
                    <a:pt x="0" y="1145126"/>
                  </a:cubicBezTo>
                  <a:lnTo>
                    <a:pt x="0" y="1153639"/>
                  </a:lnTo>
                  <a:cubicBezTo>
                    <a:pt x="248126" y="1153639"/>
                    <a:pt x="450007" y="894913"/>
                    <a:pt x="450007" y="576819"/>
                  </a:cubicBezTo>
                  <a:cubicBezTo>
                    <a:pt x="450007" y="258726"/>
                    <a:pt x="248126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07" name="Google Shape;307;p37"/>
            <p:cNvSpPr/>
            <p:nvPr/>
          </p:nvSpPr>
          <p:spPr>
            <a:xfrm rot="-5400000">
              <a:off x="4258133" y="3879426"/>
              <a:ext cx="441587" cy="979234"/>
            </a:xfrm>
            <a:custGeom>
              <a:rect b="b" l="l" r="r" t="t"/>
              <a:pathLst>
                <a:path extrusionOk="0" h="1808857" w="705609">
                  <a:moveTo>
                    <a:pt x="0" y="0"/>
                  </a:moveTo>
                  <a:lnTo>
                    <a:pt x="0" y="8156"/>
                  </a:lnTo>
                  <a:cubicBezTo>
                    <a:pt x="385541" y="8156"/>
                    <a:pt x="699211" y="410219"/>
                    <a:pt x="699211" y="904406"/>
                  </a:cubicBezTo>
                  <a:cubicBezTo>
                    <a:pt x="699211" y="1398594"/>
                    <a:pt x="385541" y="1800656"/>
                    <a:pt x="0" y="1800656"/>
                  </a:cubicBezTo>
                  <a:lnTo>
                    <a:pt x="0" y="1808857"/>
                  </a:lnTo>
                  <a:cubicBezTo>
                    <a:pt x="389053" y="1808857"/>
                    <a:pt x="705609" y="1403095"/>
                    <a:pt x="705609" y="904406"/>
                  </a:cubicBezTo>
                  <a:cubicBezTo>
                    <a:pt x="705609" y="405717"/>
                    <a:pt x="38905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08" name="Google Shape;308;p37"/>
            <p:cNvSpPr/>
            <p:nvPr/>
          </p:nvSpPr>
          <p:spPr>
            <a:xfrm rot="-5400000">
              <a:off x="4178163" y="3622115"/>
              <a:ext cx="601527" cy="1333915"/>
            </a:xfrm>
            <a:custGeom>
              <a:rect b="b" l="l" r="r" t="t"/>
              <a:pathLst>
                <a:path extrusionOk="0" h="2464030" w="961176">
                  <a:moveTo>
                    <a:pt x="679635" y="360835"/>
                  </a:moveTo>
                  <a:cubicBezTo>
                    <a:pt x="498095" y="128138"/>
                    <a:pt x="256749" y="0"/>
                    <a:pt x="0" y="0"/>
                  </a:cubicBezTo>
                  <a:lnTo>
                    <a:pt x="0" y="7800"/>
                  </a:lnTo>
                  <a:cubicBezTo>
                    <a:pt x="526642" y="7800"/>
                    <a:pt x="955091" y="556986"/>
                    <a:pt x="955091" y="1231993"/>
                  </a:cubicBezTo>
                  <a:cubicBezTo>
                    <a:pt x="955091" y="1906999"/>
                    <a:pt x="526642" y="2456231"/>
                    <a:pt x="0" y="2456231"/>
                  </a:cubicBezTo>
                  <a:lnTo>
                    <a:pt x="0" y="2464030"/>
                  </a:lnTo>
                  <a:cubicBezTo>
                    <a:pt x="256749" y="2464030"/>
                    <a:pt x="498095" y="2335848"/>
                    <a:pt x="679635" y="2103150"/>
                  </a:cubicBezTo>
                  <a:cubicBezTo>
                    <a:pt x="861175" y="1870452"/>
                    <a:pt x="961176" y="1561095"/>
                    <a:pt x="961176" y="1231993"/>
                  </a:cubicBezTo>
                  <a:cubicBezTo>
                    <a:pt x="961176" y="902891"/>
                    <a:pt x="861175" y="593533"/>
                    <a:pt x="679635" y="36083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09" name="Google Shape;309;p37"/>
            <p:cNvSpPr/>
            <p:nvPr/>
          </p:nvSpPr>
          <p:spPr>
            <a:xfrm rot="-5400000">
              <a:off x="4098193" y="3364805"/>
              <a:ext cx="761467" cy="1688596"/>
            </a:xfrm>
            <a:custGeom>
              <a:rect b="b" l="l" r="r" t="t"/>
              <a:pathLst>
                <a:path extrusionOk="0" h="3119203" w="1216743">
                  <a:moveTo>
                    <a:pt x="860375" y="456794"/>
                  </a:moveTo>
                  <a:cubicBezTo>
                    <a:pt x="630538" y="162233"/>
                    <a:pt x="325005" y="0"/>
                    <a:pt x="0" y="0"/>
                  </a:cubicBezTo>
                  <a:lnTo>
                    <a:pt x="0" y="7399"/>
                  </a:lnTo>
                  <a:cubicBezTo>
                    <a:pt x="667709" y="7399"/>
                    <a:pt x="1210937" y="703709"/>
                    <a:pt x="1210937" y="1559579"/>
                  </a:cubicBezTo>
                  <a:cubicBezTo>
                    <a:pt x="1210937" y="2415449"/>
                    <a:pt x="667709" y="3111760"/>
                    <a:pt x="0" y="3111760"/>
                  </a:cubicBezTo>
                  <a:lnTo>
                    <a:pt x="0" y="3119203"/>
                  </a:lnTo>
                  <a:cubicBezTo>
                    <a:pt x="325005" y="3119203"/>
                    <a:pt x="630538" y="2956970"/>
                    <a:pt x="860375" y="2662410"/>
                  </a:cubicBezTo>
                  <a:cubicBezTo>
                    <a:pt x="1090177" y="2367805"/>
                    <a:pt x="1216744" y="1976172"/>
                    <a:pt x="1216744" y="1559579"/>
                  </a:cubicBezTo>
                  <a:cubicBezTo>
                    <a:pt x="1216744" y="1142987"/>
                    <a:pt x="1090177" y="751354"/>
                    <a:pt x="860375" y="45679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0" name="Google Shape;310;p37"/>
            <p:cNvSpPr/>
            <p:nvPr/>
          </p:nvSpPr>
          <p:spPr>
            <a:xfrm rot="-5400000">
              <a:off x="4018223" y="3107494"/>
              <a:ext cx="921407" cy="2043277"/>
            </a:xfrm>
            <a:custGeom>
              <a:rect b="b" l="l" r="r" t="t"/>
              <a:pathLst>
                <a:path extrusionOk="0" h="3774376" w="1472310">
                  <a:moveTo>
                    <a:pt x="1356593" y="1152614"/>
                  </a:moveTo>
                  <a:cubicBezTo>
                    <a:pt x="1282461" y="927850"/>
                    <a:pt x="1176305" y="726039"/>
                    <a:pt x="1041080" y="552708"/>
                  </a:cubicBezTo>
                  <a:cubicBezTo>
                    <a:pt x="905856" y="379421"/>
                    <a:pt x="748412" y="243350"/>
                    <a:pt x="573097" y="148283"/>
                  </a:cubicBezTo>
                  <a:cubicBezTo>
                    <a:pt x="391592" y="49873"/>
                    <a:pt x="198751" y="0"/>
                    <a:pt x="0" y="0"/>
                  </a:cubicBezTo>
                  <a:lnTo>
                    <a:pt x="0" y="7042"/>
                  </a:lnTo>
                  <a:cubicBezTo>
                    <a:pt x="808810" y="7042"/>
                    <a:pt x="1466782" y="850477"/>
                    <a:pt x="1466782" y="1887166"/>
                  </a:cubicBezTo>
                  <a:cubicBezTo>
                    <a:pt x="1466782" y="2923855"/>
                    <a:pt x="808810" y="3767335"/>
                    <a:pt x="0" y="3767335"/>
                  </a:cubicBezTo>
                  <a:lnTo>
                    <a:pt x="0" y="3774376"/>
                  </a:lnTo>
                  <a:cubicBezTo>
                    <a:pt x="198751" y="3774376"/>
                    <a:pt x="391592" y="3724459"/>
                    <a:pt x="573097" y="3626049"/>
                  </a:cubicBezTo>
                  <a:cubicBezTo>
                    <a:pt x="748412" y="3531027"/>
                    <a:pt x="905856" y="3394955"/>
                    <a:pt x="1041080" y="3221624"/>
                  </a:cubicBezTo>
                  <a:cubicBezTo>
                    <a:pt x="1176305" y="3048293"/>
                    <a:pt x="1282461" y="2846482"/>
                    <a:pt x="1356593" y="2621762"/>
                  </a:cubicBezTo>
                  <a:cubicBezTo>
                    <a:pt x="1433367" y="2389109"/>
                    <a:pt x="1472311" y="2141926"/>
                    <a:pt x="1472311" y="1887166"/>
                  </a:cubicBezTo>
                  <a:cubicBezTo>
                    <a:pt x="1472311" y="1632406"/>
                    <a:pt x="1433367" y="1385267"/>
                    <a:pt x="1356593" y="115261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1" name="Google Shape;311;p37"/>
            <p:cNvSpPr/>
            <p:nvPr/>
          </p:nvSpPr>
          <p:spPr>
            <a:xfrm rot="-5400000">
              <a:off x="3938240" y="2850171"/>
              <a:ext cx="1081348" cy="2397983"/>
            </a:xfrm>
            <a:custGeom>
              <a:rect b="b" l="l" r="r" t="t"/>
              <a:pathLst>
                <a:path extrusionOk="0" h="4429594" w="1727878">
                  <a:moveTo>
                    <a:pt x="1592097" y="1352732"/>
                  </a:moveTo>
                  <a:cubicBezTo>
                    <a:pt x="1505065" y="1088969"/>
                    <a:pt x="1380481" y="852126"/>
                    <a:pt x="1221785" y="648711"/>
                  </a:cubicBezTo>
                  <a:cubicBezTo>
                    <a:pt x="1063125" y="445295"/>
                    <a:pt x="878317" y="285602"/>
                    <a:pt x="672577" y="174089"/>
                  </a:cubicBezTo>
                  <a:cubicBezTo>
                    <a:pt x="459534" y="58565"/>
                    <a:pt x="233279" y="0"/>
                    <a:pt x="0" y="0"/>
                  </a:cubicBezTo>
                  <a:lnTo>
                    <a:pt x="0" y="6685"/>
                  </a:lnTo>
                  <a:cubicBezTo>
                    <a:pt x="949876" y="6685"/>
                    <a:pt x="1722663" y="997245"/>
                    <a:pt x="1722663" y="2214797"/>
                  </a:cubicBezTo>
                  <a:cubicBezTo>
                    <a:pt x="1722663" y="3432349"/>
                    <a:pt x="949876" y="4422909"/>
                    <a:pt x="0" y="4422909"/>
                  </a:cubicBezTo>
                  <a:lnTo>
                    <a:pt x="0" y="4429595"/>
                  </a:lnTo>
                  <a:cubicBezTo>
                    <a:pt x="233279" y="4429595"/>
                    <a:pt x="459534" y="4371030"/>
                    <a:pt x="672577" y="4255550"/>
                  </a:cubicBezTo>
                  <a:cubicBezTo>
                    <a:pt x="878317" y="4143992"/>
                    <a:pt x="1063125" y="3984299"/>
                    <a:pt x="1221785" y="3780883"/>
                  </a:cubicBezTo>
                  <a:cubicBezTo>
                    <a:pt x="1380481" y="3577512"/>
                    <a:pt x="1505065" y="3340625"/>
                    <a:pt x="1592097" y="3076907"/>
                  </a:cubicBezTo>
                  <a:cubicBezTo>
                    <a:pt x="1682189" y="2803829"/>
                    <a:pt x="1727878" y="2513815"/>
                    <a:pt x="1727878" y="2214797"/>
                  </a:cubicBezTo>
                  <a:cubicBezTo>
                    <a:pt x="1727878" y="1915780"/>
                    <a:pt x="1682189" y="1625765"/>
                    <a:pt x="1592097" y="135273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2" name="Google Shape;312;p37"/>
            <p:cNvSpPr/>
            <p:nvPr/>
          </p:nvSpPr>
          <p:spPr>
            <a:xfrm rot="-5400000">
              <a:off x="3858271" y="2592860"/>
              <a:ext cx="1241288" cy="2752664"/>
            </a:xfrm>
            <a:custGeom>
              <a:rect b="b" l="l" r="r" t="t"/>
              <a:pathLst>
                <a:path extrusionOk="0" h="5084767" w="1983445">
                  <a:moveTo>
                    <a:pt x="1827567" y="1552805"/>
                  </a:moveTo>
                  <a:cubicBezTo>
                    <a:pt x="1727670" y="1250043"/>
                    <a:pt x="1584656" y="978169"/>
                    <a:pt x="1402491" y="744669"/>
                  </a:cubicBezTo>
                  <a:cubicBezTo>
                    <a:pt x="1220360" y="511168"/>
                    <a:pt x="1008222" y="327854"/>
                    <a:pt x="772057" y="199805"/>
                  </a:cubicBezTo>
                  <a:cubicBezTo>
                    <a:pt x="527512" y="67255"/>
                    <a:pt x="267772" y="0"/>
                    <a:pt x="0" y="0"/>
                  </a:cubicBezTo>
                  <a:lnTo>
                    <a:pt x="0" y="6329"/>
                  </a:lnTo>
                  <a:cubicBezTo>
                    <a:pt x="1090977" y="6329"/>
                    <a:pt x="1978508" y="1144012"/>
                    <a:pt x="1978508" y="2542383"/>
                  </a:cubicBezTo>
                  <a:cubicBezTo>
                    <a:pt x="1978508" y="3940755"/>
                    <a:pt x="1090977" y="5078438"/>
                    <a:pt x="0" y="5078438"/>
                  </a:cubicBezTo>
                  <a:lnTo>
                    <a:pt x="0" y="5084768"/>
                  </a:lnTo>
                  <a:cubicBezTo>
                    <a:pt x="267772" y="5084768"/>
                    <a:pt x="527512" y="5017557"/>
                    <a:pt x="772057" y="4884962"/>
                  </a:cubicBezTo>
                  <a:cubicBezTo>
                    <a:pt x="1008222" y="4756914"/>
                    <a:pt x="1220360" y="4573598"/>
                    <a:pt x="1402491" y="4340143"/>
                  </a:cubicBezTo>
                  <a:cubicBezTo>
                    <a:pt x="1584656" y="4106643"/>
                    <a:pt x="1727670" y="3834768"/>
                    <a:pt x="1827567" y="3532007"/>
                  </a:cubicBezTo>
                  <a:cubicBezTo>
                    <a:pt x="1931011" y="3218549"/>
                    <a:pt x="1983445" y="2885614"/>
                    <a:pt x="1983445" y="2542383"/>
                  </a:cubicBezTo>
                  <a:cubicBezTo>
                    <a:pt x="1983445" y="2199153"/>
                    <a:pt x="1931011" y="1866218"/>
                    <a:pt x="1827567" y="15528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3" name="Google Shape;313;p37"/>
            <p:cNvSpPr/>
            <p:nvPr/>
          </p:nvSpPr>
          <p:spPr>
            <a:xfrm rot="-5400000">
              <a:off x="3778300" y="2335550"/>
              <a:ext cx="1401228" cy="3107345"/>
            </a:xfrm>
            <a:custGeom>
              <a:rect b="b" l="l" r="r" t="t"/>
              <a:pathLst>
                <a:path extrusionOk="0" h="5739940" w="2239012">
                  <a:moveTo>
                    <a:pt x="2063071" y="1752878"/>
                  </a:moveTo>
                  <a:cubicBezTo>
                    <a:pt x="1950274" y="1411118"/>
                    <a:pt x="1788867" y="1104167"/>
                    <a:pt x="1583231" y="840627"/>
                  </a:cubicBezTo>
                  <a:cubicBezTo>
                    <a:pt x="1377595" y="577042"/>
                    <a:pt x="1138161" y="370106"/>
                    <a:pt x="871537" y="225567"/>
                  </a:cubicBezTo>
                  <a:cubicBezTo>
                    <a:pt x="595489" y="75902"/>
                    <a:pt x="302265" y="0"/>
                    <a:pt x="0" y="0"/>
                  </a:cubicBezTo>
                  <a:lnTo>
                    <a:pt x="0" y="5972"/>
                  </a:lnTo>
                  <a:cubicBezTo>
                    <a:pt x="1232043" y="5972"/>
                    <a:pt x="2234388" y="1290736"/>
                    <a:pt x="2234388" y="2869970"/>
                  </a:cubicBezTo>
                  <a:cubicBezTo>
                    <a:pt x="2234388" y="4449205"/>
                    <a:pt x="1232043" y="5734013"/>
                    <a:pt x="0" y="5734013"/>
                  </a:cubicBezTo>
                  <a:lnTo>
                    <a:pt x="0" y="5739941"/>
                  </a:lnTo>
                  <a:cubicBezTo>
                    <a:pt x="302265" y="5739941"/>
                    <a:pt x="595489" y="5664083"/>
                    <a:pt x="871537" y="5514418"/>
                  </a:cubicBezTo>
                  <a:cubicBezTo>
                    <a:pt x="1138161" y="5369879"/>
                    <a:pt x="1377595" y="5162942"/>
                    <a:pt x="1583231" y="4899358"/>
                  </a:cubicBezTo>
                  <a:cubicBezTo>
                    <a:pt x="1788867" y="4635773"/>
                    <a:pt x="1950274" y="4328867"/>
                    <a:pt x="2063071" y="3987107"/>
                  </a:cubicBezTo>
                  <a:cubicBezTo>
                    <a:pt x="2179832" y="3633269"/>
                    <a:pt x="2239013" y="3257414"/>
                    <a:pt x="2239013" y="2869970"/>
                  </a:cubicBezTo>
                  <a:cubicBezTo>
                    <a:pt x="2239013" y="2482527"/>
                    <a:pt x="2179832" y="2106672"/>
                    <a:pt x="2063071" y="1752878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4" name="Google Shape;314;p37"/>
            <p:cNvSpPr/>
            <p:nvPr/>
          </p:nvSpPr>
          <p:spPr>
            <a:xfrm rot="-5400000">
              <a:off x="3698331" y="2078239"/>
              <a:ext cx="1561168" cy="3462026"/>
            </a:xfrm>
            <a:custGeom>
              <a:rect b="b" l="l" r="r" t="t"/>
              <a:pathLst>
                <a:path extrusionOk="0" h="6395113" w="2494579">
                  <a:moveTo>
                    <a:pt x="2298541" y="1952950"/>
                  </a:moveTo>
                  <a:cubicBezTo>
                    <a:pt x="2172913" y="1572148"/>
                    <a:pt x="1993042" y="1230210"/>
                    <a:pt x="1763936" y="936541"/>
                  </a:cubicBezTo>
                  <a:cubicBezTo>
                    <a:pt x="1534829" y="642872"/>
                    <a:pt x="1268066" y="412358"/>
                    <a:pt x="971017" y="251283"/>
                  </a:cubicBezTo>
                  <a:cubicBezTo>
                    <a:pt x="663467" y="84548"/>
                    <a:pt x="336758" y="0"/>
                    <a:pt x="0" y="0"/>
                  </a:cubicBezTo>
                  <a:lnTo>
                    <a:pt x="0" y="5571"/>
                  </a:lnTo>
                  <a:cubicBezTo>
                    <a:pt x="1373109" y="5571"/>
                    <a:pt x="2490234" y="1437503"/>
                    <a:pt x="2490234" y="3197557"/>
                  </a:cubicBezTo>
                  <a:cubicBezTo>
                    <a:pt x="2490234" y="4957610"/>
                    <a:pt x="1373109" y="6389543"/>
                    <a:pt x="0" y="6389543"/>
                  </a:cubicBezTo>
                  <a:lnTo>
                    <a:pt x="0" y="6395114"/>
                  </a:lnTo>
                  <a:cubicBezTo>
                    <a:pt x="336758" y="6395114"/>
                    <a:pt x="663467" y="6310565"/>
                    <a:pt x="971017" y="6143830"/>
                  </a:cubicBezTo>
                  <a:cubicBezTo>
                    <a:pt x="1268066" y="5982801"/>
                    <a:pt x="1534829" y="5752241"/>
                    <a:pt x="1763936" y="5458573"/>
                  </a:cubicBezTo>
                  <a:cubicBezTo>
                    <a:pt x="1993042" y="5164948"/>
                    <a:pt x="2172913" y="4822966"/>
                    <a:pt x="2298541" y="4442207"/>
                  </a:cubicBezTo>
                  <a:cubicBezTo>
                    <a:pt x="2428619" y="4047989"/>
                    <a:pt x="2494580" y="3629213"/>
                    <a:pt x="2494580" y="3197557"/>
                  </a:cubicBezTo>
                  <a:cubicBezTo>
                    <a:pt x="2494580" y="2765900"/>
                    <a:pt x="2428619" y="2347124"/>
                    <a:pt x="2298541" y="195295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5" name="Google Shape;315;p37"/>
            <p:cNvSpPr/>
            <p:nvPr/>
          </p:nvSpPr>
          <p:spPr>
            <a:xfrm rot="-5400000">
              <a:off x="3618360" y="1820928"/>
              <a:ext cx="1721108" cy="3816708"/>
            </a:xfrm>
            <a:custGeom>
              <a:rect b="b" l="l" r="r" t="t"/>
              <a:pathLst>
                <a:path extrusionOk="0" h="7050286" w="2750147">
                  <a:moveTo>
                    <a:pt x="2534045" y="2153023"/>
                  </a:moveTo>
                  <a:cubicBezTo>
                    <a:pt x="2395517" y="1733223"/>
                    <a:pt x="2197218" y="1356253"/>
                    <a:pt x="1944641" y="1032499"/>
                  </a:cubicBezTo>
                  <a:cubicBezTo>
                    <a:pt x="1692099" y="708746"/>
                    <a:pt x="1397970" y="454565"/>
                    <a:pt x="1070497" y="277045"/>
                  </a:cubicBezTo>
                  <a:cubicBezTo>
                    <a:pt x="731444" y="93195"/>
                    <a:pt x="371285" y="0"/>
                    <a:pt x="0" y="0"/>
                  </a:cubicBezTo>
                  <a:lnTo>
                    <a:pt x="0" y="5215"/>
                  </a:lnTo>
                  <a:cubicBezTo>
                    <a:pt x="1514210" y="5215"/>
                    <a:pt x="2746114" y="1584226"/>
                    <a:pt x="2746114" y="3525143"/>
                  </a:cubicBezTo>
                  <a:cubicBezTo>
                    <a:pt x="2746114" y="5466060"/>
                    <a:pt x="1514210" y="7045116"/>
                    <a:pt x="0" y="7045116"/>
                  </a:cubicBezTo>
                  <a:lnTo>
                    <a:pt x="0" y="7050287"/>
                  </a:lnTo>
                  <a:cubicBezTo>
                    <a:pt x="371285" y="7050287"/>
                    <a:pt x="731444" y="6957091"/>
                    <a:pt x="1070497" y="6773286"/>
                  </a:cubicBezTo>
                  <a:cubicBezTo>
                    <a:pt x="1397970" y="6595721"/>
                    <a:pt x="1692099" y="6341541"/>
                    <a:pt x="1944641" y="6017832"/>
                  </a:cubicBezTo>
                  <a:cubicBezTo>
                    <a:pt x="2197218" y="5694079"/>
                    <a:pt x="2395517" y="5317064"/>
                    <a:pt x="2534045" y="4897308"/>
                  </a:cubicBezTo>
                  <a:cubicBezTo>
                    <a:pt x="2677441" y="4462710"/>
                    <a:pt x="2750147" y="4001057"/>
                    <a:pt x="2750147" y="3525143"/>
                  </a:cubicBezTo>
                  <a:cubicBezTo>
                    <a:pt x="2750147" y="3049229"/>
                    <a:pt x="2677441" y="2587622"/>
                    <a:pt x="2534045" y="215302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6" name="Google Shape;316;p37"/>
            <p:cNvSpPr/>
            <p:nvPr/>
          </p:nvSpPr>
          <p:spPr>
            <a:xfrm rot="-5400000">
              <a:off x="3538403" y="1563606"/>
              <a:ext cx="1881048" cy="4171413"/>
            </a:xfrm>
            <a:custGeom>
              <a:rect b="b" l="l" r="r" t="t"/>
              <a:pathLst>
                <a:path extrusionOk="0" h="7705503" w="3005714">
                  <a:moveTo>
                    <a:pt x="2769515" y="2353096"/>
                  </a:moveTo>
                  <a:cubicBezTo>
                    <a:pt x="2618122" y="1894297"/>
                    <a:pt x="2401428" y="1482251"/>
                    <a:pt x="2125381" y="1128458"/>
                  </a:cubicBezTo>
                  <a:cubicBezTo>
                    <a:pt x="1849333" y="774620"/>
                    <a:pt x="1527875" y="496817"/>
                    <a:pt x="1169977" y="302761"/>
                  </a:cubicBezTo>
                  <a:cubicBezTo>
                    <a:pt x="799421" y="101841"/>
                    <a:pt x="405778" y="0"/>
                    <a:pt x="0" y="0"/>
                  </a:cubicBezTo>
                  <a:lnTo>
                    <a:pt x="0" y="4814"/>
                  </a:lnTo>
                  <a:cubicBezTo>
                    <a:pt x="1655276" y="4814"/>
                    <a:pt x="3001959" y="1730994"/>
                    <a:pt x="3001959" y="3852730"/>
                  </a:cubicBezTo>
                  <a:cubicBezTo>
                    <a:pt x="3001959" y="5974466"/>
                    <a:pt x="1655276" y="7700646"/>
                    <a:pt x="0" y="7700646"/>
                  </a:cubicBezTo>
                  <a:lnTo>
                    <a:pt x="0" y="7705504"/>
                  </a:lnTo>
                  <a:cubicBezTo>
                    <a:pt x="405778" y="7705504"/>
                    <a:pt x="799421" y="7603618"/>
                    <a:pt x="1169977" y="7402698"/>
                  </a:cubicBezTo>
                  <a:cubicBezTo>
                    <a:pt x="1527875" y="7208687"/>
                    <a:pt x="1849333" y="6930885"/>
                    <a:pt x="2125381" y="6577046"/>
                  </a:cubicBezTo>
                  <a:cubicBezTo>
                    <a:pt x="2401428" y="6223209"/>
                    <a:pt x="2618122" y="5811163"/>
                    <a:pt x="2769515" y="5352408"/>
                  </a:cubicBezTo>
                  <a:cubicBezTo>
                    <a:pt x="2926263" y="4877430"/>
                    <a:pt x="3005715" y="4372857"/>
                    <a:pt x="3005715" y="3852730"/>
                  </a:cubicBezTo>
                  <a:cubicBezTo>
                    <a:pt x="3005715" y="3332603"/>
                    <a:pt x="2926263" y="2828075"/>
                    <a:pt x="2769515" y="235309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7" name="Google Shape;317;p37"/>
            <p:cNvSpPr/>
            <p:nvPr/>
          </p:nvSpPr>
          <p:spPr>
            <a:xfrm rot="-5400000">
              <a:off x="3458421" y="1306284"/>
              <a:ext cx="2041010" cy="4526094"/>
            </a:xfrm>
            <a:custGeom>
              <a:rect b="b" l="l" r="r" t="t"/>
              <a:pathLst>
                <a:path extrusionOk="0" h="8360676" w="3261316">
                  <a:moveTo>
                    <a:pt x="3005019" y="2553169"/>
                  </a:moveTo>
                  <a:cubicBezTo>
                    <a:pt x="2840761" y="2055372"/>
                    <a:pt x="2605604" y="1608294"/>
                    <a:pt x="2306086" y="1224371"/>
                  </a:cubicBezTo>
                  <a:cubicBezTo>
                    <a:pt x="2006568" y="840449"/>
                    <a:pt x="1657815" y="539069"/>
                    <a:pt x="1269457" y="328522"/>
                  </a:cubicBezTo>
                  <a:cubicBezTo>
                    <a:pt x="867364" y="110533"/>
                    <a:pt x="440271" y="0"/>
                    <a:pt x="0" y="0"/>
                  </a:cubicBezTo>
                  <a:lnTo>
                    <a:pt x="0" y="4457"/>
                  </a:lnTo>
                  <a:cubicBezTo>
                    <a:pt x="1796377" y="4457"/>
                    <a:pt x="3257840" y="1877717"/>
                    <a:pt x="3257840" y="4180316"/>
                  </a:cubicBezTo>
                  <a:cubicBezTo>
                    <a:pt x="3257840" y="6482916"/>
                    <a:pt x="1796377" y="8356220"/>
                    <a:pt x="0" y="8356220"/>
                  </a:cubicBezTo>
                  <a:lnTo>
                    <a:pt x="0" y="8360677"/>
                  </a:lnTo>
                  <a:cubicBezTo>
                    <a:pt x="440271" y="8360677"/>
                    <a:pt x="867364" y="8250145"/>
                    <a:pt x="1269457" y="8032155"/>
                  </a:cubicBezTo>
                  <a:cubicBezTo>
                    <a:pt x="1657815" y="7821608"/>
                    <a:pt x="2006568" y="7520184"/>
                    <a:pt x="2306086" y="7136261"/>
                  </a:cubicBezTo>
                  <a:cubicBezTo>
                    <a:pt x="2605604" y="6752339"/>
                    <a:pt x="2840761" y="6305306"/>
                    <a:pt x="3005019" y="5807508"/>
                  </a:cubicBezTo>
                  <a:cubicBezTo>
                    <a:pt x="3175084" y="5292150"/>
                    <a:pt x="3261317" y="4744657"/>
                    <a:pt x="3261317" y="4180316"/>
                  </a:cubicBezTo>
                  <a:cubicBezTo>
                    <a:pt x="3261317" y="3615976"/>
                    <a:pt x="3175084" y="3068528"/>
                    <a:pt x="3005019" y="2553169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8" name="Google Shape;318;p37"/>
            <p:cNvSpPr/>
            <p:nvPr/>
          </p:nvSpPr>
          <p:spPr>
            <a:xfrm rot="-5400000">
              <a:off x="3378451" y="1048974"/>
              <a:ext cx="2200950" cy="4880775"/>
            </a:xfrm>
            <a:custGeom>
              <a:rect b="b" l="l" r="r" t="t"/>
              <a:pathLst>
                <a:path extrusionOk="0" h="9015849" w="3516883">
                  <a:moveTo>
                    <a:pt x="3240489" y="2753242"/>
                  </a:moveTo>
                  <a:cubicBezTo>
                    <a:pt x="3063365" y="2216402"/>
                    <a:pt x="2809780" y="1734337"/>
                    <a:pt x="2486791" y="1320330"/>
                  </a:cubicBezTo>
                  <a:cubicBezTo>
                    <a:pt x="2163803" y="906323"/>
                    <a:pt x="1787719" y="581277"/>
                    <a:pt x="1368937" y="354239"/>
                  </a:cubicBezTo>
                  <a:cubicBezTo>
                    <a:pt x="935341" y="119179"/>
                    <a:pt x="474764" y="0"/>
                    <a:pt x="0" y="0"/>
                  </a:cubicBezTo>
                  <a:lnTo>
                    <a:pt x="0" y="4056"/>
                  </a:lnTo>
                  <a:cubicBezTo>
                    <a:pt x="1937443" y="4056"/>
                    <a:pt x="3513685" y="2024485"/>
                    <a:pt x="3513685" y="4507903"/>
                  </a:cubicBezTo>
                  <a:cubicBezTo>
                    <a:pt x="3513685" y="6991321"/>
                    <a:pt x="1937443" y="9011750"/>
                    <a:pt x="0" y="9011750"/>
                  </a:cubicBezTo>
                  <a:lnTo>
                    <a:pt x="0" y="9015850"/>
                  </a:lnTo>
                  <a:cubicBezTo>
                    <a:pt x="474764" y="9015850"/>
                    <a:pt x="935341" y="8896671"/>
                    <a:pt x="1368937" y="8661566"/>
                  </a:cubicBezTo>
                  <a:cubicBezTo>
                    <a:pt x="1787719" y="8434529"/>
                    <a:pt x="2163803" y="8109483"/>
                    <a:pt x="2486791" y="7695520"/>
                  </a:cubicBezTo>
                  <a:cubicBezTo>
                    <a:pt x="2809780" y="7281514"/>
                    <a:pt x="3063365" y="6799405"/>
                    <a:pt x="3240489" y="6262608"/>
                  </a:cubicBezTo>
                  <a:cubicBezTo>
                    <a:pt x="3423871" y="5706825"/>
                    <a:pt x="3516884" y="5116456"/>
                    <a:pt x="3516884" y="4507903"/>
                  </a:cubicBezTo>
                  <a:cubicBezTo>
                    <a:pt x="3516884" y="3899350"/>
                    <a:pt x="3423871" y="3308980"/>
                    <a:pt x="3240489" y="275324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19" name="Google Shape;319;p37"/>
            <p:cNvSpPr/>
            <p:nvPr/>
          </p:nvSpPr>
          <p:spPr>
            <a:xfrm rot="-5400000">
              <a:off x="3298482" y="791663"/>
              <a:ext cx="2360890" cy="5235456"/>
            </a:xfrm>
            <a:custGeom>
              <a:rect b="b" l="l" r="r" t="t"/>
              <a:pathLst>
                <a:path extrusionOk="0" h="9671022" w="3772450">
                  <a:moveTo>
                    <a:pt x="3475993" y="2953315"/>
                  </a:moveTo>
                  <a:cubicBezTo>
                    <a:pt x="3381451" y="2666777"/>
                    <a:pt x="3264411" y="2390401"/>
                    <a:pt x="3128178" y="2131898"/>
                  </a:cubicBezTo>
                  <a:cubicBezTo>
                    <a:pt x="2993232" y="1875845"/>
                    <a:pt x="2838222" y="1635080"/>
                    <a:pt x="2667531" y="1416288"/>
                  </a:cubicBezTo>
                  <a:cubicBezTo>
                    <a:pt x="2496840" y="1197496"/>
                    <a:pt x="2308972" y="998805"/>
                    <a:pt x="2109212" y="825830"/>
                  </a:cubicBezTo>
                  <a:cubicBezTo>
                    <a:pt x="1907540" y="651162"/>
                    <a:pt x="1691925" y="501185"/>
                    <a:pt x="1468417" y="380000"/>
                  </a:cubicBezTo>
                  <a:cubicBezTo>
                    <a:pt x="1003319" y="127826"/>
                    <a:pt x="509292" y="0"/>
                    <a:pt x="0" y="0"/>
                  </a:cubicBezTo>
                  <a:lnTo>
                    <a:pt x="0" y="3699"/>
                  </a:lnTo>
                  <a:cubicBezTo>
                    <a:pt x="2078544" y="3699"/>
                    <a:pt x="3769530" y="2171253"/>
                    <a:pt x="3769530" y="4835489"/>
                  </a:cubicBezTo>
                  <a:cubicBezTo>
                    <a:pt x="3769530" y="7499726"/>
                    <a:pt x="2078544" y="9667324"/>
                    <a:pt x="0" y="9667324"/>
                  </a:cubicBezTo>
                  <a:lnTo>
                    <a:pt x="0" y="9671023"/>
                  </a:lnTo>
                  <a:cubicBezTo>
                    <a:pt x="509292" y="9671023"/>
                    <a:pt x="1003319" y="9543153"/>
                    <a:pt x="1468417" y="9291023"/>
                  </a:cubicBezTo>
                  <a:cubicBezTo>
                    <a:pt x="1691925" y="9169838"/>
                    <a:pt x="1907540" y="9019817"/>
                    <a:pt x="2109212" y="8845194"/>
                  </a:cubicBezTo>
                  <a:cubicBezTo>
                    <a:pt x="2308972" y="8672219"/>
                    <a:pt x="2496805" y="8473527"/>
                    <a:pt x="2667531" y="8254736"/>
                  </a:cubicBezTo>
                  <a:cubicBezTo>
                    <a:pt x="2838222" y="8035899"/>
                    <a:pt x="2993232" y="7795134"/>
                    <a:pt x="3128178" y="7539082"/>
                  </a:cubicBezTo>
                  <a:cubicBezTo>
                    <a:pt x="3264411" y="7280578"/>
                    <a:pt x="3381451" y="7004246"/>
                    <a:pt x="3475993" y="6717708"/>
                  </a:cubicBezTo>
                  <a:cubicBezTo>
                    <a:pt x="3672693" y="6121545"/>
                    <a:pt x="3772451" y="5488301"/>
                    <a:pt x="3772451" y="4835489"/>
                  </a:cubicBezTo>
                  <a:cubicBezTo>
                    <a:pt x="3772451" y="4182678"/>
                    <a:pt x="3672693" y="3549434"/>
                    <a:pt x="3475993" y="295331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20" name="Google Shape;320;p37"/>
            <p:cNvSpPr/>
            <p:nvPr/>
          </p:nvSpPr>
          <p:spPr>
            <a:xfrm rot="-5400000">
              <a:off x="3218499" y="534340"/>
              <a:ext cx="2520831" cy="5590162"/>
            </a:xfrm>
            <a:custGeom>
              <a:rect b="b" l="l" r="r" t="t"/>
              <a:pathLst>
                <a:path extrusionOk="0" h="10326240" w="4028018">
                  <a:moveTo>
                    <a:pt x="3711463" y="3153433"/>
                  </a:moveTo>
                  <a:cubicBezTo>
                    <a:pt x="3610522" y="2847463"/>
                    <a:pt x="3485555" y="2552412"/>
                    <a:pt x="3340108" y="2276392"/>
                  </a:cubicBezTo>
                  <a:cubicBezTo>
                    <a:pt x="3195982" y="2003002"/>
                    <a:pt x="3030506" y="1745880"/>
                    <a:pt x="2848237" y="1512246"/>
                  </a:cubicBezTo>
                  <a:cubicBezTo>
                    <a:pt x="2665966" y="1278613"/>
                    <a:pt x="2465407" y="1066506"/>
                    <a:pt x="2252087" y="881809"/>
                  </a:cubicBezTo>
                  <a:cubicBezTo>
                    <a:pt x="2036750" y="695330"/>
                    <a:pt x="1806565" y="535147"/>
                    <a:pt x="1567897" y="405762"/>
                  </a:cubicBezTo>
                  <a:cubicBezTo>
                    <a:pt x="1071296" y="136517"/>
                    <a:pt x="543785" y="0"/>
                    <a:pt x="0" y="0"/>
                  </a:cubicBezTo>
                  <a:lnTo>
                    <a:pt x="0" y="3343"/>
                  </a:lnTo>
                  <a:cubicBezTo>
                    <a:pt x="2219610" y="3343"/>
                    <a:pt x="4025410" y="2318020"/>
                    <a:pt x="4025410" y="5163121"/>
                  </a:cubicBezTo>
                  <a:cubicBezTo>
                    <a:pt x="4025410" y="8008221"/>
                    <a:pt x="2219610" y="10322898"/>
                    <a:pt x="0" y="10322898"/>
                  </a:cubicBezTo>
                  <a:lnTo>
                    <a:pt x="0" y="10326241"/>
                  </a:lnTo>
                  <a:cubicBezTo>
                    <a:pt x="543785" y="10326241"/>
                    <a:pt x="1071296" y="10189724"/>
                    <a:pt x="1567897" y="9920480"/>
                  </a:cubicBezTo>
                  <a:cubicBezTo>
                    <a:pt x="1806565" y="9791094"/>
                    <a:pt x="2036750" y="9630955"/>
                    <a:pt x="2252087" y="9444476"/>
                  </a:cubicBezTo>
                  <a:cubicBezTo>
                    <a:pt x="2465407" y="9259736"/>
                    <a:pt x="2665966" y="9047628"/>
                    <a:pt x="2848237" y="8813995"/>
                  </a:cubicBezTo>
                  <a:cubicBezTo>
                    <a:pt x="3030506" y="8580360"/>
                    <a:pt x="3195982" y="8323283"/>
                    <a:pt x="3340108" y="8049893"/>
                  </a:cubicBezTo>
                  <a:cubicBezTo>
                    <a:pt x="3485555" y="7773874"/>
                    <a:pt x="3610522" y="7478779"/>
                    <a:pt x="3711463" y="7172854"/>
                  </a:cubicBezTo>
                  <a:cubicBezTo>
                    <a:pt x="3921515" y="6536310"/>
                    <a:pt x="4028018" y="5860145"/>
                    <a:pt x="4028018" y="5163121"/>
                  </a:cubicBezTo>
                  <a:cubicBezTo>
                    <a:pt x="4028018" y="4466097"/>
                    <a:pt x="3921515" y="3789931"/>
                    <a:pt x="3711463" y="315343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21" name="Google Shape;321;p37"/>
            <p:cNvSpPr/>
            <p:nvPr/>
          </p:nvSpPr>
          <p:spPr>
            <a:xfrm rot="-5400000">
              <a:off x="3138529" y="277030"/>
              <a:ext cx="2680771" cy="5944843"/>
            </a:xfrm>
            <a:custGeom>
              <a:rect b="b" l="l" r="r" t="t"/>
              <a:pathLst>
                <a:path extrusionOk="0" h="10981413" w="4283585">
                  <a:moveTo>
                    <a:pt x="3946967" y="3353506"/>
                  </a:moveTo>
                  <a:cubicBezTo>
                    <a:pt x="3839594" y="3028148"/>
                    <a:pt x="3706734" y="2714333"/>
                    <a:pt x="3552003" y="2420798"/>
                  </a:cubicBezTo>
                  <a:cubicBezTo>
                    <a:pt x="3398767" y="2130070"/>
                    <a:pt x="3222790" y="1856680"/>
                    <a:pt x="3028942" y="1608205"/>
                  </a:cubicBezTo>
                  <a:cubicBezTo>
                    <a:pt x="2835128" y="1359729"/>
                    <a:pt x="2621807" y="1134162"/>
                    <a:pt x="2394996" y="937744"/>
                  </a:cubicBezTo>
                  <a:cubicBezTo>
                    <a:pt x="2165994" y="739454"/>
                    <a:pt x="1921171" y="569109"/>
                    <a:pt x="1667377" y="431523"/>
                  </a:cubicBezTo>
                  <a:cubicBezTo>
                    <a:pt x="1139274" y="145208"/>
                    <a:pt x="578277" y="0"/>
                    <a:pt x="0" y="0"/>
                  </a:cubicBezTo>
                  <a:lnTo>
                    <a:pt x="0" y="2986"/>
                  </a:lnTo>
                  <a:cubicBezTo>
                    <a:pt x="2360711" y="2986"/>
                    <a:pt x="4281256" y="2464788"/>
                    <a:pt x="4281256" y="5490707"/>
                  </a:cubicBezTo>
                  <a:cubicBezTo>
                    <a:pt x="4281256" y="8516627"/>
                    <a:pt x="2360711" y="10978428"/>
                    <a:pt x="0" y="10978428"/>
                  </a:cubicBezTo>
                  <a:lnTo>
                    <a:pt x="0" y="10981414"/>
                  </a:lnTo>
                  <a:cubicBezTo>
                    <a:pt x="578277" y="10981414"/>
                    <a:pt x="1139274" y="10836251"/>
                    <a:pt x="1667377" y="10549936"/>
                  </a:cubicBezTo>
                  <a:cubicBezTo>
                    <a:pt x="1921171" y="10412305"/>
                    <a:pt x="2165994" y="10242004"/>
                    <a:pt x="2394996" y="10043714"/>
                  </a:cubicBezTo>
                  <a:cubicBezTo>
                    <a:pt x="2621807" y="9847251"/>
                    <a:pt x="2835128" y="9621685"/>
                    <a:pt x="3028942" y="9373210"/>
                  </a:cubicBezTo>
                  <a:cubicBezTo>
                    <a:pt x="3222790" y="9124779"/>
                    <a:pt x="3398767" y="8851344"/>
                    <a:pt x="3552003" y="8560616"/>
                  </a:cubicBezTo>
                  <a:cubicBezTo>
                    <a:pt x="3706734" y="8267082"/>
                    <a:pt x="3839594" y="7953311"/>
                    <a:pt x="3946967" y="7627953"/>
                  </a:cubicBezTo>
                  <a:cubicBezTo>
                    <a:pt x="4170336" y="6951030"/>
                    <a:pt x="4283586" y="6231944"/>
                    <a:pt x="4283586" y="5490707"/>
                  </a:cubicBezTo>
                  <a:cubicBezTo>
                    <a:pt x="4283586" y="4749470"/>
                    <a:pt x="4170336" y="4030429"/>
                    <a:pt x="3946967" y="335350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22" name="Google Shape;322;p37"/>
            <p:cNvSpPr/>
            <p:nvPr/>
          </p:nvSpPr>
          <p:spPr>
            <a:xfrm rot="-5400000">
              <a:off x="3058559" y="19719"/>
              <a:ext cx="2840711" cy="6299524"/>
            </a:xfrm>
            <a:custGeom>
              <a:rect b="b" l="l" r="r" t="t"/>
              <a:pathLst>
                <a:path extrusionOk="0" h="11636586" w="4539152">
                  <a:moveTo>
                    <a:pt x="4446940" y="4645712"/>
                  </a:moveTo>
                  <a:cubicBezTo>
                    <a:pt x="4387308" y="4272130"/>
                    <a:pt x="4298329" y="3904698"/>
                    <a:pt x="4182437" y="3553579"/>
                  </a:cubicBezTo>
                  <a:cubicBezTo>
                    <a:pt x="4068701" y="3208788"/>
                    <a:pt x="3927878" y="2876299"/>
                    <a:pt x="3763932" y="2565248"/>
                  </a:cubicBezTo>
                  <a:cubicBezTo>
                    <a:pt x="3601552" y="2257138"/>
                    <a:pt x="3415074" y="1967436"/>
                    <a:pt x="3209682" y="1704163"/>
                  </a:cubicBezTo>
                  <a:cubicBezTo>
                    <a:pt x="3004254" y="1440846"/>
                    <a:pt x="2778242" y="1201819"/>
                    <a:pt x="2537905" y="993679"/>
                  </a:cubicBezTo>
                  <a:cubicBezTo>
                    <a:pt x="2295238" y="783534"/>
                    <a:pt x="2035811" y="603071"/>
                    <a:pt x="1766857" y="457240"/>
                  </a:cubicBezTo>
                  <a:cubicBezTo>
                    <a:pt x="1492895" y="308734"/>
                    <a:pt x="1206243" y="194680"/>
                    <a:pt x="914792" y="118199"/>
                  </a:cubicBezTo>
                  <a:cubicBezTo>
                    <a:pt x="615761" y="39801"/>
                    <a:pt x="307967" y="0"/>
                    <a:pt x="0" y="0"/>
                  </a:cubicBezTo>
                  <a:lnTo>
                    <a:pt x="0" y="2630"/>
                  </a:lnTo>
                  <a:cubicBezTo>
                    <a:pt x="2501778" y="2630"/>
                    <a:pt x="4537136" y="2611511"/>
                    <a:pt x="4537136" y="5818294"/>
                  </a:cubicBezTo>
                  <a:cubicBezTo>
                    <a:pt x="4537136" y="9025076"/>
                    <a:pt x="2501778" y="11634002"/>
                    <a:pt x="0" y="11634002"/>
                  </a:cubicBezTo>
                  <a:lnTo>
                    <a:pt x="0" y="11636587"/>
                  </a:lnTo>
                  <a:cubicBezTo>
                    <a:pt x="307967" y="11636587"/>
                    <a:pt x="615761" y="11596831"/>
                    <a:pt x="914792" y="11518389"/>
                  </a:cubicBezTo>
                  <a:cubicBezTo>
                    <a:pt x="1206243" y="11441952"/>
                    <a:pt x="1492895" y="11327899"/>
                    <a:pt x="1766857" y="11179348"/>
                  </a:cubicBezTo>
                  <a:cubicBezTo>
                    <a:pt x="2035811" y="11033561"/>
                    <a:pt x="2295238" y="10853054"/>
                    <a:pt x="2537905" y="10642908"/>
                  </a:cubicBezTo>
                  <a:cubicBezTo>
                    <a:pt x="2778242" y="10434768"/>
                    <a:pt x="3004254" y="10195742"/>
                    <a:pt x="3209682" y="9932469"/>
                  </a:cubicBezTo>
                  <a:cubicBezTo>
                    <a:pt x="3415074" y="9669151"/>
                    <a:pt x="3601552" y="9379449"/>
                    <a:pt x="3763932" y="9071384"/>
                  </a:cubicBezTo>
                  <a:cubicBezTo>
                    <a:pt x="3927878" y="8760333"/>
                    <a:pt x="4068701" y="8427799"/>
                    <a:pt x="4182437" y="8083054"/>
                  </a:cubicBezTo>
                  <a:cubicBezTo>
                    <a:pt x="4298329" y="7731934"/>
                    <a:pt x="4387308" y="7364458"/>
                    <a:pt x="4446940" y="6990876"/>
                  </a:cubicBezTo>
                  <a:cubicBezTo>
                    <a:pt x="4508137" y="6607577"/>
                    <a:pt x="4539153" y="6213047"/>
                    <a:pt x="4539153" y="5818294"/>
                  </a:cubicBezTo>
                  <a:cubicBezTo>
                    <a:pt x="4539153" y="5423541"/>
                    <a:pt x="4508137" y="5029011"/>
                    <a:pt x="4446940" y="464571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23" name="Google Shape;323;p37"/>
            <p:cNvSpPr/>
            <p:nvPr/>
          </p:nvSpPr>
          <p:spPr>
            <a:xfrm rot="-5400000">
              <a:off x="2978589" y="-237592"/>
              <a:ext cx="3000651" cy="6654205"/>
            </a:xfrm>
            <a:custGeom>
              <a:rect b="b" l="l" r="r" t="t"/>
              <a:pathLst>
                <a:path extrusionOk="0" h="12291759" w="4794719">
                  <a:moveTo>
                    <a:pt x="4697327" y="4907291"/>
                  </a:moveTo>
                  <a:cubicBezTo>
                    <a:pt x="4634322" y="4512672"/>
                    <a:pt x="4540335" y="4124515"/>
                    <a:pt x="4417941" y="3753651"/>
                  </a:cubicBezTo>
                  <a:cubicBezTo>
                    <a:pt x="4297772" y="3389473"/>
                    <a:pt x="4149022" y="3038220"/>
                    <a:pt x="3975862" y="2709654"/>
                  </a:cubicBezTo>
                  <a:cubicBezTo>
                    <a:pt x="3804336" y="2384251"/>
                    <a:pt x="3607358" y="2078191"/>
                    <a:pt x="3390387" y="1800077"/>
                  </a:cubicBezTo>
                  <a:cubicBezTo>
                    <a:pt x="3173415" y="1521963"/>
                    <a:pt x="2934677" y="1269476"/>
                    <a:pt x="2680779" y="1049614"/>
                  </a:cubicBezTo>
                  <a:cubicBezTo>
                    <a:pt x="2424447" y="827658"/>
                    <a:pt x="2150451" y="636989"/>
                    <a:pt x="1866337" y="483001"/>
                  </a:cubicBezTo>
                  <a:cubicBezTo>
                    <a:pt x="1576972" y="326116"/>
                    <a:pt x="1274151" y="205600"/>
                    <a:pt x="966322" y="124884"/>
                  </a:cubicBezTo>
                  <a:cubicBezTo>
                    <a:pt x="650427" y="42029"/>
                    <a:pt x="325318" y="0"/>
                    <a:pt x="0" y="0"/>
                  </a:cubicBezTo>
                  <a:lnTo>
                    <a:pt x="0" y="2228"/>
                  </a:lnTo>
                  <a:cubicBezTo>
                    <a:pt x="2642879" y="2228"/>
                    <a:pt x="4792982" y="2758279"/>
                    <a:pt x="4792982" y="6145880"/>
                  </a:cubicBezTo>
                  <a:cubicBezTo>
                    <a:pt x="4792982" y="9533482"/>
                    <a:pt x="2642879" y="12289531"/>
                    <a:pt x="0" y="12289531"/>
                  </a:cubicBezTo>
                  <a:lnTo>
                    <a:pt x="0" y="12291760"/>
                  </a:lnTo>
                  <a:cubicBezTo>
                    <a:pt x="325318" y="12291760"/>
                    <a:pt x="650427" y="12249776"/>
                    <a:pt x="966322" y="12166921"/>
                  </a:cubicBezTo>
                  <a:cubicBezTo>
                    <a:pt x="1274151" y="12086161"/>
                    <a:pt x="1576972" y="11965689"/>
                    <a:pt x="1866337" y="11808804"/>
                  </a:cubicBezTo>
                  <a:cubicBezTo>
                    <a:pt x="2150451" y="11654771"/>
                    <a:pt x="2424447" y="11464103"/>
                    <a:pt x="2680779" y="11242146"/>
                  </a:cubicBezTo>
                  <a:cubicBezTo>
                    <a:pt x="2934677" y="11022285"/>
                    <a:pt x="3173415" y="10769797"/>
                    <a:pt x="3390387" y="10491683"/>
                  </a:cubicBezTo>
                  <a:cubicBezTo>
                    <a:pt x="3607358" y="10213570"/>
                    <a:pt x="3804336" y="9907554"/>
                    <a:pt x="3975862" y="9582107"/>
                  </a:cubicBezTo>
                  <a:cubicBezTo>
                    <a:pt x="4149022" y="9253540"/>
                    <a:pt x="4297772" y="8902331"/>
                    <a:pt x="4417941" y="8538153"/>
                  </a:cubicBezTo>
                  <a:cubicBezTo>
                    <a:pt x="4540335" y="8167245"/>
                    <a:pt x="4634322" y="7779089"/>
                    <a:pt x="4697327" y="7384514"/>
                  </a:cubicBezTo>
                  <a:cubicBezTo>
                    <a:pt x="4761966" y="6979599"/>
                    <a:pt x="4794720" y="6562874"/>
                    <a:pt x="4794720" y="6145880"/>
                  </a:cubicBezTo>
                  <a:cubicBezTo>
                    <a:pt x="4794720" y="5728887"/>
                    <a:pt x="4761966" y="5312162"/>
                    <a:pt x="4697327" y="4907291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24" name="Google Shape;324;p37"/>
            <p:cNvSpPr/>
            <p:nvPr/>
          </p:nvSpPr>
          <p:spPr>
            <a:xfrm rot="-5400000">
              <a:off x="2898619" y="-494903"/>
              <a:ext cx="3160591" cy="7008886"/>
            </a:xfrm>
            <a:custGeom>
              <a:rect b="b" l="l" r="r" t="t"/>
              <a:pathLst>
                <a:path extrusionOk="0" h="12946932" w="5050287">
                  <a:moveTo>
                    <a:pt x="4947678" y="5168826"/>
                  </a:moveTo>
                  <a:cubicBezTo>
                    <a:pt x="4881335" y="4753214"/>
                    <a:pt x="4782342" y="4344377"/>
                    <a:pt x="4653411" y="3953724"/>
                  </a:cubicBezTo>
                  <a:cubicBezTo>
                    <a:pt x="4526844" y="3570114"/>
                    <a:pt x="4370200" y="3200142"/>
                    <a:pt x="4187791" y="2854103"/>
                  </a:cubicBezTo>
                  <a:cubicBezTo>
                    <a:pt x="4007121" y="2511319"/>
                    <a:pt x="3799642" y="2188991"/>
                    <a:pt x="3571092" y="1896035"/>
                  </a:cubicBezTo>
                  <a:cubicBezTo>
                    <a:pt x="3342577" y="1603079"/>
                    <a:pt x="3091077" y="1337133"/>
                    <a:pt x="2823688" y="1105549"/>
                  </a:cubicBezTo>
                  <a:cubicBezTo>
                    <a:pt x="2553691" y="871781"/>
                    <a:pt x="2265056" y="670951"/>
                    <a:pt x="1965816" y="508717"/>
                  </a:cubicBezTo>
                  <a:cubicBezTo>
                    <a:pt x="1661013" y="343498"/>
                    <a:pt x="1342059" y="216564"/>
                    <a:pt x="1017818" y="131525"/>
                  </a:cubicBezTo>
                  <a:cubicBezTo>
                    <a:pt x="685094" y="44258"/>
                    <a:pt x="342669" y="0"/>
                    <a:pt x="0" y="0"/>
                  </a:cubicBezTo>
                  <a:lnTo>
                    <a:pt x="0" y="1872"/>
                  </a:lnTo>
                  <a:cubicBezTo>
                    <a:pt x="2783945" y="1872"/>
                    <a:pt x="5048862" y="2905002"/>
                    <a:pt x="5048862" y="6473467"/>
                  </a:cubicBezTo>
                  <a:cubicBezTo>
                    <a:pt x="5048862" y="10041932"/>
                    <a:pt x="2783945" y="12945106"/>
                    <a:pt x="0" y="12945106"/>
                  </a:cubicBezTo>
                  <a:lnTo>
                    <a:pt x="0" y="12946933"/>
                  </a:lnTo>
                  <a:cubicBezTo>
                    <a:pt x="342669" y="12946933"/>
                    <a:pt x="685094" y="12902720"/>
                    <a:pt x="1017818" y="12815453"/>
                  </a:cubicBezTo>
                  <a:cubicBezTo>
                    <a:pt x="1342059" y="12730370"/>
                    <a:pt x="1661013" y="12603480"/>
                    <a:pt x="1965816" y="12438216"/>
                  </a:cubicBezTo>
                  <a:cubicBezTo>
                    <a:pt x="2265056" y="12275983"/>
                    <a:pt x="2553691" y="12075197"/>
                    <a:pt x="2823688" y="11841385"/>
                  </a:cubicBezTo>
                  <a:cubicBezTo>
                    <a:pt x="3091077" y="11609801"/>
                    <a:pt x="3342577" y="11343854"/>
                    <a:pt x="3571092" y="11050898"/>
                  </a:cubicBezTo>
                  <a:cubicBezTo>
                    <a:pt x="3799642" y="10757987"/>
                    <a:pt x="4007121" y="10435659"/>
                    <a:pt x="4187791" y="10092875"/>
                  </a:cubicBezTo>
                  <a:cubicBezTo>
                    <a:pt x="4370200" y="9746792"/>
                    <a:pt x="4526844" y="9376820"/>
                    <a:pt x="4653411" y="8993254"/>
                  </a:cubicBezTo>
                  <a:cubicBezTo>
                    <a:pt x="4782342" y="8602556"/>
                    <a:pt x="4881335" y="8193720"/>
                    <a:pt x="4947678" y="7778108"/>
                  </a:cubicBezTo>
                  <a:cubicBezTo>
                    <a:pt x="5015760" y="7351622"/>
                    <a:pt x="5050287" y="6912700"/>
                    <a:pt x="5050287" y="6473467"/>
                  </a:cubicBezTo>
                  <a:cubicBezTo>
                    <a:pt x="5050287" y="6034234"/>
                    <a:pt x="5015760" y="5595312"/>
                    <a:pt x="4947678" y="516882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25" name="Google Shape;325;p37"/>
            <p:cNvSpPr/>
            <p:nvPr/>
          </p:nvSpPr>
          <p:spPr>
            <a:xfrm rot="-5400000">
              <a:off x="2818661" y="-752225"/>
              <a:ext cx="3320531" cy="7363592"/>
            </a:xfrm>
            <a:custGeom>
              <a:rect b="b" l="l" r="r" t="t"/>
              <a:pathLst>
                <a:path extrusionOk="0" h="13602150" w="5305854">
                  <a:moveTo>
                    <a:pt x="5198064" y="5430405"/>
                  </a:moveTo>
                  <a:cubicBezTo>
                    <a:pt x="5128349" y="4993756"/>
                    <a:pt x="5024348" y="4564239"/>
                    <a:pt x="4888915" y="4153797"/>
                  </a:cubicBezTo>
                  <a:cubicBezTo>
                    <a:pt x="4755916" y="3750799"/>
                    <a:pt x="4591344" y="3362108"/>
                    <a:pt x="4399721" y="2998509"/>
                  </a:cubicBezTo>
                  <a:cubicBezTo>
                    <a:pt x="4209906" y="2638386"/>
                    <a:pt x="3991926" y="2299747"/>
                    <a:pt x="3751832" y="1991994"/>
                  </a:cubicBezTo>
                  <a:cubicBezTo>
                    <a:pt x="3511703" y="1684241"/>
                    <a:pt x="3247512" y="1404789"/>
                    <a:pt x="2966562" y="1161528"/>
                  </a:cubicBezTo>
                  <a:cubicBezTo>
                    <a:pt x="2682900" y="915861"/>
                    <a:pt x="2379697" y="704913"/>
                    <a:pt x="2065296" y="534479"/>
                  </a:cubicBezTo>
                  <a:cubicBezTo>
                    <a:pt x="1745090" y="360836"/>
                    <a:pt x="1410001" y="227528"/>
                    <a:pt x="1069314" y="138166"/>
                  </a:cubicBezTo>
                  <a:cubicBezTo>
                    <a:pt x="719761" y="46486"/>
                    <a:pt x="359985" y="0"/>
                    <a:pt x="0" y="0"/>
                  </a:cubicBezTo>
                  <a:lnTo>
                    <a:pt x="0" y="1471"/>
                  </a:lnTo>
                  <a:cubicBezTo>
                    <a:pt x="2925046" y="1471"/>
                    <a:pt x="5304707" y="3051770"/>
                    <a:pt x="5304707" y="6801053"/>
                  </a:cubicBezTo>
                  <a:cubicBezTo>
                    <a:pt x="5304707" y="10550337"/>
                    <a:pt x="2925046" y="13600636"/>
                    <a:pt x="0" y="13600636"/>
                  </a:cubicBezTo>
                  <a:lnTo>
                    <a:pt x="0" y="13602151"/>
                  </a:lnTo>
                  <a:cubicBezTo>
                    <a:pt x="359985" y="13602151"/>
                    <a:pt x="719761" y="13555620"/>
                    <a:pt x="1069314" y="13463940"/>
                  </a:cubicBezTo>
                  <a:cubicBezTo>
                    <a:pt x="1410001" y="13374579"/>
                    <a:pt x="1745090" y="13241271"/>
                    <a:pt x="2065296" y="13067672"/>
                  </a:cubicBezTo>
                  <a:cubicBezTo>
                    <a:pt x="2379697" y="12897238"/>
                    <a:pt x="2682900" y="12686245"/>
                    <a:pt x="2966562" y="12440623"/>
                  </a:cubicBezTo>
                  <a:cubicBezTo>
                    <a:pt x="3247512" y="12197317"/>
                    <a:pt x="3511703" y="11917911"/>
                    <a:pt x="3751832" y="11610157"/>
                  </a:cubicBezTo>
                  <a:cubicBezTo>
                    <a:pt x="3991926" y="11302359"/>
                    <a:pt x="4209906" y="10963720"/>
                    <a:pt x="4399721" y="10603598"/>
                  </a:cubicBezTo>
                  <a:cubicBezTo>
                    <a:pt x="4591344" y="10240044"/>
                    <a:pt x="4755916" y="9851352"/>
                    <a:pt x="4888915" y="9448353"/>
                  </a:cubicBezTo>
                  <a:cubicBezTo>
                    <a:pt x="5024348" y="9037913"/>
                    <a:pt x="5128349" y="8608395"/>
                    <a:pt x="5198064" y="8171702"/>
                  </a:cubicBezTo>
                  <a:cubicBezTo>
                    <a:pt x="5269589" y="7723644"/>
                    <a:pt x="5305855" y="7262527"/>
                    <a:pt x="5305855" y="6801053"/>
                  </a:cubicBezTo>
                  <a:cubicBezTo>
                    <a:pt x="5305855" y="6339580"/>
                    <a:pt x="5269589" y="5878463"/>
                    <a:pt x="5198064" y="54304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326" name="Google Shape;326;p37"/>
            <p:cNvSpPr/>
            <p:nvPr/>
          </p:nvSpPr>
          <p:spPr>
            <a:xfrm rot="-5400000">
              <a:off x="2738680" y="-1009547"/>
              <a:ext cx="3480493" cy="7718273"/>
            </a:xfrm>
            <a:custGeom>
              <a:rect b="b" l="l" r="r" t="t"/>
              <a:pathLst>
                <a:path extrusionOk="0" h="14257323" w="5561456">
                  <a:moveTo>
                    <a:pt x="5448451" y="5691984"/>
                  </a:moveTo>
                  <a:cubicBezTo>
                    <a:pt x="5375397" y="5234299"/>
                    <a:pt x="5266355" y="4784056"/>
                    <a:pt x="5124385" y="4353871"/>
                  </a:cubicBezTo>
                  <a:cubicBezTo>
                    <a:pt x="4985023" y="3931440"/>
                    <a:pt x="4812489" y="3524029"/>
                    <a:pt x="4611651" y="3142959"/>
                  </a:cubicBezTo>
                  <a:cubicBezTo>
                    <a:pt x="4412691" y="2765454"/>
                    <a:pt x="4184210" y="2410502"/>
                    <a:pt x="3932537" y="2087907"/>
                  </a:cubicBezTo>
                  <a:cubicBezTo>
                    <a:pt x="3680864" y="1765357"/>
                    <a:pt x="3403948" y="1472490"/>
                    <a:pt x="3109471" y="1217463"/>
                  </a:cubicBezTo>
                  <a:cubicBezTo>
                    <a:pt x="2812144" y="959985"/>
                    <a:pt x="2494302" y="738875"/>
                    <a:pt x="2164777" y="560195"/>
                  </a:cubicBezTo>
                  <a:cubicBezTo>
                    <a:pt x="1829131" y="378218"/>
                    <a:pt x="1477909" y="238492"/>
                    <a:pt x="1120810" y="144807"/>
                  </a:cubicBezTo>
                  <a:cubicBezTo>
                    <a:pt x="754428" y="48715"/>
                    <a:pt x="377336" y="0"/>
                    <a:pt x="0" y="0"/>
                  </a:cubicBezTo>
                  <a:lnTo>
                    <a:pt x="0" y="1114"/>
                  </a:lnTo>
                  <a:cubicBezTo>
                    <a:pt x="3066112" y="1114"/>
                    <a:pt x="5560588" y="3198493"/>
                    <a:pt x="5560588" y="7128640"/>
                  </a:cubicBezTo>
                  <a:cubicBezTo>
                    <a:pt x="5560588" y="11058787"/>
                    <a:pt x="3066112" y="14256209"/>
                    <a:pt x="0" y="14256209"/>
                  </a:cubicBezTo>
                  <a:lnTo>
                    <a:pt x="0" y="14257324"/>
                  </a:lnTo>
                  <a:cubicBezTo>
                    <a:pt x="377336" y="14257324"/>
                    <a:pt x="754428" y="14208565"/>
                    <a:pt x="1120810" y="14112473"/>
                  </a:cubicBezTo>
                  <a:cubicBezTo>
                    <a:pt x="1477909" y="14018832"/>
                    <a:pt x="1829131" y="13879062"/>
                    <a:pt x="2164777" y="13697084"/>
                  </a:cubicBezTo>
                  <a:cubicBezTo>
                    <a:pt x="2494302" y="13518450"/>
                    <a:pt x="2812144" y="13297295"/>
                    <a:pt x="3109471" y="13039861"/>
                  </a:cubicBezTo>
                  <a:cubicBezTo>
                    <a:pt x="3403948" y="12784834"/>
                    <a:pt x="3680864" y="12491967"/>
                    <a:pt x="3932537" y="12169372"/>
                  </a:cubicBezTo>
                  <a:cubicBezTo>
                    <a:pt x="4184210" y="11846778"/>
                    <a:pt x="4412691" y="11491825"/>
                    <a:pt x="4611651" y="11114365"/>
                  </a:cubicBezTo>
                  <a:cubicBezTo>
                    <a:pt x="4812489" y="10733250"/>
                    <a:pt x="4985023" y="10325840"/>
                    <a:pt x="5124385" y="9903454"/>
                  </a:cubicBezTo>
                  <a:cubicBezTo>
                    <a:pt x="5266355" y="9473223"/>
                    <a:pt x="5375397" y="9023026"/>
                    <a:pt x="5448451" y="8565341"/>
                  </a:cubicBezTo>
                  <a:cubicBezTo>
                    <a:pt x="5523417" y="8095667"/>
                    <a:pt x="5561457" y="7612309"/>
                    <a:pt x="5561457" y="7128640"/>
                  </a:cubicBezTo>
                  <a:cubicBezTo>
                    <a:pt x="5561457" y="6644971"/>
                    <a:pt x="5523417" y="6161613"/>
                    <a:pt x="5448451" y="569198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27" name="Google Shape;327;p37"/>
          <p:cNvSpPr txBox="1"/>
          <p:nvPr/>
        </p:nvSpPr>
        <p:spPr>
          <a:xfrm>
            <a:off x="561975" y="450533"/>
            <a:ext cx="802005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Бүрэн стек </a:t>
            </a:r>
            <a:r>
              <a:rPr b="1" i="0" lang="mn-MN" sz="28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веб хөгжүүлэлт</a:t>
            </a:r>
            <a:endParaRPr/>
          </a:p>
        </p:txBody>
      </p:sp>
      <p:sp>
        <p:nvSpPr>
          <p:cNvPr id="328" name="Google Shape;328;p37"/>
          <p:cNvSpPr/>
          <p:nvPr/>
        </p:nvSpPr>
        <p:spPr>
          <a:xfrm>
            <a:off x="561975" y="1167034"/>
            <a:ext cx="2615639" cy="2023841"/>
          </a:xfrm>
          <a:prstGeom prst="roundRect">
            <a:avLst>
              <a:gd fmla="val 6901" name="adj"/>
            </a:avLst>
          </a:prstGeom>
          <a:noFill/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7"/>
          <p:cNvSpPr/>
          <p:nvPr/>
        </p:nvSpPr>
        <p:spPr>
          <a:xfrm>
            <a:off x="3486317" y="1167034"/>
            <a:ext cx="5182746" cy="2023841"/>
          </a:xfrm>
          <a:prstGeom prst="roundRect">
            <a:avLst>
              <a:gd fmla="val 5614" name="adj"/>
            </a:avLst>
          </a:prstGeom>
          <a:noFill/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37"/>
          <p:cNvGrpSpPr/>
          <p:nvPr/>
        </p:nvGrpSpPr>
        <p:grpSpPr>
          <a:xfrm>
            <a:off x="561975" y="3586362"/>
            <a:ext cx="8107088" cy="543045"/>
            <a:chOff x="649013" y="3472062"/>
            <a:chExt cx="7933012" cy="543045"/>
          </a:xfrm>
        </p:grpSpPr>
        <p:grpSp>
          <p:nvGrpSpPr>
            <p:cNvPr id="331" name="Google Shape;331;p37"/>
            <p:cNvGrpSpPr/>
            <p:nvPr/>
          </p:nvGrpSpPr>
          <p:grpSpPr>
            <a:xfrm>
              <a:off x="6934986" y="3472062"/>
              <a:ext cx="1647039" cy="543045"/>
              <a:chOff x="6298363" y="3604261"/>
              <a:chExt cx="1647039" cy="543045"/>
            </a:xfrm>
          </p:grpSpPr>
          <p:sp>
            <p:nvSpPr>
              <p:cNvPr id="332" name="Google Shape;332;p37"/>
              <p:cNvSpPr txBox="1"/>
              <p:nvPr/>
            </p:nvSpPr>
            <p:spPr>
              <a:xfrm>
                <a:off x="6298363" y="3731808"/>
                <a:ext cx="1647039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1" i="0" lang="mn-MN" sz="10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Үр дүнд </a:t>
                </a:r>
                <a:r>
                  <a:rPr b="0" i="0" lang="mn-MN" sz="10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суурилсан шийдлийг санал болгоно. </a:t>
                </a:r>
                <a:endParaRPr/>
              </a:p>
            </p:txBody>
          </p:sp>
          <p:cxnSp>
            <p:nvCxnSpPr>
              <p:cNvPr id="333" name="Google Shape;333;p37"/>
              <p:cNvCxnSpPr/>
              <p:nvPr/>
            </p:nvCxnSpPr>
            <p:spPr>
              <a:xfrm>
                <a:off x="6321841" y="3604261"/>
                <a:ext cx="258777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4" name="Google Shape;334;p37"/>
            <p:cNvGrpSpPr/>
            <p:nvPr/>
          </p:nvGrpSpPr>
          <p:grpSpPr>
            <a:xfrm>
              <a:off x="4839661" y="3472062"/>
              <a:ext cx="1647039" cy="543045"/>
              <a:chOff x="6298363" y="3604261"/>
              <a:chExt cx="1647039" cy="543045"/>
            </a:xfrm>
          </p:grpSpPr>
          <p:sp>
            <p:nvSpPr>
              <p:cNvPr id="335" name="Google Shape;335;p37"/>
              <p:cNvSpPr txBox="1"/>
              <p:nvPr/>
            </p:nvSpPr>
            <p:spPr>
              <a:xfrm>
                <a:off x="6298363" y="3731808"/>
                <a:ext cx="1647039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1" i="0" lang="mn-MN" sz="10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Харилцагчидтайгаа </a:t>
                </a:r>
                <a:r>
                  <a:rPr b="0" i="0" lang="mn-MN" sz="10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урт хугацааны түншлэл тогтооно. </a:t>
                </a:r>
                <a:endParaRPr/>
              </a:p>
            </p:txBody>
          </p:sp>
          <p:cxnSp>
            <p:nvCxnSpPr>
              <p:cNvPr id="336" name="Google Shape;336;p37"/>
              <p:cNvCxnSpPr/>
              <p:nvPr/>
            </p:nvCxnSpPr>
            <p:spPr>
              <a:xfrm>
                <a:off x="6321841" y="3604261"/>
                <a:ext cx="258777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37" name="Google Shape;337;p37"/>
            <p:cNvGrpSpPr/>
            <p:nvPr/>
          </p:nvGrpSpPr>
          <p:grpSpPr>
            <a:xfrm>
              <a:off x="2744337" y="3472062"/>
              <a:ext cx="1647039" cy="543045"/>
              <a:chOff x="6298363" y="3604261"/>
              <a:chExt cx="1647039" cy="543045"/>
            </a:xfrm>
          </p:grpSpPr>
          <p:sp>
            <p:nvSpPr>
              <p:cNvPr id="338" name="Google Shape;338;p37"/>
              <p:cNvSpPr txBox="1"/>
              <p:nvPr/>
            </p:nvSpPr>
            <p:spPr>
              <a:xfrm>
                <a:off x="6298363" y="3731808"/>
                <a:ext cx="1647039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1" i="0" lang="mn-MN" sz="10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Технологийн </a:t>
                </a:r>
                <a:r>
                  <a:rPr b="0" i="0" lang="mn-MN" sz="10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шинэчлэлийг тасралтгүй нэвтрүүлнэ. </a:t>
                </a:r>
                <a:endParaRPr/>
              </a:p>
            </p:txBody>
          </p:sp>
          <p:cxnSp>
            <p:nvCxnSpPr>
              <p:cNvPr id="339" name="Google Shape;339;p37"/>
              <p:cNvCxnSpPr/>
              <p:nvPr/>
            </p:nvCxnSpPr>
            <p:spPr>
              <a:xfrm>
                <a:off x="6321841" y="3604261"/>
                <a:ext cx="258777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40" name="Google Shape;340;p37"/>
            <p:cNvGrpSpPr/>
            <p:nvPr/>
          </p:nvGrpSpPr>
          <p:grpSpPr>
            <a:xfrm>
              <a:off x="649013" y="3472062"/>
              <a:ext cx="1647039" cy="543045"/>
              <a:chOff x="6298363" y="3604261"/>
              <a:chExt cx="1647039" cy="543045"/>
            </a:xfrm>
          </p:grpSpPr>
          <p:sp>
            <p:nvSpPr>
              <p:cNvPr id="341" name="Google Shape;341;p37"/>
              <p:cNvSpPr txBox="1"/>
              <p:nvPr/>
            </p:nvSpPr>
            <p:spPr>
              <a:xfrm>
                <a:off x="6298363" y="3731808"/>
                <a:ext cx="1647039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1" i="0" lang="mn-MN" sz="10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Энд гол </a:t>
                </a:r>
                <a:r>
                  <a:rPr b="0" i="0" lang="mn-MN" sz="10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санаагаа бичнэ үү. Товч бөгөөд ойлгомжтой тайлбар. </a:t>
                </a:r>
                <a:endParaRPr/>
              </a:p>
            </p:txBody>
          </p:sp>
          <p:cxnSp>
            <p:nvCxnSpPr>
              <p:cNvPr id="342" name="Google Shape;342;p37"/>
              <p:cNvCxnSpPr/>
              <p:nvPr/>
            </p:nvCxnSpPr>
            <p:spPr>
              <a:xfrm>
                <a:off x="6321841" y="3604261"/>
                <a:ext cx="258777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343" name="Google Shape;343;p37"/>
          <p:cNvSpPr txBox="1"/>
          <p:nvPr/>
        </p:nvSpPr>
        <p:spPr>
          <a:xfrm>
            <a:off x="1142753" y="1303554"/>
            <a:ext cx="14918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Фронт-энд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(Хэрэглэгчийн тал)</a:t>
            </a:r>
            <a:endParaRPr/>
          </a:p>
        </p:txBody>
      </p:sp>
      <p:sp>
        <p:nvSpPr>
          <p:cNvPr id="344" name="Google Shape;344;p37"/>
          <p:cNvSpPr txBox="1"/>
          <p:nvPr/>
        </p:nvSpPr>
        <p:spPr>
          <a:xfrm>
            <a:off x="5331777" y="1303554"/>
            <a:ext cx="14918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Бэк-энд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(Серверийн тал)</a:t>
            </a:r>
            <a:endParaRPr/>
          </a:p>
        </p:txBody>
      </p:sp>
      <p:sp>
        <p:nvSpPr>
          <p:cNvPr id="345" name="Google Shape;345;p37"/>
          <p:cNvSpPr txBox="1"/>
          <p:nvPr/>
        </p:nvSpPr>
        <p:spPr>
          <a:xfrm>
            <a:off x="825452" y="2777355"/>
            <a:ext cx="21264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en-ID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HTML, CSS, JavaScript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(Хэрэглэгчийн интерфэйс)</a:t>
            </a:r>
            <a:endParaRPr/>
          </a:p>
        </p:txBody>
      </p:sp>
      <p:sp>
        <p:nvSpPr>
          <p:cNvPr id="346" name="Google Shape;346;p37"/>
          <p:cNvSpPr txBox="1"/>
          <p:nvPr/>
        </p:nvSpPr>
        <p:spPr>
          <a:xfrm>
            <a:off x="4079492" y="2517478"/>
            <a:ext cx="1491826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Сервер</a:t>
            </a:r>
            <a:endParaRPr/>
          </a:p>
        </p:txBody>
      </p:sp>
      <p:sp>
        <p:nvSpPr>
          <p:cNvPr id="347" name="Google Shape;347;p37"/>
          <p:cNvSpPr txBox="1"/>
          <p:nvPr/>
        </p:nvSpPr>
        <p:spPr>
          <a:xfrm>
            <a:off x="6584061" y="2777355"/>
            <a:ext cx="14918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SQL Server, Oracle, MySQL, MongoDB</a:t>
            </a:r>
            <a:endParaRPr/>
          </a:p>
        </p:txBody>
      </p:sp>
      <p:sp>
        <p:nvSpPr>
          <p:cNvPr id="348" name="Google Shape;348;p37"/>
          <p:cNvSpPr txBox="1"/>
          <p:nvPr/>
        </p:nvSpPr>
        <p:spPr>
          <a:xfrm>
            <a:off x="4079492" y="2777355"/>
            <a:ext cx="1491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PHP, </a:t>
            </a:r>
            <a:r>
              <a:rPr b="1" lang="mn-MN" sz="1000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Java, </a:t>
            </a:r>
            <a:r>
              <a:rPr b="1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Node.js, Python</a:t>
            </a:r>
            <a:endParaRPr/>
          </a:p>
        </p:txBody>
      </p:sp>
      <p:grpSp>
        <p:nvGrpSpPr>
          <p:cNvPr id="349" name="Google Shape;349;p37"/>
          <p:cNvGrpSpPr/>
          <p:nvPr/>
        </p:nvGrpSpPr>
        <p:grpSpPr>
          <a:xfrm>
            <a:off x="2951881" y="2069464"/>
            <a:ext cx="740887" cy="218980"/>
            <a:chOff x="2486026" y="2057400"/>
            <a:chExt cx="571499" cy="180975"/>
          </a:xfrm>
        </p:grpSpPr>
        <p:cxnSp>
          <p:nvCxnSpPr>
            <p:cNvPr id="350" name="Google Shape;350;p37"/>
            <p:cNvCxnSpPr/>
            <p:nvPr/>
          </p:nvCxnSpPr>
          <p:spPr>
            <a:xfrm>
              <a:off x="2486026" y="2057400"/>
              <a:ext cx="571499" cy="0"/>
            </a:xfrm>
            <a:prstGeom prst="straightConnector1">
              <a:avLst/>
            </a:prstGeom>
            <a:noFill/>
            <a:ln cap="flat" cmpd="sng" w="12700">
              <a:solidFill>
                <a:srgbClr val="7A126B"/>
              </a:solidFill>
              <a:prstDash val="solid"/>
              <a:round/>
              <a:headEnd len="sm" w="sm" type="none"/>
              <a:tailEnd len="sm" w="sm" type="stealth"/>
            </a:ln>
          </p:spPr>
        </p:cxnSp>
        <p:cxnSp>
          <p:nvCxnSpPr>
            <p:cNvPr id="351" name="Google Shape;351;p37"/>
            <p:cNvCxnSpPr/>
            <p:nvPr/>
          </p:nvCxnSpPr>
          <p:spPr>
            <a:xfrm rot="10800000">
              <a:off x="2486026" y="2238375"/>
              <a:ext cx="571499" cy="0"/>
            </a:xfrm>
            <a:prstGeom prst="straightConnector1">
              <a:avLst/>
            </a:prstGeom>
            <a:noFill/>
            <a:ln cap="flat" cmpd="sng" w="12700">
              <a:solidFill>
                <a:srgbClr val="7A126B"/>
              </a:solidFill>
              <a:prstDash val="solid"/>
              <a:round/>
              <a:headEnd len="sm" w="sm" type="none"/>
              <a:tailEnd len="sm" w="sm" type="stealth"/>
            </a:ln>
          </p:spPr>
        </p:cxnSp>
      </p:grpSp>
      <p:grpSp>
        <p:nvGrpSpPr>
          <p:cNvPr id="352" name="Google Shape;352;p37"/>
          <p:cNvGrpSpPr/>
          <p:nvPr/>
        </p:nvGrpSpPr>
        <p:grpSpPr>
          <a:xfrm>
            <a:off x="5707246" y="2069464"/>
            <a:ext cx="740887" cy="218980"/>
            <a:chOff x="2486026" y="2057400"/>
            <a:chExt cx="571499" cy="180975"/>
          </a:xfrm>
        </p:grpSpPr>
        <p:cxnSp>
          <p:nvCxnSpPr>
            <p:cNvPr id="353" name="Google Shape;353;p37"/>
            <p:cNvCxnSpPr/>
            <p:nvPr/>
          </p:nvCxnSpPr>
          <p:spPr>
            <a:xfrm>
              <a:off x="2486026" y="2057400"/>
              <a:ext cx="571499" cy="0"/>
            </a:xfrm>
            <a:prstGeom prst="straightConnector1">
              <a:avLst/>
            </a:prstGeom>
            <a:noFill/>
            <a:ln cap="flat" cmpd="sng" w="12700">
              <a:solidFill>
                <a:srgbClr val="7A126B"/>
              </a:solidFill>
              <a:prstDash val="solid"/>
              <a:round/>
              <a:headEnd len="sm" w="sm" type="none"/>
              <a:tailEnd len="sm" w="sm" type="stealth"/>
            </a:ln>
          </p:spPr>
        </p:cxnSp>
        <p:cxnSp>
          <p:nvCxnSpPr>
            <p:cNvPr id="354" name="Google Shape;354;p37"/>
            <p:cNvCxnSpPr/>
            <p:nvPr/>
          </p:nvCxnSpPr>
          <p:spPr>
            <a:xfrm rot="10800000">
              <a:off x="2486026" y="2238375"/>
              <a:ext cx="571499" cy="0"/>
            </a:xfrm>
            <a:prstGeom prst="straightConnector1">
              <a:avLst/>
            </a:prstGeom>
            <a:noFill/>
            <a:ln cap="flat" cmpd="sng" w="12700">
              <a:solidFill>
                <a:srgbClr val="7A126B"/>
              </a:solidFill>
              <a:prstDash val="solid"/>
              <a:round/>
              <a:headEnd len="sm" w="sm" type="none"/>
              <a:tailEnd len="sm" w="sm" type="stealth"/>
            </a:ln>
          </p:spPr>
        </p:cxnSp>
      </p:grpSp>
      <p:grpSp>
        <p:nvGrpSpPr>
          <p:cNvPr id="355" name="Google Shape;355;p37"/>
          <p:cNvGrpSpPr/>
          <p:nvPr/>
        </p:nvGrpSpPr>
        <p:grpSpPr>
          <a:xfrm>
            <a:off x="1635554" y="1810478"/>
            <a:ext cx="506224" cy="618718"/>
            <a:chOff x="4178300" y="2890838"/>
            <a:chExt cx="285750" cy="349250"/>
          </a:xfrm>
        </p:grpSpPr>
        <p:sp>
          <p:nvSpPr>
            <p:cNvPr id="356" name="Google Shape;356;p37"/>
            <p:cNvSpPr/>
            <p:nvPr/>
          </p:nvSpPr>
          <p:spPr>
            <a:xfrm>
              <a:off x="4224338" y="2921000"/>
              <a:ext cx="195263" cy="227013"/>
            </a:xfrm>
            <a:prstGeom prst="rect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4260850" y="3186113"/>
              <a:ext cx="15875" cy="15875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4230688" y="3186113"/>
              <a:ext cx="15875" cy="15875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4395788" y="3186113"/>
              <a:ext cx="15875" cy="15875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4367213" y="3186113"/>
              <a:ext cx="14288" cy="15875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61" name="Google Shape;361;p37"/>
            <p:cNvCxnSpPr/>
            <p:nvPr/>
          </p:nvCxnSpPr>
          <p:spPr>
            <a:xfrm>
              <a:off x="4260850" y="3087688"/>
              <a:ext cx="120650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37"/>
            <p:cNvCxnSpPr/>
            <p:nvPr/>
          </p:nvCxnSpPr>
          <p:spPr>
            <a:xfrm>
              <a:off x="4260850" y="3057525"/>
              <a:ext cx="120650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37"/>
            <p:cNvCxnSpPr/>
            <p:nvPr/>
          </p:nvCxnSpPr>
          <p:spPr>
            <a:xfrm>
              <a:off x="4260850" y="3027363"/>
              <a:ext cx="120650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37"/>
            <p:cNvCxnSpPr/>
            <p:nvPr/>
          </p:nvCxnSpPr>
          <p:spPr>
            <a:xfrm>
              <a:off x="4260850" y="2997200"/>
              <a:ext cx="120650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37"/>
            <p:cNvCxnSpPr/>
            <p:nvPr/>
          </p:nvCxnSpPr>
          <p:spPr>
            <a:xfrm>
              <a:off x="4260850" y="2967038"/>
              <a:ext cx="76200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6" name="Google Shape;366;p37"/>
            <p:cNvCxnSpPr/>
            <p:nvPr/>
          </p:nvCxnSpPr>
          <p:spPr>
            <a:xfrm>
              <a:off x="4178300" y="3027363"/>
              <a:ext cx="46038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" name="Google Shape;367;p37"/>
            <p:cNvCxnSpPr/>
            <p:nvPr/>
          </p:nvCxnSpPr>
          <p:spPr>
            <a:xfrm>
              <a:off x="4178300" y="3073400"/>
              <a:ext cx="46038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8" name="Google Shape;368;p37"/>
            <p:cNvCxnSpPr/>
            <p:nvPr/>
          </p:nvCxnSpPr>
          <p:spPr>
            <a:xfrm>
              <a:off x="4178300" y="3117850"/>
              <a:ext cx="46038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9" name="Google Shape;369;p37"/>
            <p:cNvCxnSpPr/>
            <p:nvPr/>
          </p:nvCxnSpPr>
          <p:spPr>
            <a:xfrm>
              <a:off x="4419600" y="3027363"/>
              <a:ext cx="44450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0" name="Google Shape;370;p37"/>
            <p:cNvCxnSpPr/>
            <p:nvPr/>
          </p:nvCxnSpPr>
          <p:spPr>
            <a:xfrm>
              <a:off x="4419600" y="3073400"/>
              <a:ext cx="44450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7"/>
            <p:cNvCxnSpPr/>
            <p:nvPr/>
          </p:nvCxnSpPr>
          <p:spPr>
            <a:xfrm>
              <a:off x="4419600" y="3117850"/>
              <a:ext cx="44450" cy="0"/>
            </a:xfrm>
            <a:prstGeom prst="straightConnector1">
              <a:avLst/>
            </a:prstGeom>
            <a:noFill/>
            <a:ln cap="flat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2" name="Google Shape;372;p37"/>
            <p:cNvSpPr/>
            <p:nvPr/>
          </p:nvSpPr>
          <p:spPr>
            <a:xfrm>
              <a:off x="4178300" y="2890838"/>
              <a:ext cx="285750" cy="349250"/>
            </a:xfrm>
            <a:custGeom>
              <a:rect b="b" l="l" r="r" t="t"/>
              <a:pathLst>
                <a:path extrusionOk="0" h="92" w="76">
                  <a:moveTo>
                    <a:pt x="76" y="84"/>
                  </a:moveTo>
                  <a:cubicBezTo>
                    <a:pt x="76" y="88"/>
                    <a:pt x="72" y="92"/>
                    <a:pt x="68" y="9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4" y="92"/>
                    <a:pt x="0" y="88"/>
                    <a:pt x="0" y="8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72" y="0"/>
                    <a:pt x="76" y="4"/>
                    <a:pt x="76" y="8"/>
                  </a:cubicBezTo>
                  <a:lnTo>
                    <a:pt x="76" y="84"/>
                  </a:lnTo>
                  <a:close/>
                </a:path>
              </a:pathLst>
            </a:custGeom>
            <a:noFill/>
            <a:ln cap="flat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4298950" y="3178175"/>
              <a:ext cx="44450" cy="31750"/>
            </a:xfrm>
            <a:custGeom>
              <a:rect b="b" l="l" r="r" t="t"/>
              <a:pathLst>
                <a:path extrusionOk="0" h="8" w="12">
                  <a:moveTo>
                    <a:pt x="12" y="6"/>
                  </a:moveTo>
                  <a:cubicBezTo>
                    <a:pt x="12" y="7"/>
                    <a:pt x="11" y="8"/>
                    <a:pt x="10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8"/>
                    <a:pt x="0" y="7"/>
                    <a:pt x="0" y="6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0"/>
                    <a:pt x="12" y="1"/>
                    <a:pt x="12" y="2"/>
                  </a:cubicBezTo>
                  <a:lnTo>
                    <a:pt x="12" y="6"/>
                  </a:lnTo>
                  <a:close/>
                </a:path>
              </a:pathLst>
            </a:custGeom>
            <a:noFill/>
            <a:ln cap="flat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4" name="Google Shape;374;p37"/>
          <p:cNvGrpSpPr/>
          <p:nvPr/>
        </p:nvGrpSpPr>
        <p:grpSpPr>
          <a:xfrm>
            <a:off x="7023426" y="1879381"/>
            <a:ext cx="613094" cy="480912"/>
            <a:chOff x="3398838" y="2217739"/>
            <a:chExt cx="346075" cy="271462"/>
          </a:xfrm>
        </p:grpSpPr>
        <p:sp>
          <p:nvSpPr>
            <p:cNvPr id="375" name="Google Shape;375;p37"/>
            <p:cNvSpPr/>
            <p:nvPr/>
          </p:nvSpPr>
          <p:spPr>
            <a:xfrm>
              <a:off x="3398838" y="2368551"/>
              <a:ext cx="346075" cy="120650"/>
            </a:xfrm>
            <a:custGeom>
              <a:rect b="b" l="l" r="r" t="t"/>
              <a:pathLst>
                <a:path extrusionOk="0" h="32" w="92">
                  <a:moveTo>
                    <a:pt x="92" y="24"/>
                  </a:moveTo>
                  <a:cubicBezTo>
                    <a:pt x="92" y="28"/>
                    <a:pt x="88" y="32"/>
                    <a:pt x="84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4" y="32"/>
                    <a:pt x="0" y="28"/>
                    <a:pt x="0" y="2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8" y="0"/>
                    <a:pt x="92" y="4"/>
                    <a:pt x="92" y="8"/>
                  </a:cubicBezTo>
                  <a:lnTo>
                    <a:pt x="92" y="24"/>
                  </a:lnTo>
                  <a:close/>
                </a:path>
              </a:pathLst>
            </a:cu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6" name="Google Shape;376;p37"/>
            <p:cNvCxnSpPr/>
            <p:nvPr/>
          </p:nvCxnSpPr>
          <p:spPr>
            <a:xfrm>
              <a:off x="3444876" y="2443164"/>
              <a:ext cx="254000" cy="0"/>
            </a:xfrm>
            <a:prstGeom prst="straightConnector1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7" name="Google Shape;377;p37"/>
            <p:cNvSpPr/>
            <p:nvPr/>
          </p:nvSpPr>
          <p:spPr>
            <a:xfrm>
              <a:off x="3692526" y="2406651"/>
              <a:ext cx="14288" cy="14288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37"/>
            <p:cNvSpPr/>
            <p:nvPr/>
          </p:nvSpPr>
          <p:spPr>
            <a:xfrm>
              <a:off x="3662363" y="2406651"/>
              <a:ext cx="14288" cy="14288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37"/>
            <p:cNvSpPr/>
            <p:nvPr/>
          </p:nvSpPr>
          <p:spPr>
            <a:xfrm>
              <a:off x="3398838" y="2217739"/>
              <a:ext cx="346075" cy="173038"/>
            </a:xfrm>
            <a:custGeom>
              <a:rect b="b" l="l" r="r" t="t"/>
              <a:pathLst>
                <a:path extrusionOk="0" h="46" w="92">
                  <a:moveTo>
                    <a:pt x="92" y="46"/>
                  </a:moveTo>
                  <a:cubicBezTo>
                    <a:pt x="82" y="8"/>
                    <a:pt x="82" y="8"/>
                    <a:pt x="82" y="8"/>
                  </a:cubicBezTo>
                  <a:cubicBezTo>
                    <a:pt x="81" y="3"/>
                    <a:pt x="76" y="0"/>
                    <a:pt x="7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6" y="0"/>
                    <a:pt x="11" y="3"/>
                    <a:pt x="10" y="8"/>
                  </a:cubicBezTo>
                  <a:cubicBezTo>
                    <a:pt x="0" y="46"/>
                    <a:pt x="0" y="46"/>
                    <a:pt x="0" y="46"/>
                  </a:cubicBezTo>
                </a:path>
              </a:pathLst>
            </a:cu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0" name="Google Shape;380;p37"/>
          <p:cNvGrpSpPr/>
          <p:nvPr/>
        </p:nvGrpSpPr>
        <p:grpSpPr>
          <a:xfrm>
            <a:off x="4518858" y="1813290"/>
            <a:ext cx="613094" cy="613094"/>
            <a:chOff x="3398838" y="1811338"/>
            <a:chExt cx="346075" cy="346075"/>
          </a:xfrm>
        </p:grpSpPr>
        <p:sp>
          <p:nvSpPr>
            <p:cNvPr id="381" name="Google Shape;381;p37"/>
            <p:cNvSpPr/>
            <p:nvPr/>
          </p:nvSpPr>
          <p:spPr>
            <a:xfrm>
              <a:off x="3398838" y="1885950"/>
              <a:ext cx="346075" cy="90488"/>
            </a:xfrm>
            <a:prstGeom prst="rect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3398838" y="1811338"/>
              <a:ext cx="346075" cy="74613"/>
            </a:xfrm>
            <a:custGeom>
              <a:rect b="b" l="l" r="r" t="t"/>
              <a:pathLst>
                <a:path extrusionOk="0" h="47" w="218">
                  <a:moveTo>
                    <a:pt x="0" y="47"/>
                  </a:moveTo>
                  <a:lnTo>
                    <a:pt x="57" y="0"/>
                  </a:lnTo>
                  <a:lnTo>
                    <a:pt x="161" y="0"/>
                  </a:lnTo>
                  <a:lnTo>
                    <a:pt x="218" y="47"/>
                  </a:lnTo>
                </a:path>
              </a:pathLst>
            </a:custGeom>
            <a:noFill/>
            <a:ln cap="rnd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37"/>
            <p:cNvSpPr/>
            <p:nvPr/>
          </p:nvSpPr>
          <p:spPr>
            <a:xfrm>
              <a:off x="3594100" y="1924050"/>
              <a:ext cx="15875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37"/>
            <p:cNvSpPr/>
            <p:nvPr/>
          </p:nvSpPr>
          <p:spPr>
            <a:xfrm>
              <a:off x="3640138" y="1924050"/>
              <a:ext cx="14288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37"/>
            <p:cNvSpPr/>
            <p:nvPr/>
          </p:nvSpPr>
          <p:spPr>
            <a:xfrm>
              <a:off x="3684588" y="1924050"/>
              <a:ext cx="14288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37"/>
            <p:cNvSpPr/>
            <p:nvPr/>
          </p:nvSpPr>
          <p:spPr>
            <a:xfrm>
              <a:off x="3429000" y="1916113"/>
              <a:ext cx="30163" cy="30163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7"/>
            <p:cNvSpPr/>
            <p:nvPr/>
          </p:nvSpPr>
          <p:spPr>
            <a:xfrm>
              <a:off x="3398838" y="1976438"/>
              <a:ext cx="346075" cy="90488"/>
            </a:xfrm>
            <a:custGeom>
              <a:rect b="b" l="l" r="r" t="t"/>
              <a:pathLst>
                <a:path extrusionOk="0" h="57" w="218">
                  <a:moveTo>
                    <a:pt x="0" y="0"/>
                  </a:moveTo>
                  <a:lnTo>
                    <a:pt x="0" y="57"/>
                  </a:lnTo>
                  <a:lnTo>
                    <a:pt x="218" y="57"/>
                  </a:lnTo>
                  <a:lnTo>
                    <a:pt x="218" y="0"/>
                  </a:lnTo>
                </a:path>
              </a:pathLst>
            </a:custGeom>
            <a:noFill/>
            <a:ln cap="rnd" cmpd="sng" w="19050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7"/>
            <p:cNvSpPr/>
            <p:nvPr/>
          </p:nvSpPr>
          <p:spPr>
            <a:xfrm>
              <a:off x="3594100" y="2014538"/>
              <a:ext cx="15875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7"/>
            <p:cNvSpPr/>
            <p:nvPr/>
          </p:nvSpPr>
          <p:spPr>
            <a:xfrm>
              <a:off x="3640138" y="2014538"/>
              <a:ext cx="14288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37"/>
            <p:cNvSpPr/>
            <p:nvPr/>
          </p:nvSpPr>
          <p:spPr>
            <a:xfrm>
              <a:off x="3684588" y="2014538"/>
              <a:ext cx="14288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37"/>
            <p:cNvSpPr/>
            <p:nvPr/>
          </p:nvSpPr>
          <p:spPr>
            <a:xfrm>
              <a:off x="3429000" y="2006600"/>
              <a:ext cx="30163" cy="30163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37"/>
            <p:cNvSpPr/>
            <p:nvPr/>
          </p:nvSpPr>
          <p:spPr>
            <a:xfrm>
              <a:off x="3398838" y="2066925"/>
              <a:ext cx="346075" cy="90488"/>
            </a:xfrm>
            <a:custGeom>
              <a:rect b="b" l="l" r="r" t="t"/>
              <a:pathLst>
                <a:path extrusionOk="0" h="24" w="92">
                  <a:moveTo>
                    <a:pt x="92" y="0"/>
                  </a:moveTo>
                  <a:cubicBezTo>
                    <a:pt x="92" y="16"/>
                    <a:pt x="92" y="16"/>
                    <a:pt x="92" y="16"/>
                  </a:cubicBezTo>
                  <a:cubicBezTo>
                    <a:pt x="92" y="20"/>
                    <a:pt x="88" y="24"/>
                    <a:pt x="84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4" y="24"/>
                    <a:pt x="0" y="20"/>
                    <a:pt x="0" y="1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37"/>
            <p:cNvSpPr/>
            <p:nvPr/>
          </p:nvSpPr>
          <p:spPr>
            <a:xfrm>
              <a:off x="3594100" y="2105025"/>
              <a:ext cx="15875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7"/>
            <p:cNvSpPr/>
            <p:nvPr/>
          </p:nvSpPr>
          <p:spPr>
            <a:xfrm>
              <a:off x="3640138" y="2105025"/>
              <a:ext cx="14288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7"/>
            <p:cNvSpPr/>
            <p:nvPr/>
          </p:nvSpPr>
          <p:spPr>
            <a:xfrm>
              <a:off x="3684588" y="2105025"/>
              <a:ext cx="14288" cy="14288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7"/>
            <p:cNvSpPr/>
            <p:nvPr/>
          </p:nvSpPr>
          <p:spPr>
            <a:xfrm>
              <a:off x="3429000" y="2097088"/>
              <a:ext cx="30163" cy="30163"/>
            </a:xfrm>
            <a:prstGeom prst="ellipse">
              <a:avLst/>
            </a:prstGeom>
            <a:noFill/>
            <a:ln cap="rnd" cmpd="sng" w="19050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7" name="Google Shape;397;p37"/>
          <p:cNvSpPr txBox="1"/>
          <p:nvPr/>
        </p:nvSpPr>
        <p:spPr>
          <a:xfrm>
            <a:off x="6820506" y="1658286"/>
            <a:ext cx="1018937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Өгөгдлийн сан</a:t>
            </a:r>
            <a:endParaRPr/>
          </a:p>
        </p:txBody>
      </p:sp>
      <p:sp>
        <p:nvSpPr>
          <p:cNvPr id="398" name="Google Shape;398;p37"/>
          <p:cNvSpPr txBox="1"/>
          <p:nvPr/>
        </p:nvSpPr>
        <p:spPr>
          <a:xfrm>
            <a:off x="7182399" y="1955376"/>
            <a:ext cx="295150" cy="138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-ID" sz="10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SQL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38"/>
          <p:cNvGrpSpPr/>
          <p:nvPr/>
        </p:nvGrpSpPr>
        <p:grpSpPr>
          <a:xfrm flipH="1" rot="10800000">
            <a:off x="1425727" y="0"/>
            <a:ext cx="7718273" cy="3480494"/>
            <a:chOff x="619790" y="1109343"/>
            <a:chExt cx="7718273" cy="3480494"/>
          </a:xfrm>
        </p:grpSpPr>
        <p:sp>
          <p:nvSpPr>
            <p:cNvPr id="404" name="Google Shape;404;p38"/>
            <p:cNvSpPr/>
            <p:nvPr/>
          </p:nvSpPr>
          <p:spPr>
            <a:xfrm rot="-5400000">
              <a:off x="4418072" y="4394070"/>
              <a:ext cx="121685" cy="269847"/>
            </a:xfrm>
            <a:custGeom>
              <a:rect b="b" l="l" r="r" t="t"/>
              <a:pathLst>
                <a:path extrusionOk="0" h="498466" w="194439">
                  <a:moveTo>
                    <a:pt x="0" y="0"/>
                  </a:moveTo>
                  <a:lnTo>
                    <a:pt x="0" y="8914"/>
                  </a:lnTo>
                  <a:cubicBezTo>
                    <a:pt x="103374" y="8914"/>
                    <a:pt x="187486" y="116728"/>
                    <a:pt x="187486" y="249233"/>
                  </a:cubicBezTo>
                  <a:cubicBezTo>
                    <a:pt x="187486" y="381739"/>
                    <a:pt x="103374" y="489552"/>
                    <a:pt x="0" y="489552"/>
                  </a:cubicBezTo>
                  <a:lnTo>
                    <a:pt x="0" y="498466"/>
                  </a:lnTo>
                  <a:cubicBezTo>
                    <a:pt x="107234" y="498466"/>
                    <a:pt x="194440" y="386686"/>
                    <a:pt x="194440" y="249233"/>
                  </a:cubicBezTo>
                  <a:cubicBezTo>
                    <a:pt x="194440" y="111780"/>
                    <a:pt x="107234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05" name="Google Shape;405;p38"/>
            <p:cNvSpPr/>
            <p:nvPr/>
          </p:nvSpPr>
          <p:spPr>
            <a:xfrm rot="-5400000">
              <a:off x="4338102" y="4136760"/>
              <a:ext cx="281625" cy="624528"/>
            </a:xfrm>
            <a:custGeom>
              <a:rect b="b" l="l" r="r" t="t"/>
              <a:pathLst>
                <a:path extrusionOk="0" h="1153639" w="450007">
                  <a:moveTo>
                    <a:pt x="0" y="0"/>
                  </a:moveTo>
                  <a:lnTo>
                    <a:pt x="0" y="8557"/>
                  </a:lnTo>
                  <a:cubicBezTo>
                    <a:pt x="244475" y="8557"/>
                    <a:pt x="443366" y="263495"/>
                    <a:pt x="443366" y="576819"/>
                  </a:cubicBezTo>
                  <a:cubicBezTo>
                    <a:pt x="443366" y="890144"/>
                    <a:pt x="244475" y="1145126"/>
                    <a:pt x="0" y="1145126"/>
                  </a:cubicBezTo>
                  <a:lnTo>
                    <a:pt x="0" y="1153639"/>
                  </a:lnTo>
                  <a:cubicBezTo>
                    <a:pt x="248126" y="1153639"/>
                    <a:pt x="450007" y="894913"/>
                    <a:pt x="450007" y="576819"/>
                  </a:cubicBezTo>
                  <a:cubicBezTo>
                    <a:pt x="450007" y="258726"/>
                    <a:pt x="248126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06" name="Google Shape;406;p38"/>
            <p:cNvSpPr/>
            <p:nvPr/>
          </p:nvSpPr>
          <p:spPr>
            <a:xfrm rot="-5400000">
              <a:off x="4258133" y="3879426"/>
              <a:ext cx="441587" cy="979234"/>
            </a:xfrm>
            <a:custGeom>
              <a:rect b="b" l="l" r="r" t="t"/>
              <a:pathLst>
                <a:path extrusionOk="0" h="1808857" w="705609">
                  <a:moveTo>
                    <a:pt x="0" y="0"/>
                  </a:moveTo>
                  <a:lnTo>
                    <a:pt x="0" y="8156"/>
                  </a:lnTo>
                  <a:cubicBezTo>
                    <a:pt x="385541" y="8156"/>
                    <a:pt x="699211" y="410219"/>
                    <a:pt x="699211" y="904406"/>
                  </a:cubicBezTo>
                  <a:cubicBezTo>
                    <a:pt x="699211" y="1398594"/>
                    <a:pt x="385541" y="1800656"/>
                    <a:pt x="0" y="1800656"/>
                  </a:cubicBezTo>
                  <a:lnTo>
                    <a:pt x="0" y="1808857"/>
                  </a:lnTo>
                  <a:cubicBezTo>
                    <a:pt x="389053" y="1808857"/>
                    <a:pt x="705609" y="1403095"/>
                    <a:pt x="705609" y="904406"/>
                  </a:cubicBezTo>
                  <a:cubicBezTo>
                    <a:pt x="705609" y="405717"/>
                    <a:pt x="38905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07" name="Google Shape;407;p38"/>
            <p:cNvSpPr/>
            <p:nvPr/>
          </p:nvSpPr>
          <p:spPr>
            <a:xfrm rot="-5400000">
              <a:off x="4178163" y="3622115"/>
              <a:ext cx="601527" cy="1333915"/>
            </a:xfrm>
            <a:custGeom>
              <a:rect b="b" l="l" r="r" t="t"/>
              <a:pathLst>
                <a:path extrusionOk="0" h="2464030" w="961176">
                  <a:moveTo>
                    <a:pt x="679635" y="360835"/>
                  </a:moveTo>
                  <a:cubicBezTo>
                    <a:pt x="498095" y="128138"/>
                    <a:pt x="256749" y="0"/>
                    <a:pt x="0" y="0"/>
                  </a:cubicBezTo>
                  <a:lnTo>
                    <a:pt x="0" y="7800"/>
                  </a:lnTo>
                  <a:cubicBezTo>
                    <a:pt x="526642" y="7800"/>
                    <a:pt x="955091" y="556986"/>
                    <a:pt x="955091" y="1231993"/>
                  </a:cubicBezTo>
                  <a:cubicBezTo>
                    <a:pt x="955091" y="1906999"/>
                    <a:pt x="526642" y="2456231"/>
                    <a:pt x="0" y="2456231"/>
                  </a:cubicBezTo>
                  <a:lnTo>
                    <a:pt x="0" y="2464030"/>
                  </a:lnTo>
                  <a:cubicBezTo>
                    <a:pt x="256749" y="2464030"/>
                    <a:pt x="498095" y="2335848"/>
                    <a:pt x="679635" y="2103150"/>
                  </a:cubicBezTo>
                  <a:cubicBezTo>
                    <a:pt x="861175" y="1870452"/>
                    <a:pt x="961176" y="1561095"/>
                    <a:pt x="961176" y="1231993"/>
                  </a:cubicBezTo>
                  <a:cubicBezTo>
                    <a:pt x="961176" y="902891"/>
                    <a:pt x="861175" y="593533"/>
                    <a:pt x="679635" y="36083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08" name="Google Shape;408;p38"/>
            <p:cNvSpPr/>
            <p:nvPr/>
          </p:nvSpPr>
          <p:spPr>
            <a:xfrm rot="-5400000">
              <a:off x="4098193" y="3364805"/>
              <a:ext cx="761467" cy="1688596"/>
            </a:xfrm>
            <a:custGeom>
              <a:rect b="b" l="l" r="r" t="t"/>
              <a:pathLst>
                <a:path extrusionOk="0" h="3119203" w="1216743">
                  <a:moveTo>
                    <a:pt x="860375" y="456794"/>
                  </a:moveTo>
                  <a:cubicBezTo>
                    <a:pt x="630538" y="162233"/>
                    <a:pt x="325005" y="0"/>
                    <a:pt x="0" y="0"/>
                  </a:cubicBezTo>
                  <a:lnTo>
                    <a:pt x="0" y="7399"/>
                  </a:lnTo>
                  <a:cubicBezTo>
                    <a:pt x="667709" y="7399"/>
                    <a:pt x="1210937" y="703709"/>
                    <a:pt x="1210937" y="1559579"/>
                  </a:cubicBezTo>
                  <a:cubicBezTo>
                    <a:pt x="1210937" y="2415449"/>
                    <a:pt x="667709" y="3111760"/>
                    <a:pt x="0" y="3111760"/>
                  </a:cubicBezTo>
                  <a:lnTo>
                    <a:pt x="0" y="3119203"/>
                  </a:lnTo>
                  <a:cubicBezTo>
                    <a:pt x="325005" y="3119203"/>
                    <a:pt x="630538" y="2956970"/>
                    <a:pt x="860375" y="2662410"/>
                  </a:cubicBezTo>
                  <a:cubicBezTo>
                    <a:pt x="1090177" y="2367805"/>
                    <a:pt x="1216744" y="1976172"/>
                    <a:pt x="1216744" y="1559579"/>
                  </a:cubicBezTo>
                  <a:cubicBezTo>
                    <a:pt x="1216744" y="1142987"/>
                    <a:pt x="1090177" y="751354"/>
                    <a:pt x="860375" y="45679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09" name="Google Shape;409;p38"/>
            <p:cNvSpPr/>
            <p:nvPr/>
          </p:nvSpPr>
          <p:spPr>
            <a:xfrm rot="-5400000">
              <a:off x="4018223" y="3107494"/>
              <a:ext cx="921407" cy="2043277"/>
            </a:xfrm>
            <a:custGeom>
              <a:rect b="b" l="l" r="r" t="t"/>
              <a:pathLst>
                <a:path extrusionOk="0" h="3774376" w="1472310">
                  <a:moveTo>
                    <a:pt x="1356593" y="1152614"/>
                  </a:moveTo>
                  <a:cubicBezTo>
                    <a:pt x="1282461" y="927850"/>
                    <a:pt x="1176305" y="726039"/>
                    <a:pt x="1041080" y="552708"/>
                  </a:cubicBezTo>
                  <a:cubicBezTo>
                    <a:pt x="905856" y="379421"/>
                    <a:pt x="748412" y="243350"/>
                    <a:pt x="573097" y="148283"/>
                  </a:cubicBezTo>
                  <a:cubicBezTo>
                    <a:pt x="391592" y="49873"/>
                    <a:pt x="198751" y="0"/>
                    <a:pt x="0" y="0"/>
                  </a:cubicBezTo>
                  <a:lnTo>
                    <a:pt x="0" y="7042"/>
                  </a:lnTo>
                  <a:cubicBezTo>
                    <a:pt x="808810" y="7042"/>
                    <a:pt x="1466782" y="850477"/>
                    <a:pt x="1466782" y="1887166"/>
                  </a:cubicBezTo>
                  <a:cubicBezTo>
                    <a:pt x="1466782" y="2923855"/>
                    <a:pt x="808810" y="3767335"/>
                    <a:pt x="0" y="3767335"/>
                  </a:cubicBezTo>
                  <a:lnTo>
                    <a:pt x="0" y="3774376"/>
                  </a:lnTo>
                  <a:cubicBezTo>
                    <a:pt x="198751" y="3774376"/>
                    <a:pt x="391592" y="3724459"/>
                    <a:pt x="573097" y="3626049"/>
                  </a:cubicBezTo>
                  <a:cubicBezTo>
                    <a:pt x="748412" y="3531027"/>
                    <a:pt x="905856" y="3394955"/>
                    <a:pt x="1041080" y="3221624"/>
                  </a:cubicBezTo>
                  <a:cubicBezTo>
                    <a:pt x="1176305" y="3048293"/>
                    <a:pt x="1282461" y="2846482"/>
                    <a:pt x="1356593" y="2621762"/>
                  </a:cubicBezTo>
                  <a:cubicBezTo>
                    <a:pt x="1433367" y="2389109"/>
                    <a:pt x="1472311" y="2141926"/>
                    <a:pt x="1472311" y="1887166"/>
                  </a:cubicBezTo>
                  <a:cubicBezTo>
                    <a:pt x="1472311" y="1632406"/>
                    <a:pt x="1433367" y="1385267"/>
                    <a:pt x="1356593" y="115261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0" name="Google Shape;410;p38"/>
            <p:cNvSpPr/>
            <p:nvPr/>
          </p:nvSpPr>
          <p:spPr>
            <a:xfrm rot="-5400000">
              <a:off x="3938240" y="2850171"/>
              <a:ext cx="1081348" cy="2397983"/>
            </a:xfrm>
            <a:custGeom>
              <a:rect b="b" l="l" r="r" t="t"/>
              <a:pathLst>
                <a:path extrusionOk="0" h="4429594" w="1727878">
                  <a:moveTo>
                    <a:pt x="1592097" y="1352732"/>
                  </a:moveTo>
                  <a:cubicBezTo>
                    <a:pt x="1505065" y="1088969"/>
                    <a:pt x="1380481" y="852126"/>
                    <a:pt x="1221785" y="648711"/>
                  </a:cubicBezTo>
                  <a:cubicBezTo>
                    <a:pt x="1063125" y="445295"/>
                    <a:pt x="878317" y="285602"/>
                    <a:pt x="672577" y="174089"/>
                  </a:cubicBezTo>
                  <a:cubicBezTo>
                    <a:pt x="459534" y="58565"/>
                    <a:pt x="233279" y="0"/>
                    <a:pt x="0" y="0"/>
                  </a:cubicBezTo>
                  <a:lnTo>
                    <a:pt x="0" y="6685"/>
                  </a:lnTo>
                  <a:cubicBezTo>
                    <a:pt x="949876" y="6685"/>
                    <a:pt x="1722663" y="997245"/>
                    <a:pt x="1722663" y="2214797"/>
                  </a:cubicBezTo>
                  <a:cubicBezTo>
                    <a:pt x="1722663" y="3432349"/>
                    <a:pt x="949876" y="4422909"/>
                    <a:pt x="0" y="4422909"/>
                  </a:cubicBezTo>
                  <a:lnTo>
                    <a:pt x="0" y="4429595"/>
                  </a:lnTo>
                  <a:cubicBezTo>
                    <a:pt x="233279" y="4429595"/>
                    <a:pt x="459534" y="4371030"/>
                    <a:pt x="672577" y="4255550"/>
                  </a:cubicBezTo>
                  <a:cubicBezTo>
                    <a:pt x="878317" y="4143992"/>
                    <a:pt x="1063125" y="3984299"/>
                    <a:pt x="1221785" y="3780883"/>
                  </a:cubicBezTo>
                  <a:cubicBezTo>
                    <a:pt x="1380481" y="3577512"/>
                    <a:pt x="1505065" y="3340625"/>
                    <a:pt x="1592097" y="3076907"/>
                  </a:cubicBezTo>
                  <a:cubicBezTo>
                    <a:pt x="1682189" y="2803829"/>
                    <a:pt x="1727878" y="2513815"/>
                    <a:pt x="1727878" y="2214797"/>
                  </a:cubicBezTo>
                  <a:cubicBezTo>
                    <a:pt x="1727878" y="1915780"/>
                    <a:pt x="1682189" y="1625765"/>
                    <a:pt x="1592097" y="135273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1" name="Google Shape;411;p38"/>
            <p:cNvSpPr/>
            <p:nvPr/>
          </p:nvSpPr>
          <p:spPr>
            <a:xfrm rot="-5400000">
              <a:off x="3858271" y="2592860"/>
              <a:ext cx="1241288" cy="2752664"/>
            </a:xfrm>
            <a:custGeom>
              <a:rect b="b" l="l" r="r" t="t"/>
              <a:pathLst>
                <a:path extrusionOk="0" h="5084767" w="1983445">
                  <a:moveTo>
                    <a:pt x="1827567" y="1552805"/>
                  </a:moveTo>
                  <a:cubicBezTo>
                    <a:pt x="1727670" y="1250043"/>
                    <a:pt x="1584656" y="978169"/>
                    <a:pt x="1402491" y="744669"/>
                  </a:cubicBezTo>
                  <a:cubicBezTo>
                    <a:pt x="1220360" y="511168"/>
                    <a:pt x="1008222" y="327854"/>
                    <a:pt x="772057" y="199805"/>
                  </a:cubicBezTo>
                  <a:cubicBezTo>
                    <a:pt x="527512" y="67255"/>
                    <a:pt x="267772" y="0"/>
                    <a:pt x="0" y="0"/>
                  </a:cubicBezTo>
                  <a:lnTo>
                    <a:pt x="0" y="6329"/>
                  </a:lnTo>
                  <a:cubicBezTo>
                    <a:pt x="1090977" y="6329"/>
                    <a:pt x="1978508" y="1144012"/>
                    <a:pt x="1978508" y="2542383"/>
                  </a:cubicBezTo>
                  <a:cubicBezTo>
                    <a:pt x="1978508" y="3940755"/>
                    <a:pt x="1090977" y="5078438"/>
                    <a:pt x="0" y="5078438"/>
                  </a:cubicBezTo>
                  <a:lnTo>
                    <a:pt x="0" y="5084768"/>
                  </a:lnTo>
                  <a:cubicBezTo>
                    <a:pt x="267772" y="5084768"/>
                    <a:pt x="527512" y="5017557"/>
                    <a:pt x="772057" y="4884962"/>
                  </a:cubicBezTo>
                  <a:cubicBezTo>
                    <a:pt x="1008222" y="4756914"/>
                    <a:pt x="1220360" y="4573598"/>
                    <a:pt x="1402491" y="4340143"/>
                  </a:cubicBezTo>
                  <a:cubicBezTo>
                    <a:pt x="1584656" y="4106643"/>
                    <a:pt x="1727670" y="3834768"/>
                    <a:pt x="1827567" y="3532007"/>
                  </a:cubicBezTo>
                  <a:cubicBezTo>
                    <a:pt x="1931011" y="3218549"/>
                    <a:pt x="1983445" y="2885614"/>
                    <a:pt x="1983445" y="2542383"/>
                  </a:cubicBezTo>
                  <a:cubicBezTo>
                    <a:pt x="1983445" y="2199153"/>
                    <a:pt x="1931011" y="1866218"/>
                    <a:pt x="1827567" y="15528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2" name="Google Shape;412;p38"/>
            <p:cNvSpPr/>
            <p:nvPr/>
          </p:nvSpPr>
          <p:spPr>
            <a:xfrm rot="-5400000">
              <a:off x="3778300" y="2335550"/>
              <a:ext cx="1401228" cy="3107345"/>
            </a:xfrm>
            <a:custGeom>
              <a:rect b="b" l="l" r="r" t="t"/>
              <a:pathLst>
                <a:path extrusionOk="0" h="5739940" w="2239012">
                  <a:moveTo>
                    <a:pt x="2063071" y="1752878"/>
                  </a:moveTo>
                  <a:cubicBezTo>
                    <a:pt x="1950274" y="1411118"/>
                    <a:pt x="1788867" y="1104167"/>
                    <a:pt x="1583231" y="840627"/>
                  </a:cubicBezTo>
                  <a:cubicBezTo>
                    <a:pt x="1377595" y="577042"/>
                    <a:pt x="1138161" y="370106"/>
                    <a:pt x="871537" y="225567"/>
                  </a:cubicBezTo>
                  <a:cubicBezTo>
                    <a:pt x="595489" y="75902"/>
                    <a:pt x="302265" y="0"/>
                    <a:pt x="0" y="0"/>
                  </a:cubicBezTo>
                  <a:lnTo>
                    <a:pt x="0" y="5972"/>
                  </a:lnTo>
                  <a:cubicBezTo>
                    <a:pt x="1232043" y="5972"/>
                    <a:pt x="2234388" y="1290736"/>
                    <a:pt x="2234388" y="2869970"/>
                  </a:cubicBezTo>
                  <a:cubicBezTo>
                    <a:pt x="2234388" y="4449205"/>
                    <a:pt x="1232043" y="5734013"/>
                    <a:pt x="0" y="5734013"/>
                  </a:cubicBezTo>
                  <a:lnTo>
                    <a:pt x="0" y="5739941"/>
                  </a:lnTo>
                  <a:cubicBezTo>
                    <a:pt x="302265" y="5739941"/>
                    <a:pt x="595489" y="5664083"/>
                    <a:pt x="871537" y="5514418"/>
                  </a:cubicBezTo>
                  <a:cubicBezTo>
                    <a:pt x="1138161" y="5369879"/>
                    <a:pt x="1377595" y="5162942"/>
                    <a:pt x="1583231" y="4899358"/>
                  </a:cubicBezTo>
                  <a:cubicBezTo>
                    <a:pt x="1788867" y="4635773"/>
                    <a:pt x="1950274" y="4328867"/>
                    <a:pt x="2063071" y="3987107"/>
                  </a:cubicBezTo>
                  <a:cubicBezTo>
                    <a:pt x="2179832" y="3633269"/>
                    <a:pt x="2239013" y="3257414"/>
                    <a:pt x="2239013" y="2869970"/>
                  </a:cubicBezTo>
                  <a:cubicBezTo>
                    <a:pt x="2239013" y="2482527"/>
                    <a:pt x="2179832" y="2106672"/>
                    <a:pt x="2063071" y="1752878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3" name="Google Shape;413;p38"/>
            <p:cNvSpPr/>
            <p:nvPr/>
          </p:nvSpPr>
          <p:spPr>
            <a:xfrm rot="-5400000">
              <a:off x="3698331" y="2078239"/>
              <a:ext cx="1561168" cy="3462026"/>
            </a:xfrm>
            <a:custGeom>
              <a:rect b="b" l="l" r="r" t="t"/>
              <a:pathLst>
                <a:path extrusionOk="0" h="6395113" w="2494579">
                  <a:moveTo>
                    <a:pt x="2298541" y="1952950"/>
                  </a:moveTo>
                  <a:cubicBezTo>
                    <a:pt x="2172913" y="1572148"/>
                    <a:pt x="1993042" y="1230210"/>
                    <a:pt x="1763936" y="936541"/>
                  </a:cubicBezTo>
                  <a:cubicBezTo>
                    <a:pt x="1534829" y="642872"/>
                    <a:pt x="1268066" y="412358"/>
                    <a:pt x="971017" y="251283"/>
                  </a:cubicBezTo>
                  <a:cubicBezTo>
                    <a:pt x="663467" y="84548"/>
                    <a:pt x="336758" y="0"/>
                    <a:pt x="0" y="0"/>
                  </a:cubicBezTo>
                  <a:lnTo>
                    <a:pt x="0" y="5571"/>
                  </a:lnTo>
                  <a:cubicBezTo>
                    <a:pt x="1373109" y="5571"/>
                    <a:pt x="2490234" y="1437503"/>
                    <a:pt x="2490234" y="3197557"/>
                  </a:cubicBezTo>
                  <a:cubicBezTo>
                    <a:pt x="2490234" y="4957610"/>
                    <a:pt x="1373109" y="6389543"/>
                    <a:pt x="0" y="6389543"/>
                  </a:cubicBezTo>
                  <a:lnTo>
                    <a:pt x="0" y="6395114"/>
                  </a:lnTo>
                  <a:cubicBezTo>
                    <a:pt x="336758" y="6395114"/>
                    <a:pt x="663467" y="6310565"/>
                    <a:pt x="971017" y="6143830"/>
                  </a:cubicBezTo>
                  <a:cubicBezTo>
                    <a:pt x="1268066" y="5982801"/>
                    <a:pt x="1534829" y="5752241"/>
                    <a:pt x="1763936" y="5458573"/>
                  </a:cubicBezTo>
                  <a:cubicBezTo>
                    <a:pt x="1993042" y="5164948"/>
                    <a:pt x="2172913" y="4822966"/>
                    <a:pt x="2298541" y="4442207"/>
                  </a:cubicBezTo>
                  <a:cubicBezTo>
                    <a:pt x="2428619" y="4047989"/>
                    <a:pt x="2494580" y="3629213"/>
                    <a:pt x="2494580" y="3197557"/>
                  </a:cubicBezTo>
                  <a:cubicBezTo>
                    <a:pt x="2494580" y="2765900"/>
                    <a:pt x="2428619" y="2347124"/>
                    <a:pt x="2298541" y="195295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4" name="Google Shape;414;p38"/>
            <p:cNvSpPr/>
            <p:nvPr/>
          </p:nvSpPr>
          <p:spPr>
            <a:xfrm rot="-5400000">
              <a:off x="3618360" y="1820928"/>
              <a:ext cx="1721108" cy="3816708"/>
            </a:xfrm>
            <a:custGeom>
              <a:rect b="b" l="l" r="r" t="t"/>
              <a:pathLst>
                <a:path extrusionOk="0" h="7050286" w="2750147">
                  <a:moveTo>
                    <a:pt x="2534045" y="2153023"/>
                  </a:moveTo>
                  <a:cubicBezTo>
                    <a:pt x="2395517" y="1733223"/>
                    <a:pt x="2197218" y="1356253"/>
                    <a:pt x="1944641" y="1032499"/>
                  </a:cubicBezTo>
                  <a:cubicBezTo>
                    <a:pt x="1692099" y="708746"/>
                    <a:pt x="1397970" y="454565"/>
                    <a:pt x="1070497" y="277045"/>
                  </a:cubicBezTo>
                  <a:cubicBezTo>
                    <a:pt x="731444" y="93195"/>
                    <a:pt x="371285" y="0"/>
                    <a:pt x="0" y="0"/>
                  </a:cubicBezTo>
                  <a:lnTo>
                    <a:pt x="0" y="5215"/>
                  </a:lnTo>
                  <a:cubicBezTo>
                    <a:pt x="1514210" y="5215"/>
                    <a:pt x="2746114" y="1584226"/>
                    <a:pt x="2746114" y="3525143"/>
                  </a:cubicBezTo>
                  <a:cubicBezTo>
                    <a:pt x="2746114" y="5466060"/>
                    <a:pt x="1514210" y="7045116"/>
                    <a:pt x="0" y="7045116"/>
                  </a:cubicBezTo>
                  <a:lnTo>
                    <a:pt x="0" y="7050287"/>
                  </a:lnTo>
                  <a:cubicBezTo>
                    <a:pt x="371285" y="7050287"/>
                    <a:pt x="731444" y="6957091"/>
                    <a:pt x="1070497" y="6773286"/>
                  </a:cubicBezTo>
                  <a:cubicBezTo>
                    <a:pt x="1397970" y="6595721"/>
                    <a:pt x="1692099" y="6341541"/>
                    <a:pt x="1944641" y="6017832"/>
                  </a:cubicBezTo>
                  <a:cubicBezTo>
                    <a:pt x="2197218" y="5694079"/>
                    <a:pt x="2395517" y="5317064"/>
                    <a:pt x="2534045" y="4897308"/>
                  </a:cubicBezTo>
                  <a:cubicBezTo>
                    <a:pt x="2677441" y="4462710"/>
                    <a:pt x="2750147" y="4001057"/>
                    <a:pt x="2750147" y="3525143"/>
                  </a:cubicBezTo>
                  <a:cubicBezTo>
                    <a:pt x="2750147" y="3049229"/>
                    <a:pt x="2677441" y="2587622"/>
                    <a:pt x="2534045" y="215302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5" name="Google Shape;415;p38"/>
            <p:cNvSpPr/>
            <p:nvPr/>
          </p:nvSpPr>
          <p:spPr>
            <a:xfrm rot="-5400000">
              <a:off x="3538403" y="1563606"/>
              <a:ext cx="1881048" cy="4171413"/>
            </a:xfrm>
            <a:custGeom>
              <a:rect b="b" l="l" r="r" t="t"/>
              <a:pathLst>
                <a:path extrusionOk="0" h="7705503" w="3005714">
                  <a:moveTo>
                    <a:pt x="2769515" y="2353096"/>
                  </a:moveTo>
                  <a:cubicBezTo>
                    <a:pt x="2618122" y="1894297"/>
                    <a:pt x="2401428" y="1482251"/>
                    <a:pt x="2125381" y="1128458"/>
                  </a:cubicBezTo>
                  <a:cubicBezTo>
                    <a:pt x="1849333" y="774620"/>
                    <a:pt x="1527875" y="496817"/>
                    <a:pt x="1169977" y="302761"/>
                  </a:cubicBezTo>
                  <a:cubicBezTo>
                    <a:pt x="799421" y="101841"/>
                    <a:pt x="405778" y="0"/>
                    <a:pt x="0" y="0"/>
                  </a:cubicBezTo>
                  <a:lnTo>
                    <a:pt x="0" y="4814"/>
                  </a:lnTo>
                  <a:cubicBezTo>
                    <a:pt x="1655276" y="4814"/>
                    <a:pt x="3001959" y="1730994"/>
                    <a:pt x="3001959" y="3852730"/>
                  </a:cubicBezTo>
                  <a:cubicBezTo>
                    <a:pt x="3001959" y="5974466"/>
                    <a:pt x="1655276" y="7700646"/>
                    <a:pt x="0" y="7700646"/>
                  </a:cubicBezTo>
                  <a:lnTo>
                    <a:pt x="0" y="7705504"/>
                  </a:lnTo>
                  <a:cubicBezTo>
                    <a:pt x="405778" y="7705504"/>
                    <a:pt x="799421" y="7603618"/>
                    <a:pt x="1169977" y="7402698"/>
                  </a:cubicBezTo>
                  <a:cubicBezTo>
                    <a:pt x="1527875" y="7208687"/>
                    <a:pt x="1849333" y="6930885"/>
                    <a:pt x="2125381" y="6577046"/>
                  </a:cubicBezTo>
                  <a:cubicBezTo>
                    <a:pt x="2401428" y="6223209"/>
                    <a:pt x="2618122" y="5811163"/>
                    <a:pt x="2769515" y="5352408"/>
                  </a:cubicBezTo>
                  <a:cubicBezTo>
                    <a:pt x="2926263" y="4877430"/>
                    <a:pt x="3005715" y="4372857"/>
                    <a:pt x="3005715" y="3852730"/>
                  </a:cubicBezTo>
                  <a:cubicBezTo>
                    <a:pt x="3005715" y="3332603"/>
                    <a:pt x="2926263" y="2828075"/>
                    <a:pt x="2769515" y="235309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6" name="Google Shape;416;p38"/>
            <p:cNvSpPr/>
            <p:nvPr/>
          </p:nvSpPr>
          <p:spPr>
            <a:xfrm rot="-5400000">
              <a:off x="3458421" y="1306284"/>
              <a:ext cx="2041010" cy="4526094"/>
            </a:xfrm>
            <a:custGeom>
              <a:rect b="b" l="l" r="r" t="t"/>
              <a:pathLst>
                <a:path extrusionOk="0" h="8360676" w="3261316">
                  <a:moveTo>
                    <a:pt x="3005019" y="2553169"/>
                  </a:moveTo>
                  <a:cubicBezTo>
                    <a:pt x="2840761" y="2055372"/>
                    <a:pt x="2605604" y="1608294"/>
                    <a:pt x="2306086" y="1224371"/>
                  </a:cubicBezTo>
                  <a:cubicBezTo>
                    <a:pt x="2006568" y="840449"/>
                    <a:pt x="1657815" y="539069"/>
                    <a:pt x="1269457" y="328522"/>
                  </a:cubicBezTo>
                  <a:cubicBezTo>
                    <a:pt x="867364" y="110533"/>
                    <a:pt x="440271" y="0"/>
                    <a:pt x="0" y="0"/>
                  </a:cubicBezTo>
                  <a:lnTo>
                    <a:pt x="0" y="4457"/>
                  </a:lnTo>
                  <a:cubicBezTo>
                    <a:pt x="1796377" y="4457"/>
                    <a:pt x="3257840" y="1877717"/>
                    <a:pt x="3257840" y="4180316"/>
                  </a:cubicBezTo>
                  <a:cubicBezTo>
                    <a:pt x="3257840" y="6482916"/>
                    <a:pt x="1796377" y="8356220"/>
                    <a:pt x="0" y="8356220"/>
                  </a:cubicBezTo>
                  <a:lnTo>
                    <a:pt x="0" y="8360677"/>
                  </a:lnTo>
                  <a:cubicBezTo>
                    <a:pt x="440271" y="8360677"/>
                    <a:pt x="867364" y="8250145"/>
                    <a:pt x="1269457" y="8032155"/>
                  </a:cubicBezTo>
                  <a:cubicBezTo>
                    <a:pt x="1657815" y="7821608"/>
                    <a:pt x="2006568" y="7520184"/>
                    <a:pt x="2306086" y="7136261"/>
                  </a:cubicBezTo>
                  <a:cubicBezTo>
                    <a:pt x="2605604" y="6752339"/>
                    <a:pt x="2840761" y="6305306"/>
                    <a:pt x="3005019" y="5807508"/>
                  </a:cubicBezTo>
                  <a:cubicBezTo>
                    <a:pt x="3175084" y="5292150"/>
                    <a:pt x="3261317" y="4744657"/>
                    <a:pt x="3261317" y="4180316"/>
                  </a:cubicBezTo>
                  <a:cubicBezTo>
                    <a:pt x="3261317" y="3615976"/>
                    <a:pt x="3175084" y="3068528"/>
                    <a:pt x="3005019" y="2553169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7" name="Google Shape;417;p38"/>
            <p:cNvSpPr/>
            <p:nvPr/>
          </p:nvSpPr>
          <p:spPr>
            <a:xfrm rot="-5400000">
              <a:off x="3378451" y="1048974"/>
              <a:ext cx="2200950" cy="4880775"/>
            </a:xfrm>
            <a:custGeom>
              <a:rect b="b" l="l" r="r" t="t"/>
              <a:pathLst>
                <a:path extrusionOk="0" h="9015849" w="3516883">
                  <a:moveTo>
                    <a:pt x="3240489" y="2753242"/>
                  </a:moveTo>
                  <a:cubicBezTo>
                    <a:pt x="3063365" y="2216402"/>
                    <a:pt x="2809780" y="1734337"/>
                    <a:pt x="2486791" y="1320330"/>
                  </a:cubicBezTo>
                  <a:cubicBezTo>
                    <a:pt x="2163803" y="906323"/>
                    <a:pt x="1787719" y="581277"/>
                    <a:pt x="1368937" y="354239"/>
                  </a:cubicBezTo>
                  <a:cubicBezTo>
                    <a:pt x="935341" y="119179"/>
                    <a:pt x="474764" y="0"/>
                    <a:pt x="0" y="0"/>
                  </a:cubicBezTo>
                  <a:lnTo>
                    <a:pt x="0" y="4056"/>
                  </a:lnTo>
                  <a:cubicBezTo>
                    <a:pt x="1937443" y="4056"/>
                    <a:pt x="3513685" y="2024485"/>
                    <a:pt x="3513685" y="4507903"/>
                  </a:cubicBezTo>
                  <a:cubicBezTo>
                    <a:pt x="3513685" y="6991321"/>
                    <a:pt x="1937443" y="9011750"/>
                    <a:pt x="0" y="9011750"/>
                  </a:cubicBezTo>
                  <a:lnTo>
                    <a:pt x="0" y="9015850"/>
                  </a:lnTo>
                  <a:cubicBezTo>
                    <a:pt x="474764" y="9015850"/>
                    <a:pt x="935341" y="8896671"/>
                    <a:pt x="1368937" y="8661566"/>
                  </a:cubicBezTo>
                  <a:cubicBezTo>
                    <a:pt x="1787719" y="8434529"/>
                    <a:pt x="2163803" y="8109483"/>
                    <a:pt x="2486791" y="7695520"/>
                  </a:cubicBezTo>
                  <a:cubicBezTo>
                    <a:pt x="2809780" y="7281514"/>
                    <a:pt x="3063365" y="6799405"/>
                    <a:pt x="3240489" y="6262608"/>
                  </a:cubicBezTo>
                  <a:cubicBezTo>
                    <a:pt x="3423871" y="5706825"/>
                    <a:pt x="3516884" y="5116456"/>
                    <a:pt x="3516884" y="4507903"/>
                  </a:cubicBezTo>
                  <a:cubicBezTo>
                    <a:pt x="3516884" y="3899350"/>
                    <a:pt x="3423871" y="3308980"/>
                    <a:pt x="3240489" y="275324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8" name="Google Shape;418;p38"/>
            <p:cNvSpPr/>
            <p:nvPr/>
          </p:nvSpPr>
          <p:spPr>
            <a:xfrm rot="-5400000">
              <a:off x="3298482" y="791663"/>
              <a:ext cx="2360890" cy="5235456"/>
            </a:xfrm>
            <a:custGeom>
              <a:rect b="b" l="l" r="r" t="t"/>
              <a:pathLst>
                <a:path extrusionOk="0" h="9671022" w="3772450">
                  <a:moveTo>
                    <a:pt x="3475993" y="2953315"/>
                  </a:moveTo>
                  <a:cubicBezTo>
                    <a:pt x="3381451" y="2666777"/>
                    <a:pt x="3264411" y="2390401"/>
                    <a:pt x="3128178" y="2131898"/>
                  </a:cubicBezTo>
                  <a:cubicBezTo>
                    <a:pt x="2993232" y="1875845"/>
                    <a:pt x="2838222" y="1635080"/>
                    <a:pt x="2667531" y="1416288"/>
                  </a:cubicBezTo>
                  <a:cubicBezTo>
                    <a:pt x="2496840" y="1197496"/>
                    <a:pt x="2308972" y="998805"/>
                    <a:pt x="2109212" y="825830"/>
                  </a:cubicBezTo>
                  <a:cubicBezTo>
                    <a:pt x="1907540" y="651162"/>
                    <a:pt x="1691925" y="501185"/>
                    <a:pt x="1468417" y="380000"/>
                  </a:cubicBezTo>
                  <a:cubicBezTo>
                    <a:pt x="1003319" y="127826"/>
                    <a:pt x="509292" y="0"/>
                    <a:pt x="0" y="0"/>
                  </a:cubicBezTo>
                  <a:lnTo>
                    <a:pt x="0" y="3699"/>
                  </a:lnTo>
                  <a:cubicBezTo>
                    <a:pt x="2078544" y="3699"/>
                    <a:pt x="3769530" y="2171253"/>
                    <a:pt x="3769530" y="4835489"/>
                  </a:cubicBezTo>
                  <a:cubicBezTo>
                    <a:pt x="3769530" y="7499726"/>
                    <a:pt x="2078544" y="9667324"/>
                    <a:pt x="0" y="9667324"/>
                  </a:cubicBezTo>
                  <a:lnTo>
                    <a:pt x="0" y="9671023"/>
                  </a:lnTo>
                  <a:cubicBezTo>
                    <a:pt x="509292" y="9671023"/>
                    <a:pt x="1003319" y="9543153"/>
                    <a:pt x="1468417" y="9291023"/>
                  </a:cubicBezTo>
                  <a:cubicBezTo>
                    <a:pt x="1691925" y="9169838"/>
                    <a:pt x="1907540" y="9019817"/>
                    <a:pt x="2109212" y="8845194"/>
                  </a:cubicBezTo>
                  <a:cubicBezTo>
                    <a:pt x="2308972" y="8672219"/>
                    <a:pt x="2496805" y="8473527"/>
                    <a:pt x="2667531" y="8254736"/>
                  </a:cubicBezTo>
                  <a:cubicBezTo>
                    <a:pt x="2838222" y="8035899"/>
                    <a:pt x="2993232" y="7795134"/>
                    <a:pt x="3128178" y="7539082"/>
                  </a:cubicBezTo>
                  <a:cubicBezTo>
                    <a:pt x="3264411" y="7280578"/>
                    <a:pt x="3381451" y="7004246"/>
                    <a:pt x="3475993" y="6717708"/>
                  </a:cubicBezTo>
                  <a:cubicBezTo>
                    <a:pt x="3672693" y="6121545"/>
                    <a:pt x="3772451" y="5488301"/>
                    <a:pt x="3772451" y="4835489"/>
                  </a:cubicBezTo>
                  <a:cubicBezTo>
                    <a:pt x="3772451" y="4182678"/>
                    <a:pt x="3672693" y="3549434"/>
                    <a:pt x="3475993" y="295331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19" name="Google Shape;419;p38"/>
            <p:cNvSpPr/>
            <p:nvPr/>
          </p:nvSpPr>
          <p:spPr>
            <a:xfrm rot="-5400000">
              <a:off x="3218499" y="534340"/>
              <a:ext cx="2520831" cy="5590162"/>
            </a:xfrm>
            <a:custGeom>
              <a:rect b="b" l="l" r="r" t="t"/>
              <a:pathLst>
                <a:path extrusionOk="0" h="10326240" w="4028018">
                  <a:moveTo>
                    <a:pt x="3711463" y="3153433"/>
                  </a:moveTo>
                  <a:cubicBezTo>
                    <a:pt x="3610522" y="2847463"/>
                    <a:pt x="3485555" y="2552412"/>
                    <a:pt x="3340108" y="2276392"/>
                  </a:cubicBezTo>
                  <a:cubicBezTo>
                    <a:pt x="3195982" y="2003002"/>
                    <a:pt x="3030506" y="1745880"/>
                    <a:pt x="2848237" y="1512246"/>
                  </a:cubicBezTo>
                  <a:cubicBezTo>
                    <a:pt x="2665966" y="1278613"/>
                    <a:pt x="2465407" y="1066506"/>
                    <a:pt x="2252087" y="881809"/>
                  </a:cubicBezTo>
                  <a:cubicBezTo>
                    <a:pt x="2036750" y="695330"/>
                    <a:pt x="1806565" y="535147"/>
                    <a:pt x="1567897" y="405762"/>
                  </a:cubicBezTo>
                  <a:cubicBezTo>
                    <a:pt x="1071296" y="136517"/>
                    <a:pt x="543785" y="0"/>
                    <a:pt x="0" y="0"/>
                  </a:cubicBezTo>
                  <a:lnTo>
                    <a:pt x="0" y="3343"/>
                  </a:lnTo>
                  <a:cubicBezTo>
                    <a:pt x="2219610" y="3343"/>
                    <a:pt x="4025410" y="2318020"/>
                    <a:pt x="4025410" y="5163121"/>
                  </a:cubicBezTo>
                  <a:cubicBezTo>
                    <a:pt x="4025410" y="8008221"/>
                    <a:pt x="2219610" y="10322898"/>
                    <a:pt x="0" y="10322898"/>
                  </a:cubicBezTo>
                  <a:lnTo>
                    <a:pt x="0" y="10326241"/>
                  </a:lnTo>
                  <a:cubicBezTo>
                    <a:pt x="543785" y="10326241"/>
                    <a:pt x="1071296" y="10189724"/>
                    <a:pt x="1567897" y="9920480"/>
                  </a:cubicBezTo>
                  <a:cubicBezTo>
                    <a:pt x="1806565" y="9791094"/>
                    <a:pt x="2036750" y="9630955"/>
                    <a:pt x="2252087" y="9444476"/>
                  </a:cubicBezTo>
                  <a:cubicBezTo>
                    <a:pt x="2465407" y="9259736"/>
                    <a:pt x="2665966" y="9047628"/>
                    <a:pt x="2848237" y="8813995"/>
                  </a:cubicBezTo>
                  <a:cubicBezTo>
                    <a:pt x="3030506" y="8580360"/>
                    <a:pt x="3195982" y="8323283"/>
                    <a:pt x="3340108" y="8049893"/>
                  </a:cubicBezTo>
                  <a:cubicBezTo>
                    <a:pt x="3485555" y="7773874"/>
                    <a:pt x="3610522" y="7478779"/>
                    <a:pt x="3711463" y="7172854"/>
                  </a:cubicBezTo>
                  <a:cubicBezTo>
                    <a:pt x="3921515" y="6536310"/>
                    <a:pt x="4028018" y="5860145"/>
                    <a:pt x="4028018" y="5163121"/>
                  </a:cubicBezTo>
                  <a:cubicBezTo>
                    <a:pt x="4028018" y="4466097"/>
                    <a:pt x="3921515" y="3789931"/>
                    <a:pt x="3711463" y="315343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20" name="Google Shape;420;p38"/>
            <p:cNvSpPr/>
            <p:nvPr/>
          </p:nvSpPr>
          <p:spPr>
            <a:xfrm rot="-5400000">
              <a:off x="3138529" y="277030"/>
              <a:ext cx="2680771" cy="5944843"/>
            </a:xfrm>
            <a:custGeom>
              <a:rect b="b" l="l" r="r" t="t"/>
              <a:pathLst>
                <a:path extrusionOk="0" h="10981413" w="4283585">
                  <a:moveTo>
                    <a:pt x="3946967" y="3353506"/>
                  </a:moveTo>
                  <a:cubicBezTo>
                    <a:pt x="3839594" y="3028148"/>
                    <a:pt x="3706734" y="2714333"/>
                    <a:pt x="3552003" y="2420798"/>
                  </a:cubicBezTo>
                  <a:cubicBezTo>
                    <a:pt x="3398767" y="2130070"/>
                    <a:pt x="3222790" y="1856680"/>
                    <a:pt x="3028942" y="1608205"/>
                  </a:cubicBezTo>
                  <a:cubicBezTo>
                    <a:pt x="2835128" y="1359729"/>
                    <a:pt x="2621807" y="1134162"/>
                    <a:pt x="2394996" y="937744"/>
                  </a:cubicBezTo>
                  <a:cubicBezTo>
                    <a:pt x="2165994" y="739454"/>
                    <a:pt x="1921171" y="569109"/>
                    <a:pt x="1667377" y="431523"/>
                  </a:cubicBezTo>
                  <a:cubicBezTo>
                    <a:pt x="1139274" y="145208"/>
                    <a:pt x="578277" y="0"/>
                    <a:pt x="0" y="0"/>
                  </a:cubicBezTo>
                  <a:lnTo>
                    <a:pt x="0" y="2986"/>
                  </a:lnTo>
                  <a:cubicBezTo>
                    <a:pt x="2360711" y="2986"/>
                    <a:pt x="4281256" y="2464788"/>
                    <a:pt x="4281256" y="5490707"/>
                  </a:cubicBezTo>
                  <a:cubicBezTo>
                    <a:pt x="4281256" y="8516627"/>
                    <a:pt x="2360711" y="10978428"/>
                    <a:pt x="0" y="10978428"/>
                  </a:cubicBezTo>
                  <a:lnTo>
                    <a:pt x="0" y="10981414"/>
                  </a:lnTo>
                  <a:cubicBezTo>
                    <a:pt x="578277" y="10981414"/>
                    <a:pt x="1139274" y="10836251"/>
                    <a:pt x="1667377" y="10549936"/>
                  </a:cubicBezTo>
                  <a:cubicBezTo>
                    <a:pt x="1921171" y="10412305"/>
                    <a:pt x="2165994" y="10242004"/>
                    <a:pt x="2394996" y="10043714"/>
                  </a:cubicBezTo>
                  <a:cubicBezTo>
                    <a:pt x="2621807" y="9847251"/>
                    <a:pt x="2835128" y="9621685"/>
                    <a:pt x="3028942" y="9373210"/>
                  </a:cubicBezTo>
                  <a:cubicBezTo>
                    <a:pt x="3222790" y="9124779"/>
                    <a:pt x="3398767" y="8851344"/>
                    <a:pt x="3552003" y="8560616"/>
                  </a:cubicBezTo>
                  <a:cubicBezTo>
                    <a:pt x="3706734" y="8267082"/>
                    <a:pt x="3839594" y="7953311"/>
                    <a:pt x="3946967" y="7627953"/>
                  </a:cubicBezTo>
                  <a:cubicBezTo>
                    <a:pt x="4170336" y="6951030"/>
                    <a:pt x="4283586" y="6231944"/>
                    <a:pt x="4283586" y="5490707"/>
                  </a:cubicBezTo>
                  <a:cubicBezTo>
                    <a:pt x="4283586" y="4749470"/>
                    <a:pt x="4170336" y="4030429"/>
                    <a:pt x="3946967" y="335350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3058559" y="19719"/>
              <a:ext cx="2840711" cy="6299524"/>
            </a:xfrm>
            <a:custGeom>
              <a:rect b="b" l="l" r="r" t="t"/>
              <a:pathLst>
                <a:path extrusionOk="0" h="11636586" w="4539152">
                  <a:moveTo>
                    <a:pt x="4446940" y="4645712"/>
                  </a:moveTo>
                  <a:cubicBezTo>
                    <a:pt x="4387308" y="4272130"/>
                    <a:pt x="4298329" y="3904698"/>
                    <a:pt x="4182437" y="3553579"/>
                  </a:cubicBezTo>
                  <a:cubicBezTo>
                    <a:pt x="4068701" y="3208788"/>
                    <a:pt x="3927878" y="2876299"/>
                    <a:pt x="3763932" y="2565248"/>
                  </a:cubicBezTo>
                  <a:cubicBezTo>
                    <a:pt x="3601552" y="2257138"/>
                    <a:pt x="3415074" y="1967436"/>
                    <a:pt x="3209682" y="1704163"/>
                  </a:cubicBezTo>
                  <a:cubicBezTo>
                    <a:pt x="3004254" y="1440846"/>
                    <a:pt x="2778242" y="1201819"/>
                    <a:pt x="2537905" y="993679"/>
                  </a:cubicBezTo>
                  <a:cubicBezTo>
                    <a:pt x="2295238" y="783534"/>
                    <a:pt x="2035811" y="603071"/>
                    <a:pt x="1766857" y="457240"/>
                  </a:cubicBezTo>
                  <a:cubicBezTo>
                    <a:pt x="1492895" y="308734"/>
                    <a:pt x="1206243" y="194680"/>
                    <a:pt x="914792" y="118199"/>
                  </a:cubicBezTo>
                  <a:cubicBezTo>
                    <a:pt x="615761" y="39801"/>
                    <a:pt x="307967" y="0"/>
                    <a:pt x="0" y="0"/>
                  </a:cubicBezTo>
                  <a:lnTo>
                    <a:pt x="0" y="2630"/>
                  </a:lnTo>
                  <a:cubicBezTo>
                    <a:pt x="2501778" y="2630"/>
                    <a:pt x="4537136" y="2611511"/>
                    <a:pt x="4537136" y="5818294"/>
                  </a:cubicBezTo>
                  <a:cubicBezTo>
                    <a:pt x="4537136" y="9025076"/>
                    <a:pt x="2501778" y="11634002"/>
                    <a:pt x="0" y="11634002"/>
                  </a:cubicBezTo>
                  <a:lnTo>
                    <a:pt x="0" y="11636587"/>
                  </a:lnTo>
                  <a:cubicBezTo>
                    <a:pt x="307967" y="11636587"/>
                    <a:pt x="615761" y="11596831"/>
                    <a:pt x="914792" y="11518389"/>
                  </a:cubicBezTo>
                  <a:cubicBezTo>
                    <a:pt x="1206243" y="11441952"/>
                    <a:pt x="1492895" y="11327899"/>
                    <a:pt x="1766857" y="11179348"/>
                  </a:cubicBezTo>
                  <a:cubicBezTo>
                    <a:pt x="2035811" y="11033561"/>
                    <a:pt x="2295238" y="10853054"/>
                    <a:pt x="2537905" y="10642908"/>
                  </a:cubicBezTo>
                  <a:cubicBezTo>
                    <a:pt x="2778242" y="10434768"/>
                    <a:pt x="3004254" y="10195742"/>
                    <a:pt x="3209682" y="9932469"/>
                  </a:cubicBezTo>
                  <a:cubicBezTo>
                    <a:pt x="3415074" y="9669151"/>
                    <a:pt x="3601552" y="9379449"/>
                    <a:pt x="3763932" y="9071384"/>
                  </a:cubicBezTo>
                  <a:cubicBezTo>
                    <a:pt x="3927878" y="8760333"/>
                    <a:pt x="4068701" y="8427799"/>
                    <a:pt x="4182437" y="8083054"/>
                  </a:cubicBezTo>
                  <a:cubicBezTo>
                    <a:pt x="4298329" y="7731934"/>
                    <a:pt x="4387308" y="7364458"/>
                    <a:pt x="4446940" y="6990876"/>
                  </a:cubicBezTo>
                  <a:cubicBezTo>
                    <a:pt x="4508137" y="6607577"/>
                    <a:pt x="4539153" y="6213047"/>
                    <a:pt x="4539153" y="5818294"/>
                  </a:cubicBezTo>
                  <a:cubicBezTo>
                    <a:pt x="4539153" y="5423541"/>
                    <a:pt x="4508137" y="5029011"/>
                    <a:pt x="4446940" y="464571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22" name="Google Shape;422;p38"/>
            <p:cNvSpPr/>
            <p:nvPr/>
          </p:nvSpPr>
          <p:spPr>
            <a:xfrm rot="-5400000">
              <a:off x="2978589" y="-237592"/>
              <a:ext cx="3000651" cy="6654205"/>
            </a:xfrm>
            <a:custGeom>
              <a:rect b="b" l="l" r="r" t="t"/>
              <a:pathLst>
                <a:path extrusionOk="0" h="12291759" w="4794719">
                  <a:moveTo>
                    <a:pt x="4697327" y="4907291"/>
                  </a:moveTo>
                  <a:cubicBezTo>
                    <a:pt x="4634322" y="4512672"/>
                    <a:pt x="4540335" y="4124515"/>
                    <a:pt x="4417941" y="3753651"/>
                  </a:cubicBezTo>
                  <a:cubicBezTo>
                    <a:pt x="4297772" y="3389473"/>
                    <a:pt x="4149022" y="3038220"/>
                    <a:pt x="3975862" y="2709654"/>
                  </a:cubicBezTo>
                  <a:cubicBezTo>
                    <a:pt x="3804336" y="2384251"/>
                    <a:pt x="3607358" y="2078191"/>
                    <a:pt x="3390387" y="1800077"/>
                  </a:cubicBezTo>
                  <a:cubicBezTo>
                    <a:pt x="3173415" y="1521963"/>
                    <a:pt x="2934677" y="1269476"/>
                    <a:pt x="2680779" y="1049614"/>
                  </a:cubicBezTo>
                  <a:cubicBezTo>
                    <a:pt x="2424447" y="827658"/>
                    <a:pt x="2150451" y="636989"/>
                    <a:pt x="1866337" y="483001"/>
                  </a:cubicBezTo>
                  <a:cubicBezTo>
                    <a:pt x="1576972" y="326116"/>
                    <a:pt x="1274151" y="205600"/>
                    <a:pt x="966322" y="124884"/>
                  </a:cubicBezTo>
                  <a:cubicBezTo>
                    <a:pt x="650427" y="42029"/>
                    <a:pt x="325318" y="0"/>
                    <a:pt x="0" y="0"/>
                  </a:cubicBezTo>
                  <a:lnTo>
                    <a:pt x="0" y="2228"/>
                  </a:lnTo>
                  <a:cubicBezTo>
                    <a:pt x="2642879" y="2228"/>
                    <a:pt x="4792982" y="2758279"/>
                    <a:pt x="4792982" y="6145880"/>
                  </a:cubicBezTo>
                  <a:cubicBezTo>
                    <a:pt x="4792982" y="9533482"/>
                    <a:pt x="2642879" y="12289531"/>
                    <a:pt x="0" y="12289531"/>
                  </a:cubicBezTo>
                  <a:lnTo>
                    <a:pt x="0" y="12291760"/>
                  </a:lnTo>
                  <a:cubicBezTo>
                    <a:pt x="325318" y="12291760"/>
                    <a:pt x="650427" y="12249776"/>
                    <a:pt x="966322" y="12166921"/>
                  </a:cubicBezTo>
                  <a:cubicBezTo>
                    <a:pt x="1274151" y="12086161"/>
                    <a:pt x="1576972" y="11965689"/>
                    <a:pt x="1866337" y="11808804"/>
                  </a:cubicBezTo>
                  <a:cubicBezTo>
                    <a:pt x="2150451" y="11654771"/>
                    <a:pt x="2424447" y="11464103"/>
                    <a:pt x="2680779" y="11242146"/>
                  </a:cubicBezTo>
                  <a:cubicBezTo>
                    <a:pt x="2934677" y="11022285"/>
                    <a:pt x="3173415" y="10769797"/>
                    <a:pt x="3390387" y="10491683"/>
                  </a:cubicBezTo>
                  <a:cubicBezTo>
                    <a:pt x="3607358" y="10213570"/>
                    <a:pt x="3804336" y="9907554"/>
                    <a:pt x="3975862" y="9582107"/>
                  </a:cubicBezTo>
                  <a:cubicBezTo>
                    <a:pt x="4149022" y="9253540"/>
                    <a:pt x="4297772" y="8902331"/>
                    <a:pt x="4417941" y="8538153"/>
                  </a:cubicBezTo>
                  <a:cubicBezTo>
                    <a:pt x="4540335" y="8167245"/>
                    <a:pt x="4634322" y="7779089"/>
                    <a:pt x="4697327" y="7384514"/>
                  </a:cubicBezTo>
                  <a:cubicBezTo>
                    <a:pt x="4761966" y="6979599"/>
                    <a:pt x="4794720" y="6562874"/>
                    <a:pt x="4794720" y="6145880"/>
                  </a:cubicBezTo>
                  <a:cubicBezTo>
                    <a:pt x="4794720" y="5728887"/>
                    <a:pt x="4761966" y="5312162"/>
                    <a:pt x="4697327" y="4907291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23" name="Google Shape;423;p38"/>
            <p:cNvSpPr/>
            <p:nvPr/>
          </p:nvSpPr>
          <p:spPr>
            <a:xfrm rot="-5400000">
              <a:off x="2898619" y="-494903"/>
              <a:ext cx="3160591" cy="7008886"/>
            </a:xfrm>
            <a:custGeom>
              <a:rect b="b" l="l" r="r" t="t"/>
              <a:pathLst>
                <a:path extrusionOk="0" h="12946932" w="5050287">
                  <a:moveTo>
                    <a:pt x="4947678" y="5168826"/>
                  </a:moveTo>
                  <a:cubicBezTo>
                    <a:pt x="4881335" y="4753214"/>
                    <a:pt x="4782342" y="4344377"/>
                    <a:pt x="4653411" y="3953724"/>
                  </a:cubicBezTo>
                  <a:cubicBezTo>
                    <a:pt x="4526844" y="3570114"/>
                    <a:pt x="4370200" y="3200142"/>
                    <a:pt x="4187791" y="2854103"/>
                  </a:cubicBezTo>
                  <a:cubicBezTo>
                    <a:pt x="4007121" y="2511319"/>
                    <a:pt x="3799642" y="2188991"/>
                    <a:pt x="3571092" y="1896035"/>
                  </a:cubicBezTo>
                  <a:cubicBezTo>
                    <a:pt x="3342577" y="1603079"/>
                    <a:pt x="3091077" y="1337133"/>
                    <a:pt x="2823688" y="1105549"/>
                  </a:cubicBezTo>
                  <a:cubicBezTo>
                    <a:pt x="2553691" y="871781"/>
                    <a:pt x="2265056" y="670951"/>
                    <a:pt x="1965816" y="508717"/>
                  </a:cubicBezTo>
                  <a:cubicBezTo>
                    <a:pt x="1661013" y="343498"/>
                    <a:pt x="1342059" y="216564"/>
                    <a:pt x="1017818" y="131525"/>
                  </a:cubicBezTo>
                  <a:cubicBezTo>
                    <a:pt x="685094" y="44258"/>
                    <a:pt x="342669" y="0"/>
                    <a:pt x="0" y="0"/>
                  </a:cubicBezTo>
                  <a:lnTo>
                    <a:pt x="0" y="1872"/>
                  </a:lnTo>
                  <a:cubicBezTo>
                    <a:pt x="2783945" y="1872"/>
                    <a:pt x="5048862" y="2905002"/>
                    <a:pt x="5048862" y="6473467"/>
                  </a:cubicBezTo>
                  <a:cubicBezTo>
                    <a:pt x="5048862" y="10041932"/>
                    <a:pt x="2783945" y="12945106"/>
                    <a:pt x="0" y="12945106"/>
                  </a:cubicBezTo>
                  <a:lnTo>
                    <a:pt x="0" y="12946933"/>
                  </a:lnTo>
                  <a:cubicBezTo>
                    <a:pt x="342669" y="12946933"/>
                    <a:pt x="685094" y="12902720"/>
                    <a:pt x="1017818" y="12815453"/>
                  </a:cubicBezTo>
                  <a:cubicBezTo>
                    <a:pt x="1342059" y="12730370"/>
                    <a:pt x="1661013" y="12603480"/>
                    <a:pt x="1965816" y="12438216"/>
                  </a:cubicBezTo>
                  <a:cubicBezTo>
                    <a:pt x="2265056" y="12275983"/>
                    <a:pt x="2553691" y="12075197"/>
                    <a:pt x="2823688" y="11841385"/>
                  </a:cubicBezTo>
                  <a:cubicBezTo>
                    <a:pt x="3091077" y="11609801"/>
                    <a:pt x="3342577" y="11343854"/>
                    <a:pt x="3571092" y="11050898"/>
                  </a:cubicBezTo>
                  <a:cubicBezTo>
                    <a:pt x="3799642" y="10757987"/>
                    <a:pt x="4007121" y="10435659"/>
                    <a:pt x="4187791" y="10092875"/>
                  </a:cubicBezTo>
                  <a:cubicBezTo>
                    <a:pt x="4370200" y="9746792"/>
                    <a:pt x="4526844" y="9376820"/>
                    <a:pt x="4653411" y="8993254"/>
                  </a:cubicBezTo>
                  <a:cubicBezTo>
                    <a:pt x="4782342" y="8602556"/>
                    <a:pt x="4881335" y="8193720"/>
                    <a:pt x="4947678" y="7778108"/>
                  </a:cubicBezTo>
                  <a:cubicBezTo>
                    <a:pt x="5015760" y="7351622"/>
                    <a:pt x="5050287" y="6912700"/>
                    <a:pt x="5050287" y="6473467"/>
                  </a:cubicBezTo>
                  <a:cubicBezTo>
                    <a:pt x="5050287" y="6034234"/>
                    <a:pt x="5015760" y="5595312"/>
                    <a:pt x="4947678" y="516882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24" name="Google Shape;424;p38"/>
            <p:cNvSpPr/>
            <p:nvPr/>
          </p:nvSpPr>
          <p:spPr>
            <a:xfrm rot="-5400000">
              <a:off x="2818661" y="-752225"/>
              <a:ext cx="3320531" cy="7363592"/>
            </a:xfrm>
            <a:custGeom>
              <a:rect b="b" l="l" r="r" t="t"/>
              <a:pathLst>
                <a:path extrusionOk="0" h="13602150" w="5305854">
                  <a:moveTo>
                    <a:pt x="5198064" y="5430405"/>
                  </a:moveTo>
                  <a:cubicBezTo>
                    <a:pt x="5128349" y="4993756"/>
                    <a:pt x="5024348" y="4564239"/>
                    <a:pt x="4888915" y="4153797"/>
                  </a:cubicBezTo>
                  <a:cubicBezTo>
                    <a:pt x="4755916" y="3750799"/>
                    <a:pt x="4591344" y="3362108"/>
                    <a:pt x="4399721" y="2998509"/>
                  </a:cubicBezTo>
                  <a:cubicBezTo>
                    <a:pt x="4209906" y="2638386"/>
                    <a:pt x="3991926" y="2299747"/>
                    <a:pt x="3751832" y="1991994"/>
                  </a:cubicBezTo>
                  <a:cubicBezTo>
                    <a:pt x="3511703" y="1684241"/>
                    <a:pt x="3247512" y="1404789"/>
                    <a:pt x="2966562" y="1161528"/>
                  </a:cubicBezTo>
                  <a:cubicBezTo>
                    <a:pt x="2682900" y="915861"/>
                    <a:pt x="2379697" y="704913"/>
                    <a:pt x="2065296" y="534479"/>
                  </a:cubicBezTo>
                  <a:cubicBezTo>
                    <a:pt x="1745090" y="360836"/>
                    <a:pt x="1410001" y="227528"/>
                    <a:pt x="1069314" y="138166"/>
                  </a:cubicBezTo>
                  <a:cubicBezTo>
                    <a:pt x="719761" y="46486"/>
                    <a:pt x="359985" y="0"/>
                    <a:pt x="0" y="0"/>
                  </a:cubicBezTo>
                  <a:lnTo>
                    <a:pt x="0" y="1471"/>
                  </a:lnTo>
                  <a:cubicBezTo>
                    <a:pt x="2925046" y="1471"/>
                    <a:pt x="5304707" y="3051770"/>
                    <a:pt x="5304707" y="6801053"/>
                  </a:cubicBezTo>
                  <a:cubicBezTo>
                    <a:pt x="5304707" y="10550337"/>
                    <a:pt x="2925046" y="13600636"/>
                    <a:pt x="0" y="13600636"/>
                  </a:cubicBezTo>
                  <a:lnTo>
                    <a:pt x="0" y="13602151"/>
                  </a:lnTo>
                  <a:cubicBezTo>
                    <a:pt x="359985" y="13602151"/>
                    <a:pt x="719761" y="13555620"/>
                    <a:pt x="1069314" y="13463940"/>
                  </a:cubicBezTo>
                  <a:cubicBezTo>
                    <a:pt x="1410001" y="13374579"/>
                    <a:pt x="1745090" y="13241271"/>
                    <a:pt x="2065296" y="13067672"/>
                  </a:cubicBezTo>
                  <a:cubicBezTo>
                    <a:pt x="2379697" y="12897238"/>
                    <a:pt x="2682900" y="12686245"/>
                    <a:pt x="2966562" y="12440623"/>
                  </a:cubicBezTo>
                  <a:cubicBezTo>
                    <a:pt x="3247512" y="12197317"/>
                    <a:pt x="3511703" y="11917911"/>
                    <a:pt x="3751832" y="11610157"/>
                  </a:cubicBezTo>
                  <a:cubicBezTo>
                    <a:pt x="3991926" y="11302359"/>
                    <a:pt x="4209906" y="10963720"/>
                    <a:pt x="4399721" y="10603598"/>
                  </a:cubicBezTo>
                  <a:cubicBezTo>
                    <a:pt x="4591344" y="10240044"/>
                    <a:pt x="4755916" y="9851352"/>
                    <a:pt x="4888915" y="9448353"/>
                  </a:cubicBezTo>
                  <a:cubicBezTo>
                    <a:pt x="5024348" y="9037913"/>
                    <a:pt x="5128349" y="8608395"/>
                    <a:pt x="5198064" y="8171702"/>
                  </a:cubicBezTo>
                  <a:cubicBezTo>
                    <a:pt x="5269589" y="7723644"/>
                    <a:pt x="5305855" y="7262527"/>
                    <a:pt x="5305855" y="6801053"/>
                  </a:cubicBezTo>
                  <a:cubicBezTo>
                    <a:pt x="5305855" y="6339580"/>
                    <a:pt x="5269589" y="5878463"/>
                    <a:pt x="5198064" y="54304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25" name="Google Shape;425;p38"/>
            <p:cNvSpPr/>
            <p:nvPr/>
          </p:nvSpPr>
          <p:spPr>
            <a:xfrm rot="-5400000">
              <a:off x="2738680" y="-1009547"/>
              <a:ext cx="3480493" cy="7718273"/>
            </a:xfrm>
            <a:custGeom>
              <a:rect b="b" l="l" r="r" t="t"/>
              <a:pathLst>
                <a:path extrusionOk="0" h="14257323" w="5561456">
                  <a:moveTo>
                    <a:pt x="5448451" y="5691984"/>
                  </a:moveTo>
                  <a:cubicBezTo>
                    <a:pt x="5375397" y="5234299"/>
                    <a:pt x="5266355" y="4784056"/>
                    <a:pt x="5124385" y="4353871"/>
                  </a:cubicBezTo>
                  <a:cubicBezTo>
                    <a:pt x="4985023" y="3931440"/>
                    <a:pt x="4812489" y="3524029"/>
                    <a:pt x="4611651" y="3142959"/>
                  </a:cubicBezTo>
                  <a:cubicBezTo>
                    <a:pt x="4412691" y="2765454"/>
                    <a:pt x="4184210" y="2410502"/>
                    <a:pt x="3932537" y="2087907"/>
                  </a:cubicBezTo>
                  <a:cubicBezTo>
                    <a:pt x="3680864" y="1765357"/>
                    <a:pt x="3403948" y="1472490"/>
                    <a:pt x="3109471" y="1217463"/>
                  </a:cubicBezTo>
                  <a:cubicBezTo>
                    <a:pt x="2812144" y="959985"/>
                    <a:pt x="2494302" y="738875"/>
                    <a:pt x="2164777" y="560195"/>
                  </a:cubicBezTo>
                  <a:cubicBezTo>
                    <a:pt x="1829131" y="378218"/>
                    <a:pt x="1477909" y="238492"/>
                    <a:pt x="1120810" y="144807"/>
                  </a:cubicBezTo>
                  <a:cubicBezTo>
                    <a:pt x="754428" y="48715"/>
                    <a:pt x="377336" y="0"/>
                    <a:pt x="0" y="0"/>
                  </a:cubicBezTo>
                  <a:lnTo>
                    <a:pt x="0" y="1114"/>
                  </a:lnTo>
                  <a:cubicBezTo>
                    <a:pt x="3066112" y="1114"/>
                    <a:pt x="5560588" y="3198493"/>
                    <a:pt x="5560588" y="7128640"/>
                  </a:cubicBezTo>
                  <a:cubicBezTo>
                    <a:pt x="5560588" y="11058787"/>
                    <a:pt x="3066112" y="14256209"/>
                    <a:pt x="0" y="14256209"/>
                  </a:cubicBezTo>
                  <a:lnTo>
                    <a:pt x="0" y="14257324"/>
                  </a:lnTo>
                  <a:cubicBezTo>
                    <a:pt x="377336" y="14257324"/>
                    <a:pt x="754428" y="14208565"/>
                    <a:pt x="1120810" y="14112473"/>
                  </a:cubicBezTo>
                  <a:cubicBezTo>
                    <a:pt x="1477909" y="14018832"/>
                    <a:pt x="1829131" y="13879062"/>
                    <a:pt x="2164777" y="13697084"/>
                  </a:cubicBezTo>
                  <a:cubicBezTo>
                    <a:pt x="2494302" y="13518450"/>
                    <a:pt x="2812144" y="13297295"/>
                    <a:pt x="3109471" y="13039861"/>
                  </a:cubicBezTo>
                  <a:cubicBezTo>
                    <a:pt x="3403948" y="12784834"/>
                    <a:pt x="3680864" y="12491967"/>
                    <a:pt x="3932537" y="12169372"/>
                  </a:cubicBezTo>
                  <a:cubicBezTo>
                    <a:pt x="4184210" y="11846778"/>
                    <a:pt x="4412691" y="11491825"/>
                    <a:pt x="4611651" y="11114365"/>
                  </a:cubicBezTo>
                  <a:cubicBezTo>
                    <a:pt x="4812489" y="10733250"/>
                    <a:pt x="4985023" y="10325840"/>
                    <a:pt x="5124385" y="9903454"/>
                  </a:cubicBezTo>
                  <a:cubicBezTo>
                    <a:pt x="5266355" y="9473223"/>
                    <a:pt x="5375397" y="9023026"/>
                    <a:pt x="5448451" y="8565341"/>
                  </a:cubicBezTo>
                  <a:cubicBezTo>
                    <a:pt x="5523417" y="8095667"/>
                    <a:pt x="5561457" y="7612309"/>
                    <a:pt x="5561457" y="7128640"/>
                  </a:cubicBezTo>
                  <a:cubicBezTo>
                    <a:pt x="5561457" y="6644971"/>
                    <a:pt x="5523417" y="6161613"/>
                    <a:pt x="5448451" y="569198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426" name="Google Shape;426;p38"/>
          <p:cNvSpPr txBox="1"/>
          <p:nvPr/>
        </p:nvSpPr>
        <p:spPr>
          <a:xfrm>
            <a:off x="561975" y="450533"/>
            <a:ext cx="802005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Техник ба </a:t>
            </a:r>
            <a:r>
              <a:rPr b="1" i="0" lang="mn-MN" sz="28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программ хангамж</a:t>
            </a:r>
            <a:endParaRPr/>
          </a:p>
        </p:txBody>
      </p:sp>
      <p:grpSp>
        <p:nvGrpSpPr>
          <p:cNvPr id="427" name="Google Shape;427;p38"/>
          <p:cNvGrpSpPr/>
          <p:nvPr/>
        </p:nvGrpSpPr>
        <p:grpSpPr>
          <a:xfrm>
            <a:off x="561974" y="3398519"/>
            <a:ext cx="6976264" cy="929640"/>
            <a:chOff x="561974" y="3398519"/>
            <a:chExt cx="6976264" cy="929640"/>
          </a:xfrm>
        </p:grpSpPr>
        <p:sp>
          <p:nvSpPr>
            <p:cNvPr id="428" name="Google Shape;428;p38"/>
            <p:cNvSpPr/>
            <p:nvPr/>
          </p:nvSpPr>
          <p:spPr>
            <a:xfrm>
              <a:off x="561974" y="3398519"/>
              <a:ext cx="6976264" cy="929640"/>
            </a:xfrm>
            <a:prstGeom prst="roundRect">
              <a:avLst>
                <a:gd fmla="val 916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429" name="Google Shape;429;p38"/>
            <p:cNvGrpSpPr/>
            <p:nvPr/>
          </p:nvGrpSpPr>
          <p:grpSpPr>
            <a:xfrm>
              <a:off x="884817" y="3627268"/>
              <a:ext cx="1744345" cy="468924"/>
              <a:chOff x="884817" y="3627268"/>
              <a:chExt cx="1744345" cy="468924"/>
            </a:xfrm>
          </p:grpSpPr>
          <p:sp>
            <p:nvSpPr>
              <p:cNvPr id="430" name="Google Shape;430;p38"/>
              <p:cNvSpPr txBox="1"/>
              <p:nvPr/>
            </p:nvSpPr>
            <p:spPr>
              <a:xfrm>
                <a:off x="884817" y="3791492"/>
                <a:ext cx="1744345" cy="3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0" i="0" lang="mn-MN" sz="11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Хэрэглэгчийн хэрэгцээг нарийн судална</a:t>
                </a:r>
                <a:endParaRPr b="0" i="0" sz="11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431" name="Google Shape;431;p38"/>
              <p:cNvCxnSpPr/>
              <p:nvPr/>
            </p:nvCxnSpPr>
            <p:spPr>
              <a:xfrm>
                <a:off x="908810" y="3627268"/>
                <a:ext cx="360000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32" name="Google Shape;432;p38"/>
            <p:cNvGrpSpPr/>
            <p:nvPr/>
          </p:nvGrpSpPr>
          <p:grpSpPr>
            <a:xfrm>
              <a:off x="3180712" y="3627268"/>
              <a:ext cx="1744345" cy="468924"/>
              <a:chOff x="3743345" y="3627268"/>
              <a:chExt cx="1744345" cy="468924"/>
            </a:xfrm>
          </p:grpSpPr>
          <p:sp>
            <p:nvSpPr>
              <p:cNvPr id="433" name="Google Shape;433;p38"/>
              <p:cNvSpPr txBox="1"/>
              <p:nvPr/>
            </p:nvSpPr>
            <p:spPr>
              <a:xfrm>
                <a:off x="3743345" y="3791492"/>
                <a:ext cx="1744345" cy="3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0" i="0" lang="mn-MN" sz="11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Чанар, хурд, найдвартай байдлыг эрхэмлэнэ</a:t>
                </a:r>
                <a:endParaRPr b="0" i="0" sz="11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434" name="Google Shape;434;p38"/>
              <p:cNvCxnSpPr/>
              <p:nvPr/>
            </p:nvCxnSpPr>
            <p:spPr>
              <a:xfrm>
                <a:off x="3767338" y="3627268"/>
                <a:ext cx="360000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35" name="Google Shape;435;p38"/>
            <p:cNvGrpSpPr/>
            <p:nvPr/>
          </p:nvGrpSpPr>
          <p:grpSpPr>
            <a:xfrm>
              <a:off x="5476607" y="3627268"/>
              <a:ext cx="1744345" cy="468924"/>
              <a:chOff x="6601874" y="3627268"/>
              <a:chExt cx="1744345" cy="468924"/>
            </a:xfrm>
          </p:grpSpPr>
          <p:sp>
            <p:nvSpPr>
              <p:cNvPr id="436" name="Google Shape;436;p38"/>
              <p:cNvSpPr txBox="1"/>
              <p:nvPr/>
            </p:nvSpPr>
            <p:spPr>
              <a:xfrm>
                <a:off x="6601874" y="3791492"/>
                <a:ext cx="1744345" cy="3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0" i="0" lang="mn-MN" sz="11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Шинэ боломжийг цаг алдалгүй ашиглана</a:t>
                </a:r>
                <a:endParaRPr b="0" i="0" sz="11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437" name="Google Shape;437;p38"/>
              <p:cNvCxnSpPr/>
              <p:nvPr/>
            </p:nvCxnSpPr>
            <p:spPr>
              <a:xfrm>
                <a:off x="6625867" y="3627268"/>
                <a:ext cx="360000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38" name="Google Shape;438;p38"/>
          <p:cNvGrpSpPr/>
          <p:nvPr/>
        </p:nvGrpSpPr>
        <p:grpSpPr>
          <a:xfrm>
            <a:off x="7695665" y="3000652"/>
            <a:ext cx="725013" cy="1078845"/>
            <a:chOff x="7695665" y="3000652"/>
            <a:chExt cx="725013" cy="1078845"/>
          </a:xfrm>
        </p:grpSpPr>
        <p:cxnSp>
          <p:nvCxnSpPr>
            <p:cNvPr id="439" name="Google Shape;439;p38"/>
            <p:cNvCxnSpPr/>
            <p:nvPr/>
          </p:nvCxnSpPr>
          <p:spPr>
            <a:xfrm>
              <a:off x="8420678" y="3000652"/>
              <a:ext cx="0" cy="622024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40" name="Google Shape;440;p38"/>
            <p:cNvSpPr/>
            <p:nvPr/>
          </p:nvSpPr>
          <p:spPr>
            <a:xfrm flipH="1" rot="10800000">
              <a:off x="7916395" y="3370535"/>
              <a:ext cx="504283" cy="504283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38"/>
            <p:cNvSpPr/>
            <p:nvPr/>
          </p:nvSpPr>
          <p:spPr>
            <a:xfrm flipH="1" rot="-2700000">
              <a:off x="7759231" y="370900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2" name="Google Shape;442;p38"/>
            <p:cNvGrpSpPr/>
            <p:nvPr/>
          </p:nvGrpSpPr>
          <p:grpSpPr>
            <a:xfrm flipH="1">
              <a:off x="7857734" y="3823854"/>
              <a:ext cx="109676" cy="77364"/>
              <a:chOff x="1362642" y="1641228"/>
              <a:chExt cx="1045800" cy="737700"/>
            </a:xfrm>
          </p:grpSpPr>
          <p:sp>
            <p:nvSpPr>
              <p:cNvPr id="443" name="Google Shape;443;p38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44" name="Google Shape;444;p38"/>
              <p:cNvCxnSpPr>
                <a:stCxn id="443" idx="1"/>
              </p:cNvCxnSpPr>
              <p:nvPr/>
            </p:nvCxnSpPr>
            <p:spPr>
              <a:xfrm flipH="1">
                <a:off x="1362642" y="2010078"/>
                <a:ext cx="1045800" cy="1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45" name="Google Shape;445;p38"/>
            <p:cNvSpPr/>
            <p:nvPr/>
          </p:nvSpPr>
          <p:spPr>
            <a:xfrm flipH="1" rot="-1534588">
              <a:off x="7758699" y="371074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6" name="Google Shape;446;p38"/>
            <p:cNvCxnSpPr/>
            <p:nvPr/>
          </p:nvCxnSpPr>
          <p:spPr>
            <a:xfrm rot="10800000">
              <a:off x="8068479" y="3874818"/>
              <a:ext cx="100058" cy="0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7" name="Google Shape;447;p38"/>
          <p:cNvGrpSpPr/>
          <p:nvPr/>
        </p:nvGrpSpPr>
        <p:grpSpPr>
          <a:xfrm>
            <a:off x="1692799" y="1112648"/>
            <a:ext cx="6976264" cy="929640"/>
            <a:chOff x="561974" y="3398519"/>
            <a:chExt cx="6976264" cy="929640"/>
          </a:xfrm>
        </p:grpSpPr>
        <p:sp>
          <p:nvSpPr>
            <p:cNvPr id="448" name="Google Shape;448;p38"/>
            <p:cNvSpPr/>
            <p:nvPr/>
          </p:nvSpPr>
          <p:spPr>
            <a:xfrm>
              <a:off x="561974" y="3398519"/>
              <a:ext cx="6976264" cy="929640"/>
            </a:xfrm>
            <a:prstGeom prst="roundRect">
              <a:avLst>
                <a:gd fmla="val 9165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03200" rotWithShape="0" algn="t" dir="3060000" dist="50800">
                <a:srgbClr val="091450">
                  <a:alpha val="20000"/>
                </a:srgbClr>
              </a:outerShdw>
            </a:effectLst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50" u="none" cap="none" strike="noStrike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449" name="Google Shape;449;p38"/>
            <p:cNvGrpSpPr/>
            <p:nvPr/>
          </p:nvGrpSpPr>
          <p:grpSpPr>
            <a:xfrm>
              <a:off x="884817" y="3627268"/>
              <a:ext cx="1744345" cy="468924"/>
              <a:chOff x="884817" y="3627268"/>
              <a:chExt cx="1744345" cy="468924"/>
            </a:xfrm>
          </p:grpSpPr>
          <p:sp>
            <p:nvSpPr>
              <p:cNvPr id="450" name="Google Shape;450;p38"/>
              <p:cNvSpPr txBox="1"/>
              <p:nvPr/>
            </p:nvSpPr>
            <p:spPr>
              <a:xfrm>
                <a:off x="884817" y="3791492"/>
                <a:ext cx="1744345" cy="3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0" i="0" lang="mn-MN" sz="11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Үр дүнд суурилсан шийдлийг санал болгоно</a:t>
                </a:r>
                <a:endParaRPr b="0" i="0" sz="11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451" name="Google Shape;451;p38"/>
              <p:cNvCxnSpPr/>
              <p:nvPr/>
            </p:nvCxnSpPr>
            <p:spPr>
              <a:xfrm>
                <a:off x="908810" y="3627268"/>
                <a:ext cx="360000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52" name="Google Shape;452;p38"/>
            <p:cNvGrpSpPr/>
            <p:nvPr/>
          </p:nvGrpSpPr>
          <p:grpSpPr>
            <a:xfrm>
              <a:off x="3180712" y="3627268"/>
              <a:ext cx="1744345" cy="468924"/>
              <a:chOff x="3743345" y="3627268"/>
              <a:chExt cx="1744345" cy="468924"/>
            </a:xfrm>
          </p:grpSpPr>
          <p:sp>
            <p:nvSpPr>
              <p:cNvPr id="453" name="Google Shape;453;p38"/>
              <p:cNvSpPr txBox="1"/>
              <p:nvPr/>
            </p:nvSpPr>
            <p:spPr>
              <a:xfrm>
                <a:off x="3743345" y="3791492"/>
                <a:ext cx="1744345" cy="3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0" i="0" lang="mn-MN" sz="11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Харилцагчидтайгаа урт хугацааны түншлэл тогтооно</a:t>
                </a:r>
                <a:endParaRPr b="0" i="0" sz="11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454" name="Google Shape;454;p38"/>
              <p:cNvCxnSpPr/>
              <p:nvPr/>
            </p:nvCxnSpPr>
            <p:spPr>
              <a:xfrm>
                <a:off x="3767338" y="3627268"/>
                <a:ext cx="360000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455" name="Google Shape;455;p38"/>
            <p:cNvGrpSpPr/>
            <p:nvPr/>
          </p:nvGrpSpPr>
          <p:grpSpPr>
            <a:xfrm>
              <a:off x="5476607" y="3627268"/>
              <a:ext cx="1744345" cy="468924"/>
              <a:chOff x="6601874" y="3627268"/>
              <a:chExt cx="1744345" cy="468924"/>
            </a:xfrm>
          </p:grpSpPr>
          <p:sp>
            <p:nvSpPr>
              <p:cNvPr id="456" name="Google Shape;456;p38"/>
              <p:cNvSpPr txBox="1"/>
              <p:nvPr/>
            </p:nvSpPr>
            <p:spPr>
              <a:xfrm>
                <a:off x="6601874" y="3791492"/>
                <a:ext cx="1744345" cy="304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4500"/>
                  <a:buFont typeface="Calibri"/>
                  <a:buNone/>
                </a:pPr>
                <a:r>
                  <a:rPr b="0" i="0" lang="mn-MN" sz="1100" u="none" cap="none" strike="noStrike">
                    <a:solidFill>
                      <a:srgbClr val="262626"/>
                    </a:solidFill>
                    <a:latin typeface="Manrope"/>
                    <a:ea typeface="Manrope"/>
                    <a:cs typeface="Manrope"/>
                    <a:sym typeface="Manrope"/>
                  </a:rPr>
                  <a:t>Технологийн шинэчлэлийг тасралтгүй нэвтрүүлнэ</a:t>
                </a:r>
                <a:endParaRPr b="0" i="0" sz="1100" u="none" cap="none" strike="noStrike">
                  <a:solidFill>
                    <a:srgbClr val="262626"/>
                  </a:solidFill>
                  <a:latin typeface="Manrope"/>
                  <a:ea typeface="Manrope"/>
                  <a:cs typeface="Manrope"/>
                  <a:sym typeface="Manrope"/>
                </a:endParaRPr>
              </a:p>
            </p:txBody>
          </p:sp>
          <p:cxnSp>
            <p:nvCxnSpPr>
              <p:cNvPr id="457" name="Google Shape;457;p38"/>
              <p:cNvCxnSpPr/>
              <p:nvPr/>
            </p:nvCxnSpPr>
            <p:spPr>
              <a:xfrm>
                <a:off x="6625867" y="3627268"/>
                <a:ext cx="360000" cy="0"/>
              </a:xfrm>
              <a:prstGeom prst="straightConnector1">
                <a:avLst/>
              </a:prstGeom>
              <a:noFill/>
              <a:ln cap="rnd" cmpd="sng" w="3175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458" name="Google Shape;458;p38"/>
          <p:cNvSpPr/>
          <p:nvPr/>
        </p:nvSpPr>
        <p:spPr>
          <a:xfrm>
            <a:off x="561975" y="2440330"/>
            <a:ext cx="8107088" cy="562978"/>
          </a:xfrm>
          <a:prstGeom prst="roundRect">
            <a:avLst>
              <a:gd fmla="val 50000" name="adj"/>
            </a:avLst>
          </a:prstGeom>
          <a:solidFill>
            <a:srgbClr val="7A126B"/>
          </a:solidFill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9" name="Google Shape;459;p38"/>
          <p:cNvGrpSpPr/>
          <p:nvPr/>
        </p:nvGrpSpPr>
        <p:grpSpPr>
          <a:xfrm rot="10800000">
            <a:off x="810359" y="1361310"/>
            <a:ext cx="725013" cy="1078845"/>
            <a:chOff x="7695665" y="3000652"/>
            <a:chExt cx="725013" cy="1078845"/>
          </a:xfrm>
        </p:grpSpPr>
        <p:cxnSp>
          <p:nvCxnSpPr>
            <p:cNvPr id="460" name="Google Shape;460;p38"/>
            <p:cNvCxnSpPr/>
            <p:nvPr/>
          </p:nvCxnSpPr>
          <p:spPr>
            <a:xfrm>
              <a:off x="8420678" y="3000652"/>
              <a:ext cx="0" cy="622024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61" name="Google Shape;461;p38"/>
            <p:cNvSpPr/>
            <p:nvPr/>
          </p:nvSpPr>
          <p:spPr>
            <a:xfrm flipH="1" rot="10800000">
              <a:off x="7916395" y="3370535"/>
              <a:ext cx="504283" cy="504283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38"/>
            <p:cNvSpPr/>
            <p:nvPr/>
          </p:nvSpPr>
          <p:spPr>
            <a:xfrm flipH="1" rot="-2700000">
              <a:off x="7759231" y="370900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3" name="Google Shape;463;p38"/>
            <p:cNvGrpSpPr/>
            <p:nvPr/>
          </p:nvGrpSpPr>
          <p:grpSpPr>
            <a:xfrm flipH="1">
              <a:off x="7857734" y="3823854"/>
              <a:ext cx="109676" cy="77364"/>
              <a:chOff x="1362642" y="1641228"/>
              <a:chExt cx="1045800" cy="737700"/>
            </a:xfrm>
          </p:grpSpPr>
          <p:sp>
            <p:nvSpPr>
              <p:cNvPr id="464" name="Google Shape;464;p38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5" name="Google Shape;465;p38"/>
              <p:cNvCxnSpPr>
                <a:stCxn id="464" idx="1"/>
              </p:cNvCxnSpPr>
              <p:nvPr/>
            </p:nvCxnSpPr>
            <p:spPr>
              <a:xfrm flipH="1">
                <a:off x="1362642" y="2010078"/>
                <a:ext cx="1045800" cy="19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466" name="Google Shape;466;p38"/>
            <p:cNvSpPr/>
            <p:nvPr/>
          </p:nvSpPr>
          <p:spPr>
            <a:xfrm flipH="1" rot="-1534588">
              <a:off x="7758699" y="371074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AFBDD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7" name="Google Shape;467;p38"/>
            <p:cNvCxnSpPr/>
            <p:nvPr/>
          </p:nvCxnSpPr>
          <p:spPr>
            <a:xfrm rot="10800000">
              <a:off x="8068479" y="3874818"/>
              <a:ext cx="100058" cy="0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68" name="Google Shape;468;p38"/>
          <p:cNvSpPr/>
          <p:nvPr/>
        </p:nvSpPr>
        <p:spPr>
          <a:xfrm>
            <a:off x="561974" y="2440330"/>
            <a:ext cx="4233272" cy="56297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8"/>
          <p:cNvSpPr txBox="1"/>
          <p:nvPr/>
        </p:nvSpPr>
        <p:spPr>
          <a:xfrm>
            <a:off x="1615396" y="2624870"/>
            <a:ext cx="2126429" cy="193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4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Техник хангамж</a:t>
            </a:r>
            <a:endParaRPr/>
          </a:p>
        </p:txBody>
      </p:sp>
      <p:sp>
        <p:nvSpPr>
          <p:cNvPr id="470" name="Google Shape;470;p38"/>
          <p:cNvSpPr txBox="1"/>
          <p:nvPr/>
        </p:nvSpPr>
        <p:spPr>
          <a:xfrm>
            <a:off x="5569364" y="2624870"/>
            <a:ext cx="2148240" cy="193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400" u="none" cap="none" strike="noStrike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Программ хангамж</a:t>
            </a:r>
            <a:endParaRPr/>
          </a:p>
        </p:txBody>
      </p:sp>
      <p:grpSp>
        <p:nvGrpSpPr>
          <p:cNvPr id="471" name="Google Shape;471;p38"/>
          <p:cNvGrpSpPr/>
          <p:nvPr/>
        </p:nvGrpSpPr>
        <p:grpSpPr>
          <a:xfrm>
            <a:off x="819763" y="2614927"/>
            <a:ext cx="257730" cy="213784"/>
            <a:chOff x="7005638" y="1481139"/>
            <a:chExt cx="344488" cy="285750"/>
          </a:xfrm>
        </p:grpSpPr>
        <p:sp>
          <p:nvSpPr>
            <p:cNvPr id="472" name="Google Shape;472;p38"/>
            <p:cNvSpPr/>
            <p:nvPr/>
          </p:nvSpPr>
          <p:spPr>
            <a:xfrm>
              <a:off x="7065963" y="1744664"/>
              <a:ext cx="220663" cy="22225"/>
            </a:xfrm>
            <a:custGeom>
              <a:rect b="b" l="l" r="r" t="t"/>
              <a:pathLst>
                <a:path extrusionOk="0" h="6" w="59">
                  <a:moveTo>
                    <a:pt x="59" y="6"/>
                  </a:moveTo>
                  <a:cubicBezTo>
                    <a:pt x="52" y="2"/>
                    <a:pt x="42" y="0"/>
                    <a:pt x="30" y="0"/>
                  </a:cubicBezTo>
                  <a:cubicBezTo>
                    <a:pt x="18" y="0"/>
                    <a:pt x="7" y="2"/>
                    <a:pt x="0" y="6"/>
                  </a:cubicBezTo>
                </a:path>
              </a:pathLst>
            </a:custGeom>
            <a:noFill/>
            <a:ln cap="rnd" cmpd="sng" w="952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38"/>
            <p:cNvSpPr/>
            <p:nvPr/>
          </p:nvSpPr>
          <p:spPr>
            <a:xfrm>
              <a:off x="7005638" y="1481139"/>
              <a:ext cx="344488" cy="225425"/>
            </a:xfrm>
            <a:custGeom>
              <a:rect b="b" l="l" r="r" t="t"/>
              <a:pathLst>
                <a:path extrusionOk="0" h="60" w="92">
                  <a:moveTo>
                    <a:pt x="92" y="56"/>
                  </a:moveTo>
                  <a:cubicBezTo>
                    <a:pt x="92" y="58"/>
                    <a:pt x="90" y="60"/>
                    <a:pt x="88" y="60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2" y="60"/>
                    <a:pt x="0" y="58"/>
                    <a:pt x="0" y="56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90" y="0"/>
                    <a:pt x="92" y="2"/>
                    <a:pt x="92" y="4"/>
                  </a:cubicBezTo>
                  <a:lnTo>
                    <a:pt x="92" y="56"/>
                  </a:lnTo>
                  <a:close/>
                </a:path>
              </a:pathLst>
            </a:custGeom>
            <a:noFill/>
            <a:ln cap="flat" cmpd="sng" w="952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8"/>
            <p:cNvSpPr/>
            <p:nvPr/>
          </p:nvSpPr>
          <p:spPr>
            <a:xfrm>
              <a:off x="7035801" y="1511301"/>
              <a:ext cx="284163" cy="165100"/>
            </a:xfrm>
            <a:prstGeom prst="rect">
              <a:avLst/>
            </a:prstGeom>
            <a:noFill/>
            <a:ln cap="flat" cmpd="sng" w="952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5" name="Google Shape;475;p38"/>
            <p:cNvCxnSpPr/>
            <p:nvPr/>
          </p:nvCxnSpPr>
          <p:spPr>
            <a:xfrm>
              <a:off x="7162801" y="1706564"/>
              <a:ext cx="0" cy="38100"/>
            </a:xfrm>
            <a:prstGeom prst="straightConnector1">
              <a:avLst/>
            </a:prstGeom>
            <a:noFill/>
            <a:ln cap="flat" cmpd="sng" w="9525">
              <a:solidFill>
                <a:srgbClr val="AFBDD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" name="Google Shape;476;p38"/>
            <p:cNvCxnSpPr/>
            <p:nvPr/>
          </p:nvCxnSpPr>
          <p:spPr>
            <a:xfrm>
              <a:off x="7192963" y="1706564"/>
              <a:ext cx="0" cy="38100"/>
            </a:xfrm>
            <a:prstGeom prst="straightConnector1">
              <a:avLst/>
            </a:prstGeom>
            <a:noFill/>
            <a:ln cap="flat" cmpd="sng" w="9525">
              <a:solidFill>
                <a:srgbClr val="AFBDD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7" name="Google Shape;477;p38"/>
          <p:cNvGrpSpPr/>
          <p:nvPr/>
        </p:nvGrpSpPr>
        <p:grpSpPr>
          <a:xfrm>
            <a:off x="8164910" y="2603644"/>
            <a:ext cx="257730" cy="236350"/>
            <a:chOff x="7005638" y="798513"/>
            <a:chExt cx="344488" cy="315912"/>
          </a:xfrm>
        </p:grpSpPr>
        <p:sp>
          <p:nvSpPr>
            <p:cNvPr id="478" name="Google Shape;478;p38"/>
            <p:cNvSpPr/>
            <p:nvPr/>
          </p:nvSpPr>
          <p:spPr>
            <a:xfrm>
              <a:off x="7005638" y="798513"/>
              <a:ext cx="344488" cy="269875"/>
            </a:xfrm>
            <a:custGeom>
              <a:rect b="b" l="l" r="r" t="t"/>
              <a:pathLst>
                <a:path extrusionOk="0" h="72" w="92">
                  <a:moveTo>
                    <a:pt x="46" y="72"/>
                  </a:moveTo>
                  <a:cubicBezTo>
                    <a:pt x="8" y="72"/>
                    <a:pt x="8" y="72"/>
                    <a:pt x="8" y="72"/>
                  </a:cubicBezTo>
                  <a:cubicBezTo>
                    <a:pt x="4" y="72"/>
                    <a:pt x="0" y="68"/>
                    <a:pt x="0" y="6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8" y="0"/>
                    <a:pt x="92" y="4"/>
                    <a:pt x="92" y="8"/>
                  </a:cubicBezTo>
                  <a:cubicBezTo>
                    <a:pt x="92" y="38"/>
                    <a:pt x="92" y="38"/>
                    <a:pt x="92" y="38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9" name="Google Shape;479;p38"/>
            <p:cNvCxnSpPr/>
            <p:nvPr/>
          </p:nvCxnSpPr>
          <p:spPr>
            <a:xfrm>
              <a:off x="7005638" y="873125"/>
              <a:ext cx="344488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0" name="Google Shape;480;p38"/>
            <p:cNvSpPr/>
            <p:nvPr/>
          </p:nvSpPr>
          <p:spPr>
            <a:xfrm>
              <a:off x="7050088" y="828675"/>
              <a:ext cx="15875" cy="14287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8"/>
            <p:cNvSpPr/>
            <p:nvPr/>
          </p:nvSpPr>
          <p:spPr>
            <a:xfrm>
              <a:off x="7096126" y="828675"/>
              <a:ext cx="14288" cy="14287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8"/>
            <p:cNvSpPr/>
            <p:nvPr/>
          </p:nvSpPr>
          <p:spPr>
            <a:xfrm>
              <a:off x="7140576" y="828675"/>
              <a:ext cx="14288" cy="14287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3" name="Google Shape;483;p38"/>
            <p:cNvCxnSpPr/>
            <p:nvPr/>
          </p:nvCxnSpPr>
          <p:spPr>
            <a:xfrm rot="10800000">
              <a:off x="7124701" y="917575"/>
              <a:ext cx="150813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38"/>
            <p:cNvCxnSpPr/>
            <p:nvPr/>
          </p:nvCxnSpPr>
          <p:spPr>
            <a:xfrm>
              <a:off x="7065963" y="917575"/>
              <a:ext cx="14288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38"/>
            <p:cNvCxnSpPr/>
            <p:nvPr/>
          </p:nvCxnSpPr>
          <p:spPr>
            <a:xfrm rot="10800000">
              <a:off x="7124701" y="963613"/>
              <a:ext cx="60325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38"/>
            <p:cNvCxnSpPr/>
            <p:nvPr/>
          </p:nvCxnSpPr>
          <p:spPr>
            <a:xfrm>
              <a:off x="7065963" y="963613"/>
              <a:ext cx="14288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38"/>
            <p:cNvCxnSpPr/>
            <p:nvPr/>
          </p:nvCxnSpPr>
          <p:spPr>
            <a:xfrm rot="10800000">
              <a:off x="7124701" y="1008063"/>
              <a:ext cx="60325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38"/>
            <p:cNvCxnSpPr/>
            <p:nvPr/>
          </p:nvCxnSpPr>
          <p:spPr>
            <a:xfrm>
              <a:off x="7065963" y="1008063"/>
              <a:ext cx="14288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9" name="Google Shape;489;p38"/>
            <p:cNvSpPr/>
            <p:nvPr/>
          </p:nvSpPr>
          <p:spPr>
            <a:xfrm>
              <a:off x="7242176" y="963613"/>
              <a:ext cx="82550" cy="82550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38"/>
            <p:cNvSpPr/>
            <p:nvPr/>
          </p:nvSpPr>
          <p:spPr>
            <a:xfrm>
              <a:off x="7219951" y="1046163"/>
              <a:ext cx="130175" cy="68262"/>
            </a:xfrm>
            <a:custGeom>
              <a:rect b="b" l="l" r="r" t="t"/>
              <a:pathLst>
                <a:path extrusionOk="0" h="18" w="35">
                  <a:moveTo>
                    <a:pt x="35" y="18"/>
                  </a:move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7" y="0"/>
                    <a:pt x="35" y="8"/>
                    <a:pt x="35" y="18"/>
                  </a:cubicBezTo>
                  <a:close/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39"/>
          <p:cNvGrpSpPr/>
          <p:nvPr/>
        </p:nvGrpSpPr>
        <p:grpSpPr>
          <a:xfrm flipH="1" rot="10800000">
            <a:off x="1425727" y="0"/>
            <a:ext cx="7718273" cy="3480494"/>
            <a:chOff x="619790" y="1109343"/>
            <a:chExt cx="7718273" cy="3480494"/>
          </a:xfrm>
        </p:grpSpPr>
        <p:sp>
          <p:nvSpPr>
            <p:cNvPr id="496" name="Google Shape;496;p39"/>
            <p:cNvSpPr/>
            <p:nvPr/>
          </p:nvSpPr>
          <p:spPr>
            <a:xfrm rot="-5400000">
              <a:off x="4418072" y="4394070"/>
              <a:ext cx="121685" cy="269847"/>
            </a:xfrm>
            <a:custGeom>
              <a:rect b="b" l="l" r="r" t="t"/>
              <a:pathLst>
                <a:path extrusionOk="0" h="498466" w="194439">
                  <a:moveTo>
                    <a:pt x="0" y="0"/>
                  </a:moveTo>
                  <a:lnTo>
                    <a:pt x="0" y="8914"/>
                  </a:lnTo>
                  <a:cubicBezTo>
                    <a:pt x="103374" y="8914"/>
                    <a:pt x="187486" y="116728"/>
                    <a:pt x="187486" y="249233"/>
                  </a:cubicBezTo>
                  <a:cubicBezTo>
                    <a:pt x="187486" y="381739"/>
                    <a:pt x="103374" y="489552"/>
                    <a:pt x="0" y="489552"/>
                  </a:cubicBezTo>
                  <a:lnTo>
                    <a:pt x="0" y="498466"/>
                  </a:lnTo>
                  <a:cubicBezTo>
                    <a:pt x="107234" y="498466"/>
                    <a:pt x="194440" y="386686"/>
                    <a:pt x="194440" y="249233"/>
                  </a:cubicBezTo>
                  <a:cubicBezTo>
                    <a:pt x="194440" y="111780"/>
                    <a:pt x="107234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97" name="Google Shape;497;p39"/>
            <p:cNvSpPr/>
            <p:nvPr/>
          </p:nvSpPr>
          <p:spPr>
            <a:xfrm rot="-5400000">
              <a:off x="4338102" y="4136760"/>
              <a:ext cx="281625" cy="624528"/>
            </a:xfrm>
            <a:custGeom>
              <a:rect b="b" l="l" r="r" t="t"/>
              <a:pathLst>
                <a:path extrusionOk="0" h="1153639" w="450007">
                  <a:moveTo>
                    <a:pt x="0" y="0"/>
                  </a:moveTo>
                  <a:lnTo>
                    <a:pt x="0" y="8557"/>
                  </a:lnTo>
                  <a:cubicBezTo>
                    <a:pt x="244475" y="8557"/>
                    <a:pt x="443366" y="263495"/>
                    <a:pt x="443366" y="576819"/>
                  </a:cubicBezTo>
                  <a:cubicBezTo>
                    <a:pt x="443366" y="890144"/>
                    <a:pt x="244475" y="1145126"/>
                    <a:pt x="0" y="1145126"/>
                  </a:cubicBezTo>
                  <a:lnTo>
                    <a:pt x="0" y="1153639"/>
                  </a:lnTo>
                  <a:cubicBezTo>
                    <a:pt x="248126" y="1153639"/>
                    <a:pt x="450007" y="894913"/>
                    <a:pt x="450007" y="576819"/>
                  </a:cubicBezTo>
                  <a:cubicBezTo>
                    <a:pt x="450007" y="258726"/>
                    <a:pt x="248126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98" name="Google Shape;498;p39"/>
            <p:cNvSpPr/>
            <p:nvPr/>
          </p:nvSpPr>
          <p:spPr>
            <a:xfrm rot="-5400000">
              <a:off x="4258133" y="3879426"/>
              <a:ext cx="441587" cy="979234"/>
            </a:xfrm>
            <a:custGeom>
              <a:rect b="b" l="l" r="r" t="t"/>
              <a:pathLst>
                <a:path extrusionOk="0" h="1808857" w="705609">
                  <a:moveTo>
                    <a:pt x="0" y="0"/>
                  </a:moveTo>
                  <a:lnTo>
                    <a:pt x="0" y="8156"/>
                  </a:lnTo>
                  <a:cubicBezTo>
                    <a:pt x="385541" y="8156"/>
                    <a:pt x="699211" y="410219"/>
                    <a:pt x="699211" y="904406"/>
                  </a:cubicBezTo>
                  <a:cubicBezTo>
                    <a:pt x="699211" y="1398594"/>
                    <a:pt x="385541" y="1800656"/>
                    <a:pt x="0" y="1800656"/>
                  </a:cubicBezTo>
                  <a:lnTo>
                    <a:pt x="0" y="1808857"/>
                  </a:lnTo>
                  <a:cubicBezTo>
                    <a:pt x="389053" y="1808857"/>
                    <a:pt x="705609" y="1403095"/>
                    <a:pt x="705609" y="904406"/>
                  </a:cubicBezTo>
                  <a:cubicBezTo>
                    <a:pt x="705609" y="405717"/>
                    <a:pt x="38905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499" name="Google Shape;499;p39"/>
            <p:cNvSpPr/>
            <p:nvPr/>
          </p:nvSpPr>
          <p:spPr>
            <a:xfrm rot="-5400000">
              <a:off x="4178163" y="3622115"/>
              <a:ext cx="601527" cy="1333915"/>
            </a:xfrm>
            <a:custGeom>
              <a:rect b="b" l="l" r="r" t="t"/>
              <a:pathLst>
                <a:path extrusionOk="0" h="2464030" w="961176">
                  <a:moveTo>
                    <a:pt x="679635" y="360835"/>
                  </a:moveTo>
                  <a:cubicBezTo>
                    <a:pt x="498095" y="128138"/>
                    <a:pt x="256749" y="0"/>
                    <a:pt x="0" y="0"/>
                  </a:cubicBezTo>
                  <a:lnTo>
                    <a:pt x="0" y="7800"/>
                  </a:lnTo>
                  <a:cubicBezTo>
                    <a:pt x="526642" y="7800"/>
                    <a:pt x="955091" y="556986"/>
                    <a:pt x="955091" y="1231993"/>
                  </a:cubicBezTo>
                  <a:cubicBezTo>
                    <a:pt x="955091" y="1906999"/>
                    <a:pt x="526642" y="2456231"/>
                    <a:pt x="0" y="2456231"/>
                  </a:cubicBezTo>
                  <a:lnTo>
                    <a:pt x="0" y="2464030"/>
                  </a:lnTo>
                  <a:cubicBezTo>
                    <a:pt x="256749" y="2464030"/>
                    <a:pt x="498095" y="2335848"/>
                    <a:pt x="679635" y="2103150"/>
                  </a:cubicBezTo>
                  <a:cubicBezTo>
                    <a:pt x="861175" y="1870452"/>
                    <a:pt x="961176" y="1561095"/>
                    <a:pt x="961176" y="1231993"/>
                  </a:cubicBezTo>
                  <a:cubicBezTo>
                    <a:pt x="961176" y="902891"/>
                    <a:pt x="861175" y="593533"/>
                    <a:pt x="679635" y="36083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0" name="Google Shape;500;p39"/>
            <p:cNvSpPr/>
            <p:nvPr/>
          </p:nvSpPr>
          <p:spPr>
            <a:xfrm rot="-5400000">
              <a:off x="4098193" y="3364805"/>
              <a:ext cx="761467" cy="1688596"/>
            </a:xfrm>
            <a:custGeom>
              <a:rect b="b" l="l" r="r" t="t"/>
              <a:pathLst>
                <a:path extrusionOk="0" h="3119203" w="1216743">
                  <a:moveTo>
                    <a:pt x="860375" y="456794"/>
                  </a:moveTo>
                  <a:cubicBezTo>
                    <a:pt x="630538" y="162233"/>
                    <a:pt x="325005" y="0"/>
                    <a:pt x="0" y="0"/>
                  </a:cubicBezTo>
                  <a:lnTo>
                    <a:pt x="0" y="7399"/>
                  </a:lnTo>
                  <a:cubicBezTo>
                    <a:pt x="667709" y="7399"/>
                    <a:pt x="1210937" y="703709"/>
                    <a:pt x="1210937" y="1559579"/>
                  </a:cubicBezTo>
                  <a:cubicBezTo>
                    <a:pt x="1210937" y="2415449"/>
                    <a:pt x="667709" y="3111760"/>
                    <a:pt x="0" y="3111760"/>
                  </a:cubicBezTo>
                  <a:lnTo>
                    <a:pt x="0" y="3119203"/>
                  </a:lnTo>
                  <a:cubicBezTo>
                    <a:pt x="325005" y="3119203"/>
                    <a:pt x="630538" y="2956970"/>
                    <a:pt x="860375" y="2662410"/>
                  </a:cubicBezTo>
                  <a:cubicBezTo>
                    <a:pt x="1090177" y="2367805"/>
                    <a:pt x="1216744" y="1976172"/>
                    <a:pt x="1216744" y="1559579"/>
                  </a:cubicBezTo>
                  <a:cubicBezTo>
                    <a:pt x="1216744" y="1142987"/>
                    <a:pt x="1090177" y="751354"/>
                    <a:pt x="860375" y="45679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1" name="Google Shape;501;p39"/>
            <p:cNvSpPr/>
            <p:nvPr/>
          </p:nvSpPr>
          <p:spPr>
            <a:xfrm rot="-5400000">
              <a:off x="4018223" y="3107494"/>
              <a:ext cx="921407" cy="2043277"/>
            </a:xfrm>
            <a:custGeom>
              <a:rect b="b" l="l" r="r" t="t"/>
              <a:pathLst>
                <a:path extrusionOk="0" h="3774376" w="1472310">
                  <a:moveTo>
                    <a:pt x="1356593" y="1152614"/>
                  </a:moveTo>
                  <a:cubicBezTo>
                    <a:pt x="1282461" y="927850"/>
                    <a:pt x="1176305" y="726039"/>
                    <a:pt x="1041080" y="552708"/>
                  </a:cubicBezTo>
                  <a:cubicBezTo>
                    <a:pt x="905856" y="379421"/>
                    <a:pt x="748412" y="243350"/>
                    <a:pt x="573097" y="148283"/>
                  </a:cubicBezTo>
                  <a:cubicBezTo>
                    <a:pt x="391592" y="49873"/>
                    <a:pt x="198751" y="0"/>
                    <a:pt x="0" y="0"/>
                  </a:cubicBezTo>
                  <a:lnTo>
                    <a:pt x="0" y="7042"/>
                  </a:lnTo>
                  <a:cubicBezTo>
                    <a:pt x="808810" y="7042"/>
                    <a:pt x="1466782" y="850477"/>
                    <a:pt x="1466782" y="1887166"/>
                  </a:cubicBezTo>
                  <a:cubicBezTo>
                    <a:pt x="1466782" y="2923855"/>
                    <a:pt x="808810" y="3767335"/>
                    <a:pt x="0" y="3767335"/>
                  </a:cubicBezTo>
                  <a:lnTo>
                    <a:pt x="0" y="3774376"/>
                  </a:lnTo>
                  <a:cubicBezTo>
                    <a:pt x="198751" y="3774376"/>
                    <a:pt x="391592" y="3724459"/>
                    <a:pt x="573097" y="3626049"/>
                  </a:cubicBezTo>
                  <a:cubicBezTo>
                    <a:pt x="748412" y="3531027"/>
                    <a:pt x="905856" y="3394955"/>
                    <a:pt x="1041080" y="3221624"/>
                  </a:cubicBezTo>
                  <a:cubicBezTo>
                    <a:pt x="1176305" y="3048293"/>
                    <a:pt x="1282461" y="2846482"/>
                    <a:pt x="1356593" y="2621762"/>
                  </a:cubicBezTo>
                  <a:cubicBezTo>
                    <a:pt x="1433367" y="2389109"/>
                    <a:pt x="1472311" y="2141926"/>
                    <a:pt x="1472311" y="1887166"/>
                  </a:cubicBezTo>
                  <a:cubicBezTo>
                    <a:pt x="1472311" y="1632406"/>
                    <a:pt x="1433367" y="1385267"/>
                    <a:pt x="1356593" y="115261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2" name="Google Shape;502;p39"/>
            <p:cNvSpPr/>
            <p:nvPr/>
          </p:nvSpPr>
          <p:spPr>
            <a:xfrm rot="-5400000">
              <a:off x="3938240" y="2850171"/>
              <a:ext cx="1081348" cy="2397983"/>
            </a:xfrm>
            <a:custGeom>
              <a:rect b="b" l="l" r="r" t="t"/>
              <a:pathLst>
                <a:path extrusionOk="0" h="4429594" w="1727878">
                  <a:moveTo>
                    <a:pt x="1592097" y="1352732"/>
                  </a:moveTo>
                  <a:cubicBezTo>
                    <a:pt x="1505065" y="1088969"/>
                    <a:pt x="1380481" y="852126"/>
                    <a:pt x="1221785" y="648711"/>
                  </a:cubicBezTo>
                  <a:cubicBezTo>
                    <a:pt x="1063125" y="445295"/>
                    <a:pt x="878317" y="285602"/>
                    <a:pt x="672577" y="174089"/>
                  </a:cubicBezTo>
                  <a:cubicBezTo>
                    <a:pt x="459534" y="58565"/>
                    <a:pt x="233279" y="0"/>
                    <a:pt x="0" y="0"/>
                  </a:cubicBezTo>
                  <a:lnTo>
                    <a:pt x="0" y="6685"/>
                  </a:lnTo>
                  <a:cubicBezTo>
                    <a:pt x="949876" y="6685"/>
                    <a:pt x="1722663" y="997245"/>
                    <a:pt x="1722663" y="2214797"/>
                  </a:cubicBezTo>
                  <a:cubicBezTo>
                    <a:pt x="1722663" y="3432349"/>
                    <a:pt x="949876" y="4422909"/>
                    <a:pt x="0" y="4422909"/>
                  </a:cubicBezTo>
                  <a:lnTo>
                    <a:pt x="0" y="4429595"/>
                  </a:lnTo>
                  <a:cubicBezTo>
                    <a:pt x="233279" y="4429595"/>
                    <a:pt x="459534" y="4371030"/>
                    <a:pt x="672577" y="4255550"/>
                  </a:cubicBezTo>
                  <a:cubicBezTo>
                    <a:pt x="878317" y="4143992"/>
                    <a:pt x="1063125" y="3984299"/>
                    <a:pt x="1221785" y="3780883"/>
                  </a:cubicBezTo>
                  <a:cubicBezTo>
                    <a:pt x="1380481" y="3577512"/>
                    <a:pt x="1505065" y="3340625"/>
                    <a:pt x="1592097" y="3076907"/>
                  </a:cubicBezTo>
                  <a:cubicBezTo>
                    <a:pt x="1682189" y="2803829"/>
                    <a:pt x="1727878" y="2513815"/>
                    <a:pt x="1727878" y="2214797"/>
                  </a:cubicBezTo>
                  <a:cubicBezTo>
                    <a:pt x="1727878" y="1915780"/>
                    <a:pt x="1682189" y="1625765"/>
                    <a:pt x="1592097" y="135273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3" name="Google Shape;503;p39"/>
            <p:cNvSpPr/>
            <p:nvPr/>
          </p:nvSpPr>
          <p:spPr>
            <a:xfrm rot="-5400000">
              <a:off x="3858271" y="2592860"/>
              <a:ext cx="1241288" cy="2752664"/>
            </a:xfrm>
            <a:custGeom>
              <a:rect b="b" l="l" r="r" t="t"/>
              <a:pathLst>
                <a:path extrusionOk="0" h="5084767" w="1983445">
                  <a:moveTo>
                    <a:pt x="1827567" y="1552805"/>
                  </a:moveTo>
                  <a:cubicBezTo>
                    <a:pt x="1727670" y="1250043"/>
                    <a:pt x="1584656" y="978169"/>
                    <a:pt x="1402491" y="744669"/>
                  </a:cubicBezTo>
                  <a:cubicBezTo>
                    <a:pt x="1220360" y="511168"/>
                    <a:pt x="1008222" y="327854"/>
                    <a:pt x="772057" y="199805"/>
                  </a:cubicBezTo>
                  <a:cubicBezTo>
                    <a:pt x="527512" y="67255"/>
                    <a:pt x="267772" y="0"/>
                    <a:pt x="0" y="0"/>
                  </a:cubicBezTo>
                  <a:lnTo>
                    <a:pt x="0" y="6329"/>
                  </a:lnTo>
                  <a:cubicBezTo>
                    <a:pt x="1090977" y="6329"/>
                    <a:pt x="1978508" y="1144012"/>
                    <a:pt x="1978508" y="2542383"/>
                  </a:cubicBezTo>
                  <a:cubicBezTo>
                    <a:pt x="1978508" y="3940755"/>
                    <a:pt x="1090977" y="5078438"/>
                    <a:pt x="0" y="5078438"/>
                  </a:cubicBezTo>
                  <a:lnTo>
                    <a:pt x="0" y="5084768"/>
                  </a:lnTo>
                  <a:cubicBezTo>
                    <a:pt x="267772" y="5084768"/>
                    <a:pt x="527512" y="5017557"/>
                    <a:pt x="772057" y="4884962"/>
                  </a:cubicBezTo>
                  <a:cubicBezTo>
                    <a:pt x="1008222" y="4756914"/>
                    <a:pt x="1220360" y="4573598"/>
                    <a:pt x="1402491" y="4340143"/>
                  </a:cubicBezTo>
                  <a:cubicBezTo>
                    <a:pt x="1584656" y="4106643"/>
                    <a:pt x="1727670" y="3834768"/>
                    <a:pt x="1827567" y="3532007"/>
                  </a:cubicBezTo>
                  <a:cubicBezTo>
                    <a:pt x="1931011" y="3218549"/>
                    <a:pt x="1983445" y="2885614"/>
                    <a:pt x="1983445" y="2542383"/>
                  </a:cubicBezTo>
                  <a:cubicBezTo>
                    <a:pt x="1983445" y="2199153"/>
                    <a:pt x="1931011" y="1866218"/>
                    <a:pt x="1827567" y="15528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4" name="Google Shape;504;p39"/>
            <p:cNvSpPr/>
            <p:nvPr/>
          </p:nvSpPr>
          <p:spPr>
            <a:xfrm rot="-5400000">
              <a:off x="3778300" y="2335550"/>
              <a:ext cx="1401228" cy="3107345"/>
            </a:xfrm>
            <a:custGeom>
              <a:rect b="b" l="l" r="r" t="t"/>
              <a:pathLst>
                <a:path extrusionOk="0" h="5739940" w="2239012">
                  <a:moveTo>
                    <a:pt x="2063071" y="1752878"/>
                  </a:moveTo>
                  <a:cubicBezTo>
                    <a:pt x="1950274" y="1411118"/>
                    <a:pt x="1788867" y="1104167"/>
                    <a:pt x="1583231" y="840627"/>
                  </a:cubicBezTo>
                  <a:cubicBezTo>
                    <a:pt x="1377595" y="577042"/>
                    <a:pt x="1138161" y="370106"/>
                    <a:pt x="871537" y="225567"/>
                  </a:cubicBezTo>
                  <a:cubicBezTo>
                    <a:pt x="595489" y="75902"/>
                    <a:pt x="302265" y="0"/>
                    <a:pt x="0" y="0"/>
                  </a:cubicBezTo>
                  <a:lnTo>
                    <a:pt x="0" y="5972"/>
                  </a:lnTo>
                  <a:cubicBezTo>
                    <a:pt x="1232043" y="5972"/>
                    <a:pt x="2234388" y="1290736"/>
                    <a:pt x="2234388" y="2869970"/>
                  </a:cubicBezTo>
                  <a:cubicBezTo>
                    <a:pt x="2234388" y="4449205"/>
                    <a:pt x="1232043" y="5734013"/>
                    <a:pt x="0" y="5734013"/>
                  </a:cubicBezTo>
                  <a:lnTo>
                    <a:pt x="0" y="5739941"/>
                  </a:lnTo>
                  <a:cubicBezTo>
                    <a:pt x="302265" y="5739941"/>
                    <a:pt x="595489" y="5664083"/>
                    <a:pt x="871537" y="5514418"/>
                  </a:cubicBezTo>
                  <a:cubicBezTo>
                    <a:pt x="1138161" y="5369879"/>
                    <a:pt x="1377595" y="5162942"/>
                    <a:pt x="1583231" y="4899358"/>
                  </a:cubicBezTo>
                  <a:cubicBezTo>
                    <a:pt x="1788867" y="4635773"/>
                    <a:pt x="1950274" y="4328867"/>
                    <a:pt x="2063071" y="3987107"/>
                  </a:cubicBezTo>
                  <a:cubicBezTo>
                    <a:pt x="2179832" y="3633269"/>
                    <a:pt x="2239013" y="3257414"/>
                    <a:pt x="2239013" y="2869970"/>
                  </a:cubicBezTo>
                  <a:cubicBezTo>
                    <a:pt x="2239013" y="2482527"/>
                    <a:pt x="2179832" y="2106672"/>
                    <a:pt x="2063071" y="1752878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5" name="Google Shape;505;p39"/>
            <p:cNvSpPr/>
            <p:nvPr/>
          </p:nvSpPr>
          <p:spPr>
            <a:xfrm rot="-5400000">
              <a:off x="3698331" y="2078239"/>
              <a:ext cx="1561168" cy="3462026"/>
            </a:xfrm>
            <a:custGeom>
              <a:rect b="b" l="l" r="r" t="t"/>
              <a:pathLst>
                <a:path extrusionOk="0" h="6395113" w="2494579">
                  <a:moveTo>
                    <a:pt x="2298541" y="1952950"/>
                  </a:moveTo>
                  <a:cubicBezTo>
                    <a:pt x="2172913" y="1572148"/>
                    <a:pt x="1993042" y="1230210"/>
                    <a:pt x="1763936" y="936541"/>
                  </a:cubicBezTo>
                  <a:cubicBezTo>
                    <a:pt x="1534829" y="642872"/>
                    <a:pt x="1268066" y="412358"/>
                    <a:pt x="971017" y="251283"/>
                  </a:cubicBezTo>
                  <a:cubicBezTo>
                    <a:pt x="663467" y="84548"/>
                    <a:pt x="336758" y="0"/>
                    <a:pt x="0" y="0"/>
                  </a:cubicBezTo>
                  <a:lnTo>
                    <a:pt x="0" y="5571"/>
                  </a:lnTo>
                  <a:cubicBezTo>
                    <a:pt x="1373109" y="5571"/>
                    <a:pt x="2490234" y="1437503"/>
                    <a:pt x="2490234" y="3197557"/>
                  </a:cubicBezTo>
                  <a:cubicBezTo>
                    <a:pt x="2490234" y="4957610"/>
                    <a:pt x="1373109" y="6389543"/>
                    <a:pt x="0" y="6389543"/>
                  </a:cubicBezTo>
                  <a:lnTo>
                    <a:pt x="0" y="6395114"/>
                  </a:lnTo>
                  <a:cubicBezTo>
                    <a:pt x="336758" y="6395114"/>
                    <a:pt x="663467" y="6310565"/>
                    <a:pt x="971017" y="6143830"/>
                  </a:cubicBezTo>
                  <a:cubicBezTo>
                    <a:pt x="1268066" y="5982801"/>
                    <a:pt x="1534829" y="5752241"/>
                    <a:pt x="1763936" y="5458573"/>
                  </a:cubicBezTo>
                  <a:cubicBezTo>
                    <a:pt x="1993042" y="5164948"/>
                    <a:pt x="2172913" y="4822966"/>
                    <a:pt x="2298541" y="4442207"/>
                  </a:cubicBezTo>
                  <a:cubicBezTo>
                    <a:pt x="2428619" y="4047989"/>
                    <a:pt x="2494580" y="3629213"/>
                    <a:pt x="2494580" y="3197557"/>
                  </a:cubicBezTo>
                  <a:cubicBezTo>
                    <a:pt x="2494580" y="2765900"/>
                    <a:pt x="2428619" y="2347124"/>
                    <a:pt x="2298541" y="1952950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6" name="Google Shape;506;p39"/>
            <p:cNvSpPr/>
            <p:nvPr/>
          </p:nvSpPr>
          <p:spPr>
            <a:xfrm rot="-5400000">
              <a:off x="3618360" y="1820928"/>
              <a:ext cx="1721108" cy="3816708"/>
            </a:xfrm>
            <a:custGeom>
              <a:rect b="b" l="l" r="r" t="t"/>
              <a:pathLst>
                <a:path extrusionOk="0" h="7050286" w="2750147">
                  <a:moveTo>
                    <a:pt x="2534045" y="2153023"/>
                  </a:moveTo>
                  <a:cubicBezTo>
                    <a:pt x="2395517" y="1733223"/>
                    <a:pt x="2197218" y="1356253"/>
                    <a:pt x="1944641" y="1032499"/>
                  </a:cubicBezTo>
                  <a:cubicBezTo>
                    <a:pt x="1692099" y="708746"/>
                    <a:pt x="1397970" y="454565"/>
                    <a:pt x="1070497" y="277045"/>
                  </a:cubicBezTo>
                  <a:cubicBezTo>
                    <a:pt x="731444" y="93195"/>
                    <a:pt x="371285" y="0"/>
                    <a:pt x="0" y="0"/>
                  </a:cubicBezTo>
                  <a:lnTo>
                    <a:pt x="0" y="5215"/>
                  </a:lnTo>
                  <a:cubicBezTo>
                    <a:pt x="1514210" y="5215"/>
                    <a:pt x="2746114" y="1584226"/>
                    <a:pt x="2746114" y="3525143"/>
                  </a:cubicBezTo>
                  <a:cubicBezTo>
                    <a:pt x="2746114" y="5466060"/>
                    <a:pt x="1514210" y="7045116"/>
                    <a:pt x="0" y="7045116"/>
                  </a:cubicBezTo>
                  <a:lnTo>
                    <a:pt x="0" y="7050287"/>
                  </a:lnTo>
                  <a:cubicBezTo>
                    <a:pt x="371285" y="7050287"/>
                    <a:pt x="731444" y="6957091"/>
                    <a:pt x="1070497" y="6773286"/>
                  </a:cubicBezTo>
                  <a:cubicBezTo>
                    <a:pt x="1397970" y="6595721"/>
                    <a:pt x="1692099" y="6341541"/>
                    <a:pt x="1944641" y="6017832"/>
                  </a:cubicBezTo>
                  <a:cubicBezTo>
                    <a:pt x="2197218" y="5694079"/>
                    <a:pt x="2395517" y="5317064"/>
                    <a:pt x="2534045" y="4897308"/>
                  </a:cubicBezTo>
                  <a:cubicBezTo>
                    <a:pt x="2677441" y="4462710"/>
                    <a:pt x="2750147" y="4001057"/>
                    <a:pt x="2750147" y="3525143"/>
                  </a:cubicBezTo>
                  <a:cubicBezTo>
                    <a:pt x="2750147" y="3049229"/>
                    <a:pt x="2677441" y="2587622"/>
                    <a:pt x="2534045" y="215302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7" name="Google Shape;507;p39"/>
            <p:cNvSpPr/>
            <p:nvPr/>
          </p:nvSpPr>
          <p:spPr>
            <a:xfrm rot="-5400000">
              <a:off x="3538403" y="1563606"/>
              <a:ext cx="1881048" cy="4171413"/>
            </a:xfrm>
            <a:custGeom>
              <a:rect b="b" l="l" r="r" t="t"/>
              <a:pathLst>
                <a:path extrusionOk="0" h="7705503" w="3005714">
                  <a:moveTo>
                    <a:pt x="2769515" y="2353096"/>
                  </a:moveTo>
                  <a:cubicBezTo>
                    <a:pt x="2618122" y="1894297"/>
                    <a:pt x="2401428" y="1482251"/>
                    <a:pt x="2125381" y="1128458"/>
                  </a:cubicBezTo>
                  <a:cubicBezTo>
                    <a:pt x="1849333" y="774620"/>
                    <a:pt x="1527875" y="496817"/>
                    <a:pt x="1169977" y="302761"/>
                  </a:cubicBezTo>
                  <a:cubicBezTo>
                    <a:pt x="799421" y="101841"/>
                    <a:pt x="405778" y="0"/>
                    <a:pt x="0" y="0"/>
                  </a:cubicBezTo>
                  <a:lnTo>
                    <a:pt x="0" y="4814"/>
                  </a:lnTo>
                  <a:cubicBezTo>
                    <a:pt x="1655276" y="4814"/>
                    <a:pt x="3001959" y="1730994"/>
                    <a:pt x="3001959" y="3852730"/>
                  </a:cubicBezTo>
                  <a:cubicBezTo>
                    <a:pt x="3001959" y="5974466"/>
                    <a:pt x="1655276" y="7700646"/>
                    <a:pt x="0" y="7700646"/>
                  </a:cubicBezTo>
                  <a:lnTo>
                    <a:pt x="0" y="7705504"/>
                  </a:lnTo>
                  <a:cubicBezTo>
                    <a:pt x="405778" y="7705504"/>
                    <a:pt x="799421" y="7603618"/>
                    <a:pt x="1169977" y="7402698"/>
                  </a:cubicBezTo>
                  <a:cubicBezTo>
                    <a:pt x="1527875" y="7208687"/>
                    <a:pt x="1849333" y="6930885"/>
                    <a:pt x="2125381" y="6577046"/>
                  </a:cubicBezTo>
                  <a:cubicBezTo>
                    <a:pt x="2401428" y="6223209"/>
                    <a:pt x="2618122" y="5811163"/>
                    <a:pt x="2769515" y="5352408"/>
                  </a:cubicBezTo>
                  <a:cubicBezTo>
                    <a:pt x="2926263" y="4877430"/>
                    <a:pt x="3005715" y="4372857"/>
                    <a:pt x="3005715" y="3852730"/>
                  </a:cubicBezTo>
                  <a:cubicBezTo>
                    <a:pt x="3005715" y="3332603"/>
                    <a:pt x="2926263" y="2828075"/>
                    <a:pt x="2769515" y="235309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8" name="Google Shape;508;p39"/>
            <p:cNvSpPr/>
            <p:nvPr/>
          </p:nvSpPr>
          <p:spPr>
            <a:xfrm rot="-5400000">
              <a:off x="3458421" y="1306284"/>
              <a:ext cx="2041010" cy="4526094"/>
            </a:xfrm>
            <a:custGeom>
              <a:rect b="b" l="l" r="r" t="t"/>
              <a:pathLst>
                <a:path extrusionOk="0" h="8360676" w="3261316">
                  <a:moveTo>
                    <a:pt x="3005019" y="2553169"/>
                  </a:moveTo>
                  <a:cubicBezTo>
                    <a:pt x="2840761" y="2055372"/>
                    <a:pt x="2605604" y="1608294"/>
                    <a:pt x="2306086" y="1224371"/>
                  </a:cubicBezTo>
                  <a:cubicBezTo>
                    <a:pt x="2006568" y="840449"/>
                    <a:pt x="1657815" y="539069"/>
                    <a:pt x="1269457" y="328522"/>
                  </a:cubicBezTo>
                  <a:cubicBezTo>
                    <a:pt x="867364" y="110533"/>
                    <a:pt x="440271" y="0"/>
                    <a:pt x="0" y="0"/>
                  </a:cubicBezTo>
                  <a:lnTo>
                    <a:pt x="0" y="4457"/>
                  </a:lnTo>
                  <a:cubicBezTo>
                    <a:pt x="1796377" y="4457"/>
                    <a:pt x="3257840" y="1877717"/>
                    <a:pt x="3257840" y="4180316"/>
                  </a:cubicBezTo>
                  <a:cubicBezTo>
                    <a:pt x="3257840" y="6482916"/>
                    <a:pt x="1796377" y="8356220"/>
                    <a:pt x="0" y="8356220"/>
                  </a:cubicBezTo>
                  <a:lnTo>
                    <a:pt x="0" y="8360677"/>
                  </a:lnTo>
                  <a:cubicBezTo>
                    <a:pt x="440271" y="8360677"/>
                    <a:pt x="867364" y="8250145"/>
                    <a:pt x="1269457" y="8032155"/>
                  </a:cubicBezTo>
                  <a:cubicBezTo>
                    <a:pt x="1657815" y="7821608"/>
                    <a:pt x="2006568" y="7520184"/>
                    <a:pt x="2306086" y="7136261"/>
                  </a:cubicBezTo>
                  <a:cubicBezTo>
                    <a:pt x="2605604" y="6752339"/>
                    <a:pt x="2840761" y="6305306"/>
                    <a:pt x="3005019" y="5807508"/>
                  </a:cubicBezTo>
                  <a:cubicBezTo>
                    <a:pt x="3175084" y="5292150"/>
                    <a:pt x="3261317" y="4744657"/>
                    <a:pt x="3261317" y="4180316"/>
                  </a:cubicBezTo>
                  <a:cubicBezTo>
                    <a:pt x="3261317" y="3615976"/>
                    <a:pt x="3175084" y="3068528"/>
                    <a:pt x="3005019" y="2553169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09" name="Google Shape;509;p39"/>
            <p:cNvSpPr/>
            <p:nvPr/>
          </p:nvSpPr>
          <p:spPr>
            <a:xfrm rot="-5400000">
              <a:off x="3378451" y="1048974"/>
              <a:ext cx="2200950" cy="4880775"/>
            </a:xfrm>
            <a:custGeom>
              <a:rect b="b" l="l" r="r" t="t"/>
              <a:pathLst>
                <a:path extrusionOk="0" h="9015849" w="3516883">
                  <a:moveTo>
                    <a:pt x="3240489" y="2753242"/>
                  </a:moveTo>
                  <a:cubicBezTo>
                    <a:pt x="3063365" y="2216402"/>
                    <a:pt x="2809780" y="1734337"/>
                    <a:pt x="2486791" y="1320330"/>
                  </a:cubicBezTo>
                  <a:cubicBezTo>
                    <a:pt x="2163803" y="906323"/>
                    <a:pt x="1787719" y="581277"/>
                    <a:pt x="1368937" y="354239"/>
                  </a:cubicBezTo>
                  <a:cubicBezTo>
                    <a:pt x="935341" y="119179"/>
                    <a:pt x="474764" y="0"/>
                    <a:pt x="0" y="0"/>
                  </a:cubicBezTo>
                  <a:lnTo>
                    <a:pt x="0" y="4056"/>
                  </a:lnTo>
                  <a:cubicBezTo>
                    <a:pt x="1937443" y="4056"/>
                    <a:pt x="3513685" y="2024485"/>
                    <a:pt x="3513685" y="4507903"/>
                  </a:cubicBezTo>
                  <a:cubicBezTo>
                    <a:pt x="3513685" y="6991321"/>
                    <a:pt x="1937443" y="9011750"/>
                    <a:pt x="0" y="9011750"/>
                  </a:cubicBezTo>
                  <a:lnTo>
                    <a:pt x="0" y="9015850"/>
                  </a:lnTo>
                  <a:cubicBezTo>
                    <a:pt x="474764" y="9015850"/>
                    <a:pt x="935341" y="8896671"/>
                    <a:pt x="1368937" y="8661566"/>
                  </a:cubicBezTo>
                  <a:cubicBezTo>
                    <a:pt x="1787719" y="8434529"/>
                    <a:pt x="2163803" y="8109483"/>
                    <a:pt x="2486791" y="7695520"/>
                  </a:cubicBezTo>
                  <a:cubicBezTo>
                    <a:pt x="2809780" y="7281514"/>
                    <a:pt x="3063365" y="6799405"/>
                    <a:pt x="3240489" y="6262608"/>
                  </a:cubicBezTo>
                  <a:cubicBezTo>
                    <a:pt x="3423871" y="5706825"/>
                    <a:pt x="3516884" y="5116456"/>
                    <a:pt x="3516884" y="4507903"/>
                  </a:cubicBezTo>
                  <a:cubicBezTo>
                    <a:pt x="3516884" y="3899350"/>
                    <a:pt x="3423871" y="3308980"/>
                    <a:pt x="3240489" y="275324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10" name="Google Shape;510;p39"/>
            <p:cNvSpPr/>
            <p:nvPr/>
          </p:nvSpPr>
          <p:spPr>
            <a:xfrm rot="-5400000">
              <a:off x="3298482" y="791663"/>
              <a:ext cx="2360890" cy="5235456"/>
            </a:xfrm>
            <a:custGeom>
              <a:rect b="b" l="l" r="r" t="t"/>
              <a:pathLst>
                <a:path extrusionOk="0" h="9671022" w="3772450">
                  <a:moveTo>
                    <a:pt x="3475993" y="2953315"/>
                  </a:moveTo>
                  <a:cubicBezTo>
                    <a:pt x="3381451" y="2666777"/>
                    <a:pt x="3264411" y="2390401"/>
                    <a:pt x="3128178" y="2131898"/>
                  </a:cubicBezTo>
                  <a:cubicBezTo>
                    <a:pt x="2993232" y="1875845"/>
                    <a:pt x="2838222" y="1635080"/>
                    <a:pt x="2667531" y="1416288"/>
                  </a:cubicBezTo>
                  <a:cubicBezTo>
                    <a:pt x="2496840" y="1197496"/>
                    <a:pt x="2308972" y="998805"/>
                    <a:pt x="2109212" y="825830"/>
                  </a:cubicBezTo>
                  <a:cubicBezTo>
                    <a:pt x="1907540" y="651162"/>
                    <a:pt x="1691925" y="501185"/>
                    <a:pt x="1468417" y="380000"/>
                  </a:cubicBezTo>
                  <a:cubicBezTo>
                    <a:pt x="1003319" y="127826"/>
                    <a:pt x="509292" y="0"/>
                    <a:pt x="0" y="0"/>
                  </a:cubicBezTo>
                  <a:lnTo>
                    <a:pt x="0" y="3699"/>
                  </a:lnTo>
                  <a:cubicBezTo>
                    <a:pt x="2078544" y="3699"/>
                    <a:pt x="3769530" y="2171253"/>
                    <a:pt x="3769530" y="4835489"/>
                  </a:cubicBezTo>
                  <a:cubicBezTo>
                    <a:pt x="3769530" y="7499726"/>
                    <a:pt x="2078544" y="9667324"/>
                    <a:pt x="0" y="9667324"/>
                  </a:cubicBezTo>
                  <a:lnTo>
                    <a:pt x="0" y="9671023"/>
                  </a:lnTo>
                  <a:cubicBezTo>
                    <a:pt x="509292" y="9671023"/>
                    <a:pt x="1003319" y="9543153"/>
                    <a:pt x="1468417" y="9291023"/>
                  </a:cubicBezTo>
                  <a:cubicBezTo>
                    <a:pt x="1691925" y="9169838"/>
                    <a:pt x="1907540" y="9019817"/>
                    <a:pt x="2109212" y="8845194"/>
                  </a:cubicBezTo>
                  <a:cubicBezTo>
                    <a:pt x="2308972" y="8672219"/>
                    <a:pt x="2496805" y="8473527"/>
                    <a:pt x="2667531" y="8254736"/>
                  </a:cubicBezTo>
                  <a:cubicBezTo>
                    <a:pt x="2838222" y="8035899"/>
                    <a:pt x="2993232" y="7795134"/>
                    <a:pt x="3128178" y="7539082"/>
                  </a:cubicBezTo>
                  <a:cubicBezTo>
                    <a:pt x="3264411" y="7280578"/>
                    <a:pt x="3381451" y="7004246"/>
                    <a:pt x="3475993" y="6717708"/>
                  </a:cubicBezTo>
                  <a:cubicBezTo>
                    <a:pt x="3672693" y="6121545"/>
                    <a:pt x="3772451" y="5488301"/>
                    <a:pt x="3772451" y="4835489"/>
                  </a:cubicBezTo>
                  <a:cubicBezTo>
                    <a:pt x="3772451" y="4182678"/>
                    <a:pt x="3672693" y="3549434"/>
                    <a:pt x="3475993" y="295331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11" name="Google Shape;511;p39"/>
            <p:cNvSpPr/>
            <p:nvPr/>
          </p:nvSpPr>
          <p:spPr>
            <a:xfrm rot="-5400000">
              <a:off x="3218499" y="534340"/>
              <a:ext cx="2520831" cy="5590162"/>
            </a:xfrm>
            <a:custGeom>
              <a:rect b="b" l="l" r="r" t="t"/>
              <a:pathLst>
                <a:path extrusionOk="0" h="10326240" w="4028018">
                  <a:moveTo>
                    <a:pt x="3711463" y="3153433"/>
                  </a:moveTo>
                  <a:cubicBezTo>
                    <a:pt x="3610522" y="2847463"/>
                    <a:pt x="3485555" y="2552412"/>
                    <a:pt x="3340108" y="2276392"/>
                  </a:cubicBezTo>
                  <a:cubicBezTo>
                    <a:pt x="3195982" y="2003002"/>
                    <a:pt x="3030506" y="1745880"/>
                    <a:pt x="2848237" y="1512246"/>
                  </a:cubicBezTo>
                  <a:cubicBezTo>
                    <a:pt x="2665966" y="1278613"/>
                    <a:pt x="2465407" y="1066506"/>
                    <a:pt x="2252087" y="881809"/>
                  </a:cubicBezTo>
                  <a:cubicBezTo>
                    <a:pt x="2036750" y="695330"/>
                    <a:pt x="1806565" y="535147"/>
                    <a:pt x="1567897" y="405762"/>
                  </a:cubicBezTo>
                  <a:cubicBezTo>
                    <a:pt x="1071296" y="136517"/>
                    <a:pt x="543785" y="0"/>
                    <a:pt x="0" y="0"/>
                  </a:cubicBezTo>
                  <a:lnTo>
                    <a:pt x="0" y="3343"/>
                  </a:lnTo>
                  <a:cubicBezTo>
                    <a:pt x="2219610" y="3343"/>
                    <a:pt x="4025410" y="2318020"/>
                    <a:pt x="4025410" y="5163121"/>
                  </a:cubicBezTo>
                  <a:cubicBezTo>
                    <a:pt x="4025410" y="8008221"/>
                    <a:pt x="2219610" y="10322898"/>
                    <a:pt x="0" y="10322898"/>
                  </a:cubicBezTo>
                  <a:lnTo>
                    <a:pt x="0" y="10326241"/>
                  </a:lnTo>
                  <a:cubicBezTo>
                    <a:pt x="543785" y="10326241"/>
                    <a:pt x="1071296" y="10189724"/>
                    <a:pt x="1567897" y="9920480"/>
                  </a:cubicBezTo>
                  <a:cubicBezTo>
                    <a:pt x="1806565" y="9791094"/>
                    <a:pt x="2036750" y="9630955"/>
                    <a:pt x="2252087" y="9444476"/>
                  </a:cubicBezTo>
                  <a:cubicBezTo>
                    <a:pt x="2465407" y="9259736"/>
                    <a:pt x="2665966" y="9047628"/>
                    <a:pt x="2848237" y="8813995"/>
                  </a:cubicBezTo>
                  <a:cubicBezTo>
                    <a:pt x="3030506" y="8580360"/>
                    <a:pt x="3195982" y="8323283"/>
                    <a:pt x="3340108" y="8049893"/>
                  </a:cubicBezTo>
                  <a:cubicBezTo>
                    <a:pt x="3485555" y="7773874"/>
                    <a:pt x="3610522" y="7478779"/>
                    <a:pt x="3711463" y="7172854"/>
                  </a:cubicBezTo>
                  <a:cubicBezTo>
                    <a:pt x="3921515" y="6536310"/>
                    <a:pt x="4028018" y="5860145"/>
                    <a:pt x="4028018" y="5163121"/>
                  </a:cubicBezTo>
                  <a:cubicBezTo>
                    <a:pt x="4028018" y="4466097"/>
                    <a:pt x="3921515" y="3789931"/>
                    <a:pt x="3711463" y="3153433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12" name="Google Shape;512;p39"/>
            <p:cNvSpPr/>
            <p:nvPr/>
          </p:nvSpPr>
          <p:spPr>
            <a:xfrm rot="-5400000">
              <a:off x="3138529" y="277030"/>
              <a:ext cx="2680771" cy="5944843"/>
            </a:xfrm>
            <a:custGeom>
              <a:rect b="b" l="l" r="r" t="t"/>
              <a:pathLst>
                <a:path extrusionOk="0" h="10981413" w="4283585">
                  <a:moveTo>
                    <a:pt x="3946967" y="3353506"/>
                  </a:moveTo>
                  <a:cubicBezTo>
                    <a:pt x="3839594" y="3028148"/>
                    <a:pt x="3706734" y="2714333"/>
                    <a:pt x="3552003" y="2420798"/>
                  </a:cubicBezTo>
                  <a:cubicBezTo>
                    <a:pt x="3398767" y="2130070"/>
                    <a:pt x="3222790" y="1856680"/>
                    <a:pt x="3028942" y="1608205"/>
                  </a:cubicBezTo>
                  <a:cubicBezTo>
                    <a:pt x="2835128" y="1359729"/>
                    <a:pt x="2621807" y="1134162"/>
                    <a:pt x="2394996" y="937744"/>
                  </a:cubicBezTo>
                  <a:cubicBezTo>
                    <a:pt x="2165994" y="739454"/>
                    <a:pt x="1921171" y="569109"/>
                    <a:pt x="1667377" y="431523"/>
                  </a:cubicBezTo>
                  <a:cubicBezTo>
                    <a:pt x="1139274" y="145208"/>
                    <a:pt x="578277" y="0"/>
                    <a:pt x="0" y="0"/>
                  </a:cubicBezTo>
                  <a:lnTo>
                    <a:pt x="0" y="2986"/>
                  </a:lnTo>
                  <a:cubicBezTo>
                    <a:pt x="2360711" y="2986"/>
                    <a:pt x="4281256" y="2464788"/>
                    <a:pt x="4281256" y="5490707"/>
                  </a:cubicBezTo>
                  <a:cubicBezTo>
                    <a:pt x="4281256" y="8516627"/>
                    <a:pt x="2360711" y="10978428"/>
                    <a:pt x="0" y="10978428"/>
                  </a:cubicBezTo>
                  <a:lnTo>
                    <a:pt x="0" y="10981414"/>
                  </a:lnTo>
                  <a:cubicBezTo>
                    <a:pt x="578277" y="10981414"/>
                    <a:pt x="1139274" y="10836251"/>
                    <a:pt x="1667377" y="10549936"/>
                  </a:cubicBezTo>
                  <a:cubicBezTo>
                    <a:pt x="1921171" y="10412305"/>
                    <a:pt x="2165994" y="10242004"/>
                    <a:pt x="2394996" y="10043714"/>
                  </a:cubicBezTo>
                  <a:cubicBezTo>
                    <a:pt x="2621807" y="9847251"/>
                    <a:pt x="2835128" y="9621685"/>
                    <a:pt x="3028942" y="9373210"/>
                  </a:cubicBezTo>
                  <a:cubicBezTo>
                    <a:pt x="3222790" y="9124779"/>
                    <a:pt x="3398767" y="8851344"/>
                    <a:pt x="3552003" y="8560616"/>
                  </a:cubicBezTo>
                  <a:cubicBezTo>
                    <a:pt x="3706734" y="8267082"/>
                    <a:pt x="3839594" y="7953311"/>
                    <a:pt x="3946967" y="7627953"/>
                  </a:cubicBezTo>
                  <a:cubicBezTo>
                    <a:pt x="4170336" y="6951030"/>
                    <a:pt x="4283586" y="6231944"/>
                    <a:pt x="4283586" y="5490707"/>
                  </a:cubicBezTo>
                  <a:cubicBezTo>
                    <a:pt x="4283586" y="4749470"/>
                    <a:pt x="4170336" y="4030429"/>
                    <a:pt x="3946967" y="335350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13" name="Google Shape;513;p39"/>
            <p:cNvSpPr/>
            <p:nvPr/>
          </p:nvSpPr>
          <p:spPr>
            <a:xfrm rot="-5400000">
              <a:off x="3058559" y="19719"/>
              <a:ext cx="2840711" cy="6299524"/>
            </a:xfrm>
            <a:custGeom>
              <a:rect b="b" l="l" r="r" t="t"/>
              <a:pathLst>
                <a:path extrusionOk="0" h="11636586" w="4539152">
                  <a:moveTo>
                    <a:pt x="4446940" y="4645712"/>
                  </a:moveTo>
                  <a:cubicBezTo>
                    <a:pt x="4387308" y="4272130"/>
                    <a:pt x="4298329" y="3904698"/>
                    <a:pt x="4182437" y="3553579"/>
                  </a:cubicBezTo>
                  <a:cubicBezTo>
                    <a:pt x="4068701" y="3208788"/>
                    <a:pt x="3927878" y="2876299"/>
                    <a:pt x="3763932" y="2565248"/>
                  </a:cubicBezTo>
                  <a:cubicBezTo>
                    <a:pt x="3601552" y="2257138"/>
                    <a:pt x="3415074" y="1967436"/>
                    <a:pt x="3209682" y="1704163"/>
                  </a:cubicBezTo>
                  <a:cubicBezTo>
                    <a:pt x="3004254" y="1440846"/>
                    <a:pt x="2778242" y="1201819"/>
                    <a:pt x="2537905" y="993679"/>
                  </a:cubicBezTo>
                  <a:cubicBezTo>
                    <a:pt x="2295238" y="783534"/>
                    <a:pt x="2035811" y="603071"/>
                    <a:pt x="1766857" y="457240"/>
                  </a:cubicBezTo>
                  <a:cubicBezTo>
                    <a:pt x="1492895" y="308734"/>
                    <a:pt x="1206243" y="194680"/>
                    <a:pt x="914792" y="118199"/>
                  </a:cubicBezTo>
                  <a:cubicBezTo>
                    <a:pt x="615761" y="39801"/>
                    <a:pt x="307967" y="0"/>
                    <a:pt x="0" y="0"/>
                  </a:cubicBezTo>
                  <a:lnTo>
                    <a:pt x="0" y="2630"/>
                  </a:lnTo>
                  <a:cubicBezTo>
                    <a:pt x="2501778" y="2630"/>
                    <a:pt x="4537136" y="2611511"/>
                    <a:pt x="4537136" y="5818294"/>
                  </a:cubicBezTo>
                  <a:cubicBezTo>
                    <a:pt x="4537136" y="9025076"/>
                    <a:pt x="2501778" y="11634002"/>
                    <a:pt x="0" y="11634002"/>
                  </a:cubicBezTo>
                  <a:lnTo>
                    <a:pt x="0" y="11636587"/>
                  </a:lnTo>
                  <a:cubicBezTo>
                    <a:pt x="307967" y="11636587"/>
                    <a:pt x="615761" y="11596831"/>
                    <a:pt x="914792" y="11518389"/>
                  </a:cubicBezTo>
                  <a:cubicBezTo>
                    <a:pt x="1206243" y="11441952"/>
                    <a:pt x="1492895" y="11327899"/>
                    <a:pt x="1766857" y="11179348"/>
                  </a:cubicBezTo>
                  <a:cubicBezTo>
                    <a:pt x="2035811" y="11033561"/>
                    <a:pt x="2295238" y="10853054"/>
                    <a:pt x="2537905" y="10642908"/>
                  </a:cubicBezTo>
                  <a:cubicBezTo>
                    <a:pt x="2778242" y="10434768"/>
                    <a:pt x="3004254" y="10195742"/>
                    <a:pt x="3209682" y="9932469"/>
                  </a:cubicBezTo>
                  <a:cubicBezTo>
                    <a:pt x="3415074" y="9669151"/>
                    <a:pt x="3601552" y="9379449"/>
                    <a:pt x="3763932" y="9071384"/>
                  </a:cubicBezTo>
                  <a:cubicBezTo>
                    <a:pt x="3927878" y="8760333"/>
                    <a:pt x="4068701" y="8427799"/>
                    <a:pt x="4182437" y="8083054"/>
                  </a:cubicBezTo>
                  <a:cubicBezTo>
                    <a:pt x="4298329" y="7731934"/>
                    <a:pt x="4387308" y="7364458"/>
                    <a:pt x="4446940" y="6990876"/>
                  </a:cubicBezTo>
                  <a:cubicBezTo>
                    <a:pt x="4508137" y="6607577"/>
                    <a:pt x="4539153" y="6213047"/>
                    <a:pt x="4539153" y="5818294"/>
                  </a:cubicBezTo>
                  <a:cubicBezTo>
                    <a:pt x="4539153" y="5423541"/>
                    <a:pt x="4508137" y="5029011"/>
                    <a:pt x="4446940" y="4645712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14" name="Google Shape;514;p39"/>
            <p:cNvSpPr/>
            <p:nvPr/>
          </p:nvSpPr>
          <p:spPr>
            <a:xfrm rot="-5400000">
              <a:off x="2978589" y="-237592"/>
              <a:ext cx="3000651" cy="6654205"/>
            </a:xfrm>
            <a:custGeom>
              <a:rect b="b" l="l" r="r" t="t"/>
              <a:pathLst>
                <a:path extrusionOk="0" h="12291759" w="4794719">
                  <a:moveTo>
                    <a:pt x="4697327" y="4907291"/>
                  </a:moveTo>
                  <a:cubicBezTo>
                    <a:pt x="4634322" y="4512672"/>
                    <a:pt x="4540335" y="4124515"/>
                    <a:pt x="4417941" y="3753651"/>
                  </a:cubicBezTo>
                  <a:cubicBezTo>
                    <a:pt x="4297772" y="3389473"/>
                    <a:pt x="4149022" y="3038220"/>
                    <a:pt x="3975862" y="2709654"/>
                  </a:cubicBezTo>
                  <a:cubicBezTo>
                    <a:pt x="3804336" y="2384251"/>
                    <a:pt x="3607358" y="2078191"/>
                    <a:pt x="3390387" y="1800077"/>
                  </a:cubicBezTo>
                  <a:cubicBezTo>
                    <a:pt x="3173415" y="1521963"/>
                    <a:pt x="2934677" y="1269476"/>
                    <a:pt x="2680779" y="1049614"/>
                  </a:cubicBezTo>
                  <a:cubicBezTo>
                    <a:pt x="2424447" y="827658"/>
                    <a:pt x="2150451" y="636989"/>
                    <a:pt x="1866337" y="483001"/>
                  </a:cubicBezTo>
                  <a:cubicBezTo>
                    <a:pt x="1576972" y="326116"/>
                    <a:pt x="1274151" y="205600"/>
                    <a:pt x="966322" y="124884"/>
                  </a:cubicBezTo>
                  <a:cubicBezTo>
                    <a:pt x="650427" y="42029"/>
                    <a:pt x="325318" y="0"/>
                    <a:pt x="0" y="0"/>
                  </a:cubicBezTo>
                  <a:lnTo>
                    <a:pt x="0" y="2228"/>
                  </a:lnTo>
                  <a:cubicBezTo>
                    <a:pt x="2642879" y="2228"/>
                    <a:pt x="4792982" y="2758279"/>
                    <a:pt x="4792982" y="6145880"/>
                  </a:cubicBezTo>
                  <a:cubicBezTo>
                    <a:pt x="4792982" y="9533482"/>
                    <a:pt x="2642879" y="12289531"/>
                    <a:pt x="0" y="12289531"/>
                  </a:cubicBezTo>
                  <a:lnTo>
                    <a:pt x="0" y="12291760"/>
                  </a:lnTo>
                  <a:cubicBezTo>
                    <a:pt x="325318" y="12291760"/>
                    <a:pt x="650427" y="12249776"/>
                    <a:pt x="966322" y="12166921"/>
                  </a:cubicBezTo>
                  <a:cubicBezTo>
                    <a:pt x="1274151" y="12086161"/>
                    <a:pt x="1576972" y="11965689"/>
                    <a:pt x="1866337" y="11808804"/>
                  </a:cubicBezTo>
                  <a:cubicBezTo>
                    <a:pt x="2150451" y="11654771"/>
                    <a:pt x="2424447" y="11464103"/>
                    <a:pt x="2680779" y="11242146"/>
                  </a:cubicBezTo>
                  <a:cubicBezTo>
                    <a:pt x="2934677" y="11022285"/>
                    <a:pt x="3173415" y="10769797"/>
                    <a:pt x="3390387" y="10491683"/>
                  </a:cubicBezTo>
                  <a:cubicBezTo>
                    <a:pt x="3607358" y="10213570"/>
                    <a:pt x="3804336" y="9907554"/>
                    <a:pt x="3975862" y="9582107"/>
                  </a:cubicBezTo>
                  <a:cubicBezTo>
                    <a:pt x="4149022" y="9253540"/>
                    <a:pt x="4297772" y="8902331"/>
                    <a:pt x="4417941" y="8538153"/>
                  </a:cubicBezTo>
                  <a:cubicBezTo>
                    <a:pt x="4540335" y="8167245"/>
                    <a:pt x="4634322" y="7779089"/>
                    <a:pt x="4697327" y="7384514"/>
                  </a:cubicBezTo>
                  <a:cubicBezTo>
                    <a:pt x="4761966" y="6979599"/>
                    <a:pt x="4794720" y="6562874"/>
                    <a:pt x="4794720" y="6145880"/>
                  </a:cubicBezTo>
                  <a:cubicBezTo>
                    <a:pt x="4794720" y="5728887"/>
                    <a:pt x="4761966" y="5312162"/>
                    <a:pt x="4697327" y="4907291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15" name="Google Shape;515;p39"/>
            <p:cNvSpPr/>
            <p:nvPr/>
          </p:nvSpPr>
          <p:spPr>
            <a:xfrm rot="-5400000">
              <a:off x="2898619" y="-494903"/>
              <a:ext cx="3160591" cy="7008886"/>
            </a:xfrm>
            <a:custGeom>
              <a:rect b="b" l="l" r="r" t="t"/>
              <a:pathLst>
                <a:path extrusionOk="0" h="12946932" w="5050287">
                  <a:moveTo>
                    <a:pt x="4947678" y="5168826"/>
                  </a:moveTo>
                  <a:cubicBezTo>
                    <a:pt x="4881335" y="4753214"/>
                    <a:pt x="4782342" y="4344377"/>
                    <a:pt x="4653411" y="3953724"/>
                  </a:cubicBezTo>
                  <a:cubicBezTo>
                    <a:pt x="4526844" y="3570114"/>
                    <a:pt x="4370200" y="3200142"/>
                    <a:pt x="4187791" y="2854103"/>
                  </a:cubicBezTo>
                  <a:cubicBezTo>
                    <a:pt x="4007121" y="2511319"/>
                    <a:pt x="3799642" y="2188991"/>
                    <a:pt x="3571092" y="1896035"/>
                  </a:cubicBezTo>
                  <a:cubicBezTo>
                    <a:pt x="3342577" y="1603079"/>
                    <a:pt x="3091077" y="1337133"/>
                    <a:pt x="2823688" y="1105549"/>
                  </a:cubicBezTo>
                  <a:cubicBezTo>
                    <a:pt x="2553691" y="871781"/>
                    <a:pt x="2265056" y="670951"/>
                    <a:pt x="1965816" y="508717"/>
                  </a:cubicBezTo>
                  <a:cubicBezTo>
                    <a:pt x="1661013" y="343498"/>
                    <a:pt x="1342059" y="216564"/>
                    <a:pt x="1017818" y="131525"/>
                  </a:cubicBezTo>
                  <a:cubicBezTo>
                    <a:pt x="685094" y="44258"/>
                    <a:pt x="342669" y="0"/>
                    <a:pt x="0" y="0"/>
                  </a:cubicBezTo>
                  <a:lnTo>
                    <a:pt x="0" y="1872"/>
                  </a:lnTo>
                  <a:cubicBezTo>
                    <a:pt x="2783945" y="1872"/>
                    <a:pt x="5048862" y="2905002"/>
                    <a:pt x="5048862" y="6473467"/>
                  </a:cubicBezTo>
                  <a:cubicBezTo>
                    <a:pt x="5048862" y="10041932"/>
                    <a:pt x="2783945" y="12945106"/>
                    <a:pt x="0" y="12945106"/>
                  </a:cubicBezTo>
                  <a:lnTo>
                    <a:pt x="0" y="12946933"/>
                  </a:lnTo>
                  <a:cubicBezTo>
                    <a:pt x="342669" y="12946933"/>
                    <a:pt x="685094" y="12902720"/>
                    <a:pt x="1017818" y="12815453"/>
                  </a:cubicBezTo>
                  <a:cubicBezTo>
                    <a:pt x="1342059" y="12730370"/>
                    <a:pt x="1661013" y="12603480"/>
                    <a:pt x="1965816" y="12438216"/>
                  </a:cubicBezTo>
                  <a:cubicBezTo>
                    <a:pt x="2265056" y="12275983"/>
                    <a:pt x="2553691" y="12075197"/>
                    <a:pt x="2823688" y="11841385"/>
                  </a:cubicBezTo>
                  <a:cubicBezTo>
                    <a:pt x="3091077" y="11609801"/>
                    <a:pt x="3342577" y="11343854"/>
                    <a:pt x="3571092" y="11050898"/>
                  </a:cubicBezTo>
                  <a:cubicBezTo>
                    <a:pt x="3799642" y="10757987"/>
                    <a:pt x="4007121" y="10435659"/>
                    <a:pt x="4187791" y="10092875"/>
                  </a:cubicBezTo>
                  <a:cubicBezTo>
                    <a:pt x="4370200" y="9746792"/>
                    <a:pt x="4526844" y="9376820"/>
                    <a:pt x="4653411" y="8993254"/>
                  </a:cubicBezTo>
                  <a:cubicBezTo>
                    <a:pt x="4782342" y="8602556"/>
                    <a:pt x="4881335" y="8193720"/>
                    <a:pt x="4947678" y="7778108"/>
                  </a:cubicBezTo>
                  <a:cubicBezTo>
                    <a:pt x="5015760" y="7351622"/>
                    <a:pt x="5050287" y="6912700"/>
                    <a:pt x="5050287" y="6473467"/>
                  </a:cubicBezTo>
                  <a:cubicBezTo>
                    <a:pt x="5050287" y="6034234"/>
                    <a:pt x="5015760" y="5595312"/>
                    <a:pt x="4947678" y="5168826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16" name="Google Shape;516;p39"/>
            <p:cNvSpPr/>
            <p:nvPr/>
          </p:nvSpPr>
          <p:spPr>
            <a:xfrm rot="-5400000">
              <a:off x="2818661" y="-752225"/>
              <a:ext cx="3320531" cy="7363592"/>
            </a:xfrm>
            <a:custGeom>
              <a:rect b="b" l="l" r="r" t="t"/>
              <a:pathLst>
                <a:path extrusionOk="0" h="13602150" w="5305854">
                  <a:moveTo>
                    <a:pt x="5198064" y="5430405"/>
                  </a:moveTo>
                  <a:cubicBezTo>
                    <a:pt x="5128349" y="4993756"/>
                    <a:pt x="5024348" y="4564239"/>
                    <a:pt x="4888915" y="4153797"/>
                  </a:cubicBezTo>
                  <a:cubicBezTo>
                    <a:pt x="4755916" y="3750799"/>
                    <a:pt x="4591344" y="3362108"/>
                    <a:pt x="4399721" y="2998509"/>
                  </a:cubicBezTo>
                  <a:cubicBezTo>
                    <a:pt x="4209906" y="2638386"/>
                    <a:pt x="3991926" y="2299747"/>
                    <a:pt x="3751832" y="1991994"/>
                  </a:cubicBezTo>
                  <a:cubicBezTo>
                    <a:pt x="3511703" y="1684241"/>
                    <a:pt x="3247512" y="1404789"/>
                    <a:pt x="2966562" y="1161528"/>
                  </a:cubicBezTo>
                  <a:cubicBezTo>
                    <a:pt x="2682900" y="915861"/>
                    <a:pt x="2379697" y="704913"/>
                    <a:pt x="2065296" y="534479"/>
                  </a:cubicBezTo>
                  <a:cubicBezTo>
                    <a:pt x="1745090" y="360836"/>
                    <a:pt x="1410001" y="227528"/>
                    <a:pt x="1069314" y="138166"/>
                  </a:cubicBezTo>
                  <a:cubicBezTo>
                    <a:pt x="719761" y="46486"/>
                    <a:pt x="359985" y="0"/>
                    <a:pt x="0" y="0"/>
                  </a:cubicBezTo>
                  <a:lnTo>
                    <a:pt x="0" y="1471"/>
                  </a:lnTo>
                  <a:cubicBezTo>
                    <a:pt x="2925046" y="1471"/>
                    <a:pt x="5304707" y="3051770"/>
                    <a:pt x="5304707" y="6801053"/>
                  </a:cubicBezTo>
                  <a:cubicBezTo>
                    <a:pt x="5304707" y="10550337"/>
                    <a:pt x="2925046" y="13600636"/>
                    <a:pt x="0" y="13600636"/>
                  </a:cubicBezTo>
                  <a:lnTo>
                    <a:pt x="0" y="13602151"/>
                  </a:lnTo>
                  <a:cubicBezTo>
                    <a:pt x="359985" y="13602151"/>
                    <a:pt x="719761" y="13555620"/>
                    <a:pt x="1069314" y="13463940"/>
                  </a:cubicBezTo>
                  <a:cubicBezTo>
                    <a:pt x="1410001" y="13374579"/>
                    <a:pt x="1745090" y="13241271"/>
                    <a:pt x="2065296" y="13067672"/>
                  </a:cubicBezTo>
                  <a:cubicBezTo>
                    <a:pt x="2379697" y="12897238"/>
                    <a:pt x="2682900" y="12686245"/>
                    <a:pt x="2966562" y="12440623"/>
                  </a:cubicBezTo>
                  <a:cubicBezTo>
                    <a:pt x="3247512" y="12197317"/>
                    <a:pt x="3511703" y="11917911"/>
                    <a:pt x="3751832" y="11610157"/>
                  </a:cubicBezTo>
                  <a:cubicBezTo>
                    <a:pt x="3991926" y="11302359"/>
                    <a:pt x="4209906" y="10963720"/>
                    <a:pt x="4399721" y="10603598"/>
                  </a:cubicBezTo>
                  <a:cubicBezTo>
                    <a:pt x="4591344" y="10240044"/>
                    <a:pt x="4755916" y="9851352"/>
                    <a:pt x="4888915" y="9448353"/>
                  </a:cubicBezTo>
                  <a:cubicBezTo>
                    <a:pt x="5024348" y="9037913"/>
                    <a:pt x="5128349" y="8608395"/>
                    <a:pt x="5198064" y="8171702"/>
                  </a:cubicBezTo>
                  <a:cubicBezTo>
                    <a:pt x="5269589" y="7723644"/>
                    <a:pt x="5305855" y="7262527"/>
                    <a:pt x="5305855" y="6801053"/>
                  </a:cubicBezTo>
                  <a:cubicBezTo>
                    <a:pt x="5305855" y="6339580"/>
                    <a:pt x="5269589" y="5878463"/>
                    <a:pt x="5198064" y="5430405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sp>
          <p:nvSpPr>
            <p:cNvPr id="517" name="Google Shape;517;p39"/>
            <p:cNvSpPr/>
            <p:nvPr/>
          </p:nvSpPr>
          <p:spPr>
            <a:xfrm rot="-5400000">
              <a:off x="2738680" y="-1009547"/>
              <a:ext cx="3480493" cy="7718273"/>
            </a:xfrm>
            <a:custGeom>
              <a:rect b="b" l="l" r="r" t="t"/>
              <a:pathLst>
                <a:path extrusionOk="0" h="14257323" w="5561456">
                  <a:moveTo>
                    <a:pt x="5448451" y="5691984"/>
                  </a:moveTo>
                  <a:cubicBezTo>
                    <a:pt x="5375397" y="5234299"/>
                    <a:pt x="5266355" y="4784056"/>
                    <a:pt x="5124385" y="4353871"/>
                  </a:cubicBezTo>
                  <a:cubicBezTo>
                    <a:pt x="4985023" y="3931440"/>
                    <a:pt x="4812489" y="3524029"/>
                    <a:pt x="4611651" y="3142959"/>
                  </a:cubicBezTo>
                  <a:cubicBezTo>
                    <a:pt x="4412691" y="2765454"/>
                    <a:pt x="4184210" y="2410502"/>
                    <a:pt x="3932537" y="2087907"/>
                  </a:cubicBezTo>
                  <a:cubicBezTo>
                    <a:pt x="3680864" y="1765357"/>
                    <a:pt x="3403948" y="1472490"/>
                    <a:pt x="3109471" y="1217463"/>
                  </a:cubicBezTo>
                  <a:cubicBezTo>
                    <a:pt x="2812144" y="959985"/>
                    <a:pt x="2494302" y="738875"/>
                    <a:pt x="2164777" y="560195"/>
                  </a:cubicBezTo>
                  <a:cubicBezTo>
                    <a:pt x="1829131" y="378218"/>
                    <a:pt x="1477909" y="238492"/>
                    <a:pt x="1120810" y="144807"/>
                  </a:cubicBezTo>
                  <a:cubicBezTo>
                    <a:pt x="754428" y="48715"/>
                    <a:pt x="377336" y="0"/>
                    <a:pt x="0" y="0"/>
                  </a:cubicBezTo>
                  <a:lnTo>
                    <a:pt x="0" y="1114"/>
                  </a:lnTo>
                  <a:cubicBezTo>
                    <a:pt x="3066112" y="1114"/>
                    <a:pt x="5560588" y="3198493"/>
                    <a:pt x="5560588" y="7128640"/>
                  </a:cubicBezTo>
                  <a:cubicBezTo>
                    <a:pt x="5560588" y="11058787"/>
                    <a:pt x="3066112" y="14256209"/>
                    <a:pt x="0" y="14256209"/>
                  </a:cubicBezTo>
                  <a:lnTo>
                    <a:pt x="0" y="14257324"/>
                  </a:lnTo>
                  <a:cubicBezTo>
                    <a:pt x="377336" y="14257324"/>
                    <a:pt x="754428" y="14208565"/>
                    <a:pt x="1120810" y="14112473"/>
                  </a:cubicBezTo>
                  <a:cubicBezTo>
                    <a:pt x="1477909" y="14018832"/>
                    <a:pt x="1829131" y="13879062"/>
                    <a:pt x="2164777" y="13697084"/>
                  </a:cubicBezTo>
                  <a:cubicBezTo>
                    <a:pt x="2494302" y="13518450"/>
                    <a:pt x="2812144" y="13297295"/>
                    <a:pt x="3109471" y="13039861"/>
                  </a:cubicBezTo>
                  <a:cubicBezTo>
                    <a:pt x="3403948" y="12784834"/>
                    <a:pt x="3680864" y="12491967"/>
                    <a:pt x="3932537" y="12169372"/>
                  </a:cubicBezTo>
                  <a:cubicBezTo>
                    <a:pt x="4184210" y="11846778"/>
                    <a:pt x="4412691" y="11491825"/>
                    <a:pt x="4611651" y="11114365"/>
                  </a:cubicBezTo>
                  <a:cubicBezTo>
                    <a:pt x="4812489" y="10733250"/>
                    <a:pt x="4985023" y="10325840"/>
                    <a:pt x="5124385" y="9903454"/>
                  </a:cubicBezTo>
                  <a:cubicBezTo>
                    <a:pt x="5266355" y="9473223"/>
                    <a:pt x="5375397" y="9023026"/>
                    <a:pt x="5448451" y="8565341"/>
                  </a:cubicBezTo>
                  <a:cubicBezTo>
                    <a:pt x="5523417" y="8095667"/>
                    <a:pt x="5561457" y="7612309"/>
                    <a:pt x="5561457" y="7128640"/>
                  </a:cubicBezTo>
                  <a:cubicBezTo>
                    <a:pt x="5561457" y="6644971"/>
                    <a:pt x="5523417" y="6161613"/>
                    <a:pt x="5448451" y="5691984"/>
                  </a:cubicBezTo>
                  <a:close/>
                </a:path>
              </a:pathLst>
            </a:custGeom>
            <a:gradFill>
              <a:gsLst>
                <a:gs pos="0">
                  <a:srgbClr val="D0D6E6">
                    <a:alpha val="50196"/>
                  </a:srgbClr>
                </a:gs>
                <a:gs pos="3000">
                  <a:srgbClr val="D0D6E6">
                    <a:alpha val="60784"/>
                  </a:srgbClr>
                </a:gs>
                <a:gs pos="41315">
                  <a:srgbClr val="8691CA">
                    <a:alpha val="11764"/>
                  </a:srgbClr>
                </a:gs>
                <a:gs pos="100000">
                  <a:srgbClr val="1428A0">
                    <a:alpha val="3098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518" name="Google Shape;518;p39"/>
          <p:cNvSpPr/>
          <p:nvPr/>
        </p:nvSpPr>
        <p:spPr>
          <a:xfrm>
            <a:off x="539408" y="2185654"/>
            <a:ext cx="1404000" cy="1916789"/>
          </a:xfrm>
          <a:prstGeom prst="roundRect">
            <a:avLst>
              <a:gd fmla="val 6901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" name="Google Shape;519;p39"/>
          <p:cNvSpPr txBox="1"/>
          <p:nvPr/>
        </p:nvSpPr>
        <p:spPr>
          <a:xfrm>
            <a:off x="745456" y="2706952"/>
            <a:ext cx="991904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Багаараа хамтран шинэ шийдэл хэрэгжүүлнэ. Зах зээлийн судалгаанд үндэслэн шийдвэр гаргана.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20" name="Google Shape;520;p39"/>
          <p:cNvCxnSpPr/>
          <p:nvPr/>
        </p:nvCxnSpPr>
        <p:spPr>
          <a:xfrm>
            <a:off x="1061408" y="2185654"/>
            <a:ext cx="360000" cy="0"/>
          </a:xfrm>
          <a:prstGeom prst="straightConnector1">
            <a:avLst/>
          </a:prstGeom>
          <a:noFill/>
          <a:ln cap="rnd" cmpd="sng" w="31750">
            <a:solidFill>
              <a:srgbClr val="7A126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1" name="Google Shape;521;p39"/>
          <p:cNvSpPr txBox="1"/>
          <p:nvPr/>
        </p:nvSpPr>
        <p:spPr>
          <a:xfrm>
            <a:off x="745456" y="2398724"/>
            <a:ext cx="991904" cy="152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Тайлбар</a:t>
            </a:r>
            <a:endParaRPr/>
          </a:p>
        </p:txBody>
      </p:sp>
      <p:sp>
        <p:nvSpPr>
          <p:cNvPr id="522" name="Google Shape;522;p39"/>
          <p:cNvSpPr/>
          <p:nvPr/>
        </p:nvSpPr>
        <p:spPr>
          <a:xfrm>
            <a:off x="1057559" y="3926242"/>
            <a:ext cx="367698" cy="36769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3" name="Google Shape;523;p39"/>
          <p:cNvSpPr/>
          <p:nvPr/>
        </p:nvSpPr>
        <p:spPr>
          <a:xfrm>
            <a:off x="2224140" y="2185654"/>
            <a:ext cx="1404000" cy="1916789"/>
          </a:xfrm>
          <a:prstGeom prst="roundRect">
            <a:avLst>
              <a:gd fmla="val 6901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9"/>
          <p:cNvSpPr txBox="1"/>
          <p:nvPr/>
        </p:nvSpPr>
        <p:spPr>
          <a:xfrm>
            <a:off x="2430188" y="2706952"/>
            <a:ext cx="991904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Өсөлтийг тогтмол хэмжиж, сайжруулна. Энэ хэсэгт өөрийн текстээ оруулна уу.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25" name="Google Shape;525;p39"/>
          <p:cNvCxnSpPr/>
          <p:nvPr/>
        </p:nvCxnSpPr>
        <p:spPr>
          <a:xfrm>
            <a:off x="2746140" y="2185654"/>
            <a:ext cx="360000" cy="0"/>
          </a:xfrm>
          <a:prstGeom prst="straightConnector1">
            <a:avLst/>
          </a:prstGeom>
          <a:noFill/>
          <a:ln cap="rnd" cmpd="sng" w="31750">
            <a:solidFill>
              <a:srgbClr val="AFBDD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26" name="Google Shape;526;p39"/>
          <p:cNvSpPr txBox="1"/>
          <p:nvPr/>
        </p:nvSpPr>
        <p:spPr>
          <a:xfrm>
            <a:off x="2430188" y="2398724"/>
            <a:ext cx="991904" cy="152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Үр дүн</a:t>
            </a:r>
            <a:endParaRPr/>
          </a:p>
        </p:txBody>
      </p:sp>
      <p:sp>
        <p:nvSpPr>
          <p:cNvPr id="527" name="Google Shape;527;p39"/>
          <p:cNvSpPr/>
          <p:nvPr/>
        </p:nvSpPr>
        <p:spPr>
          <a:xfrm>
            <a:off x="2742291" y="3926242"/>
            <a:ext cx="367698" cy="36769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8" name="Google Shape;528;p39"/>
          <p:cNvSpPr/>
          <p:nvPr/>
        </p:nvSpPr>
        <p:spPr>
          <a:xfrm>
            <a:off x="3908872" y="2185654"/>
            <a:ext cx="1404000" cy="1916789"/>
          </a:xfrm>
          <a:prstGeom prst="roundRect">
            <a:avLst>
              <a:gd fmla="val 6901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9"/>
          <p:cNvSpPr txBox="1"/>
          <p:nvPr/>
        </p:nvSpPr>
        <p:spPr>
          <a:xfrm>
            <a:off x="4114920" y="2706952"/>
            <a:ext cx="991904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Хэрэглэгчийн хэрэгцээг нарийн судална. Чанар, хурд, найдвартай байдлыг эрхэмлэнэ.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30" name="Google Shape;530;p39"/>
          <p:cNvCxnSpPr/>
          <p:nvPr/>
        </p:nvCxnSpPr>
        <p:spPr>
          <a:xfrm>
            <a:off x="4430872" y="2185654"/>
            <a:ext cx="360000" cy="0"/>
          </a:xfrm>
          <a:prstGeom prst="straightConnector1">
            <a:avLst/>
          </a:prstGeom>
          <a:noFill/>
          <a:ln cap="rnd" cmpd="sng" w="31750">
            <a:solidFill>
              <a:srgbClr val="7A126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1" name="Google Shape;531;p39"/>
          <p:cNvSpPr txBox="1"/>
          <p:nvPr/>
        </p:nvSpPr>
        <p:spPr>
          <a:xfrm>
            <a:off x="4114920" y="2398724"/>
            <a:ext cx="991904" cy="152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Тайлбар</a:t>
            </a:r>
            <a:endParaRPr/>
          </a:p>
        </p:txBody>
      </p:sp>
      <p:sp>
        <p:nvSpPr>
          <p:cNvPr id="532" name="Google Shape;532;p39"/>
          <p:cNvSpPr/>
          <p:nvPr/>
        </p:nvSpPr>
        <p:spPr>
          <a:xfrm>
            <a:off x="4427023" y="3926242"/>
            <a:ext cx="367698" cy="36769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3" name="Google Shape;533;p39"/>
          <p:cNvSpPr/>
          <p:nvPr/>
        </p:nvSpPr>
        <p:spPr>
          <a:xfrm>
            <a:off x="5593604" y="2185654"/>
            <a:ext cx="1404000" cy="1916789"/>
          </a:xfrm>
          <a:prstGeom prst="roundRect">
            <a:avLst>
              <a:gd fmla="val 6901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9"/>
          <p:cNvSpPr txBox="1"/>
          <p:nvPr/>
        </p:nvSpPr>
        <p:spPr>
          <a:xfrm>
            <a:off x="5799652" y="2706952"/>
            <a:ext cx="991904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Үр дүнд суурилсан шийдлийг санал болгоно. Харилцагчидтайгаа урт хугацааны түншлэл тогтооно.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35" name="Google Shape;535;p39"/>
          <p:cNvCxnSpPr/>
          <p:nvPr/>
        </p:nvCxnSpPr>
        <p:spPr>
          <a:xfrm>
            <a:off x="6115604" y="2185654"/>
            <a:ext cx="360000" cy="0"/>
          </a:xfrm>
          <a:prstGeom prst="straightConnector1">
            <a:avLst/>
          </a:prstGeom>
          <a:noFill/>
          <a:ln cap="rnd" cmpd="sng" w="31750">
            <a:solidFill>
              <a:srgbClr val="AFBDD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6" name="Google Shape;536;p39"/>
          <p:cNvSpPr txBox="1"/>
          <p:nvPr/>
        </p:nvSpPr>
        <p:spPr>
          <a:xfrm>
            <a:off x="5799652" y="2398724"/>
            <a:ext cx="991904" cy="152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Үр дүн</a:t>
            </a:r>
            <a:endParaRPr/>
          </a:p>
        </p:txBody>
      </p:sp>
      <p:sp>
        <p:nvSpPr>
          <p:cNvPr id="537" name="Google Shape;537;p39"/>
          <p:cNvSpPr/>
          <p:nvPr/>
        </p:nvSpPr>
        <p:spPr>
          <a:xfrm>
            <a:off x="6111755" y="3926242"/>
            <a:ext cx="367698" cy="36769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38" name="Google Shape;538;p39"/>
          <p:cNvSpPr/>
          <p:nvPr/>
        </p:nvSpPr>
        <p:spPr>
          <a:xfrm>
            <a:off x="7278337" y="2185654"/>
            <a:ext cx="1404000" cy="1916789"/>
          </a:xfrm>
          <a:prstGeom prst="roundRect">
            <a:avLst>
              <a:gd fmla="val 6901" name="adj"/>
            </a:avLst>
          </a:prstGeom>
          <a:gradFill>
            <a:gsLst>
              <a:gs pos="0">
                <a:srgbClr val="EAD5E6">
                  <a:alpha val="0"/>
                </a:srgbClr>
              </a:gs>
              <a:gs pos="25000">
                <a:srgbClr val="EAD5E6">
                  <a:alpha val="0"/>
                </a:srgbClr>
              </a:gs>
              <a:gs pos="100000">
                <a:srgbClr val="FFF6F9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9"/>
          <p:cNvSpPr txBox="1"/>
          <p:nvPr/>
        </p:nvSpPr>
        <p:spPr>
          <a:xfrm>
            <a:off x="7484385" y="2706952"/>
            <a:ext cx="991904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9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Энд гол санаагаа бичнэ үү. Товч бөгөөд ойлгомжтой тайлбар. Үзэгчдэд хэрэгтэй мэдээллийг өгнө.</a:t>
            </a:r>
            <a:endParaRPr b="0" i="0" sz="90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540" name="Google Shape;540;p39"/>
          <p:cNvCxnSpPr/>
          <p:nvPr/>
        </p:nvCxnSpPr>
        <p:spPr>
          <a:xfrm>
            <a:off x="7800337" y="2185654"/>
            <a:ext cx="360000" cy="0"/>
          </a:xfrm>
          <a:prstGeom prst="straightConnector1">
            <a:avLst/>
          </a:prstGeom>
          <a:noFill/>
          <a:ln cap="rnd" cmpd="sng" w="31750">
            <a:solidFill>
              <a:srgbClr val="7A126B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1" name="Google Shape;541;p39"/>
          <p:cNvSpPr txBox="1"/>
          <p:nvPr/>
        </p:nvSpPr>
        <p:spPr>
          <a:xfrm>
            <a:off x="7484385" y="2398724"/>
            <a:ext cx="991904" cy="152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1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Зорилт</a:t>
            </a:r>
            <a:endParaRPr/>
          </a:p>
        </p:txBody>
      </p:sp>
      <p:sp>
        <p:nvSpPr>
          <p:cNvPr id="542" name="Google Shape;542;p39"/>
          <p:cNvSpPr/>
          <p:nvPr/>
        </p:nvSpPr>
        <p:spPr>
          <a:xfrm>
            <a:off x="7796488" y="3926242"/>
            <a:ext cx="367698" cy="367698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  <a:effectLst>
            <a:outerShdw blurRad="203200" rotWithShape="0" algn="t" dir="3060000" dist="50800">
              <a:srgbClr val="091450">
                <a:alpha val="200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3" name="Google Shape;543;p39"/>
          <p:cNvSpPr txBox="1"/>
          <p:nvPr/>
        </p:nvSpPr>
        <p:spPr>
          <a:xfrm>
            <a:off x="561975" y="450533"/>
            <a:ext cx="802005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Одоогийн </a:t>
            </a:r>
            <a:r>
              <a:rPr b="1" i="0" lang="mn-MN" sz="28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асуудлууд</a:t>
            </a:r>
            <a:endParaRPr/>
          </a:p>
        </p:txBody>
      </p:sp>
      <p:sp>
        <p:nvSpPr>
          <p:cNvPr id="544" name="Google Shape;544;p39"/>
          <p:cNvSpPr/>
          <p:nvPr/>
        </p:nvSpPr>
        <p:spPr>
          <a:xfrm>
            <a:off x="561975" y="1159706"/>
            <a:ext cx="8107088" cy="463617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9"/>
          <p:cNvSpPr txBox="1"/>
          <p:nvPr/>
        </p:nvSpPr>
        <p:spPr>
          <a:xfrm>
            <a:off x="1604943" y="1294565"/>
            <a:ext cx="6021154" cy="1938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14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Дэд гарчиг энд</a:t>
            </a:r>
            <a:endParaRPr/>
          </a:p>
        </p:txBody>
      </p:sp>
      <p:grpSp>
        <p:nvGrpSpPr>
          <p:cNvPr id="546" name="Google Shape;546;p39"/>
          <p:cNvGrpSpPr/>
          <p:nvPr/>
        </p:nvGrpSpPr>
        <p:grpSpPr>
          <a:xfrm rot="-5400000">
            <a:off x="7756137" y="1673949"/>
            <a:ext cx="446990" cy="352757"/>
            <a:chOff x="7695665" y="3645442"/>
            <a:chExt cx="550005" cy="434055"/>
          </a:xfrm>
        </p:grpSpPr>
        <p:sp>
          <p:nvSpPr>
            <p:cNvPr id="547" name="Google Shape;547;p39"/>
            <p:cNvSpPr/>
            <p:nvPr/>
          </p:nvSpPr>
          <p:spPr>
            <a:xfrm flipH="1" rot="-2700000">
              <a:off x="7759231" y="370900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8" name="Google Shape;548;p39"/>
            <p:cNvGrpSpPr/>
            <p:nvPr/>
          </p:nvGrpSpPr>
          <p:grpSpPr>
            <a:xfrm flipH="1">
              <a:off x="7857734" y="3823854"/>
              <a:ext cx="109676" cy="77364"/>
              <a:chOff x="1362642" y="1641228"/>
              <a:chExt cx="1045800" cy="737700"/>
            </a:xfrm>
          </p:grpSpPr>
          <p:sp>
            <p:nvSpPr>
              <p:cNvPr id="549" name="Google Shape;549;p39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0" name="Google Shape;550;p39"/>
              <p:cNvCxnSpPr>
                <a:stCxn id="549" idx="1"/>
              </p:cNvCxnSpPr>
              <p:nvPr/>
            </p:nvCxnSpPr>
            <p:spPr>
              <a:xfrm rot="5400000">
                <a:off x="1875642" y="1497078"/>
                <a:ext cx="19800" cy="1045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51" name="Google Shape;551;p39"/>
            <p:cNvSpPr/>
            <p:nvPr/>
          </p:nvSpPr>
          <p:spPr>
            <a:xfrm flipH="1" rot="-1534588">
              <a:off x="7758699" y="371074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2" name="Google Shape;552;p39"/>
            <p:cNvCxnSpPr/>
            <p:nvPr/>
          </p:nvCxnSpPr>
          <p:spPr>
            <a:xfrm rot="10800000">
              <a:off x="8068483" y="3863679"/>
              <a:ext cx="177187" cy="0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3" name="Google Shape;553;p39"/>
          <p:cNvGrpSpPr/>
          <p:nvPr/>
        </p:nvGrpSpPr>
        <p:grpSpPr>
          <a:xfrm rot="-5400000">
            <a:off x="6071406" y="1673964"/>
            <a:ext cx="446986" cy="352757"/>
            <a:chOff x="7695665" y="3645442"/>
            <a:chExt cx="550001" cy="434055"/>
          </a:xfrm>
        </p:grpSpPr>
        <p:sp>
          <p:nvSpPr>
            <p:cNvPr id="554" name="Google Shape;554;p39"/>
            <p:cNvSpPr/>
            <p:nvPr/>
          </p:nvSpPr>
          <p:spPr>
            <a:xfrm flipH="1" rot="-2700000">
              <a:off x="7759231" y="370900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55" name="Google Shape;555;p39"/>
            <p:cNvGrpSpPr/>
            <p:nvPr/>
          </p:nvGrpSpPr>
          <p:grpSpPr>
            <a:xfrm flipH="1">
              <a:off x="7857734" y="3823854"/>
              <a:ext cx="109676" cy="77364"/>
              <a:chOff x="1362642" y="1641228"/>
              <a:chExt cx="1045800" cy="737700"/>
            </a:xfrm>
          </p:grpSpPr>
          <p:sp>
            <p:nvSpPr>
              <p:cNvPr id="556" name="Google Shape;556;p39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7" name="Google Shape;557;p39"/>
              <p:cNvCxnSpPr>
                <a:stCxn id="556" idx="1"/>
              </p:cNvCxnSpPr>
              <p:nvPr/>
            </p:nvCxnSpPr>
            <p:spPr>
              <a:xfrm rot="5400000">
                <a:off x="1875642" y="1497078"/>
                <a:ext cx="19800" cy="1045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58" name="Google Shape;558;p39"/>
            <p:cNvSpPr/>
            <p:nvPr/>
          </p:nvSpPr>
          <p:spPr>
            <a:xfrm flipH="1" rot="-1534588">
              <a:off x="7758699" y="371074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AFBDD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9" name="Google Shape;559;p39"/>
            <p:cNvCxnSpPr/>
            <p:nvPr/>
          </p:nvCxnSpPr>
          <p:spPr>
            <a:xfrm rot="10800000">
              <a:off x="8068479" y="3863679"/>
              <a:ext cx="177187" cy="0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60" name="Google Shape;560;p39"/>
          <p:cNvGrpSpPr/>
          <p:nvPr/>
        </p:nvGrpSpPr>
        <p:grpSpPr>
          <a:xfrm rot="-5400000">
            <a:off x="4386674" y="1673963"/>
            <a:ext cx="446986" cy="352757"/>
            <a:chOff x="7695665" y="3645442"/>
            <a:chExt cx="550001" cy="434055"/>
          </a:xfrm>
        </p:grpSpPr>
        <p:sp>
          <p:nvSpPr>
            <p:cNvPr id="561" name="Google Shape;561;p39"/>
            <p:cNvSpPr/>
            <p:nvPr/>
          </p:nvSpPr>
          <p:spPr>
            <a:xfrm flipH="1" rot="-2700000">
              <a:off x="7759231" y="370900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2" name="Google Shape;562;p39"/>
            <p:cNvGrpSpPr/>
            <p:nvPr/>
          </p:nvGrpSpPr>
          <p:grpSpPr>
            <a:xfrm flipH="1">
              <a:off x="7857734" y="3823854"/>
              <a:ext cx="109676" cy="77364"/>
              <a:chOff x="1362642" y="1641228"/>
              <a:chExt cx="1045800" cy="737700"/>
            </a:xfrm>
          </p:grpSpPr>
          <p:sp>
            <p:nvSpPr>
              <p:cNvPr id="563" name="Google Shape;563;p39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4" name="Google Shape;564;p39"/>
              <p:cNvCxnSpPr>
                <a:stCxn id="563" idx="1"/>
              </p:cNvCxnSpPr>
              <p:nvPr/>
            </p:nvCxnSpPr>
            <p:spPr>
              <a:xfrm rot="5400000">
                <a:off x="1875642" y="1497078"/>
                <a:ext cx="19800" cy="1045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65" name="Google Shape;565;p39"/>
            <p:cNvSpPr/>
            <p:nvPr/>
          </p:nvSpPr>
          <p:spPr>
            <a:xfrm flipH="1" rot="-1534588">
              <a:off x="7758699" y="371074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6" name="Google Shape;566;p39"/>
            <p:cNvCxnSpPr/>
            <p:nvPr/>
          </p:nvCxnSpPr>
          <p:spPr>
            <a:xfrm rot="10800000">
              <a:off x="8068479" y="3863680"/>
              <a:ext cx="177187" cy="0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67" name="Google Shape;567;p39"/>
          <p:cNvGrpSpPr/>
          <p:nvPr/>
        </p:nvGrpSpPr>
        <p:grpSpPr>
          <a:xfrm rot="-5400000">
            <a:off x="2701942" y="1673964"/>
            <a:ext cx="446986" cy="352757"/>
            <a:chOff x="7695665" y="3645442"/>
            <a:chExt cx="550001" cy="434055"/>
          </a:xfrm>
        </p:grpSpPr>
        <p:sp>
          <p:nvSpPr>
            <p:cNvPr id="568" name="Google Shape;568;p39"/>
            <p:cNvSpPr/>
            <p:nvPr/>
          </p:nvSpPr>
          <p:spPr>
            <a:xfrm flipH="1" rot="-2700000">
              <a:off x="7759231" y="370900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9" name="Google Shape;569;p39"/>
            <p:cNvGrpSpPr/>
            <p:nvPr/>
          </p:nvGrpSpPr>
          <p:grpSpPr>
            <a:xfrm flipH="1">
              <a:off x="7857734" y="3823854"/>
              <a:ext cx="109676" cy="77364"/>
              <a:chOff x="1362642" y="1641228"/>
              <a:chExt cx="1045800" cy="737700"/>
            </a:xfrm>
          </p:grpSpPr>
          <p:sp>
            <p:nvSpPr>
              <p:cNvPr id="570" name="Google Shape;570;p39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71" name="Google Shape;571;p39"/>
              <p:cNvCxnSpPr>
                <a:stCxn id="570" idx="1"/>
              </p:cNvCxnSpPr>
              <p:nvPr/>
            </p:nvCxnSpPr>
            <p:spPr>
              <a:xfrm rot="5400000">
                <a:off x="1875642" y="1497078"/>
                <a:ext cx="19800" cy="1045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AFBDD7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72" name="Google Shape;572;p39"/>
            <p:cNvSpPr/>
            <p:nvPr/>
          </p:nvSpPr>
          <p:spPr>
            <a:xfrm flipH="1" rot="-1534588">
              <a:off x="7758699" y="371074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AFBDD7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3" name="Google Shape;573;p39"/>
            <p:cNvCxnSpPr/>
            <p:nvPr/>
          </p:nvCxnSpPr>
          <p:spPr>
            <a:xfrm rot="10800000">
              <a:off x="8068479" y="3863679"/>
              <a:ext cx="177187" cy="0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4" name="Google Shape;574;p39"/>
          <p:cNvGrpSpPr/>
          <p:nvPr/>
        </p:nvGrpSpPr>
        <p:grpSpPr>
          <a:xfrm rot="-5400000">
            <a:off x="1017210" y="1673964"/>
            <a:ext cx="446986" cy="352757"/>
            <a:chOff x="7695665" y="3645442"/>
            <a:chExt cx="550001" cy="434055"/>
          </a:xfrm>
        </p:grpSpPr>
        <p:sp>
          <p:nvSpPr>
            <p:cNvPr id="575" name="Google Shape;575;p39"/>
            <p:cNvSpPr/>
            <p:nvPr/>
          </p:nvSpPr>
          <p:spPr>
            <a:xfrm flipH="1" rot="-2700000">
              <a:off x="7759231" y="3709008"/>
              <a:ext cx="306923" cy="306923"/>
            </a:xfrm>
            <a:prstGeom prst="ellipse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6" name="Google Shape;576;p39"/>
            <p:cNvGrpSpPr/>
            <p:nvPr/>
          </p:nvGrpSpPr>
          <p:grpSpPr>
            <a:xfrm flipH="1">
              <a:off x="7857734" y="3823854"/>
              <a:ext cx="109676" cy="77364"/>
              <a:chOff x="1362642" y="1641228"/>
              <a:chExt cx="1045800" cy="737700"/>
            </a:xfrm>
          </p:grpSpPr>
          <p:sp>
            <p:nvSpPr>
              <p:cNvPr id="577" name="Google Shape;577;p39"/>
              <p:cNvSpPr/>
              <p:nvPr/>
            </p:nvSpPr>
            <p:spPr>
              <a:xfrm>
                <a:off x="2012744" y="1641228"/>
                <a:ext cx="395698" cy="737700"/>
              </a:xfrm>
              <a:prstGeom prst="chevron">
                <a:avLst>
                  <a:gd fmla="val 100000" name="adj"/>
                </a:avLst>
              </a:prstGeom>
              <a:solidFill>
                <a:schemeClr val="accent1"/>
              </a:solidFill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25700" lIns="51425" spcFirstLastPara="1" rIns="51425" wrap="square" tIns="2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Manrope"/>
                  <a:buNone/>
                </a:pPr>
                <a:r>
                  <a:t/>
                </a:r>
                <a:endParaRPr b="0" i="0" sz="1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78" name="Google Shape;578;p39"/>
              <p:cNvCxnSpPr>
                <a:stCxn id="577" idx="1"/>
              </p:cNvCxnSpPr>
              <p:nvPr/>
            </p:nvCxnSpPr>
            <p:spPr>
              <a:xfrm rot="5400000">
                <a:off x="1875642" y="1497078"/>
                <a:ext cx="19800" cy="10458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7A126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579" name="Google Shape;579;p39"/>
            <p:cNvSpPr/>
            <p:nvPr/>
          </p:nvSpPr>
          <p:spPr>
            <a:xfrm flipH="1" rot="-1534588">
              <a:off x="7758699" y="3710747"/>
              <a:ext cx="306923" cy="306923"/>
            </a:xfrm>
            <a:prstGeom prst="arc">
              <a:avLst>
                <a:gd fmla="val 16200000" name="adj1"/>
                <a:gd fmla="val 2547781" name="adj2"/>
              </a:avLst>
            </a:prstGeom>
            <a:noFill/>
            <a:ln cap="flat" cmpd="sng" w="25400">
              <a:solidFill>
                <a:srgbClr val="7A126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Manrope"/>
                <a:buNone/>
              </a:pPr>
              <a:r>
                <a:t/>
              </a:r>
              <a:endPara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0" name="Google Shape;580;p39"/>
            <p:cNvCxnSpPr/>
            <p:nvPr/>
          </p:nvCxnSpPr>
          <p:spPr>
            <a:xfrm rot="10800000">
              <a:off x="8068479" y="3863679"/>
              <a:ext cx="177187" cy="0"/>
            </a:xfrm>
            <a:prstGeom prst="straightConnector1">
              <a:avLst/>
            </a:prstGeom>
            <a:noFill/>
            <a:ln cap="flat" cmpd="sng" w="9525">
              <a:solidFill>
                <a:srgbClr val="AFBDD7">
                  <a:alpha val="5803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1" name="Google Shape;581;p39"/>
          <p:cNvGrpSpPr/>
          <p:nvPr/>
        </p:nvGrpSpPr>
        <p:grpSpPr>
          <a:xfrm>
            <a:off x="1150431" y="4019114"/>
            <a:ext cx="181955" cy="181954"/>
            <a:chOff x="3398838" y="1811338"/>
            <a:chExt cx="346076" cy="346075"/>
          </a:xfrm>
        </p:grpSpPr>
        <p:sp>
          <p:nvSpPr>
            <p:cNvPr id="582" name="Google Shape;582;p39"/>
            <p:cNvSpPr/>
            <p:nvPr/>
          </p:nvSpPr>
          <p:spPr>
            <a:xfrm>
              <a:off x="3398838" y="1811338"/>
              <a:ext cx="346075" cy="346075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9"/>
            <p:cNvSpPr/>
            <p:nvPr/>
          </p:nvSpPr>
          <p:spPr>
            <a:xfrm>
              <a:off x="3519488" y="1819276"/>
              <a:ext cx="7938" cy="33338"/>
            </a:xfrm>
            <a:custGeom>
              <a:rect b="b" l="l" r="r" t="t"/>
              <a:pathLst>
                <a:path extrusionOk="0" h="9" w="2">
                  <a:moveTo>
                    <a:pt x="2" y="9"/>
                  </a:moveTo>
                  <a:cubicBezTo>
                    <a:pt x="1" y="6"/>
                    <a:pt x="0" y="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9"/>
            <p:cNvSpPr/>
            <p:nvPr/>
          </p:nvSpPr>
          <p:spPr>
            <a:xfrm>
              <a:off x="3552826" y="1905001"/>
              <a:ext cx="104775" cy="68263"/>
            </a:xfrm>
            <a:custGeom>
              <a:rect b="b" l="l" r="r" t="t"/>
              <a:pathLst>
                <a:path extrusionOk="0" h="18" w="28">
                  <a:moveTo>
                    <a:pt x="28" y="18"/>
                  </a:moveTo>
                  <a:cubicBezTo>
                    <a:pt x="16" y="16"/>
                    <a:pt x="6" y="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3717926" y="1968501"/>
              <a:ext cx="26988" cy="4763"/>
            </a:xfrm>
            <a:custGeom>
              <a:rect b="b" l="l" r="r" t="t"/>
              <a:pathLst>
                <a:path extrusionOk="0" h="1" w="7">
                  <a:moveTo>
                    <a:pt x="7" y="0"/>
                  </a:moveTo>
                  <a:cubicBezTo>
                    <a:pt x="5" y="1"/>
                    <a:pt x="2" y="1"/>
                    <a:pt x="0" y="1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3530601" y="2078038"/>
              <a:ext cx="93663" cy="74613"/>
            </a:xfrm>
            <a:custGeom>
              <a:rect b="b" l="l" r="r" t="t"/>
              <a:pathLst>
                <a:path extrusionOk="0" h="20" w="25">
                  <a:moveTo>
                    <a:pt x="25" y="0"/>
                  </a:moveTo>
                  <a:cubicBezTo>
                    <a:pt x="18" y="8"/>
                    <a:pt x="9" y="15"/>
                    <a:pt x="0" y="20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9"/>
            <p:cNvSpPr/>
            <p:nvPr/>
          </p:nvSpPr>
          <p:spPr>
            <a:xfrm>
              <a:off x="3651251" y="2003426"/>
              <a:ext cx="22225" cy="36513"/>
            </a:xfrm>
            <a:custGeom>
              <a:rect b="b" l="l" r="r" t="t"/>
              <a:pathLst>
                <a:path extrusionOk="0" h="10" w="6">
                  <a:moveTo>
                    <a:pt x="6" y="0"/>
                  </a:moveTo>
                  <a:cubicBezTo>
                    <a:pt x="4" y="3"/>
                    <a:pt x="2" y="7"/>
                    <a:pt x="0" y="10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9"/>
            <p:cNvSpPr/>
            <p:nvPr/>
          </p:nvSpPr>
          <p:spPr>
            <a:xfrm>
              <a:off x="3695701" y="1882776"/>
              <a:ext cx="15875" cy="63500"/>
            </a:xfrm>
            <a:custGeom>
              <a:rect b="b" l="l" r="r" t="t"/>
              <a:pathLst>
                <a:path extrusionOk="0" h="17" w="4">
                  <a:moveTo>
                    <a:pt x="4" y="0"/>
                  </a:moveTo>
                  <a:cubicBezTo>
                    <a:pt x="3" y="6"/>
                    <a:pt x="2" y="11"/>
                    <a:pt x="0" y="17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9"/>
            <p:cNvSpPr/>
            <p:nvPr/>
          </p:nvSpPr>
          <p:spPr>
            <a:xfrm>
              <a:off x="3409951" y="2044701"/>
              <a:ext cx="38100" cy="6350"/>
            </a:xfrm>
            <a:custGeom>
              <a:rect b="b" l="l" r="r" t="t"/>
              <a:pathLst>
                <a:path extrusionOk="0" h="2" w="10">
                  <a:moveTo>
                    <a:pt x="10" y="2"/>
                  </a:moveTo>
                  <a:cubicBezTo>
                    <a:pt x="7" y="2"/>
                    <a:pt x="3" y="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9"/>
            <p:cNvSpPr/>
            <p:nvPr/>
          </p:nvSpPr>
          <p:spPr>
            <a:xfrm>
              <a:off x="3478213" y="2058988"/>
              <a:ext cx="71438" cy="7938"/>
            </a:xfrm>
            <a:custGeom>
              <a:rect b="b" l="l" r="r" t="t"/>
              <a:pathLst>
                <a:path extrusionOk="0" h="2" w="19">
                  <a:moveTo>
                    <a:pt x="19" y="2"/>
                  </a:moveTo>
                  <a:cubicBezTo>
                    <a:pt x="12" y="2"/>
                    <a:pt x="6" y="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9"/>
            <p:cNvSpPr/>
            <p:nvPr/>
          </p:nvSpPr>
          <p:spPr>
            <a:xfrm>
              <a:off x="3594101" y="2066926"/>
              <a:ext cx="22225" cy="0"/>
            </a:xfrm>
            <a:custGeom>
              <a:rect b="b" l="l" r="r" t="t"/>
              <a:pathLst>
                <a:path extrusionOk="0" h="120000" w="6">
                  <a:moveTo>
                    <a:pt x="6" y="0"/>
                  </a:moveTo>
                  <a:cubicBezTo>
                    <a:pt x="4" y="0"/>
                    <a:pt x="2" y="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9"/>
            <p:cNvSpPr/>
            <p:nvPr/>
          </p:nvSpPr>
          <p:spPr>
            <a:xfrm>
              <a:off x="3662363" y="2047876"/>
              <a:ext cx="66675" cy="15875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cubicBezTo>
                    <a:pt x="12" y="1"/>
                    <a:pt x="6" y="3"/>
                    <a:pt x="0" y="4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9"/>
            <p:cNvSpPr/>
            <p:nvPr/>
          </p:nvSpPr>
          <p:spPr>
            <a:xfrm>
              <a:off x="3455988" y="1855788"/>
              <a:ext cx="52388" cy="19050"/>
            </a:xfrm>
            <a:custGeom>
              <a:rect b="b" l="l" r="r" t="t"/>
              <a:pathLst>
                <a:path extrusionOk="0" h="5" w="14">
                  <a:moveTo>
                    <a:pt x="14" y="5"/>
                  </a:moveTo>
                  <a:cubicBezTo>
                    <a:pt x="13" y="5"/>
                    <a:pt x="13" y="5"/>
                    <a:pt x="12" y="5"/>
                  </a:cubicBezTo>
                  <a:cubicBezTo>
                    <a:pt x="8" y="4"/>
                    <a:pt x="4" y="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9"/>
            <p:cNvSpPr/>
            <p:nvPr/>
          </p:nvSpPr>
          <p:spPr>
            <a:xfrm>
              <a:off x="3568701" y="1836738"/>
              <a:ext cx="93663" cy="41275"/>
            </a:xfrm>
            <a:custGeom>
              <a:rect b="b" l="l" r="r" t="t"/>
              <a:pathLst>
                <a:path extrusionOk="0" h="11" w="25">
                  <a:moveTo>
                    <a:pt x="25" y="0"/>
                  </a:moveTo>
                  <a:cubicBezTo>
                    <a:pt x="18" y="6"/>
                    <a:pt x="9" y="10"/>
                    <a:pt x="0" y="11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9"/>
            <p:cNvSpPr/>
            <p:nvPr/>
          </p:nvSpPr>
          <p:spPr>
            <a:xfrm>
              <a:off x="3582988" y="2085976"/>
              <a:ext cx="38100" cy="63500"/>
            </a:xfrm>
            <a:custGeom>
              <a:rect b="b" l="l" r="r" t="t"/>
              <a:pathLst>
                <a:path extrusionOk="0" h="17" w="10">
                  <a:moveTo>
                    <a:pt x="0" y="0"/>
                  </a:moveTo>
                  <a:cubicBezTo>
                    <a:pt x="4" y="5"/>
                    <a:pt x="8" y="11"/>
                    <a:pt x="10" y="17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9"/>
            <p:cNvSpPr/>
            <p:nvPr/>
          </p:nvSpPr>
          <p:spPr>
            <a:xfrm>
              <a:off x="3503613" y="2003426"/>
              <a:ext cx="53975" cy="44450"/>
            </a:xfrm>
            <a:custGeom>
              <a:rect b="b" l="l" r="r" t="t"/>
              <a:pathLst>
                <a:path extrusionOk="0" h="12" w="14">
                  <a:moveTo>
                    <a:pt x="0" y="0"/>
                  </a:moveTo>
                  <a:cubicBezTo>
                    <a:pt x="5" y="3"/>
                    <a:pt x="10" y="8"/>
                    <a:pt x="14" y="12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9"/>
            <p:cNvSpPr/>
            <p:nvPr/>
          </p:nvSpPr>
          <p:spPr>
            <a:xfrm>
              <a:off x="3398838" y="1965326"/>
              <a:ext cx="49213" cy="14288"/>
            </a:xfrm>
            <a:custGeom>
              <a:rect b="b" l="l" r="r" t="t"/>
              <a:pathLst>
                <a:path extrusionOk="0" h="4" w="13">
                  <a:moveTo>
                    <a:pt x="0" y="0"/>
                  </a:moveTo>
                  <a:cubicBezTo>
                    <a:pt x="5" y="1"/>
                    <a:pt x="9" y="2"/>
                    <a:pt x="13" y="4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9"/>
            <p:cNvSpPr/>
            <p:nvPr/>
          </p:nvSpPr>
          <p:spPr>
            <a:xfrm>
              <a:off x="3440113" y="2074863"/>
              <a:ext cx="15875" cy="22225"/>
            </a:xfrm>
            <a:custGeom>
              <a:rect b="b" l="l" r="r" t="t"/>
              <a:pathLst>
                <a:path extrusionOk="0" h="6" w="4">
                  <a:moveTo>
                    <a:pt x="4" y="0"/>
                  </a:moveTo>
                  <a:cubicBezTo>
                    <a:pt x="3" y="2"/>
                    <a:pt x="2" y="4"/>
                    <a:pt x="0" y="6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9"/>
            <p:cNvSpPr/>
            <p:nvPr/>
          </p:nvSpPr>
          <p:spPr>
            <a:xfrm>
              <a:off x="3467101" y="2022476"/>
              <a:ext cx="6350" cy="22225"/>
            </a:xfrm>
            <a:custGeom>
              <a:rect b="b" l="l" r="r" t="t"/>
              <a:pathLst>
                <a:path extrusionOk="0" h="6" w="2">
                  <a:moveTo>
                    <a:pt x="2" y="0"/>
                  </a:moveTo>
                  <a:cubicBezTo>
                    <a:pt x="2" y="2"/>
                    <a:pt x="1" y="4"/>
                    <a:pt x="0" y="6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9"/>
            <p:cNvSpPr/>
            <p:nvPr/>
          </p:nvSpPr>
          <p:spPr>
            <a:xfrm>
              <a:off x="3436938" y="1874838"/>
              <a:ext cx="36513" cy="87313"/>
            </a:xfrm>
            <a:custGeom>
              <a:rect b="b" l="l" r="r" t="t"/>
              <a:pathLst>
                <a:path extrusionOk="0" h="23" w="10">
                  <a:moveTo>
                    <a:pt x="0" y="0"/>
                  </a:moveTo>
                  <a:cubicBezTo>
                    <a:pt x="5" y="7"/>
                    <a:pt x="9" y="14"/>
                    <a:pt x="10" y="23"/>
                  </a:cubicBezTo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9"/>
            <p:cNvSpPr/>
            <p:nvPr/>
          </p:nvSpPr>
          <p:spPr>
            <a:xfrm>
              <a:off x="3508376" y="1852613"/>
              <a:ext cx="60325" cy="60325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9"/>
            <p:cNvSpPr/>
            <p:nvPr/>
          </p:nvSpPr>
          <p:spPr>
            <a:xfrm>
              <a:off x="3448051" y="1962151"/>
              <a:ext cx="60325" cy="60325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9"/>
            <p:cNvSpPr/>
            <p:nvPr/>
          </p:nvSpPr>
          <p:spPr>
            <a:xfrm>
              <a:off x="3448051" y="2044701"/>
              <a:ext cx="30163" cy="30163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9"/>
            <p:cNvSpPr/>
            <p:nvPr/>
          </p:nvSpPr>
          <p:spPr>
            <a:xfrm>
              <a:off x="3549651" y="2044701"/>
              <a:ext cx="44450" cy="44450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9"/>
            <p:cNvSpPr/>
            <p:nvPr/>
          </p:nvSpPr>
          <p:spPr>
            <a:xfrm>
              <a:off x="3616326" y="2036763"/>
              <a:ext cx="46038" cy="44450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9"/>
            <p:cNvSpPr/>
            <p:nvPr/>
          </p:nvSpPr>
          <p:spPr>
            <a:xfrm>
              <a:off x="3657601" y="1946276"/>
              <a:ext cx="60325" cy="60325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7" name="Google Shape;607;p39"/>
          <p:cNvSpPr/>
          <p:nvPr/>
        </p:nvSpPr>
        <p:spPr>
          <a:xfrm>
            <a:off x="2835163" y="4020784"/>
            <a:ext cx="181954" cy="178615"/>
          </a:xfrm>
          <a:custGeom>
            <a:rect b="b" l="l" r="r" t="t"/>
            <a:pathLst>
              <a:path extrusionOk="0" h="214" w="218">
                <a:moveTo>
                  <a:pt x="218" y="83"/>
                </a:moveTo>
                <a:lnTo>
                  <a:pt x="149" y="83"/>
                </a:lnTo>
                <a:lnTo>
                  <a:pt x="184" y="24"/>
                </a:lnTo>
                <a:lnTo>
                  <a:pt x="142" y="0"/>
                </a:lnTo>
                <a:lnTo>
                  <a:pt x="109" y="60"/>
                </a:lnTo>
                <a:lnTo>
                  <a:pt x="76" y="0"/>
                </a:lnTo>
                <a:lnTo>
                  <a:pt x="33" y="24"/>
                </a:lnTo>
                <a:lnTo>
                  <a:pt x="68" y="83"/>
                </a:lnTo>
                <a:lnTo>
                  <a:pt x="0" y="83"/>
                </a:lnTo>
                <a:lnTo>
                  <a:pt x="0" y="131"/>
                </a:lnTo>
                <a:lnTo>
                  <a:pt x="68" y="131"/>
                </a:lnTo>
                <a:lnTo>
                  <a:pt x="33" y="190"/>
                </a:lnTo>
                <a:lnTo>
                  <a:pt x="76" y="214"/>
                </a:lnTo>
                <a:lnTo>
                  <a:pt x="109" y="155"/>
                </a:lnTo>
                <a:lnTo>
                  <a:pt x="142" y="214"/>
                </a:lnTo>
                <a:lnTo>
                  <a:pt x="184" y="190"/>
                </a:lnTo>
                <a:lnTo>
                  <a:pt x="149" y="131"/>
                </a:lnTo>
                <a:lnTo>
                  <a:pt x="218" y="131"/>
                </a:lnTo>
                <a:lnTo>
                  <a:pt x="218" y="83"/>
                </a:lnTo>
                <a:close/>
              </a:path>
            </a:pathLst>
          </a:custGeom>
          <a:noFill/>
          <a:ln cap="rnd" cmpd="sng" w="9525">
            <a:solidFill>
              <a:srgbClr val="AFBD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39"/>
          <p:cNvGrpSpPr/>
          <p:nvPr/>
        </p:nvGrpSpPr>
        <p:grpSpPr>
          <a:xfrm>
            <a:off x="4531580" y="4019114"/>
            <a:ext cx="158584" cy="181954"/>
            <a:chOff x="7740650" y="2894013"/>
            <a:chExt cx="301625" cy="346075"/>
          </a:xfrm>
        </p:grpSpPr>
        <p:sp>
          <p:nvSpPr>
            <p:cNvPr id="609" name="Google Shape;609;p39"/>
            <p:cNvSpPr/>
            <p:nvPr/>
          </p:nvSpPr>
          <p:spPr>
            <a:xfrm>
              <a:off x="7740650" y="2894013"/>
              <a:ext cx="301625" cy="346075"/>
            </a:xfrm>
            <a:custGeom>
              <a:rect b="b" l="l" r="r" t="t"/>
              <a:pathLst>
                <a:path extrusionOk="0" h="92" w="80">
                  <a:moveTo>
                    <a:pt x="40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0" y="10"/>
                    <a:pt x="0" y="18"/>
                    <a:pt x="0" y="18"/>
                  </a:cubicBezTo>
                  <a:cubicBezTo>
                    <a:pt x="0" y="50"/>
                    <a:pt x="2" y="78"/>
                    <a:pt x="40" y="92"/>
                  </a:cubicBezTo>
                  <a:cubicBezTo>
                    <a:pt x="78" y="78"/>
                    <a:pt x="80" y="50"/>
                    <a:pt x="80" y="18"/>
                  </a:cubicBezTo>
                  <a:cubicBezTo>
                    <a:pt x="80" y="18"/>
                    <a:pt x="50" y="10"/>
                    <a:pt x="40" y="0"/>
                  </a:cubicBezTo>
                  <a:close/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9"/>
            <p:cNvSpPr/>
            <p:nvPr/>
          </p:nvSpPr>
          <p:spPr>
            <a:xfrm>
              <a:off x="7866063" y="3033713"/>
              <a:ext cx="52388" cy="52388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9"/>
            <p:cNvSpPr/>
            <p:nvPr/>
          </p:nvSpPr>
          <p:spPr>
            <a:xfrm>
              <a:off x="7816850" y="2984501"/>
              <a:ext cx="149225" cy="150813"/>
            </a:xfrm>
            <a:custGeom>
              <a:rect b="b" l="l" r="r" t="t"/>
              <a:pathLst>
                <a:path extrusionOk="0" h="40" w="40">
                  <a:moveTo>
                    <a:pt x="36" y="20"/>
                  </a:moveTo>
                  <a:cubicBezTo>
                    <a:pt x="36" y="19"/>
                    <a:pt x="35" y="18"/>
                    <a:pt x="35" y="16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29" y="7"/>
                    <a:pt x="27" y="6"/>
                    <a:pt x="25" y="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4" y="6"/>
                    <a:pt x="11" y="7"/>
                    <a:pt x="10" y="9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8"/>
                    <a:pt x="4" y="19"/>
                    <a:pt x="4" y="20"/>
                  </a:cubicBezTo>
                  <a:cubicBezTo>
                    <a:pt x="4" y="21"/>
                    <a:pt x="5" y="22"/>
                    <a:pt x="5" y="24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34"/>
                    <a:pt x="5" y="34"/>
                    <a:pt x="5" y="34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1" y="33"/>
                    <a:pt x="14" y="34"/>
                    <a:pt x="16" y="35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7" y="34"/>
                    <a:pt x="29" y="33"/>
                    <a:pt x="31" y="31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2"/>
                    <a:pt x="36" y="21"/>
                    <a:pt x="36" y="20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39"/>
          <p:cNvGrpSpPr/>
          <p:nvPr/>
        </p:nvGrpSpPr>
        <p:grpSpPr>
          <a:xfrm>
            <a:off x="6204627" y="4034555"/>
            <a:ext cx="181954" cy="151072"/>
            <a:chOff x="6283326" y="3646489"/>
            <a:chExt cx="346075" cy="287337"/>
          </a:xfrm>
        </p:grpSpPr>
        <p:sp>
          <p:nvSpPr>
            <p:cNvPr id="613" name="Google Shape;613;p39"/>
            <p:cNvSpPr/>
            <p:nvPr/>
          </p:nvSpPr>
          <p:spPr>
            <a:xfrm>
              <a:off x="6283326" y="3767139"/>
              <a:ext cx="346075" cy="76200"/>
            </a:xfrm>
            <a:custGeom>
              <a:rect b="b" l="l" r="r" t="t"/>
              <a:pathLst>
                <a:path extrusionOk="0" h="48" w="218">
                  <a:moveTo>
                    <a:pt x="218" y="0"/>
                  </a:moveTo>
                  <a:lnTo>
                    <a:pt x="109" y="48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AFBDD7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9"/>
            <p:cNvSpPr/>
            <p:nvPr/>
          </p:nvSpPr>
          <p:spPr>
            <a:xfrm>
              <a:off x="6283326" y="3813176"/>
              <a:ext cx="346075" cy="74613"/>
            </a:xfrm>
            <a:custGeom>
              <a:rect b="b" l="l" r="r" t="t"/>
              <a:pathLst>
                <a:path extrusionOk="0" h="47" w="218">
                  <a:moveTo>
                    <a:pt x="218" y="0"/>
                  </a:moveTo>
                  <a:lnTo>
                    <a:pt x="109" y="47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AFBDD7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9"/>
            <p:cNvSpPr/>
            <p:nvPr/>
          </p:nvSpPr>
          <p:spPr>
            <a:xfrm>
              <a:off x="6283326" y="3857626"/>
              <a:ext cx="346075" cy="76200"/>
            </a:xfrm>
            <a:custGeom>
              <a:rect b="b" l="l" r="r" t="t"/>
              <a:pathLst>
                <a:path extrusionOk="0" h="48" w="218">
                  <a:moveTo>
                    <a:pt x="218" y="0"/>
                  </a:moveTo>
                  <a:lnTo>
                    <a:pt x="109" y="48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AFBDD7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9"/>
            <p:cNvSpPr/>
            <p:nvPr/>
          </p:nvSpPr>
          <p:spPr>
            <a:xfrm>
              <a:off x="6283326" y="3646489"/>
              <a:ext cx="346075" cy="150813"/>
            </a:xfrm>
            <a:custGeom>
              <a:rect b="b" l="l" r="r" t="t"/>
              <a:pathLst>
                <a:path extrusionOk="0" h="95" w="218">
                  <a:moveTo>
                    <a:pt x="109" y="95"/>
                  </a:moveTo>
                  <a:lnTo>
                    <a:pt x="0" y="48"/>
                  </a:lnTo>
                  <a:lnTo>
                    <a:pt x="109" y="0"/>
                  </a:lnTo>
                  <a:lnTo>
                    <a:pt x="218" y="48"/>
                  </a:lnTo>
                  <a:lnTo>
                    <a:pt x="109" y="95"/>
                  </a:lnTo>
                  <a:close/>
                </a:path>
              </a:pathLst>
            </a:custGeom>
            <a:noFill/>
            <a:ln cap="rnd" cmpd="sng" w="9525">
              <a:solidFill>
                <a:srgbClr val="AFBDD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7" name="Google Shape;617;p39"/>
          <p:cNvGrpSpPr/>
          <p:nvPr/>
        </p:nvGrpSpPr>
        <p:grpSpPr>
          <a:xfrm>
            <a:off x="7889360" y="4019114"/>
            <a:ext cx="181954" cy="181954"/>
            <a:chOff x="6283326" y="3617914"/>
            <a:chExt cx="346075" cy="346075"/>
          </a:xfrm>
        </p:grpSpPr>
        <p:sp>
          <p:nvSpPr>
            <p:cNvPr id="618" name="Google Shape;618;p39"/>
            <p:cNvSpPr/>
            <p:nvPr/>
          </p:nvSpPr>
          <p:spPr>
            <a:xfrm>
              <a:off x="6283326" y="3741739"/>
              <a:ext cx="346075" cy="222250"/>
            </a:xfrm>
            <a:custGeom>
              <a:rect b="b" l="l" r="r" t="t"/>
              <a:pathLst>
                <a:path extrusionOk="0" h="59" w="92">
                  <a:moveTo>
                    <a:pt x="76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2" y="53"/>
                    <a:pt x="92" y="53"/>
                    <a:pt x="92" y="53"/>
                  </a:cubicBezTo>
                  <a:cubicBezTo>
                    <a:pt x="92" y="56"/>
                    <a:pt x="89" y="59"/>
                    <a:pt x="86" y="59"/>
                  </a:cubicBezTo>
                  <a:cubicBezTo>
                    <a:pt x="6" y="59"/>
                    <a:pt x="6" y="59"/>
                    <a:pt x="6" y="59"/>
                  </a:cubicBezTo>
                  <a:cubicBezTo>
                    <a:pt x="3" y="59"/>
                    <a:pt x="0" y="56"/>
                    <a:pt x="0" y="5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6" y="0"/>
                    <a:pt x="16" y="0"/>
                    <a:pt x="16" y="0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9"/>
            <p:cNvSpPr/>
            <p:nvPr/>
          </p:nvSpPr>
          <p:spPr>
            <a:xfrm>
              <a:off x="6329363" y="3857626"/>
              <a:ext cx="255588" cy="60325"/>
            </a:xfrm>
            <a:custGeom>
              <a:rect b="b" l="l" r="r" t="t"/>
              <a:pathLst>
                <a:path extrusionOk="0" h="38" w="161">
                  <a:moveTo>
                    <a:pt x="0" y="38"/>
                  </a:moveTo>
                  <a:lnTo>
                    <a:pt x="47" y="0"/>
                  </a:lnTo>
                  <a:lnTo>
                    <a:pt x="113" y="0"/>
                  </a:lnTo>
                  <a:lnTo>
                    <a:pt x="161" y="38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0" name="Google Shape;620;p39"/>
            <p:cNvCxnSpPr/>
            <p:nvPr/>
          </p:nvCxnSpPr>
          <p:spPr>
            <a:xfrm flipH="1">
              <a:off x="6538913" y="3783014"/>
              <a:ext cx="90488" cy="60325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1" name="Google Shape;621;p39"/>
            <p:cNvCxnSpPr/>
            <p:nvPr/>
          </p:nvCxnSpPr>
          <p:spPr>
            <a:xfrm>
              <a:off x="6283326" y="3783014"/>
              <a:ext cx="90488" cy="60325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2" name="Google Shape;622;p39"/>
            <p:cNvSpPr/>
            <p:nvPr/>
          </p:nvSpPr>
          <p:spPr>
            <a:xfrm>
              <a:off x="6343651" y="3617914"/>
              <a:ext cx="225425" cy="201613"/>
            </a:xfrm>
            <a:custGeom>
              <a:rect b="b" l="l" r="r" t="t"/>
              <a:pathLst>
                <a:path extrusionOk="0" h="127" w="142">
                  <a:moveTo>
                    <a:pt x="142" y="127"/>
                  </a:moveTo>
                  <a:lnTo>
                    <a:pt x="142" y="0"/>
                  </a:lnTo>
                  <a:lnTo>
                    <a:pt x="0" y="0"/>
                  </a:lnTo>
                  <a:lnTo>
                    <a:pt x="0" y="127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3" name="Google Shape;623;p39"/>
            <p:cNvCxnSpPr/>
            <p:nvPr/>
          </p:nvCxnSpPr>
          <p:spPr>
            <a:xfrm>
              <a:off x="6389688" y="3662364"/>
              <a:ext cx="30163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39"/>
            <p:cNvCxnSpPr/>
            <p:nvPr/>
          </p:nvCxnSpPr>
          <p:spPr>
            <a:xfrm>
              <a:off x="6419851" y="3706814"/>
              <a:ext cx="104775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5" name="Google Shape;625;p39"/>
            <p:cNvCxnSpPr/>
            <p:nvPr/>
          </p:nvCxnSpPr>
          <p:spPr>
            <a:xfrm>
              <a:off x="6389688" y="3752851"/>
              <a:ext cx="134938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39"/>
            <p:cNvCxnSpPr/>
            <p:nvPr/>
          </p:nvCxnSpPr>
          <p:spPr>
            <a:xfrm>
              <a:off x="6389688" y="3797301"/>
              <a:ext cx="134938" cy="0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40"/>
          <p:cNvPicPr preferRelativeResize="0"/>
          <p:nvPr/>
        </p:nvPicPr>
        <p:blipFill rotWithShape="1">
          <a:blip r:embed="rId3">
            <a:alphaModFix/>
          </a:blip>
          <a:srcRect b="51360" l="-2456" r="1" t="9401"/>
          <a:stretch/>
        </p:blipFill>
        <p:spPr>
          <a:xfrm>
            <a:off x="3750198" y="0"/>
            <a:ext cx="5393802" cy="457962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0"/>
          <p:cNvSpPr txBox="1"/>
          <p:nvPr/>
        </p:nvSpPr>
        <p:spPr>
          <a:xfrm>
            <a:off x="561975" y="450533"/>
            <a:ext cx="802005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1" i="0" lang="mn-MN" sz="2800" u="none" cap="none" strike="noStrike">
                <a:solidFill>
                  <a:srgbClr val="7A126B"/>
                </a:solidFill>
                <a:latin typeface="Manrope"/>
                <a:ea typeface="Manrope"/>
                <a:cs typeface="Manrope"/>
                <a:sym typeface="Manrope"/>
              </a:rPr>
              <a:t>Маркетингийн </a:t>
            </a:r>
            <a:r>
              <a:rPr b="1" i="0" lang="mn-MN" sz="280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технологи</a:t>
            </a:r>
            <a:endParaRPr/>
          </a:p>
        </p:txBody>
      </p:sp>
      <p:sp>
        <p:nvSpPr>
          <p:cNvPr id="633" name="Google Shape;633;p40"/>
          <p:cNvSpPr/>
          <p:nvPr/>
        </p:nvSpPr>
        <p:spPr>
          <a:xfrm>
            <a:off x="539749" y="1166813"/>
            <a:ext cx="6047317" cy="52133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40"/>
          <p:cNvSpPr/>
          <p:nvPr/>
        </p:nvSpPr>
        <p:spPr>
          <a:xfrm>
            <a:off x="539749" y="1817067"/>
            <a:ext cx="6047317" cy="52133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40"/>
          <p:cNvSpPr/>
          <p:nvPr/>
        </p:nvSpPr>
        <p:spPr>
          <a:xfrm>
            <a:off x="539749" y="2467321"/>
            <a:ext cx="6047317" cy="52133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539749" y="3117575"/>
            <a:ext cx="6047317" cy="52133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40"/>
          <p:cNvSpPr/>
          <p:nvPr/>
        </p:nvSpPr>
        <p:spPr>
          <a:xfrm>
            <a:off x="539749" y="3767828"/>
            <a:ext cx="6047317" cy="521336"/>
          </a:xfrm>
          <a:prstGeom prst="roundRect">
            <a:avLst>
              <a:gd fmla="val 50000" name="adj"/>
            </a:avLst>
          </a:prstGeom>
          <a:noFill/>
          <a:ln cap="flat" cmpd="sng" w="12700">
            <a:solidFill>
              <a:srgbClr val="EAD5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40"/>
          <p:cNvSpPr txBox="1"/>
          <p:nvPr/>
        </p:nvSpPr>
        <p:spPr>
          <a:xfrm>
            <a:off x="1317467" y="1279339"/>
            <a:ext cx="4497269" cy="29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Төслийн явц, үр дүнг энд харуулна. </a:t>
            </a:r>
            <a:b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Багаараа хамтран шинэ шийдэл хэрэгжүүлнэ.</a:t>
            </a:r>
            <a:endParaRPr b="0" i="0" sz="105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39" name="Google Shape;639;p40"/>
          <p:cNvSpPr txBox="1"/>
          <p:nvPr/>
        </p:nvSpPr>
        <p:spPr>
          <a:xfrm>
            <a:off x="1317467" y="1932311"/>
            <a:ext cx="4497269" cy="29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Зах зээлийн судалгаанд үндэслэн шийдвэр гаргана. </a:t>
            </a:r>
            <a:b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Дараагийн алхмуудаа тодорхой төлөвлөнө.</a:t>
            </a:r>
            <a:endParaRPr b="0" i="0" sz="105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0" name="Google Shape;640;p40"/>
          <p:cNvSpPr txBox="1"/>
          <p:nvPr/>
        </p:nvSpPr>
        <p:spPr>
          <a:xfrm>
            <a:off x="1317467" y="2582565"/>
            <a:ext cx="4497269" cy="29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Өсөлтийг тогтмол хэмжиж, сайжруулна. </a:t>
            </a:r>
            <a:b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Энэ хэсэгт өөрийн текстээ оруулна уу.</a:t>
            </a:r>
            <a:endParaRPr b="0" i="0" sz="105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41" name="Google Shape;641;p40"/>
          <p:cNvGrpSpPr/>
          <p:nvPr/>
        </p:nvGrpSpPr>
        <p:grpSpPr>
          <a:xfrm>
            <a:off x="6107536" y="1214556"/>
            <a:ext cx="425855" cy="3026866"/>
            <a:chOff x="6107536" y="1214556"/>
            <a:chExt cx="425855" cy="3026866"/>
          </a:xfrm>
        </p:grpSpPr>
        <p:sp>
          <p:nvSpPr>
            <p:cNvPr id="642" name="Google Shape;642;p40"/>
            <p:cNvSpPr/>
            <p:nvPr/>
          </p:nvSpPr>
          <p:spPr>
            <a:xfrm>
              <a:off x="6107536" y="1214556"/>
              <a:ext cx="425855" cy="425853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6107536" y="1864809"/>
              <a:ext cx="425855" cy="425853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6107536" y="2515062"/>
              <a:ext cx="425855" cy="425853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6107536" y="3165315"/>
              <a:ext cx="425855" cy="425853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6107536" y="3815569"/>
              <a:ext cx="425855" cy="425853"/>
            </a:xfrm>
            <a:prstGeom prst="ellipse">
              <a:avLst/>
            </a:prstGeom>
            <a:solidFill>
              <a:srgbClr val="7A12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40"/>
          <p:cNvSpPr txBox="1"/>
          <p:nvPr/>
        </p:nvSpPr>
        <p:spPr>
          <a:xfrm>
            <a:off x="1317467" y="3232819"/>
            <a:ext cx="4497269" cy="29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Гол үзүүлэлтүүдээ товч дурдана. </a:t>
            </a:r>
            <a:b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Хэрэглэгчийн хэрэгцээг нарийн судална.</a:t>
            </a:r>
            <a:endParaRPr b="0" i="0" sz="105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8" name="Google Shape;648;p40"/>
          <p:cNvSpPr txBox="1"/>
          <p:nvPr/>
        </p:nvSpPr>
        <p:spPr>
          <a:xfrm>
            <a:off x="1317467" y="3883072"/>
            <a:ext cx="4497269" cy="29084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Чанар, хурд, найдвартай байдлыг эрхэмлэнэ. </a:t>
            </a:r>
            <a:b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0" i="0" lang="mn-MN" sz="1050" u="none" cap="none" strike="noStrike">
                <a:solidFill>
                  <a:srgbClr val="262626"/>
                </a:solidFill>
                <a:latin typeface="Manrope"/>
                <a:ea typeface="Manrope"/>
                <a:cs typeface="Manrope"/>
                <a:sym typeface="Manrope"/>
              </a:rPr>
              <a:t>Шинэ боломжийг цаг алдалгүй ашиглана.</a:t>
            </a:r>
            <a:endParaRPr b="0" i="0" sz="1050" u="none" cap="none" strike="noStrike">
              <a:solidFill>
                <a:srgbClr val="262626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49" name="Google Shape;649;p40"/>
          <p:cNvGrpSpPr/>
          <p:nvPr/>
        </p:nvGrpSpPr>
        <p:grpSpPr>
          <a:xfrm>
            <a:off x="6160442" y="1341664"/>
            <a:ext cx="320040" cy="2769932"/>
            <a:chOff x="6118775" y="1341664"/>
            <a:chExt cx="320040" cy="2769932"/>
          </a:xfrm>
        </p:grpSpPr>
        <p:sp>
          <p:nvSpPr>
            <p:cNvPr id="650" name="Google Shape;650;p40"/>
            <p:cNvSpPr txBox="1"/>
            <p:nvPr/>
          </p:nvSpPr>
          <p:spPr>
            <a:xfrm>
              <a:off x="6118775" y="1341664"/>
              <a:ext cx="320040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en-ID" sz="12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01.</a:t>
              </a:r>
              <a:endParaRPr/>
            </a:p>
          </p:txBody>
        </p:sp>
        <p:sp>
          <p:nvSpPr>
            <p:cNvPr id="651" name="Google Shape;651;p40"/>
            <p:cNvSpPr txBox="1"/>
            <p:nvPr/>
          </p:nvSpPr>
          <p:spPr>
            <a:xfrm>
              <a:off x="6118775" y="1994636"/>
              <a:ext cx="320040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en-ID" sz="12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02.</a:t>
              </a:r>
              <a:endParaRPr/>
            </a:p>
          </p:txBody>
        </p:sp>
        <p:sp>
          <p:nvSpPr>
            <p:cNvPr id="652" name="Google Shape;652;p40"/>
            <p:cNvSpPr txBox="1"/>
            <p:nvPr/>
          </p:nvSpPr>
          <p:spPr>
            <a:xfrm>
              <a:off x="6118775" y="2644890"/>
              <a:ext cx="320040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en-ID" sz="12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03.</a:t>
              </a:r>
              <a:endParaRPr/>
            </a:p>
          </p:txBody>
        </p:sp>
        <p:sp>
          <p:nvSpPr>
            <p:cNvPr id="653" name="Google Shape;653;p40"/>
            <p:cNvSpPr txBox="1"/>
            <p:nvPr/>
          </p:nvSpPr>
          <p:spPr>
            <a:xfrm>
              <a:off x="6118775" y="3295144"/>
              <a:ext cx="320040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en-ID" sz="12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04.</a:t>
              </a:r>
              <a:endParaRPr/>
            </a:p>
          </p:txBody>
        </p:sp>
        <p:sp>
          <p:nvSpPr>
            <p:cNvPr id="654" name="Google Shape;654;p40"/>
            <p:cNvSpPr txBox="1"/>
            <p:nvPr/>
          </p:nvSpPr>
          <p:spPr>
            <a:xfrm>
              <a:off x="6118775" y="3945397"/>
              <a:ext cx="320040" cy="16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4500"/>
                <a:buFont typeface="Calibri"/>
                <a:buNone/>
              </a:pPr>
              <a:r>
                <a:rPr b="1" i="0" lang="en-ID" sz="1200" u="none" cap="none" strike="noStrike">
                  <a:solidFill>
                    <a:schemeClr val="lt1"/>
                  </a:solidFill>
                  <a:latin typeface="Manrope"/>
                  <a:ea typeface="Manrope"/>
                  <a:cs typeface="Manrope"/>
                  <a:sym typeface="Manrope"/>
                </a:rPr>
                <a:t>05.</a:t>
              </a:r>
              <a:endParaRPr/>
            </a:p>
          </p:txBody>
        </p:sp>
      </p:grpSp>
      <p:grpSp>
        <p:nvGrpSpPr>
          <p:cNvPr id="655" name="Google Shape;655;p40"/>
          <p:cNvGrpSpPr/>
          <p:nvPr/>
        </p:nvGrpSpPr>
        <p:grpSpPr>
          <a:xfrm>
            <a:off x="812584" y="1311457"/>
            <a:ext cx="232048" cy="232048"/>
            <a:chOff x="5562601" y="1811338"/>
            <a:chExt cx="346075" cy="346076"/>
          </a:xfrm>
        </p:grpSpPr>
        <p:sp>
          <p:nvSpPr>
            <p:cNvPr id="656" name="Google Shape;656;p40"/>
            <p:cNvSpPr/>
            <p:nvPr/>
          </p:nvSpPr>
          <p:spPr>
            <a:xfrm>
              <a:off x="5653088" y="1885951"/>
              <a:ext cx="165100" cy="76200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5832476" y="1811338"/>
              <a:ext cx="76200" cy="44450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5832476" y="1833563"/>
              <a:ext cx="76200" cy="68263"/>
            </a:xfrm>
            <a:custGeom>
              <a:rect b="b" l="l" r="r" t="t"/>
              <a:pathLst>
                <a:path extrusionOk="0" h="18" w="20">
                  <a:moveTo>
                    <a:pt x="20" y="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15"/>
                    <a:pt x="16" y="18"/>
                    <a:pt x="10" y="18"/>
                  </a:cubicBezTo>
                  <a:cubicBezTo>
                    <a:pt x="4" y="18"/>
                    <a:pt x="0" y="15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5562601" y="1811338"/>
              <a:ext cx="74613" cy="44450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5562601" y="1833563"/>
              <a:ext cx="74613" cy="68263"/>
            </a:xfrm>
            <a:custGeom>
              <a:rect b="b" l="l" r="r" t="t"/>
              <a:pathLst>
                <a:path extrusionOk="0" h="18" w="20">
                  <a:moveTo>
                    <a:pt x="20" y="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15"/>
                    <a:pt x="16" y="18"/>
                    <a:pt x="10" y="18"/>
                  </a:cubicBezTo>
                  <a:cubicBezTo>
                    <a:pt x="4" y="18"/>
                    <a:pt x="0" y="15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5832476" y="2066926"/>
              <a:ext cx="76200" cy="44450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0"/>
            <p:cNvSpPr/>
            <p:nvPr/>
          </p:nvSpPr>
          <p:spPr>
            <a:xfrm>
              <a:off x="5832476" y="2089151"/>
              <a:ext cx="76200" cy="68263"/>
            </a:xfrm>
            <a:custGeom>
              <a:rect b="b" l="l" r="r" t="t"/>
              <a:pathLst>
                <a:path extrusionOk="0" h="18" w="20">
                  <a:moveTo>
                    <a:pt x="20" y="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15"/>
                    <a:pt x="16" y="18"/>
                    <a:pt x="10" y="18"/>
                  </a:cubicBezTo>
                  <a:cubicBezTo>
                    <a:pt x="4" y="18"/>
                    <a:pt x="0" y="15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0"/>
            <p:cNvSpPr/>
            <p:nvPr/>
          </p:nvSpPr>
          <p:spPr>
            <a:xfrm>
              <a:off x="5562601" y="2066926"/>
              <a:ext cx="74613" cy="44450"/>
            </a:xfrm>
            <a:prstGeom prst="ellipse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0"/>
            <p:cNvSpPr/>
            <p:nvPr/>
          </p:nvSpPr>
          <p:spPr>
            <a:xfrm>
              <a:off x="5562601" y="2089151"/>
              <a:ext cx="74613" cy="68263"/>
            </a:xfrm>
            <a:custGeom>
              <a:rect b="b" l="l" r="r" t="t"/>
              <a:pathLst>
                <a:path extrusionOk="0" h="18" w="20">
                  <a:moveTo>
                    <a:pt x="20" y="0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15"/>
                    <a:pt x="16" y="18"/>
                    <a:pt x="10" y="18"/>
                  </a:cubicBezTo>
                  <a:cubicBezTo>
                    <a:pt x="4" y="18"/>
                    <a:pt x="0" y="15"/>
                    <a:pt x="0" y="1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0"/>
            <p:cNvSpPr/>
            <p:nvPr/>
          </p:nvSpPr>
          <p:spPr>
            <a:xfrm>
              <a:off x="5653088" y="1984376"/>
              <a:ext cx="165100" cy="38100"/>
            </a:xfrm>
            <a:custGeom>
              <a:rect b="b" l="l" r="r" t="t"/>
              <a:pathLst>
                <a:path extrusionOk="0" h="10" w="44">
                  <a:moveTo>
                    <a:pt x="44" y="0"/>
                  </a:moveTo>
                  <a:cubicBezTo>
                    <a:pt x="44" y="6"/>
                    <a:pt x="34" y="10"/>
                    <a:pt x="22" y="10"/>
                  </a:cubicBezTo>
                  <a:cubicBezTo>
                    <a:pt x="10" y="10"/>
                    <a:pt x="0" y="6"/>
                    <a:pt x="0" y="0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5653088" y="1924051"/>
              <a:ext cx="165100" cy="157163"/>
            </a:xfrm>
            <a:custGeom>
              <a:rect b="b" l="l" r="r" t="t"/>
              <a:pathLst>
                <a:path extrusionOk="0" h="42" w="44">
                  <a:moveTo>
                    <a:pt x="0" y="0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38"/>
                    <a:pt x="10" y="42"/>
                    <a:pt x="22" y="42"/>
                  </a:cubicBezTo>
                  <a:cubicBezTo>
                    <a:pt x="34" y="42"/>
                    <a:pt x="44" y="38"/>
                    <a:pt x="44" y="32"/>
                  </a:cubicBezTo>
                  <a:cubicBezTo>
                    <a:pt x="44" y="0"/>
                    <a:pt x="44" y="0"/>
                    <a:pt x="44" y="0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7" name="Google Shape;667;p40"/>
            <p:cNvCxnSpPr/>
            <p:nvPr/>
          </p:nvCxnSpPr>
          <p:spPr>
            <a:xfrm>
              <a:off x="5600701" y="1901826"/>
              <a:ext cx="52388" cy="52388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40"/>
            <p:cNvCxnSpPr/>
            <p:nvPr/>
          </p:nvCxnSpPr>
          <p:spPr>
            <a:xfrm flipH="1" rot="10800000">
              <a:off x="5600701" y="2014538"/>
              <a:ext cx="52388" cy="52388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9" name="Google Shape;669;p40"/>
            <p:cNvCxnSpPr/>
            <p:nvPr/>
          </p:nvCxnSpPr>
          <p:spPr>
            <a:xfrm flipH="1">
              <a:off x="5818188" y="1901826"/>
              <a:ext cx="52388" cy="52388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0" name="Google Shape;670;p40"/>
            <p:cNvCxnSpPr/>
            <p:nvPr/>
          </p:nvCxnSpPr>
          <p:spPr>
            <a:xfrm rot="10800000">
              <a:off x="5818188" y="2014538"/>
              <a:ext cx="52388" cy="52388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71" name="Google Shape;671;p40"/>
          <p:cNvGrpSpPr/>
          <p:nvPr/>
        </p:nvGrpSpPr>
        <p:grpSpPr>
          <a:xfrm>
            <a:off x="842920" y="1958518"/>
            <a:ext cx="171374" cy="238434"/>
            <a:chOff x="2722563" y="3251201"/>
            <a:chExt cx="255588" cy="355600"/>
          </a:xfrm>
        </p:grpSpPr>
        <p:sp>
          <p:nvSpPr>
            <p:cNvPr id="672" name="Google Shape;672;p40"/>
            <p:cNvSpPr/>
            <p:nvPr/>
          </p:nvSpPr>
          <p:spPr>
            <a:xfrm>
              <a:off x="2843213" y="3467101"/>
              <a:ext cx="14288" cy="15875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3" name="Google Shape;673;p40"/>
            <p:cNvCxnSpPr/>
            <p:nvPr/>
          </p:nvCxnSpPr>
          <p:spPr>
            <a:xfrm>
              <a:off x="2849563" y="3482976"/>
              <a:ext cx="0" cy="46038"/>
            </a:xfrm>
            <a:prstGeom prst="straightConnector1">
              <a:avLst/>
            </a:pr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74" name="Google Shape;674;p40"/>
            <p:cNvSpPr/>
            <p:nvPr/>
          </p:nvSpPr>
          <p:spPr>
            <a:xfrm>
              <a:off x="2722563" y="3390901"/>
              <a:ext cx="255588" cy="215900"/>
            </a:xfrm>
            <a:prstGeom prst="rect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40"/>
            <p:cNvSpPr/>
            <p:nvPr/>
          </p:nvSpPr>
          <p:spPr>
            <a:xfrm>
              <a:off x="2767013" y="3251201"/>
              <a:ext cx="165100" cy="139700"/>
            </a:xfrm>
            <a:custGeom>
              <a:rect b="b" l="l" r="r" t="t"/>
              <a:pathLst>
                <a:path extrusionOk="0" h="36" w="44">
                  <a:moveTo>
                    <a:pt x="0" y="22"/>
                  </a:moveTo>
                  <a:cubicBezTo>
                    <a:pt x="0" y="10"/>
                    <a:pt x="10" y="0"/>
                    <a:pt x="22" y="0"/>
                  </a:cubicBezTo>
                  <a:cubicBezTo>
                    <a:pt x="34" y="0"/>
                    <a:pt x="44" y="10"/>
                    <a:pt x="44" y="22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0" y="36"/>
                    <a:pt x="0" y="36"/>
                    <a:pt x="0" y="36"/>
                  </a:cubicBezTo>
                  <a:lnTo>
                    <a:pt x="0" y="22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40"/>
          <p:cNvGrpSpPr/>
          <p:nvPr/>
        </p:nvGrpSpPr>
        <p:grpSpPr>
          <a:xfrm>
            <a:off x="812584" y="2631657"/>
            <a:ext cx="232048" cy="192664"/>
            <a:chOff x="6283326" y="3646489"/>
            <a:chExt cx="346075" cy="287337"/>
          </a:xfrm>
        </p:grpSpPr>
        <p:sp>
          <p:nvSpPr>
            <p:cNvPr id="677" name="Google Shape;677;p40"/>
            <p:cNvSpPr/>
            <p:nvPr/>
          </p:nvSpPr>
          <p:spPr>
            <a:xfrm>
              <a:off x="6283326" y="3767139"/>
              <a:ext cx="346075" cy="76200"/>
            </a:xfrm>
            <a:custGeom>
              <a:rect b="b" l="l" r="r" t="t"/>
              <a:pathLst>
                <a:path extrusionOk="0" h="48" w="218">
                  <a:moveTo>
                    <a:pt x="218" y="0"/>
                  </a:moveTo>
                  <a:lnTo>
                    <a:pt x="109" y="48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6283326" y="3813176"/>
              <a:ext cx="346075" cy="74613"/>
            </a:xfrm>
            <a:custGeom>
              <a:rect b="b" l="l" r="r" t="t"/>
              <a:pathLst>
                <a:path extrusionOk="0" h="47" w="218">
                  <a:moveTo>
                    <a:pt x="218" y="0"/>
                  </a:moveTo>
                  <a:lnTo>
                    <a:pt x="109" y="47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6283326" y="3857626"/>
              <a:ext cx="346075" cy="76200"/>
            </a:xfrm>
            <a:custGeom>
              <a:rect b="b" l="l" r="r" t="t"/>
              <a:pathLst>
                <a:path extrusionOk="0" h="48" w="218">
                  <a:moveTo>
                    <a:pt x="218" y="0"/>
                  </a:moveTo>
                  <a:lnTo>
                    <a:pt x="109" y="48"/>
                  </a:ln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6283326" y="3646489"/>
              <a:ext cx="346075" cy="150813"/>
            </a:xfrm>
            <a:custGeom>
              <a:rect b="b" l="l" r="r" t="t"/>
              <a:pathLst>
                <a:path extrusionOk="0" h="95" w="218">
                  <a:moveTo>
                    <a:pt x="109" y="95"/>
                  </a:moveTo>
                  <a:lnTo>
                    <a:pt x="0" y="48"/>
                  </a:lnTo>
                  <a:lnTo>
                    <a:pt x="109" y="0"/>
                  </a:lnTo>
                  <a:lnTo>
                    <a:pt x="218" y="48"/>
                  </a:lnTo>
                  <a:lnTo>
                    <a:pt x="109" y="95"/>
                  </a:lnTo>
                  <a:close/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1" name="Google Shape;681;p40"/>
          <p:cNvGrpSpPr/>
          <p:nvPr/>
        </p:nvGrpSpPr>
        <p:grpSpPr>
          <a:xfrm>
            <a:off x="813115" y="3272331"/>
            <a:ext cx="230984" cy="211824"/>
            <a:chOff x="7005638" y="2909888"/>
            <a:chExt cx="344488" cy="315913"/>
          </a:xfrm>
        </p:grpSpPr>
        <p:sp>
          <p:nvSpPr>
            <p:cNvPr id="682" name="Google Shape;682;p40"/>
            <p:cNvSpPr/>
            <p:nvPr/>
          </p:nvSpPr>
          <p:spPr>
            <a:xfrm>
              <a:off x="7140575" y="2909888"/>
              <a:ext cx="74613" cy="76200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7261225" y="2940051"/>
              <a:ext cx="44450" cy="46038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40"/>
            <p:cNvSpPr/>
            <p:nvPr/>
          </p:nvSpPr>
          <p:spPr>
            <a:xfrm>
              <a:off x="7050088" y="2940051"/>
              <a:ext cx="44450" cy="46038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7005638" y="3170238"/>
              <a:ext cx="344488" cy="55563"/>
            </a:xfrm>
            <a:custGeom>
              <a:rect b="b" l="l" r="r" t="t"/>
              <a:pathLst>
                <a:path extrusionOk="0" h="15" w="92">
                  <a:moveTo>
                    <a:pt x="66" y="0"/>
                  </a:moveTo>
                  <a:cubicBezTo>
                    <a:pt x="81" y="1"/>
                    <a:pt x="92" y="4"/>
                    <a:pt x="92" y="7"/>
                  </a:cubicBezTo>
                  <a:cubicBezTo>
                    <a:pt x="92" y="11"/>
                    <a:pt x="71" y="15"/>
                    <a:pt x="46" y="15"/>
                  </a:cubicBezTo>
                  <a:cubicBezTo>
                    <a:pt x="21" y="15"/>
                    <a:pt x="0" y="11"/>
                    <a:pt x="0" y="7"/>
                  </a:cubicBezTo>
                  <a:cubicBezTo>
                    <a:pt x="0" y="4"/>
                    <a:pt x="11" y="1"/>
                    <a:pt x="26" y="0"/>
                  </a:cubicBezTo>
                </a:path>
              </a:pathLst>
            </a:custGeom>
            <a:noFill/>
            <a:ln cap="rnd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7140575" y="3014663"/>
              <a:ext cx="74613" cy="136525"/>
            </a:xfrm>
            <a:custGeom>
              <a:rect b="b" l="l" r="r" t="t"/>
              <a:pathLst>
                <a:path extrusionOk="0" h="36" w="20">
                  <a:moveTo>
                    <a:pt x="20" y="36"/>
                  </a:moveTo>
                  <a:cubicBezTo>
                    <a:pt x="0" y="36"/>
                    <a:pt x="0" y="36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4"/>
                    <a:pt x="4" y="0"/>
                    <a:pt x="10" y="0"/>
                  </a:cubicBezTo>
                  <a:cubicBezTo>
                    <a:pt x="16" y="0"/>
                    <a:pt x="20" y="4"/>
                    <a:pt x="20" y="10"/>
                  </a:cubicBezTo>
                  <a:lnTo>
                    <a:pt x="20" y="36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7261225" y="3014663"/>
              <a:ext cx="44450" cy="106363"/>
            </a:xfrm>
            <a:custGeom>
              <a:rect b="b" l="l" r="r" t="t"/>
              <a:pathLst>
                <a:path extrusionOk="0" h="28" w="12">
                  <a:moveTo>
                    <a:pt x="12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lnTo>
                    <a:pt x="12" y="28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7050088" y="3014663"/>
              <a:ext cx="44450" cy="106363"/>
            </a:xfrm>
            <a:custGeom>
              <a:rect b="b" l="l" r="r" t="t"/>
              <a:pathLst>
                <a:path extrusionOk="0" h="28" w="12">
                  <a:moveTo>
                    <a:pt x="12" y="28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lnTo>
                    <a:pt x="12" y="28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9" name="Google Shape;689;p40"/>
          <p:cNvGrpSpPr/>
          <p:nvPr/>
        </p:nvGrpSpPr>
        <p:grpSpPr>
          <a:xfrm>
            <a:off x="815244" y="3912472"/>
            <a:ext cx="226726" cy="232048"/>
            <a:chOff x="4845050" y="3979863"/>
            <a:chExt cx="338138" cy="346075"/>
          </a:xfrm>
        </p:grpSpPr>
        <p:sp>
          <p:nvSpPr>
            <p:cNvPr id="690" name="Google Shape;690;p40"/>
            <p:cNvSpPr/>
            <p:nvPr/>
          </p:nvSpPr>
          <p:spPr>
            <a:xfrm>
              <a:off x="4987925" y="3979863"/>
              <a:ext cx="195263" cy="195263"/>
            </a:xfrm>
            <a:custGeom>
              <a:rect b="b" l="l" r="r" t="t"/>
              <a:pathLst>
                <a:path extrusionOk="0" h="52" w="52">
                  <a:moveTo>
                    <a:pt x="46" y="44"/>
                  </a:moveTo>
                  <a:cubicBezTo>
                    <a:pt x="52" y="34"/>
                    <a:pt x="52" y="34"/>
                    <a:pt x="52" y="34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8"/>
                    <a:pt x="46" y="25"/>
                    <a:pt x="46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8" y="9"/>
                    <a:pt x="34" y="8"/>
                    <a:pt x="32" y="7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6" y="8"/>
                    <a:pt x="15" y="9"/>
                    <a:pt x="13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7"/>
                    <a:pt x="6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5" y="43"/>
                    <a:pt x="16" y="44"/>
                    <a:pt x="20" y="45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4" y="44"/>
                    <a:pt x="38" y="43"/>
                    <a:pt x="40" y="41"/>
                  </a:cubicBezTo>
                  <a:lnTo>
                    <a:pt x="46" y="44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5056188" y="4048125"/>
              <a:ext cx="58738" cy="60325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4845050" y="4130675"/>
              <a:ext cx="195263" cy="195263"/>
            </a:xfrm>
            <a:custGeom>
              <a:rect b="b" l="l" r="r" t="t"/>
              <a:pathLst>
                <a:path extrusionOk="0" h="52" w="52">
                  <a:moveTo>
                    <a:pt x="46" y="44"/>
                  </a:moveTo>
                  <a:cubicBezTo>
                    <a:pt x="52" y="34"/>
                    <a:pt x="52" y="34"/>
                    <a:pt x="52" y="34"/>
                  </a:cubicBezTo>
                  <a:cubicBezTo>
                    <a:pt x="46" y="30"/>
                    <a:pt x="46" y="30"/>
                    <a:pt x="46" y="30"/>
                  </a:cubicBezTo>
                  <a:cubicBezTo>
                    <a:pt x="46" y="28"/>
                    <a:pt x="46" y="25"/>
                    <a:pt x="46" y="22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8" y="9"/>
                    <a:pt x="34" y="8"/>
                    <a:pt x="32" y="7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6" y="8"/>
                    <a:pt x="15" y="9"/>
                    <a:pt x="13" y="11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6" y="24"/>
                    <a:pt x="6" y="27"/>
                    <a:pt x="6" y="30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3" y="41"/>
                    <a:pt x="13" y="41"/>
                    <a:pt x="13" y="41"/>
                  </a:cubicBezTo>
                  <a:cubicBezTo>
                    <a:pt x="15" y="43"/>
                    <a:pt x="16" y="44"/>
                    <a:pt x="20" y="45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32" y="52"/>
                    <a:pt x="32" y="52"/>
                    <a:pt x="32" y="52"/>
                  </a:cubicBezTo>
                  <a:cubicBezTo>
                    <a:pt x="32" y="45"/>
                    <a:pt x="32" y="45"/>
                    <a:pt x="32" y="45"/>
                  </a:cubicBezTo>
                  <a:cubicBezTo>
                    <a:pt x="34" y="44"/>
                    <a:pt x="38" y="43"/>
                    <a:pt x="40" y="41"/>
                  </a:cubicBezTo>
                  <a:lnTo>
                    <a:pt x="46" y="44"/>
                  </a:lnTo>
                  <a:close/>
                </a:path>
              </a:pathLst>
            </a:cu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4913313" y="4198938"/>
              <a:ext cx="60325" cy="60325"/>
            </a:xfrm>
            <a:prstGeom prst="ellipse">
              <a:avLst/>
            </a:prstGeom>
            <a:noFill/>
            <a:ln cap="flat" cmpd="sng" w="9525">
              <a:solidFill>
                <a:srgbClr val="7A12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4" name="Google Shape;69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8975" y="996381"/>
            <a:ext cx="1798476" cy="346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