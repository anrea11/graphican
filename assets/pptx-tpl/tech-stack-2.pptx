
<file path=[Content_Types].xml><?xml version="1.0" encoding="utf-8"?>
<Types xmlns="http://schemas.openxmlformats.org/package/2006/content-types">
  <Default Extension="jpg" ContentType="image/jpe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10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9" r:id="rId4"/>
    <p:sldMasterId id="2147483680" r:id="rId5"/>
    <p:sldMasterId id="2147483681" r:id="rId6"/>
  </p:sldMasterIdLst>
  <p:notesMasterIdLst>
    <p:notesMasterId r:id="rId7"/>
  </p:notesMasterIdLst>
  <p:sldIdLst>
    <p:sldId id="267" r:id="rId29"/>
    <p:sldId id="262" r:id="rId14"/>
    <p:sldId id="263" r:id="rId15"/>
    <p:sldId id="264" r:id="rId16"/>
    <p:sldId id="265" r:id="rId17"/>
    <p:sldId id="266" r:id="rId18"/>
    <p:sldId id="268" r:id="rId30"/>
  </p:sldIdLst>
  <p:sldSz cy="5143500" cx="9144000"/>
  <p:notesSz cx="6858000" cy="9144000"/>
  <p:embeddedFontLst>
    <p:embeddedFont>
      <p:font typeface="Manrope"/>
      <p:bold r:id="rId19"/>
      <p:boldItalic r:id="rId20"/>
    </p:embeddedFont>
    <p:embeddedFont>
      <p:font typeface="Roboto"/>
      <p:regular r:id="rId21"/>
      <p:bold r:id="rId22"/>
      <p:italic r:id="rId23"/>
      <p:boldItalic r:id="rId24"/>
    </p:embeddedFont>
    <p:embeddedFont>
      <p:font typeface="Manrope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5465">
          <p15:clr>
            <a:srgbClr val="A4A3A4"/>
          </p15:clr>
        </p15:guide>
        <p15:guide id="4" pos="340">
          <p15:clr>
            <a:srgbClr val="A4A3A4"/>
          </p15:clr>
        </p15:guide>
        <p15:guide id="5" orient="horz" pos="2731">
          <p15:clr>
            <a:srgbClr val="A4A3A4"/>
          </p15:clr>
        </p15:guide>
        <p15:guide id="6" orient="horz" pos="73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5465"/>
        <p:guide pos="340"/>
        <p:guide pos="2731" orient="horz"/>
        <p:guide pos="735" orient="horz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lusJakartaSansExtraBold-boldItalic.fntdata"/><Relationship Id="rId22" Type="http://schemas.openxmlformats.org/officeDocument/2006/relationships/font" Target="fonts/Roboto-bold.fntdata"/><Relationship Id="rId21" Type="http://schemas.openxmlformats.org/officeDocument/2006/relationships/font" Target="fonts/Roboto-regular.fntdata"/><Relationship Id="rId24" Type="http://schemas.openxmlformats.org/officeDocument/2006/relationships/font" Target="fonts/Roboto-boldItalic.fntdata"/><Relationship Id="rId23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26" Type="http://schemas.openxmlformats.org/officeDocument/2006/relationships/font" Target="fonts/PlusJakartaSans-bold.fntdata"/><Relationship Id="rId25" Type="http://schemas.openxmlformats.org/officeDocument/2006/relationships/font" Target="fonts/PlusJakartaSans-regular.fntdata"/><Relationship Id="rId28" Type="http://schemas.openxmlformats.org/officeDocument/2006/relationships/font" Target="fonts/PlusJakartaSans-boldItalic.fntdata"/><Relationship Id="rId27" Type="http://schemas.openxmlformats.org/officeDocument/2006/relationships/font" Target="fonts/PlusJakartaSans-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font" Target="fonts/PlusJakartaSansExtraBold-bold.fntdata"/><Relationship Id="rId18" Type="http://schemas.openxmlformats.org/officeDocument/2006/relationships/slide" Target="slides/slide11.xml"/>  <Relationship Id="rId29" Type="http://schemas.openxmlformats.org/officeDocument/2006/relationships/slide" Target="slides/slide12.xml"/>
  <Relationship Id="rId30" Type="http://schemas.openxmlformats.org/officeDocument/2006/relationships/slide" Target="slides/slide1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Gc1" Type="http://schemas.openxmlformats.org/officeDocument/2006/relationships/image" Target="../media/gclogo_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Gc1" Type="http://schemas.openxmlformats.org/officeDocument/2006/relationships/image" Target="../media/gclogo_1.pn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Gc1" Type="http://schemas.openxmlformats.org/officeDocument/2006/relationships/image" Target="../media/gclogo_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Gc1" Type="http://schemas.openxmlformats.org/officeDocument/2006/relationships/image" Target="../media/gclogo_1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Relationship Id="rIdGc1" Type="http://schemas.openxmlformats.org/officeDocument/2006/relationships/image" Target="../media/gclogo_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Relationship Id="rIdGc1" Type="http://schemas.openxmlformats.org/officeDocument/2006/relationships/image" Target="../media/gclogo_1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Gc1" Type="http://schemas.openxmlformats.org/officeDocument/2006/relationships/image" Target="../media/gclogo_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393700" y="368300"/>
            <a:ext cx="8356600" cy="4406900"/>
          </a:xfrm>
          <a:prstGeom prst="roundRect">
            <a:avLst>
              <a:gd fmla="val 4300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37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544902" y="512211"/>
            <a:ext cx="761196" cy="291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 2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/>
          <p:nvPr/>
        </p:nvSpPr>
        <p:spPr>
          <a:xfrm rot="10800000">
            <a:off x="289559" y="-2"/>
            <a:ext cx="8854440" cy="4580511"/>
          </a:xfrm>
          <a:prstGeom prst="round1Rect">
            <a:avLst>
              <a:gd fmla="val 4104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7" name="Google Shape;37;p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" name="Google Shape;50;p9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2" name="Google Shape;52;p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10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9" name="Google Shape;59;p1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0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 rot="5400000">
            <a:off x="2834283" y="-1319808"/>
            <a:ext cx="3475435" cy="84296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" name="Google Shape;80;p14"/>
          <p:cNvPicPr preferRelativeResize="0"/>
          <p:nvPr/>
        </p:nvPicPr>
        <p:blipFill rotWithShape="1">
          <a:blip r:embed="rId2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5"/>
          <p:cNvSpPr/>
          <p:nvPr/>
        </p:nvSpPr>
        <p:spPr>
          <a:xfrm rot="10800000">
            <a:off x="289559" y="-2"/>
            <a:ext cx="8854440" cy="4580511"/>
          </a:xfrm>
          <a:prstGeom prst="round1Rect">
            <a:avLst>
              <a:gd fmla="val 4104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9" name="Google Shape;89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0" name="Google Shape;90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1" name="Google Shape;91;p16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17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2" name="Google Shape;102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3" name="Google Shape;103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4" name="Google Shape;104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6" name="Google Shape;106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7" name="Google Shape;107;p18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16" name="Google Shape;116;p20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7" name="Google Shape;117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20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1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4" name="Google Shape;124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5" name="Google Shape;125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9" name="Google Shape;129;p22"/>
          <p:cNvSpPr txBox="1"/>
          <p:nvPr>
            <p:ph idx="1" type="body"/>
          </p:nvPr>
        </p:nvSpPr>
        <p:spPr>
          <a:xfrm rot="5400000">
            <a:off x="2834283" y="-1319808"/>
            <a:ext cx="3475435" cy="84296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1" name="Google Shape;13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2" name="Google Shape;132;p22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7" name="Google Shape;13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3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5"/>
          <p:cNvSpPr/>
          <p:nvPr/>
        </p:nvSpPr>
        <p:spPr>
          <a:xfrm rot="10800000">
            <a:off x="289559" y="-2"/>
            <a:ext cx="8854440" cy="4580511"/>
          </a:xfrm>
          <a:prstGeom prst="round1Rect">
            <a:avLst>
              <a:gd fmla="val 4104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25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26"/>
          <p:cNvPicPr preferRelativeResize="0"/>
          <p:nvPr/>
        </p:nvPicPr>
        <p:blipFill rotWithShape="1">
          <a:blip r:embed="rId2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6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3" name="Google Shape;153;p2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4" name="Google Shape;154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5" name="Google Shape;155;p2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6" name="Google Shape;156;p27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1" name="Google Shape;161;p2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6" name="Google Shape;166;p2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7" name="Google Shape;167;p2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8" name="Google Shape;168;p2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9" name="Google Shape;169;p2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0" name="Google Shape;170;p2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1" name="Google Shape;171;p2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2" name="Google Shape;172;p29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5" name="Google Shape;175;p3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3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30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81" name="Google Shape;181;p3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82" name="Google Shape;182;p3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3" name="Google Shape;183;p3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4" name="Google Shape;184;p3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88" name="Google Shape;188;p3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89" name="Google Shape;189;p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0" name="Google Shape;190;p3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1" name="Google Shape;191;p32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4" name="Google Shape;194;p33"/>
          <p:cNvSpPr txBox="1"/>
          <p:nvPr>
            <p:ph idx="1" type="body"/>
          </p:nvPr>
        </p:nvSpPr>
        <p:spPr>
          <a:xfrm rot="5400000">
            <a:off x="2834283" y="-1319808"/>
            <a:ext cx="3475435" cy="84296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5" name="Google Shape;195;p3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6" name="Google Shape;196;p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7" name="Google Shape;197;p33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0" name="Google Shape;200;p3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1" name="Google Shape;201;p3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2" name="Google Shape;202;p3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3" name="Google Shape;203;p34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theme" Target="../theme/theme4.xml"/><Relationship Id="rId10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1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188" y="1157288"/>
            <a:ext cx="8429625" cy="34754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1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>
            <a:off x="357188" y="1157288"/>
            <a:ext cx="8429625" cy="34754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1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1" name="Google Shape;141;p24"/>
          <p:cNvSpPr txBox="1"/>
          <p:nvPr>
            <p:ph idx="1" type="body"/>
          </p:nvPr>
        </p:nvSpPr>
        <p:spPr>
          <a:xfrm>
            <a:off x="357188" y="1157288"/>
            <a:ext cx="8429625" cy="34754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12_c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3" Type="http://schemas.openxmlformats.org/officeDocument/2006/relationships/image" Target="../media/image8.png"/><Relationship Id="rId4" Type="http://schemas.openxmlformats.org/officeDocument/2006/relationships/image" Target="../media/image10_c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_c.jpg"/><Relationship Id="rIdSy1" Type="http://schemas.openxmlformats.org/officeDocument/2006/relationships/image" Target="../media/image11_c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_c.jpg"/><Relationship Id="rIdSy1" Type="http://schemas.openxmlformats.org/officeDocument/2006/relationships/image" Target="../media/image11_c.jpg"/></Relationships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41"/>
          <p:cNvSpPr/>
          <p:nvPr/>
        </p:nvSpPr>
        <p:spPr>
          <a:xfrm>
            <a:off x="2880360" y="-1"/>
            <a:ext cx="3454718" cy="4335463"/>
          </a:xfrm>
          <a:prstGeom prst="round2SameRect">
            <a:avLst>
              <a:gd fmla="val 0" name="adj1"/>
              <a:gd fmla="val 9710" name="adj2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1"/>
          <p:cNvSpPr txBox="1"/>
          <p:nvPr/>
        </p:nvSpPr>
        <p:spPr>
          <a:xfrm>
            <a:off x="3360420" y="450533"/>
            <a:ext cx="242316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Бүтээгдэхүүний </a:t>
            </a:r>
            <a: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технологи</a:t>
            </a:r>
            <a:endParaRPr/>
          </a:p>
        </p:txBody>
      </p:sp>
      <p:sp>
        <p:nvSpPr>
          <p:cNvPr id="701" name="Google Shape;701;p41"/>
          <p:cNvSpPr/>
          <p:nvPr/>
        </p:nvSpPr>
        <p:spPr>
          <a:xfrm>
            <a:off x="539749" y="1166814"/>
            <a:ext cx="2599691" cy="844866"/>
          </a:xfrm>
          <a:prstGeom prst="roundRect">
            <a:avLst>
              <a:gd fmla="val 16596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02" name="Google Shape;702;p41"/>
          <p:cNvGrpSpPr/>
          <p:nvPr/>
        </p:nvGrpSpPr>
        <p:grpSpPr>
          <a:xfrm>
            <a:off x="756998" y="1363831"/>
            <a:ext cx="1586151" cy="450833"/>
            <a:chOff x="756997" y="1364715"/>
            <a:chExt cx="1739911" cy="450833"/>
          </a:xfrm>
        </p:grpSpPr>
        <p:sp>
          <p:nvSpPr>
            <p:cNvPr id="703" name="Google Shape;703;p41"/>
            <p:cNvSpPr txBox="1"/>
            <p:nvPr/>
          </p:nvSpPr>
          <p:spPr>
            <a:xfrm>
              <a:off x="756997" y="1566249"/>
              <a:ext cx="1739911" cy="2492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Энэ хэсэгт өөрийн текстээ оруулна уу</a:t>
              </a:r>
              <a:endParaRPr b="0" i="0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04" name="Google Shape;704;p41"/>
            <p:cNvSpPr txBox="1"/>
            <p:nvPr/>
          </p:nvSpPr>
          <p:spPr>
            <a:xfrm>
              <a:off x="756997" y="1364715"/>
              <a:ext cx="1739911" cy="145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05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ГОЛ САНАА ЭНД</a:t>
              </a:r>
              <a:endParaRPr/>
            </a:p>
          </p:txBody>
        </p:sp>
      </p:grpSp>
      <p:sp>
        <p:nvSpPr>
          <p:cNvPr id="705" name="Google Shape;705;p41"/>
          <p:cNvSpPr/>
          <p:nvPr/>
        </p:nvSpPr>
        <p:spPr>
          <a:xfrm>
            <a:off x="2526112" y="1367474"/>
            <a:ext cx="443546" cy="443546"/>
          </a:xfrm>
          <a:prstGeom prst="roundRect">
            <a:avLst>
              <a:gd fmla="val 50000" name="adj"/>
            </a:avLst>
          </a:prstGeom>
          <a:solidFill>
            <a:srgbClr val="E4D3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41"/>
          <p:cNvSpPr/>
          <p:nvPr/>
        </p:nvSpPr>
        <p:spPr>
          <a:xfrm>
            <a:off x="539749" y="2213214"/>
            <a:ext cx="2599691" cy="844866"/>
          </a:xfrm>
          <a:prstGeom prst="roundRect">
            <a:avLst>
              <a:gd fmla="val 16596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07" name="Google Shape;707;p41"/>
          <p:cNvGrpSpPr/>
          <p:nvPr/>
        </p:nvGrpSpPr>
        <p:grpSpPr>
          <a:xfrm>
            <a:off x="756998" y="2410231"/>
            <a:ext cx="1586151" cy="450833"/>
            <a:chOff x="756997" y="1364715"/>
            <a:chExt cx="1739911" cy="450833"/>
          </a:xfrm>
        </p:grpSpPr>
        <p:sp>
          <p:nvSpPr>
            <p:cNvPr id="708" name="Google Shape;708;p41"/>
            <p:cNvSpPr txBox="1"/>
            <p:nvPr/>
          </p:nvSpPr>
          <p:spPr>
            <a:xfrm>
              <a:off x="756997" y="1566249"/>
              <a:ext cx="1739911" cy="2492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Хэрэглэгчийн хэрэгцээг нарийн судална</a:t>
              </a:r>
              <a:endParaRPr b="0" i="0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09" name="Google Shape;709;p41"/>
            <p:cNvSpPr txBox="1"/>
            <p:nvPr/>
          </p:nvSpPr>
          <p:spPr>
            <a:xfrm>
              <a:off x="756997" y="1364715"/>
              <a:ext cx="1739911" cy="145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05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ЗОРИЛТЫН НЭР ЭНД</a:t>
              </a:r>
              <a:endParaRPr/>
            </a:p>
          </p:txBody>
        </p:sp>
      </p:grpSp>
      <p:sp>
        <p:nvSpPr>
          <p:cNvPr id="710" name="Google Shape;710;p41"/>
          <p:cNvSpPr/>
          <p:nvPr/>
        </p:nvSpPr>
        <p:spPr>
          <a:xfrm>
            <a:off x="2526112" y="2413874"/>
            <a:ext cx="443546" cy="443546"/>
          </a:xfrm>
          <a:prstGeom prst="roundRect">
            <a:avLst>
              <a:gd fmla="val 50000" name="adj"/>
            </a:avLst>
          </a:prstGeom>
          <a:solidFill>
            <a:srgbClr val="E4D3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1" name="Google Shape;711;p41"/>
          <p:cNvSpPr/>
          <p:nvPr/>
        </p:nvSpPr>
        <p:spPr>
          <a:xfrm>
            <a:off x="539749" y="3259614"/>
            <a:ext cx="2599691" cy="844866"/>
          </a:xfrm>
          <a:prstGeom prst="roundRect">
            <a:avLst>
              <a:gd fmla="val 16596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12" name="Google Shape;712;p41"/>
          <p:cNvGrpSpPr/>
          <p:nvPr/>
        </p:nvGrpSpPr>
        <p:grpSpPr>
          <a:xfrm>
            <a:off x="756998" y="3456631"/>
            <a:ext cx="1586151" cy="450833"/>
            <a:chOff x="756997" y="1364715"/>
            <a:chExt cx="1739911" cy="450833"/>
          </a:xfrm>
        </p:grpSpPr>
        <p:sp>
          <p:nvSpPr>
            <p:cNvPr id="713" name="Google Shape;713;p41"/>
            <p:cNvSpPr txBox="1"/>
            <p:nvPr/>
          </p:nvSpPr>
          <p:spPr>
            <a:xfrm>
              <a:off x="756997" y="1566249"/>
              <a:ext cx="1739911" cy="2492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Шинэ боломжийг цаг алдалгүй ашиглана</a:t>
              </a:r>
              <a:endParaRPr b="0" i="0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14" name="Google Shape;714;p41"/>
            <p:cNvSpPr txBox="1"/>
            <p:nvPr/>
          </p:nvSpPr>
          <p:spPr>
            <a:xfrm>
              <a:off x="756997" y="1364715"/>
              <a:ext cx="1739911" cy="145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05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ГОЛ САНАА ЭНД</a:t>
              </a:r>
              <a:endParaRPr/>
            </a:p>
          </p:txBody>
        </p:sp>
      </p:grpSp>
      <p:sp>
        <p:nvSpPr>
          <p:cNvPr id="715" name="Google Shape;715;p41"/>
          <p:cNvSpPr/>
          <p:nvPr/>
        </p:nvSpPr>
        <p:spPr>
          <a:xfrm>
            <a:off x="2526112" y="3460274"/>
            <a:ext cx="443546" cy="443546"/>
          </a:xfrm>
          <a:prstGeom prst="roundRect">
            <a:avLst>
              <a:gd fmla="val 50000" name="adj"/>
            </a:avLst>
          </a:prstGeom>
          <a:solidFill>
            <a:srgbClr val="E4D3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41"/>
          <p:cNvSpPr/>
          <p:nvPr/>
        </p:nvSpPr>
        <p:spPr>
          <a:xfrm flipH="1">
            <a:off x="6075998" y="1166814"/>
            <a:ext cx="2599691" cy="844866"/>
          </a:xfrm>
          <a:prstGeom prst="roundRect">
            <a:avLst>
              <a:gd fmla="val 16596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17" name="Google Shape;717;p41"/>
          <p:cNvGrpSpPr/>
          <p:nvPr/>
        </p:nvGrpSpPr>
        <p:grpSpPr>
          <a:xfrm flipH="1">
            <a:off x="6872289" y="1363831"/>
            <a:ext cx="1586151" cy="450833"/>
            <a:chOff x="756997" y="1364715"/>
            <a:chExt cx="1739911" cy="450833"/>
          </a:xfrm>
        </p:grpSpPr>
        <p:sp>
          <p:nvSpPr>
            <p:cNvPr id="718" name="Google Shape;718;p41"/>
            <p:cNvSpPr txBox="1"/>
            <p:nvPr/>
          </p:nvSpPr>
          <p:spPr>
            <a:xfrm>
              <a:off x="756997" y="1566249"/>
              <a:ext cx="1739911" cy="2492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Харилцагчидтайгаа урт хугацааны түншлэл тогтооно</a:t>
              </a:r>
              <a:endParaRPr b="0" i="0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19" name="Google Shape;719;p41"/>
            <p:cNvSpPr txBox="1"/>
            <p:nvPr/>
          </p:nvSpPr>
          <p:spPr>
            <a:xfrm>
              <a:off x="756997" y="1364715"/>
              <a:ext cx="1739911" cy="145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05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ЗОРИЛТЫН НЭР ЭНД</a:t>
              </a:r>
              <a:endParaRPr/>
            </a:p>
          </p:txBody>
        </p:sp>
      </p:grpSp>
      <p:sp>
        <p:nvSpPr>
          <p:cNvPr id="720" name="Google Shape;720;p41"/>
          <p:cNvSpPr/>
          <p:nvPr/>
        </p:nvSpPr>
        <p:spPr>
          <a:xfrm flipH="1">
            <a:off x="6245780" y="1367474"/>
            <a:ext cx="443546" cy="443546"/>
          </a:xfrm>
          <a:prstGeom prst="roundRect">
            <a:avLst>
              <a:gd fmla="val 50000" name="adj"/>
            </a:avLst>
          </a:prstGeom>
          <a:solidFill>
            <a:srgbClr val="E4D3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41"/>
          <p:cNvSpPr/>
          <p:nvPr/>
        </p:nvSpPr>
        <p:spPr>
          <a:xfrm flipH="1">
            <a:off x="6075998" y="2213214"/>
            <a:ext cx="2599691" cy="844866"/>
          </a:xfrm>
          <a:prstGeom prst="roundRect">
            <a:avLst>
              <a:gd fmla="val 16596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22" name="Google Shape;722;p41"/>
          <p:cNvGrpSpPr/>
          <p:nvPr/>
        </p:nvGrpSpPr>
        <p:grpSpPr>
          <a:xfrm flipH="1">
            <a:off x="6872289" y="2410231"/>
            <a:ext cx="1586151" cy="450833"/>
            <a:chOff x="756997" y="1364715"/>
            <a:chExt cx="1739911" cy="450833"/>
          </a:xfrm>
        </p:grpSpPr>
        <p:sp>
          <p:nvSpPr>
            <p:cNvPr id="723" name="Google Shape;723;p41"/>
            <p:cNvSpPr txBox="1"/>
            <p:nvPr/>
          </p:nvSpPr>
          <p:spPr>
            <a:xfrm>
              <a:off x="756997" y="1566249"/>
              <a:ext cx="1739911" cy="2492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Энд гол санаагаа бичнэ үү</a:t>
              </a:r>
              <a:endParaRPr b="0" i="0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24" name="Google Shape;724;p41"/>
            <p:cNvSpPr txBox="1"/>
            <p:nvPr/>
          </p:nvSpPr>
          <p:spPr>
            <a:xfrm>
              <a:off x="756997" y="1364715"/>
              <a:ext cx="1739911" cy="145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05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ГОЛ САНАА ЭНД</a:t>
              </a:r>
              <a:endParaRPr/>
            </a:p>
          </p:txBody>
        </p:sp>
      </p:grpSp>
      <p:sp>
        <p:nvSpPr>
          <p:cNvPr id="725" name="Google Shape;725;p41"/>
          <p:cNvSpPr/>
          <p:nvPr/>
        </p:nvSpPr>
        <p:spPr>
          <a:xfrm flipH="1">
            <a:off x="6245780" y="2413874"/>
            <a:ext cx="443546" cy="443546"/>
          </a:xfrm>
          <a:prstGeom prst="roundRect">
            <a:avLst>
              <a:gd fmla="val 50000" name="adj"/>
            </a:avLst>
          </a:prstGeom>
          <a:solidFill>
            <a:srgbClr val="E4D3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41"/>
          <p:cNvSpPr/>
          <p:nvPr/>
        </p:nvSpPr>
        <p:spPr>
          <a:xfrm flipH="1">
            <a:off x="6075998" y="3259614"/>
            <a:ext cx="2599691" cy="844866"/>
          </a:xfrm>
          <a:prstGeom prst="roundRect">
            <a:avLst>
              <a:gd fmla="val 16596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27" name="Google Shape;727;p41"/>
          <p:cNvGrpSpPr/>
          <p:nvPr/>
        </p:nvGrpSpPr>
        <p:grpSpPr>
          <a:xfrm flipH="1">
            <a:off x="6872289" y="3456631"/>
            <a:ext cx="1586151" cy="450833"/>
            <a:chOff x="756997" y="1364715"/>
            <a:chExt cx="1739911" cy="450833"/>
          </a:xfrm>
        </p:grpSpPr>
        <p:sp>
          <p:nvSpPr>
            <p:cNvPr id="728" name="Google Shape;728;p41"/>
            <p:cNvSpPr txBox="1"/>
            <p:nvPr/>
          </p:nvSpPr>
          <p:spPr>
            <a:xfrm>
              <a:off x="756997" y="1566249"/>
              <a:ext cx="1739911" cy="2492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Үзэгчдэд хэрэгтэй мэдээллийг өгнө</a:t>
              </a:r>
              <a:endParaRPr b="0" i="0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29" name="Google Shape;729;p41"/>
            <p:cNvSpPr txBox="1"/>
            <p:nvPr/>
          </p:nvSpPr>
          <p:spPr>
            <a:xfrm>
              <a:off x="756997" y="1364715"/>
              <a:ext cx="1739911" cy="145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05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ЗОРИЛТЫН НЭР ЭНД</a:t>
              </a:r>
              <a:endParaRPr/>
            </a:p>
          </p:txBody>
        </p:sp>
      </p:grpSp>
      <p:sp>
        <p:nvSpPr>
          <p:cNvPr id="730" name="Google Shape;730;p41"/>
          <p:cNvSpPr/>
          <p:nvPr/>
        </p:nvSpPr>
        <p:spPr>
          <a:xfrm flipH="1">
            <a:off x="6245780" y="3460274"/>
            <a:ext cx="443546" cy="443546"/>
          </a:xfrm>
          <a:prstGeom prst="roundRect">
            <a:avLst>
              <a:gd fmla="val 50000" name="adj"/>
            </a:avLst>
          </a:prstGeom>
          <a:solidFill>
            <a:srgbClr val="E4D3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31" name="Google Shape;731;p41"/>
          <p:cNvGrpSpPr/>
          <p:nvPr/>
        </p:nvGrpSpPr>
        <p:grpSpPr>
          <a:xfrm>
            <a:off x="2653035" y="1492170"/>
            <a:ext cx="189700" cy="194154"/>
            <a:chOff x="4845050" y="3979863"/>
            <a:chExt cx="338138" cy="346075"/>
          </a:xfrm>
        </p:grpSpPr>
        <p:sp>
          <p:nvSpPr>
            <p:cNvPr id="732" name="Google Shape;732;p41"/>
            <p:cNvSpPr/>
            <p:nvPr/>
          </p:nvSpPr>
          <p:spPr>
            <a:xfrm>
              <a:off x="4987925" y="3979863"/>
              <a:ext cx="195263" cy="195263"/>
            </a:xfrm>
            <a:custGeom>
              <a:rect b="b" l="l" r="r" t="t"/>
              <a:pathLst>
                <a:path extrusionOk="0" h="52" w="52">
                  <a:moveTo>
                    <a:pt x="46" y="44"/>
                  </a:moveTo>
                  <a:cubicBezTo>
                    <a:pt x="52" y="34"/>
                    <a:pt x="52" y="34"/>
                    <a:pt x="52" y="34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8"/>
                    <a:pt x="46" y="25"/>
                    <a:pt x="46" y="22"/>
                  </a:cubicBezTo>
                  <a:cubicBezTo>
                    <a:pt x="52" y="18"/>
                    <a:pt x="52" y="18"/>
                    <a:pt x="52" y="18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38" y="9"/>
                    <a:pt x="34" y="8"/>
                    <a:pt x="32" y="7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0" y="7"/>
                    <a:pt x="20" y="7"/>
                    <a:pt x="20" y="7"/>
                  </a:cubicBezTo>
                  <a:cubicBezTo>
                    <a:pt x="16" y="8"/>
                    <a:pt x="15" y="9"/>
                    <a:pt x="13" y="11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6" y="24"/>
                    <a:pt x="6" y="27"/>
                    <a:pt x="6" y="3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5" y="43"/>
                    <a:pt x="16" y="44"/>
                    <a:pt x="20" y="45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32" y="52"/>
                    <a:pt x="32" y="52"/>
                    <a:pt x="32" y="52"/>
                  </a:cubicBezTo>
                  <a:cubicBezTo>
                    <a:pt x="32" y="45"/>
                    <a:pt x="32" y="45"/>
                    <a:pt x="32" y="45"/>
                  </a:cubicBezTo>
                  <a:cubicBezTo>
                    <a:pt x="34" y="44"/>
                    <a:pt x="38" y="43"/>
                    <a:pt x="40" y="41"/>
                  </a:cubicBezTo>
                  <a:lnTo>
                    <a:pt x="46" y="44"/>
                  </a:lnTo>
                  <a:close/>
                </a:path>
              </a:pathLst>
            </a:cu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41"/>
            <p:cNvSpPr/>
            <p:nvPr/>
          </p:nvSpPr>
          <p:spPr>
            <a:xfrm>
              <a:off x="5056188" y="4048125"/>
              <a:ext cx="58738" cy="60325"/>
            </a:xfrm>
            <a:prstGeom prst="ellipse">
              <a:avLst/>
            </a:pr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41"/>
            <p:cNvSpPr/>
            <p:nvPr/>
          </p:nvSpPr>
          <p:spPr>
            <a:xfrm>
              <a:off x="4845050" y="4130675"/>
              <a:ext cx="195263" cy="195263"/>
            </a:xfrm>
            <a:custGeom>
              <a:rect b="b" l="l" r="r" t="t"/>
              <a:pathLst>
                <a:path extrusionOk="0" h="52" w="52">
                  <a:moveTo>
                    <a:pt x="46" y="44"/>
                  </a:moveTo>
                  <a:cubicBezTo>
                    <a:pt x="52" y="34"/>
                    <a:pt x="52" y="34"/>
                    <a:pt x="52" y="34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8"/>
                    <a:pt x="46" y="25"/>
                    <a:pt x="46" y="22"/>
                  </a:cubicBezTo>
                  <a:cubicBezTo>
                    <a:pt x="52" y="18"/>
                    <a:pt x="52" y="18"/>
                    <a:pt x="52" y="18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38" y="9"/>
                    <a:pt x="34" y="8"/>
                    <a:pt x="32" y="7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0" y="7"/>
                    <a:pt x="20" y="7"/>
                    <a:pt x="20" y="7"/>
                  </a:cubicBezTo>
                  <a:cubicBezTo>
                    <a:pt x="16" y="8"/>
                    <a:pt x="15" y="9"/>
                    <a:pt x="13" y="11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6" y="24"/>
                    <a:pt x="6" y="27"/>
                    <a:pt x="6" y="3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5" y="43"/>
                    <a:pt x="16" y="44"/>
                    <a:pt x="20" y="45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32" y="52"/>
                    <a:pt x="32" y="52"/>
                    <a:pt x="32" y="52"/>
                  </a:cubicBezTo>
                  <a:cubicBezTo>
                    <a:pt x="32" y="45"/>
                    <a:pt x="32" y="45"/>
                    <a:pt x="32" y="45"/>
                  </a:cubicBezTo>
                  <a:cubicBezTo>
                    <a:pt x="34" y="44"/>
                    <a:pt x="38" y="43"/>
                    <a:pt x="40" y="41"/>
                  </a:cubicBezTo>
                  <a:lnTo>
                    <a:pt x="46" y="44"/>
                  </a:lnTo>
                  <a:close/>
                </a:path>
              </a:pathLst>
            </a:cu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41"/>
            <p:cNvSpPr/>
            <p:nvPr/>
          </p:nvSpPr>
          <p:spPr>
            <a:xfrm>
              <a:off x="4913313" y="4198938"/>
              <a:ext cx="60325" cy="60325"/>
            </a:xfrm>
            <a:prstGeom prst="ellipse">
              <a:avLst/>
            </a:pr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6" name="Google Shape;736;p41"/>
          <p:cNvSpPr/>
          <p:nvPr/>
        </p:nvSpPr>
        <p:spPr>
          <a:xfrm>
            <a:off x="2649027" y="2545695"/>
            <a:ext cx="197716" cy="179904"/>
          </a:xfrm>
          <a:custGeom>
            <a:rect b="b" l="l" r="r" t="t"/>
            <a:pathLst>
              <a:path extrusionOk="0" h="85" w="94">
                <a:moveTo>
                  <a:pt x="30" y="56"/>
                </a:moveTo>
                <a:cubicBezTo>
                  <a:pt x="64" y="22"/>
                  <a:pt x="64" y="22"/>
                  <a:pt x="64" y="22"/>
                </a:cubicBezTo>
                <a:cubicBezTo>
                  <a:pt x="67" y="19"/>
                  <a:pt x="72" y="19"/>
                  <a:pt x="75" y="22"/>
                </a:cubicBezTo>
                <a:cubicBezTo>
                  <a:pt x="78" y="25"/>
                  <a:pt x="78" y="30"/>
                  <a:pt x="75" y="33"/>
                </a:cubicBezTo>
                <a:cubicBezTo>
                  <a:pt x="29" y="79"/>
                  <a:pt x="29" y="79"/>
                  <a:pt x="29" y="79"/>
                </a:cubicBezTo>
                <a:cubicBezTo>
                  <a:pt x="23" y="85"/>
                  <a:pt x="13" y="85"/>
                  <a:pt x="7" y="79"/>
                </a:cubicBezTo>
                <a:cubicBezTo>
                  <a:pt x="0" y="73"/>
                  <a:pt x="0" y="63"/>
                  <a:pt x="7" y="57"/>
                </a:cubicBezTo>
                <a:cubicBezTo>
                  <a:pt x="55" y="9"/>
                  <a:pt x="55" y="9"/>
                  <a:pt x="55" y="9"/>
                </a:cubicBezTo>
                <a:cubicBezTo>
                  <a:pt x="63" y="0"/>
                  <a:pt x="77" y="0"/>
                  <a:pt x="86" y="9"/>
                </a:cubicBezTo>
                <a:cubicBezTo>
                  <a:pt x="94" y="17"/>
                  <a:pt x="94" y="31"/>
                  <a:pt x="86" y="40"/>
                </a:cubicBezTo>
                <a:cubicBezTo>
                  <a:pt x="52" y="74"/>
                  <a:pt x="52" y="74"/>
                  <a:pt x="52" y="74"/>
                </a:cubicBezTo>
              </a:path>
            </a:pathLst>
          </a:custGeom>
          <a:noFill/>
          <a:ln cap="rnd" cmpd="sng" w="9525">
            <a:solidFill>
              <a:srgbClr val="05040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7" name="Google Shape;737;p41"/>
          <p:cNvGrpSpPr/>
          <p:nvPr/>
        </p:nvGrpSpPr>
        <p:grpSpPr>
          <a:xfrm>
            <a:off x="2650808" y="3592095"/>
            <a:ext cx="194154" cy="179904"/>
            <a:chOff x="6283326" y="3989388"/>
            <a:chExt cx="346075" cy="320675"/>
          </a:xfrm>
        </p:grpSpPr>
        <p:sp>
          <p:nvSpPr>
            <p:cNvPr id="738" name="Google Shape;738;p41"/>
            <p:cNvSpPr/>
            <p:nvPr/>
          </p:nvSpPr>
          <p:spPr>
            <a:xfrm>
              <a:off x="6283326" y="4159250"/>
              <a:ext cx="150813" cy="150813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41"/>
            <p:cNvSpPr/>
            <p:nvPr/>
          </p:nvSpPr>
          <p:spPr>
            <a:xfrm>
              <a:off x="6299201" y="3989388"/>
              <a:ext cx="134938" cy="200025"/>
            </a:xfrm>
            <a:custGeom>
              <a:rect b="b" l="l" r="r" t="t"/>
              <a:pathLst>
                <a:path extrusionOk="0" h="53" w="36">
                  <a:moveTo>
                    <a:pt x="36" y="19"/>
                  </a:moveTo>
                  <a:cubicBezTo>
                    <a:pt x="36" y="3"/>
                    <a:pt x="36" y="3"/>
                    <a:pt x="36" y="3"/>
                  </a:cubicBezTo>
                  <a:cubicBezTo>
                    <a:pt x="33" y="0"/>
                    <a:pt x="27" y="0"/>
                    <a:pt x="24" y="3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2" y="25"/>
                    <a:pt x="12" y="25"/>
                    <a:pt x="12" y="25"/>
                  </a:cubicBezTo>
                  <a:cubicBezTo>
                    <a:pt x="0" y="53"/>
                    <a:pt x="0" y="53"/>
                    <a:pt x="0" y="53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41"/>
            <p:cNvSpPr/>
            <p:nvPr/>
          </p:nvSpPr>
          <p:spPr>
            <a:xfrm>
              <a:off x="6478588" y="4159250"/>
              <a:ext cx="150813" cy="150813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41"/>
            <p:cNvSpPr/>
            <p:nvPr/>
          </p:nvSpPr>
          <p:spPr>
            <a:xfrm>
              <a:off x="6478588" y="3989388"/>
              <a:ext cx="136525" cy="200025"/>
            </a:xfrm>
            <a:custGeom>
              <a:rect b="b" l="l" r="r" t="t"/>
              <a:pathLst>
                <a:path extrusionOk="0" h="53" w="36">
                  <a:moveTo>
                    <a:pt x="0" y="19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3" y="0"/>
                    <a:pt x="9" y="0"/>
                    <a:pt x="12" y="3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36" y="53"/>
                    <a:pt x="36" y="53"/>
                    <a:pt x="36" y="53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41"/>
            <p:cNvSpPr/>
            <p:nvPr/>
          </p:nvSpPr>
          <p:spPr>
            <a:xfrm>
              <a:off x="6396038" y="4090988"/>
              <a:ext cx="120650" cy="30163"/>
            </a:xfrm>
            <a:custGeom>
              <a:rect b="b" l="l" r="r" t="t"/>
              <a:pathLst>
                <a:path extrusionOk="0" h="8" w="32">
                  <a:moveTo>
                    <a:pt x="0" y="8"/>
                  </a:moveTo>
                  <a:cubicBezTo>
                    <a:pt x="0" y="4"/>
                    <a:pt x="7" y="0"/>
                    <a:pt x="16" y="0"/>
                  </a:cubicBezTo>
                  <a:cubicBezTo>
                    <a:pt x="25" y="0"/>
                    <a:pt x="32" y="4"/>
                    <a:pt x="32" y="8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43" name="Google Shape;743;p41"/>
            <p:cNvCxnSpPr/>
            <p:nvPr/>
          </p:nvCxnSpPr>
          <p:spPr>
            <a:xfrm rot="10800000">
              <a:off x="6434138" y="4095750"/>
              <a:ext cx="0" cy="138113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44" name="Google Shape;744;p41"/>
            <p:cNvCxnSpPr/>
            <p:nvPr/>
          </p:nvCxnSpPr>
          <p:spPr>
            <a:xfrm rot="10800000">
              <a:off x="6478588" y="4095750"/>
              <a:ext cx="0" cy="138113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745" name="Google Shape;745;p41"/>
            <p:cNvSpPr/>
            <p:nvPr/>
          </p:nvSpPr>
          <p:spPr>
            <a:xfrm>
              <a:off x="6313488" y="4189413"/>
              <a:ext cx="46038" cy="44450"/>
            </a:xfrm>
            <a:custGeom>
              <a:rect b="b" l="l" r="r" t="t"/>
              <a:pathLst>
                <a:path extrusionOk="0" h="12" w="12">
                  <a:moveTo>
                    <a:pt x="0" y="12"/>
                  </a:moveTo>
                  <a:cubicBezTo>
                    <a:pt x="0" y="6"/>
                    <a:pt x="5" y="0"/>
                    <a:pt x="12" y="0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41"/>
            <p:cNvSpPr/>
            <p:nvPr/>
          </p:nvSpPr>
          <p:spPr>
            <a:xfrm>
              <a:off x="6508751" y="4189413"/>
              <a:ext cx="46038" cy="44450"/>
            </a:xfrm>
            <a:custGeom>
              <a:rect b="b" l="l" r="r" t="t"/>
              <a:pathLst>
                <a:path extrusionOk="0" h="12" w="12">
                  <a:moveTo>
                    <a:pt x="0" y="12"/>
                  </a:moveTo>
                  <a:cubicBezTo>
                    <a:pt x="0" y="6"/>
                    <a:pt x="5" y="0"/>
                    <a:pt x="12" y="0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7" name="Google Shape;747;p41"/>
          <p:cNvGrpSpPr/>
          <p:nvPr/>
        </p:nvGrpSpPr>
        <p:grpSpPr>
          <a:xfrm>
            <a:off x="6370476" y="1534474"/>
            <a:ext cx="194154" cy="109546"/>
            <a:chOff x="4119563" y="4054475"/>
            <a:chExt cx="346075" cy="195263"/>
          </a:xfrm>
        </p:grpSpPr>
        <p:sp>
          <p:nvSpPr>
            <p:cNvPr id="748" name="Google Shape;748;p41"/>
            <p:cNvSpPr/>
            <p:nvPr/>
          </p:nvSpPr>
          <p:spPr>
            <a:xfrm>
              <a:off x="4119563" y="4054475"/>
              <a:ext cx="346075" cy="195263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41"/>
            <p:cNvSpPr/>
            <p:nvPr/>
          </p:nvSpPr>
          <p:spPr>
            <a:xfrm>
              <a:off x="4232276" y="4090988"/>
              <a:ext cx="120650" cy="120650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41"/>
            <p:cNvSpPr/>
            <p:nvPr/>
          </p:nvSpPr>
          <p:spPr>
            <a:xfrm>
              <a:off x="4262438" y="4121150"/>
              <a:ext cx="60325" cy="60325"/>
            </a:xfrm>
            <a:custGeom>
              <a:rect b="b" l="l" r="r" t="t"/>
              <a:pathLst>
                <a:path extrusionOk="0" h="16" w="16">
                  <a:moveTo>
                    <a:pt x="8" y="0"/>
                  </a:moveTo>
                  <a:cubicBezTo>
                    <a:pt x="12" y="0"/>
                    <a:pt x="16" y="4"/>
                    <a:pt x="16" y="8"/>
                  </a:cubicBezTo>
                  <a:cubicBezTo>
                    <a:pt x="16" y="12"/>
                    <a:pt x="12" y="16"/>
                    <a:pt x="8" y="16"/>
                  </a:cubicBezTo>
                  <a:cubicBezTo>
                    <a:pt x="4" y="16"/>
                    <a:pt x="0" y="12"/>
                    <a:pt x="0" y="8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51" name="Google Shape;751;p41"/>
          <p:cNvGrpSpPr/>
          <p:nvPr/>
        </p:nvGrpSpPr>
        <p:grpSpPr>
          <a:xfrm>
            <a:off x="6370476" y="2538570"/>
            <a:ext cx="194154" cy="194154"/>
            <a:chOff x="6283326" y="3617914"/>
            <a:chExt cx="346075" cy="346075"/>
          </a:xfrm>
        </p:grpSpPr>
        <p:sp>
          <p:nvSpPr>
            <p:cNvPr id="752" name="Google Shape;752;p41"/>
            <p:cNvSpPr/>
            <p:nvPr/>
          </p:nvSpPr>
          <p:spPr>
            <a:xfrm>
              <a:off x="6283326" y="3741739"/>
              <a:ext cx="346075" cy="222250"/>
            </a:xfrm>
            <a:custGeom>
              <a:rect b="b" l="l" r="r" t="t"/>
              <a:pathLst>
                <a:path extrusionOk="0" h="59" w="92">
                  <a:moveTo>
                    <a:pt x="76" y="0"/>
                  </a:moveTo>
                  <a:cubicBezTo>
                    <a:pt x="92" y="11"/>
                    <a:pt x="92" y="11"/>
                    <a:pt x="92" y="11"/>
                  </a:cubicBezTo>
                  <a:cubicBezTo>
                    <a:pt x="92" y="53"/>
                    <a:pt x="92" y="53"/>
                    <a:pt x="92" y="53"/>
                  </a:cubicBezTo>
                  <a:cubicBezTo>
                    <a:pt x="92" y="56"/>
                    <a:pt x="89" y="59"/>
                    <a:pt x="86" y="59"/>
                  </a:cubicBezTo>
                  <a:cubicBezTo>
                    <a:pt x="6" y="59"/>
                    <a:pt x="6" y="59"/>
                    <a:pt x="6" y="59"/>
                  </a:cubicBezTo>
                  <a:cubicBezTo>
                    <a:pt x="3" y="59"/>
                    <a:pt x="0" y="56"/>
                    <a:pt x="0" y="53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16" y="0"/>
                    <a:pt x="16" y="0"/>
                    <a:pt x="16" y="0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41"/>
            <p:cNvSpPr/>
            <p:nvPr/>
          </p:nvSpPr>
          <p:spPr>
            <a:xfrm>
              <a:off x="6329363" y="3857626"/>
              <a:ext cx="255588" cy="60325"/>
            </a:xfrm>
            <a:custGeom>
              <a:rect b="b" l="l" r="r" t="t"/>
              <a:pathLst>
                <a:path extrusionOk="0" h="38" w="161">
                  <a:moveTo>
                    <a:pt x="0" y="38"/>
                  </a:moveTo>
                  <a:lnTo>
                    <a:pt x="47" y="0"/>
                  </a:lnTo>
                  <a:lnTo>
                    <a:pt x="113" y="0"/>
                  </a:lnTo>
                  <a:lnTo>
                    <a:pt x="161" y="38"/>
                  </a:ln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54" name="Google Shape;754;p41"/>
            <p:cNvCxnSpPr/>
            <p:nvPr/>
          </p:nvCxnSpPr>
          <p:spPr>
            <a:xfrm flipH="1">
              <a:off x="6538913" y="3783014"/>
              <a:ext cx="90488" cy="60325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55" name="Google Shape;755;p41"/>
            <p:cNvCxnSpPr/>
            <p:nvPr/>
          </p:nvCxnSpPr>
          <p:spPr>
            <a:xfrm>
              <a:off x="6283326" y="3783014"/>
              <a:ext cx="90488" cy="60325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756" name="Google Shape;756;p41"/>
            <p:cNvSpPr/>
            <p:nvPr/>
          </p:nvSpPr>
          <p:spPr>
            <a:xfrm>
              <a:off x="6343651" y="3617914"/>
              <a:ext cx="225425" cy="201613"/>
            </a:xfrm>
            <a:custGeom>
              <a:rect b="b" l="l" r="r" t="t"/>
              <a:pathLst>
                <a:path extrusionOk="0" h="127" w="142">
                  <a:moveTo>
                    <a:pt x="142" y="127"/>
                  </a:moveTo>
                  <a:lnTo>
                    <a:pt x="142" y="0"/>
                  </a:lnTo>
                  <a:lnTo>
                    <a:pt x="0" y="0"/>
                  </a:lnTo>
                  <a:lnTo>
                    <a:pt x="0" y="127"/>
                  </a:ln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57" name="Google Shape;757;p41"/>
            <p:cNvCxnSpPr/>
            <p:nvPr/>
          </p:nvCxnSpPr>
          <p:spPr>
            <a:xfrm>
              <a:off x="6389688" y="3662364"/>
              <a:ext cx="30163" cy="0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58" name="Google Shape;758;p41"/>
            <p:cNvCxnSpPr/>
            <p:nvPr/>
          </p:nvCxnSpPr>
          <p:spPr>
            <a:xfrm>
              <a:off x="6419851" y="3706814"/>
              <a:ext cx="104775" cy="0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59" name="Google Shape;759;p41"/>
            <p:cNvCxnSpPr/>
            <p:nvPr/>
          </p:nvCxnSpPr>
          <p:spPr>
            <a:xfrm>
              <a:off x="6389688" y="3752851"/>
              <a:ext cx="134938" cy="0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60" name="Google Shape;760;p41"/>
            <p:cNvCxnSpPr/>
            <p:nvPr/>
          </p:nvCxnSpPr>
          <p:spPr>
            <a:xfrm>
              <a:off x="6389688" y="3797301"/>
              <a:ext cx="134938" cy="0"/>
            </a:xfrm>
            <a:prstGeom prst="straightConnector1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761" name="Google Shape;761;p41"/>
          <p:cNvGrpSpPr/>
          <p:nvPr/>
        </p:nvGrpSpPr>
        <p:grpSpPr>
          <a:xfrm>
            <a:off x="6370922" y="3584970"/>
            <a:ext cx="193262" cy="194154"/>
            <a:chOff x="4841875" y="2895601"/>
            <a:chExt cx="344488" cy="346075"/>
          </a:xfrm>
        </p:grpSpPr>
        <p:sp>
          <p:nvSpPr>
            <p:cNvPr id="762" name="Google Shape;762;p41"/>
            <p:cNvSpPr/>
            <p:nvPr/>
          </p:nvSpPr>
          <p:spPr>
            <a:xfrm>
              <a:off x="4916488" y="2895601"/>
              <a:ext cx="195263" cy="195263"/>
            </a:xfrm>
            <a:custGeom>
              <a:rect b="b" l="l" r="r" t="t"/>
              <a:pathLst>
                <a:path extrusionOk="0" h="52" w="52">
                  <a:moveTo>
                    <a:pt x="52" y="26"/>
                  </a:moveTo>
                  <a:cubicBezTo>
                    <a:pt x="52" y="40"/>
                    <a:pt x="40" y="52"/>
                    <a:pt x="26" y="52"/>
                  </a:cubicBezTo>
                  <a:cubicBezTo>
                    <a:pt x="12" y="52"/>
                    <a:pt x="0" y="40"/>
                    <a:pt x="0" y="25"/>
                  </a:cubicBezTo>
                  <a:cubicBezTo>
                    <a:pt x="0" y="11"/>
                    <a:pt x="11" y="1"/>
                    <a:pt x="25" y="0"/>
                  </a:cubicBezTo>
                  <a:cubicBezTo>
                    <a:pt x="25" y="0"/>
                    <a:pt x="26" y="0"/>
                    <a:pt x="26" y="0"/>
                  </a:cubicBezTo>
                  <a:cubicBezTo>
                    <a:pt x="40" y="0"/>
                    <a:pt x="52" y="11"/>
                    <a:pt x="52" y="26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41"/>
            <p:cNvSpPr/>
            <p:nvPr/>
          </p:nvSpPr>
          <p:spPr>
            <a:xfrm>
              <a:off x="4957763" y="2895601"/>
              <a:ext cx="52388" cy="195263"/>
            </a:xfrm>
            <a:custGeom>
              <a:rect b="b" l="l" r="r" t="t"/>
              <a:pathLst>
                <a:path extrusionOk="0" h="52" w="14">
                  <a:moveTo>
                    <a:pt x="14" y="0"/>
                  </a:moveTo>
                  <a:cubicBezTo>
                    <a:pt x="0" y="15"/>
                    <a:pt x="0" y="34"/>
                    <a:pt x="14" y="52"/>
                  </a:cubicBezTo>
                </a:path>
              </a:pathLst>
            </a:cu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41"/>
            <p:cNvSpPr/>
            <p:nvPr/>
          </p:nvSpPr>
          <p:spPr>
            <a:xfrm>
              <a:off x="5018088" y="2895601"/>
              <a:ext cx="52388" cy="195263"/>
            </a:xfrm>
            <a:custGeom>
              <a:rect b="b" l="l" r="r" t="t"/>
              <a:pathLst>
                <a:path extrusionOk="0" h="52" w="14">
                  <a:moveTo>
                    <a:pt x="0" y="0"/>
                  </a:moveTo>
                  <a:cubicBezTo>
                    <a:pt x="14" y="15"/>
                    <a:pt x="14" y="34"/>
                    <a:pt x="0" y="52"/>
                  </a:cubicBezTo>
                </a:path>
              </a:pathLst>
            </a:custGeom>
            <a:noFill/>
            <a:ln cap="flat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65" name="Google Shape;765;p41"/>
            <p:cNvCxnSpPr/>
            <p:nvPr/>
          </p:nvCxnSpPr>
          <p:spPr>
            <a:xfrm>
              <a:off x="4932363" y="3044826"/>
              <a:ext cx="165100" cy="0"/>
            </a:xfrm>
            <a:prstGeom prst="straightConnector1">
              <a:avLst/>
            </a:prstGeom>
            <a:noFill/>
            <a:ln cap="flat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66" name="Google Shape;766;p41"/>
            <p:cNvCxnSpPr/>
            <p:nvPr/>
          </p:nvCxnSpPr>
          <p:spPr>
            <a:xfrm>
              <a:off x="4932363" y="2940051"/>
              <a:ext cx="165100" cy="0"/>
            </a:xfrm>
            <a:prstGeom prst="straightConnector1">
              <a:avLst/>
            </a:prstGeom>
            <a:noFill/>
            <a:ln cap="flat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67" name="Google Shape;767;p41"/>
            <p:cNvCxnSpPr/>
            <p:nvPr/>
          </p:nvCxnSpPr>
          <p:spPr>
            <a:xfrm>
              <a:off x="4916488" y="2992438"/>
              <a:ext cx="195263" cy="0"/>
            </a:xfrm>
            <a:prstGeom prst="straightConnector1">
              <a:avLst/>
            </a:prstGeom>
            <a:noFill/>
            <a:ln cap="flat" cmpd="sng" w="9525">
              <a:solidFill>
                <a:srgbClr val="050404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768" name="Google Shape;768;p41"/>
            <p:cNvSpPr/>
            <p:nvPr/>
          </p:nvSpPr>
          <p:spPr>
            <a:xfrm>
              <a:off x="4864100" y="3105151"/>
              <a:ext cx="74613" cy="76200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41"/>
            <p:cNvSpPr/>
            <p:nvPr/>
          </p:nvSpPr>
          <p:spPr>
            <a:xfrm>
              <a:off x="4976813" y="3105151"/>
              <a:ext cx="74613" cy="76200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41"/>
            <p:cNvSpPr/>
            <p:nvPr/>
          </p:nvSpPr>
          <p:spPr>
            <a:xfrm>
              <a:off x="5089525" y="3105151"/>
              <a:ext cx="74613" cy="76200"/>
            </a:xfrm>
            <a:prstGeom prst="ellipse">
              <a:avLst/>
            </a:pr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41"/>
            <p:cNvSpPr/>
            <p:nvPr/>
          </p:nvSpPr>
          <p:spPr>
            <a:xfrm>
              <a:off x="4841875" y="3181351"/>
              <a:ext cx="344488" cy="60325"/>
            </a:xfrm>
            <a:custGeom>
              <a:rect b="b" l="l" r="r" t="t"/>
              <a:pathLst>
                <a:path extrusionOk="0" h="16" w="92">
                  <a:moveTo>
                    <a:pt x="76" y="0"/>
                  </a:moveTo>
                  <a:cubicBezTo>
                    <a:pt x="69" y="0"/>
                    <a:pt x="63" y="4"/>
                    <a:pt x="61" y="11"/>
                  </a:cubicBezTo>
                  <a:cubicBezTo>
                    <a:pt x="59" y="4"/>
                    <a:pt x="53" y="0"/>
                    <a:pt x="46" y="0"/>
                  </a:cubicBezTo>
                  <a:cubicBezTo>
                    <a:pt x="39" y="0"/>
                    <a:pt x="33" y="4"/>
                    <a:pt x="31" y="11"/>
                  </a:cubicBezTo>
                  <a:cubicBezTo>
                    <a:pt x="29" y="4"/>
                    <a:pt x="23" y="0"/>
                    <a:pt x="16" y="0"/>
                  </a:cubicBezTo>
                  <a:cubicBezTo>
                    <a:pt x="7" y="0"/>
                    <a:pt x="0" y="8"/>
                    <a:pt x="0" y="16"/>
                  </a:cubicBezTo>
                  <a:cubicBezTo>
                    <a:pt x="92" y="16"/>
                    <a:pt x="92" y="16"/>
                    <a:pt x="92" y="16"/>
                  </a:cubicBezTo>
                  <a:cubicBezTo>
                    <a:pt x="92" y="8"/>
                    <a:pt x="85" y="0"/>
                    <a:pt x="76" y="0"/>
                  </a:cubicBezTo>
                  <a:close/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72" name="Google Shape;772;p41"/>
          <p:cNvSpPr/>
          <p:nvPr/>
        </p:nvSpPr>
        <p:spPr>
          <a:xfrm>
            <a:off x="2804558" y="1645920"/>
            <a:ext cx="165100" cy="165100"/>
          </a:xfrm>
          <a:prstGeom prst="roundRect">
            <a:avLst>
              <a:gd fmla="val 50000" name="adj"/>
            </a:avLst>
          </a:prstGeom>
          <a:solidFill>
            <a:srgbClr val="7A126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D" sz="6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1" i="0" sz="6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73" name="Google Shape;773;p41"/>
          <p:cNvSpPr/>
          <p:nvPr/>
        </p:nvSpPr>
        <p:spPr>
          <a:xfrm>
            <a:off x="2804558" y="2692320"/>
            <a:ext cx="165100" cy="165100"/>
          </a:xfrm>
          <a:prstGeom prst="roundRect">
            <a:avLst>
              <a:gd fmla="val 50000" name="adj"/>
            </a:avLst>
          </a:prstGeom>
          <a:solidFill>
            <a:srgbClr val="AFBDD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D" sz="6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1" i="0" sz="600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74" name="Google Shape;774;p41"/>
          <p:cNvSpPr/>
          <p:nvPr/>
        </p:nvSpPr>
        <p:spPr>
          <a:xfrm>
            <a:off x="2804558" y="3738720"/>
            <a:ext cx="165100" cy="165100"/>
          </a:xfrm>
          <a:prstGeom prst="roundRect">
            <a:avLst>
              <a:gd fmla="val 50000" name="adj"/>
            </a:avLst>
          </a:prstGeom>
          <a:solidFill>
            <a:srgbClr val="7A126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D" sz="6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1" i="0" sz="6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75" name="Google Shape;775;p41"/>
          <p:cNvSpPr/>
          <p:nvPr/>
        </p:nvSpPr>
        <p:spPr>
          <a:xfrm>
            <a:off x="6524226" y="1645920"/>
            <a:ext cx="165100" cy="165100"/>
          </a:xfrm>
          <a:prstGeom prst="roundRect">
            <a:avLst>
              <a:gd fmla="val 50000" name="adj"/>
            </a:avLst>
          </a:prstGeom>
          <a:solidFill>
            <a:srgbClr val="AFBDD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D" sz="6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/>
          </a:p>
        </p:txBody>
      </p:sp>
      <p:sp>
        <p:nvSpPr>
          <p:cNvPr id="776" name="Google Shape;776;p41"/>
          <p:cNvSpPr/>
          <p:nvPr/>
        </p:nvSpPr>
        <p:spPr>
          <a:xfrm>
            <a:off x="6524226" y="2692320"/>
            <a:ext cx="165100" cy="165100"/>
          </a:xfrm>
          <a:prstGeom prst="roundRect">
            <a:avLst>
              <a:gd fmla="val 50000" name="adj"/>
            </a:avLst>
          </a:prstGeom>
          <a:solidFill>
            <a:srgbClr val="7A126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D" sz="6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05</a:t>
            </a:r>
            <a:endParaRPr b="1" i="0" sz="6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77" name="Google Shape;777;p41"/>
          <p:cNvSpPr/>
          <p:nvPr/>
        </p:nvSpPr>
        <p:spPr>
          <a:xfrm>
            <a:off x="6524226" y="3738720"/>
            <a:ext cx="165100" cy="165100"/>
          </a:xfrm>
          <a:prstGeom prst="roundRect">
            <a:avLst>
              <a:gd fmla="val 50000" name="adj"/>
            </a:avLst>
          </a:prstGeom>
          <a:solidFill>
            <a:srgbClr val="AFBDD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D" sz="6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06</a:t>
            </a:r>
            <a:endParaRPr b="1" i="0" sz="600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78" name="Google Shape;778;p41"/>
          <p:cNvGrpSpPr/>
          <p:nvPr/>
        </p:nvGrpSpPr>
        <p:grpSpPr>
          <a:xfrm>
            <a:off x="3614738" y="1589247"/>
            <a:ext cx="1985962" cy="2245692"/>
            <a:chOff x="3614738" y="1589247"/>
            <a:chExt cx="1985962" cy="2245692"/>
          </a:xfrm>
        </p:grpSpPr>
        <p:sp>
          <p:nvSpPr>
            <p:cNvPr id="779" name="Google Shape;779;p41"/>
            <p:cNvSpPr/>
            <p:nvPr/>
          </p:nvSpPr>
          <p:spPr>
            <a:xfrm>
              <a:off x="3614738" y="2628168"/>
              <a:ext cx="835088" cy="835088"/>
            </a:xfrm>
            <a:prstGeom prst="ellipse">
              <a:avLst/>
            </a:prstGeom>
            <a:solidFill>
              <a:srgbClr val="AFBDD7"/>
            </a:solidFill>
            <a:ln>
              <a:noFill/>
            </a:ln>
            <a:effectLst>
              <a:outerShdw blurRad="50800" rotWithShape="0" dir="162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" name="Google Shape;780;p41"/>
            <p:cNvSpPr/>
            <p:nvPr/>
          </p:nvSpPr>
          <p:spPr>
            <a:xfrm>
              <a:off x="4192414" y="2999851"/>
              <a:ext cx="835088" cy="835088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  <a:effectLst>
              <a:outerShdw blurRad="50800" rotWithShape="0" algn="br" dir="135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1" name="Google Shape;781;p41"/>
            <p:cNvSpPr/>
            <p:nvPr/>
          </p:nvSpPr>
          <p:spPr>
            <a:xfrm>
              <a:off x="4765612" y="2628168"/>
              <a:ext cx="835088" cy="835088"/>
            </a:xfrm>
            <a:prstGeom prst="ellipse">
              <a:avLst/>
            </a:prstGeom>
            <a:solidFill>
              <a:srgbClr val="AFBDD7"/>
            </a:solidFill>
            <a:ln>
              <a:noFill/>
            </a:ln>
            <a:effectLst>
              <a:outerShdw blurRad="50800" rotWithShape="0" algn="tr" dir="81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2" name="Google Shape;782;p41"/>
            <p:cNvSpPr/>
            <p:nvPr/>
          </p:nvSpPr>
          <p:spPr>
            <a:xfrm>
              <a:off x="4765612" y="1951974"/>
              <a:ext cx="835088" cy="835088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  <a:effectLst>
              <a:outerShdw blurRad="50800" rotWithShape="0" algn="t" dir="54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3" name="Google Shape;783;p41"/>
            <p:cNvSpPr/>
            <p:nvPr/>
          </p:nvSpPr>
          <p:spPr>
            <a:xfrm>
              <a:off x="4192414" y="1589247"/>
              <a:ext cx="835088" cy="835088"/>
            </a:xfrm>
            <a:prstGeom prst="ellipse">
              <a:avLst/>
            </a:prstGeom>
            <a:solidFill>
              <a:srgbClr val="AFBDD7"/>
            </a:solidFill>
            <a:ln>
              <a:noFill/>
            </a:ln>
            <a:effectLst>
              <a:outerShdw blurRad="50800" rotWithShape="0" algn="l" dist="38100">
                <a:srgbClr val="000000">
                  <a:alpha val="4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4" name="Google Shape;784;p41"/>
            <p:cNvSpPr/>
            <p:nvPr/>
          </p:nvSpPr>
          <p:spPr>
            <a:xfrm>
              <a:off x="3614738" y="1951974"/>
              <a:ext cx="835088" cy="835088"/>
            </a:xfrm>
            <a:custGeom>
              <a:rect b="b" l="l" r="r" t="t"/>
              <a:pathLst>
                <a:path extrusionOk="0" h="1420996" w="1420996">
                  <a:moveTo>
                    <a:pt x="710495" y="1420996"/>
                  </a:moveTo>
                  <a:lnTo>
                    <a:pt x="710499" y="1420996"/>
                  </a:lnTo>
                  <a:lnTo>
                    <a:pt x="710498" y="1420996"/>
                  </a:lnTo>
                  <a:close/>
                  <a:moveTo>
                    <a:pt x="876391" y="1399514"/>
                  </a:moveTo>
                  <a:lnTo>
                    <a:pt x="853688" y="1406561"/>
                  </a:lnTo>
                  <a:lnTo>
                    <a:pt x="839689" y="1407973"/>
                  </a:lnTo>
                  <a:close/>
                  <a:moveTo>
                    <a:pt x="544600" y="1399512"/>
                  </a:moveTo>
                  <a:lnTo>
                    <a:pt x="581311" y="1407973"/>
                  </a:lnTo>
                  <a:lnTo>
                    <a:pt x="567308" y="1406561"/>
                  </a:lnTo>
                  <a:close/>
                  <a:moveTo>
                    <a:pt x="999341" y="1358494"/>
                  </a:moveTo>
                  <a:lnTo>
                    <a:pt x="987056" y="1365162"/>
                  </a:lnTo>
                  <a:lnTo>
                    <a:pt x="965192" y="1371949"/>
                  </a:lnTo>
                  <a:close/>
                  <a:moveTo>
                    <a:pt x="421651" y="1358491"/>
                  </a:moveTo>
                  <a:lnTo>
                    <a:pt x="455814" y="1371951"/>
                  </a:lnTo>
                  <a:lnTo>
                    <a:pt x="433940" y="1365162"/>
                  </a:lnTo>
                  <a:close/>
                  <a:moveTo>
                    <a:pt x="710498" y="0"/>
                  </a:moveTo>
                  <a:cubicBezTo>
                    <a:pt x="1102895" y="0"/>
                    <a:pt x="1420996" y="318101"/>
                    <a:pt x="1420996" y="710498"/>
                  </a:cubicBezTo>
                  <a:cubicBezTo>
                    <a:pt x="1420996" y="906697"/>
                    <a:pt x="1341471" y="1084321"/>
                    <a:pt x="1212896" y="1212896"/>
                  </a:cubicBezTo>
                  <a:lnTo>
                    <a:pt x="1124527" y="1285808"/>
                  </a:lnTo>
                  <a:lnTo>
                    <a:pt x="1107745" y="1271962"/>
                  </a:lnTo>
                  <a:cubicBezTo>
                    <a:pt x="994349" y="1195353"/>
                    <a:pt x="857648" y="1150620"/>
                    <a:pt x="710499" y="1150620"/>
                  </a:cubicBezTo>
                  <a:cubicBezTo>
                    <a:pt x="563350" y="1150620"/>
                    <a:pt x="426649" y="1195353"/>
                    <a:pt x="313253" y="1271962"/>
                  </a:cubicBezTo>
                  <a:lnTo>
                    <a:pt x="296472" y="1285808"/>
                  </a:lnTo>
                  <a:lnTo>
                    <a:pt x="313253" y="1299654"/>
                  </a:lnTo>
                  <a:lnTo>
                    <a:pt x="313273" y="1299666"/>
                  </a:lnTo>
                  <a:lnTo>
                    <a:pt x="313252" y="1299654"/>
                  </a:lnTo>
                  <a:cubicBezTo>
                    <a:pt x="124258" y="1171973"/>
                    <a:pt x="0" y="955746"/>
                    <a:pt x="0" y="710498"/>
                  </a:cubicBezTo>
                  <a:cubicBezTo>
                    <a:pt x="0" y="318101"/>
                    <a:pt x="318101" y="0"/>
                    <a:pt x="710498" y="0"/>
                  </a:cubicBezTo>
                  <a:close/>
                </a:path>
              </a:pathLst>
            </a:custGeom>
            <a:solidFill>
              <a:srgbClr val="7A126B"/>
            </a:solidFill>
            <a:ln>
              <a:noFill/>
            </a:ln>
            <a:effectLst>
              <a:outerShdw blurRad="50800" rotWithShape="0" algn="bl" dir="18900000" dist="38100">
                <a:srgbClr val="000000">
                  <a:alpha val="4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5" name="Google Shape;785;p41"/>
            <p:cNvSpPr/>
            <p:nvPr/>
          </p:nvSpPr>
          <p:spPr>
            <a:xfrm rot="-5400000">
              <a:off x="3932484" y="2130769"/>
              <a:ext cx="1337840" cy="1145849"/>
            </a:xfrm>
            <a:prstGeom prst="hexagon">
              <a:avLst>
                <a:gd fmla="val 25000" name="adj"/>
                <a:gd fmla="val 115470" name="vf"/>
              </a:avLst>
            </a:prstGeom>
            <a:solidFill>
              <a:srgbClr val="FFFFFF"/>
            </a:solidFill>
            <a:ln>
              <a:noFill/>
            </a:ln>
            <a:effectLst>
              <a:outerShdw blurRad="152400" rotWithShape="0" algn="ctr">
                <a:srgbClr val="000000">
                  <a:alpha val="96078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6" name="Google Shape;786;p41"/>
            <p:cNvSpPr/>
            <p:nvPr/>
          </p:nvSpPr>
          <p:spPr>
            <a:xfrm>
              <a:off x="4353263" y="1750096"/>
              <a:ext cx="513390" cy="51339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87" name="Google Shape;787;p41"/>
            <p:cNvSpPr/>
            <p:nvPr/>
          </p:nvSpPr>
          <p:spPr>
            <a:xfrm>
              <a:off x="4926461" y="2112823"/>
              <a:ext cx="513390" cy="51339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88" name="Google Shape;788;p41"/>
            <p:cNvSpPr/>
            <p:nvPr/>
          </p:nvSpPr>
          <p:spPr>
            <a:xfrm>
              <a:off x="3775587" y="2112822"/>
              <a:ext cx="513390" cy="51339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89" name="Google Shape;789;p41"/>
            <p:cNvSpPr/>
            <p:nvPr/>
          </p:nvSpPr>
          <p:spPr>
            <a:xfrm>
              <a:off x="4926461" y="2789017"/>
              <a:ext cx="513390" cy="51339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90" name="Google Shape;790;p41"/>
            <p:cNvSpPr/>
            <p:nvPr/>
          </p:nvSpPr>
          <p:spPr>
            <a:xfrm>
              <a:off x="3775587" y="2789017"/>
              <a:ext cx="513390" cy="51339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91" name="Google Shape;791;p41"/>
            <p:cNvSpPr/>
            <p:nvPr/>
          </p:nvSpPr>
          <p:spPr>
            <a:xfrm>
              <a:off x="4353263" y="3160699"/>
              <a:ext cx="513390" cy="51339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792" name="Google Shape;792;p41"/>
            <p:cNvSpPr txBox="1"/>
            <p:nvPr/>
          </p:nvSpPr>
          <p:spPr>
            <a:xfrm>
              <a:off x="4302879" y="2537462"/>
              <a:ext cx="614787" cy="3323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mn-MN" sz="12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Санаа</a:t>
              </a:r>
              <a:endParaRPr/>
            </a:p>
          </p:txBody>
        </p:sp>
        <p:grpSp>
          <p:nvGrpSpPr>
            <p:cNvPr id="793" name="Google Shape;793;p41"/>
            <p:cNvGrpSpPr/>
            <p:nvPr/>
          </p:nvGrpSpPr>
          <p:grpSpPr>
            <a:xfrm>
              <a:off x="3937432" y="2272440"/>
              <a:ext cx="189700" cy="194154"/>
              <a:chOff x="4845050" y="3979863"/>
              <a:chExt cx="338138" cy="346075"/>
            </a:xfrm>
          </p:grpSpPr>
          <p:sp>
            <p:nvSpPr>
              <p:cNvPr id="794" name="Google Shape;794;p41"/>
              <p:cNvSpPr/>
              <p:nvPr/>
            </p:nvSpPr>
            <p:spPr>
              <a:xfrm>
                <a:off x="4987925" y="3979863"/>
                <a:ext cx="195263" cy="195263"/>
              </a:xfrm>
              <a:custGeom>
                <a:rect b="b" l="l" r="r" t="t"/>
                <a:pathLst>
                  <a:path extrusionOk="0" h="52" w="52">
                    <a:moveTo>
                      <a:pt x="46" y="44"/>
                    </a:moveTo>
                    <a:cubicBezTo>
                      <a:pt x="52" y="34"/>
                      <a:pt x="52" y="34"/>
                      <a:pt x="52" y="34"/>
                    </a:cubicBezTo>
                    <a:cubicBezTo>
                      <a:pt x="46" y="30"/>
                      <a:pt x="46" y="30"/>
                      <a:pt x="46" y="30"/>
                    </a:cubicBezTo>
                    <a:cubicBezTo>
                      <a:pt x="46" y="28"/>
                      <a:pt x="46" y="25"/>
                      <a:pt x="46" y="22"/>
                    </a:cubicBezTo>
                    <a:cubicBezTo>
                      <a:pt x="52" y="18"/>
                      <a:pt x="52" y="18"/>
                      <a:pt x="52" y="18"/>
                    </a:cubicBezTo>
                    <a:cubicBezTo>
                      <a:pt x="46" y="8"/>
                      <a:pt x="46" y="8"/>
                      <a:pt x="46" y="8"/>
                    </a:cubicBezTo>
                    <a:cubicBezTo>
                      <a:pt x="40" y="11"/>
                      <a:pt x="40" y="11"/>
                      <a:pt x="40" y="11"/>
                    </a:cubicBezTo>
                    <a:cubicBezTo>
                      <a:pt x="38" y="9"/>
                      <a:pt x="34" y="8"/>
                      <a:pt x="32" y="7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7"/>
                      <a:pt x="20" y="7"/>
                      <a:pt x="20" y="7"/>
                    </a:cubicBezTo>
                    <a:cubicBezTo>
                      <a:pt x="16" y="8"/>
                      <a:pt x="15" y="9"/>
                      <a:pt x="13" y="11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7" y="22"/>
                      <a:pt x="7" y="22"/>
                      <a:pt x="7" y="22"/>
                    </a:cubicBezTo>
                    <a:cubicBezTo>
                      <a:pt x="6" y="24"/>
                      <a:pt x="6" y="27"/>
                      <a:pt x="6" y="30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6" y="44"/>
                      <a:pt x="6" y="44"/>
                      <a:pt x="6" y="44"/>
                    </a:cubicBezTo>
                    <a:cubicBezTo>
                      <a:pt x="13" y="41"/>
                      <a:pt x="13" y="41"/>
                      <a:pt x="13" y="41"/>
                    </a:cubicBezTo>
                    <a:cubicBezTo>
                      <a:pt x="15" y="43"/>
                      <a:pt x="16" y="44"/>
                      <a:pt x="20" y="45"/>
                    </a:cubicBezTo>
                    <a:cubicBezTo>
                      <a:pt x="20" y="52"/>
                      <a:pt x="20" y="52"/>
                      <a:pt x="20" y="52"/>
                    </a:cubicBezTo>
                    <a:cubicBezTo>
                      <a:pt x="32" y="52"/>
                      <a:pt x="32" y="52"/>
                      <a:pt x="32" y="52"/>
                    </a:cubicBezTo>
                    <a:cubicBezTo>
                      <a:pt x="32" y="45"/>
                      <a:pt x="32" y="45"/>
                      <a:pt x="32" y="45"/>
                    </a:cubicBezTo>
                    <a:cubicBezTo>
                      <a:pt x="34" y="44"/>
                      <a:pt x="38" y="43"/>
                      <a:pt x="40" y="41"/>
                    </a:cubicBezTo>
                    <a:lnTo>
                      <a:pt x="46" y="44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5" name="Google Shape;795;p41"/>
              <p:cNvSpPr/>
              <p:nvPr/>
            </p:nvSpPr>
            <p:spPr>
              <a:xfrm>
                <a:off x="5056188" y="4048125"/>
                <a:ext cx="58738" cy="60325"/>
              </a:xfrm>
              <a:prstGeom prst="ellipse">
                <a:avLst/>
              </a:pr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41"/>
              <p:cNvSpPr/>
              <p:nvPr/>
            </p:nvSpPr>
            <p:spPr>
              <a:xfrm>
                <a:off x="4845050" y="4130675"/>
                <a:ext cx="195263" cy="195263"/>
              </a:xfrm>
              <a:custGeom>
                <a:rect b="b" l="l" r="r" t="t"/>
                <a:pathLst>
                  <a:path extrusionOk="0" h="52" w="52">
                    <a:moveTo>
                      <a:pt x="46" y="44"/>
                    </a:moveTo>
                    <a:cubicBezTo>
                      <a:pt x="52" y="34"/>
                      <a:pt x="52" y="34"/>
                      <a:pt x="52" y="34"/>
                    </a:cubicBezTo>
                    <a:cubicBezTo>
                      <a:pt x="46" y="30"/>
                      <a:pt x="46" y="30"/>
                      <a:pt x="46" y="30"/>
                    </a:cubicBezTo>
                    <a:cubicBezTo>
                      <a:pt x="46" y="28"/>
                      <a:pt x="46" y="25"/>
                      <a:pt x="46" y="22"/>
                    </a:cubicBezTo>
                    <a:cubicBezTo>
                      <a:pt x="52" y="18"/>
                      <a:pt x="52" y="18"/>
                      <a:pt x="52" y="18"/>
                    </a:cubicBezTo>
                    <a:cubicBezTo>
                      <a:pt x="46" y="8"/>
                      <a:pt x="46" y="8"/>
                      <a:pt x="46" y="8"/>
                    </a:cubicBezTo>
                    <a:cubicBezTo>
                      <a:pt x="40" y="11"/>
                      <a:pt x="40" y="11"/>
                      <a:pt x="40" y="11"/>
                    </a:cubicBezTo>
                    <a:cubicBezTo>
                      <a:pt x="38" y="9"/>
                      <a:pt x="34" y="8"/>
                      <a:pt x="32" y="7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7"/>
                      <a:pt x="20" y="7"/>
                      <a:pt x="20" y="7"/>
                    </a:cubicBezTo>
                    <a:cubicBezTo>
                      <a:pt x="16" y="8"/>
                      <a:pt x="15" y="9"/>
                      <a:pt x="13" y="11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7" y="22"/>
                      <a:pt x="7" y="22"/>
                      <a:pt x="7" y="22"/>
                    </a:cubicBezTo>
                    <a:cubicBezTo>
                      <a:pt x="6" y="24"/>
                      <a:pt x="6" y="27"/>
                      <a:pt x="6" y="30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6" y="44"/>
                      <a:pt x="6" y="44"/>
                      <a:pt x="6" y="44"/>
                    </a:cubicBezTo>
                    <a:cubicBezTo>
                      <a:pt x="13" y="41"/>
                      <a:pt x="13" y="41"/>
                      <a:pt x="13" y="41"/>
                    </a:cubicBezTo>
                    <a:cubicBezTo>
                      <a:pt x="15" y="43"/>
                      <a:pt x="16" y="44"/>
                      <a:pt x="20" y="45"/>
                    </a:cubicBezTo>
                    <a:cubicBezTo>
                      <a:pt x="20" y="52"/>
                      <a:pt x="20" y="52"/>
                      <a:pt x="20" y="52"/>
                    </a:cubicBezTo>
                    <a:cubicBezTo>
                      <a:pt x="32" y="52"/>
                      <a:pt x="32" y="52"/>
                      <a:pt x="32" y="52"/>
                    </a:cubicBezTo>
                    <a:cubicBezTo>
                      <a:pt x="32" y="45"/>
                      <a:pt x="32" y="45"/>
                      <a:pt x="32" y="45"/>
                    </a:cubicBezTo>
                    <a:cubicBezTo>
                      <a:pt x="34" y="44"/>
                      <a:pt x="38" y="43"/>
                      <a:pt x="40" y="41"/>
                    </a:cubicBezTo>
                    <a:lnTo>
                      <a:pt x="46" y="44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41"/>
              <p:cNvSpPr/>
              <p:nvPr/>
            </p:nvSpPr>
            <p:spPr>
              <a:xfrm>
                <a:off x="4913313" y="4198938"/>
                <a:ext cx="60325" cy="60325"/>
              </a:xfrm>
              <a:prstGeom prst="ellipse">
                <a:avLst/>
              </a:pr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98" name="Google Shape;798;p41"/>
            <p:cNvSpPr/>
            <p:nvPr/>
          </p:nvSpPr>
          <p:spPr>
            <a:xfrm>
              <a:off x="4511100" y="1916839"/>
              <a:ext cx="197716" cy="179904"/>
            </a:xfrm>
            <a:custGeom>
              <a:rect b="b" l="l" r="r" t="t"/>
              <a:pathLst>
                <a:path extrusionOk="0" h="85" w="94">
                  <a:moveTo>
                    <a:pt x="30" y="56"/>
                  </a:moveTo>
                  <a:cubicBezTo>
                    <a:pt x="64" y="22"/>
                    <a:pt x="64" y="22"/>
                    <a:pt x="64" y="22"/>
                  </a:cubicBezTo>
                  <a:cubicBezTo>
                    <a:pt x="67" y="19"/>
                    <a:pt x="72" y="19"/>
                    <a:pt x="75" y="22"/>
                  </a:cubicBezTo>
                  <a:cubicBezTo>
                    <a:pt x="78" y="25"/>
                    <a:pt x="78" y="30"/>
                    <a:pt x="75" y="33"/>
                  </a:cubicBezTo>
                  <a:cubicBezTo>
                    <a:pt x="29" y="79"/>
                    <a:pt x="29" y="79"/>
                    <a:pt x="29" y="79"/>
                  </a:cubicBezTo>
                  <a:cubicBezTo>
                    <a:pt x="23" y="85"/>
                    <a:pt x="13" y="85"/>
                    <a:pt x="7" y="79"/>
                  </a:cubicBezTo>
                  <a:cubicBezTo>
                    <a:pt x="0" y="73"/>
                    <a:pt x="0" y="63"/>
                    <a:pt x="7" y="57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63" y="0"/>
                    <a:pt x="77" y="0"/>
                    <a:pt x="86" y="9"/>
                  </a:cubicBezTo>
                  <a:cubicBezTo>
                    <a:pt x="94" y="17"/>
                    <a:pt x="94" y="31"/>
                    <a:pt x="86" y="40"/>
                  </a:cubicBezTo>
                  <a:cubicBezTo>
                    <a:pt x="52" y="74"/>
                    <a:pt x="52" y="74"/>
                    <a:pt x="52" y="74"/>
                  </a:cubicBezTo>
                </a:path>
              </a:pathLst>
            </a:custGeom>
            <a:noFill/>
            <a:ln cap="rnd" cmpd="sng" w="9525">
              <a:solidFill>
                <a:srgbClr val="05040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99" name="Google Shape;799;p41"/>
            <p:cNvGrpSpPr/>
            <p:nvPr/>
          </p:nvGrpSpPr>
          <p:grpSpPr>
            <a:xfrm>
              <a:off x="5086079" y="2279566"/>
              <a:ext cx="194154" cy="179904"/>
              <a:chOff x="6283326" y="3989388"/>
              <a:chExt cx="346075" cy="320675"/>
            </a:xfrm>
          </p:grpSpPr>
          <p:sp>
            <p:nvSpPr>
              <p:cNvPr id="800" name="Google Shape;800;p41"/>
              <p:cNvSpPr/>
              <p:nvPr/>
            </p:nvSpPr>
            <p:spPr>
              <a:xfrm>
                <a:off x="6283326" y="4159250"/>
                <a:ext cx="150813" cy="150813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1"/>
              <p:cNvSpPr/>
              <p:nvPr/>
            </p:nvSpPr>
            <p:spPr>
              <a:xfrm>
                <a:off x="6299201" y="3989388"/>
                <a:ext cx="134938" cy="200025"/>
              </a:xfrm>
              <a:custGeom>
                <a:rect b="b" l="l" r="r" t="t"/>
                <a:pathLst>
                  <a:path extrusionOk="0" h="53" w="36">
                    <a:moveTo>
                      <a:pt x="36" y="19"/>
                    </a:moveTo>
                    <a:cubicBezTo>
                      <a:pt x="36" y="3"/>
                      <a:pt x="36" y="3"/>
                      <a:pt x="36" y="3"/>
                    </a:cubicBezTo>
                    <a:cubicBezTo>
                      <a:pt x="33" y="0"/>
                      <a:pt x="27" y="0"/>
                      <a:pt x="24" y="3"/>
                    </a:cubicBezTo>
                    <a:cubicBezTo>
                      <a:pt x="18" y="19"/>
                      <a:pt x="18" y="19"/>
                      <a:pt x="18" y="19"/>
                    </a:cubicBezTo>
                    <a:cubicBezTo>
                      <a:pt x="12" y="25"/>
                      <a:pt x="12" y="25"/>
                      <a:pt x="12" y="25"/>
                    </a:cubicBezTo>
                    <a:cubicBezTo>
                      <a:pt x="0" y="53"/>
                      <a:pt x="0" y="53"/>
                      <a:pt x="0" y="53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2" name="Google Shape;802;p41"/>
              <p:cNvSpPr/>
              <p:nvPr/>
            </p:nvSpPr>
            <p:spPr>
              <a:xfrm>
                <a:off x="6478588" y="4159250"/>
                <a:ext cx="150813" cy="150813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3" name="Google Shape;803;p41"/>
              <p:cNvSpPr/>
              <p:nvPr/>
            </p:nvSpPr>
            <p:spPr>
              <a:xfrm>
                <a:off x="6478588" y="3989388"/>
                <a:ext cx="136525" cy="200025"/>
              </a:xfrm>
              <a:custGeom>
                <a:rect b="b" l="l" r="r" t="t"/>
                <a:pathLst>
                  <a:path extrusionOk="0" h="53" w="36">
                    <a:moveTo>
                      <a:pt x="0" y="19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3" y="0"/>
                      <a:pt x="9" y="0"/>
                      <a:pt x="12" y="3"/>
                    </a:cubicBezTo>
                    <a:cubicBezTo>
                      <a:pt x="18" y="19"/>
                      <a:pt x="18" y="19"/>
                      <a:pt x="18" y="19"/>
                    </a:cubicBezTo>
                    <a:cubicBezTo>
                      <a:pt x="24" y="25"/>
                      <a:pt x="24" y="25"/>
                      <a:pt x="24" y="25"/>
                    </a:cubicBezTo>
                    <a:cubicBezTo>
                      <a:pt x="36" y="53"/>
                      <a:pt x="36" y="53"/>
                      <a:pt x="36" y="53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1"/>
              <p:cNvSpPr/>
              <p:nvPr/>
            </p:nvSpPr>
            <p:spPr>
              <a:xfrm>
                <a:off x="6396038" y="4090988"/>
                <a:ext cx="120650" cy="30163"/>
              </a:xfrm>
              <a:custGeom>
                <a:rect b="b" l="l" r="r" t="t"/>
                <a:pathLst>
                  <a:path extrusionOk="0" h="8" w="32">
                    <a:moveTo>
                      <a:pt x="0" y="8"/>
                    </a:moveTo>
                    <a:cubicBezTo>
                      <a:pt x="0" y="4"/>
                      <a:pt x="7" y="0"/>
                      <a:pt x="16" y="0"/>
                    </a:cubicBezTo>
                    <a:cubicBezTo>
                      <a:pt x="25" y="0"/>
                      <a:pt x="32" y="4"/>
                      <a:pt x="32" y="8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805" name="Google Shape;805;p41"/>
              <p:cNvCxnSpPr/>
              <p:nvPr/>
            </p:nvCxnSpPr>
            <p:spPr>
              <a:xfrm rot="10800000">
                <a:off x="6434138" y="4095750"/>
                <a:ext cx="0" cy="138113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06" name="Google Shape;806;p41"/>
              <p:cNvCxnSpPr/>
              <p:nvPr/>
            </p:nvCxnSpPr>
            <p:spPr>
              <a:xfrm rot="10800000">
                <a:off x="6478588" y="4095750"/>
                <a:ext cx="0" cy="138113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807" name="Google Shape;807;p41"/>
              <p:cNvSpPr/>
              <p:nvPr/>
            </p:nvSpPr>
            <p:spPr>
              <a:xfrm>
                <a:off x="6313488" y="4189413"/>
                <a:ext cx="46038" cy="44450"/>
              </a:xfrm>
              <a:custGeom>
                <a:rect b="b" l="l" r="r" t="t"/>
                <a:pathLst>
                  <a:path extrusionOk="0" h="12" w="12">
                    <a:moveTo>
                      <a:pt x="0" y="12"/>
                    </a:moveTo>
                    <a:cubicBezTo>
                      <a:pt x="0" y="6"/>
                      <a:pt x="5" y="0"/>
                      <a:pt x="12" y="0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1"/>
              <p:cNvSpPr/>
              <p:nvPr/>
            </p:nvSpPr>
            <p:spPr>
              <a:xfrm>
                <a:off x="6508751" y="4189413"/>
                <a:ext cx="46038" cy="44450"/>
              </a:xfrm>
              <a:custGeom>
                <a:rect b="b" l="l" r="r" t="t"/>
                <a:pathLst>
                  <a:path extrusionOk="0" h="12" w="12">
                    <a:moveTo>
                      <a:pt x="0" y="12"/>
                    </a:moveTo>
                    <a:cubicBezTo>
                      <a:pt x="0" y="6"/>
                      <a:pt x="5" y="0"/>
                      <a:pt x="12" y="0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809" name="Google Shape;809;p41"/>
            <p:cNvGrpSpPr/>
            <p:nvPr/>
          </p:nvGrpSpPr>
          <p:grpSpPr>
            <a:xfrm>
              <a:off x="5086079" y="2990939"/>
              <a:ext cx="194154" cy="109546"/>
              <a:chOff x="4119563" y="4054475"/>
              <a:chExt cx="346075" cy="195263"/>
            </a:xfrm>
          </p:grpSpPr>
          <p:sp>
            <p:nvSpPr>
              <p:cNvPr id="810" name="Google Shape;810;p41"/>
              <p:cNvSpPr/>
              <p:nvPr/>
            </p:nvSpPr>
            <p:spPr>
              <a:xfrm>
                <a:off x="4119563" y="4054475"/>
                <a:ext cx="346075" cy="195263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1" name="Google Shape;811;p41"/>
              <p:cNvSpPr/>
              <p:nvPr/>
            </p:nvSpPr>
            <p:spPr>
              <a:xfrm>
                <a:off x="4232276" y="4090988"/>
                <a:ext cx="120650" cy="120650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1"/>
              <p:cNvSpPr/>
              <p:nvPr/>
            </p:nvSpPr>
            <p:spPr>
              <a:xfrm>
                <a:off x="4262438" y="4121150"/>
                <a:ext cx="60325" cy="60325"/>
              </a:xfrm>
              <a:custGeom>
                <a:rect b="b" l="l" r="r" t="t"/>
                <a:pathLst>
                  <a:path extrusionOk="0" h="16" w="16">
                    <a:moveTo>
                      <a:pt x="8" y="0"/>
                    </a:moveTo>
                    <a:cubicBezTo>
                      <a:pt x="12" y="0"/>
                      <a:pt x="16" y="4"/>
                      <a:pt x="16" y="8"/>
                    </a:cubicBezTo>
                    <a:cubicBezTo>
                      <a:pt x="16" y="12"/>
                      <a:pt x="12" y="16"/>
                      <a:pt x="8" y="16"/>
                    </a:cubicBezTo>
                    <a:cubicBezTo>
                      <a:pt x="4" y="16"/>
                      <a:pt x="0" y="12"/>
                      <a:pt x="0" y="8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813" name="Google Shape;813;p41"/>
            <p:cNvGrpSpPr/>
            <p:nvPr/>
          </p:nvGrpSpPr>
          <p:grpSpPr>
            <a:xfrm>
              <a:off x="4512881" y="3320317"/>
              <a:ext cx="194154" cy="194154"/>
              <a:chOff x="6283326" y="3617914"/>
              <a:chExt cx="346075" cy="346075"/>
            </a:xfrm>
          </p:grpSpPr>
          <p:sp>
            <p:nvSpPr>
              <p:cNvPr id="814" name="Google Shape;814;p41"/>
              <p:cNvSpPr/>
              <p:nvPr/>
            </p:nvSpPr>
            <p:spPr>
              <a:xfrm>
                <a:off x="6283326" y="3741739"/>
                <a:ext cx="346075" cy="222250"/>
              </a:xfrm>
              <a:custGeom>
                <a:rect b="b" l="l" r="r" t="t"/>
                <a:pathLst>
                  <a:path extrusionOk="0" h="59" w="92">
                    <a:moveTo>
                      <a:pt x="76" y="0"/>
                    </a:moveTo>
                    <a:cubicBezTo>
                      <a:pt x="92" y="11"/>
                      <a:pt x="92" y="11"/>
                      <a:pt x="92" y="11"/>
                    </a:cubicBezTo>
                    <a:cubicBezTo>
                      <a:pt x="92" y="53"/>
                      <a:pt x="92" y="53"/>
                      <a:pt x="92" y="53"/>
                    </a:cubicBezTo>
                    <a:cubicBezTo>
                      <a:pt x="92" y="56"/>
                      <a:pt x="89" y="59"/>
                      <a:pt x="86" y="59"/>
                    </a:cubicBezTo>
                    <a:cubicBezTo>
                      <a:pt x="6" y="59"/>
                      <a:pt x="6" y="59"/>
                      <a:pt x="6" y="59"/>
                    </a:cubicBezTo>
                    <a:cubicBezTo>
                      <a:pt x="3" y="59"/>
                      <a:pt x="0" y="56"/>
                      <a:pt x="0" y="5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5" name="Google Shape;815;p41"/>
              <p:cNvSpPr/>
              <p:nvPr/>
            </p:nvSpPr>
            <p:spPr>
              <a:xfrm>
                <a:off x="6329363" y="3857626"/>
                <a:ext cx="255588" cy="60325"/>
              </a:xfrm>
              <a:custGeom>
                <a:rect b="b" l="l" r="r" t="t"/>
                <a:pathLst>
                  <a:path extrusionOk="0" h="38" w="161">
                    <a:moveTo>
                      <a:pt x="0" y="38"/>
                    </a:moveTo>
                    <a:lnTo>
                      <a:pt x="47" y="0"/>
                    </a:lnTo>
                    <a:lnTo>
                      <a:pt x="113" y="0"/>
                    </a:lnTo>
                    <a:lnTo>
                      <a:pt x="161" y="38"/>
                    </a:ln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816" name="Google Shape;816;p41"/>
              <p:cNvCxnSpPr/>
              <p:nvPr/>
            </p:nvCxnSpPr>
            <p:spPr>
              <a:xfrm flipH="1">
                <a:off x="6538913" y="3783014"/>
                <a:ext cx="90488" cy="60325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17" name="Google Shape;817;p41"/>
              <p:cNvCxnSpPr/>
              <p:nvPr/>
            </p:nvCxnSpPr>
            <p:spPr>
              <a:xfrm>
                <a:off x="6283326" y="3783014"/>
                <a:ext cx="90488" cy="60325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818" name="Google Shape;818;p41"/>
              <p:cNvSpPr/>
              <p:nvPr/>
            </p:nvSpPr>
            <p:spPr>
              <a:xfrm>
                <a:off x="6343651" y="3617914"/>
                <a:ext cx="225425" cy="201613"/>
              </a:xfrm>
              <a:custGeom>
                <a:rect b="b" l="l" r="r" t="t"/>
                <a:pathLst>
                  <a:path extrusionOk="0" h="127" w="142">
                    <a:moveTo>
                      <a:pt x="142" y="127"/>
                    </a:moveTo>
                    <a:lnTo>
                      <a:pt x="142" y="0"/>
                    </a:lnTo>
                    <a:lnTo>
                      <a:pt x="0" y="0"/>
                    </a:lnTo>
                    <a:lnTo>
                      <a:pt x="0" y="127"/>
                    </a:lnTo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819" name="Google Shape;819;p41"/>
              <p:cNvCxnSpPr/>
              <p:nvPr/>
            </p:nvCxnSpPr>
            <p:spPr>
              <a:xfrm>
                <a:off x="6389688" y="3662364"/>
                <a:ext cx="30163" cy="0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20" name="Google Shape;820;p41"/>
              <p:cNvCxnSpPr/>
              <p:nvPr/>
            </p:nvCxnSpPr>
            <p:spPr>
              <a:xfrm>
                <a:off x="6419851" y="3706814"/>
                <a:ext cx="104775" cy="0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21" name="Google Shape;821;p41"/>
              <p:cNvCxnSpPr/>
              <p:nvPr/>
            </p:nvCxnSpPr>
            <p:spPr>
              <a:xfrm>
                <a:off x="6389688" y="3752851"/>
                <a:ext cx="134938" cy="0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22" name="Google Shape;822;p41"/>
              <p:cNvCxnSpPr/>
              <p:nvPr/>
            </p:nvCxnSpPr>
            <p:spPr>
              <a:xfrm>
                <a:off x="6389688" y="3797301"/>
                <a:ext cx="134938" cy="0"/>
              </a:xfrm>
              <a:prstGeom prst="straightConnector1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  <p:grpSp>
          <p:nvGrpSpPr>
            <p:cNvPr id="823" name="Google Shape;823;p41"/>
            <p:cNvGrpSpPr/>
            <p:nvPr/>
          </p:nvGrpSpPr>
          <p:grpSpPr>
            <a:xfrm>
              <a:off x="3935651" y="2948635"/>
              <a:ext cx="193262" cy="194154"/>
              <a:chOff x="4841875" y="2895601"/>
              <a:chExt cx="344488" cy="346075"/>
            </a:xfrm>
          </p:grpSpPr>
          <p:sp>
            <p:nvSpPr>
              <p:cNvPr id="824" name="Google Shape;824;p41"/>
              <p:cNvSpPr/>
              <p:nvPr/>
            </p:nvSpPr>
            <p:spPr>
              <a:xfrm>
                <a:off x="4916488" y="2895601"/>
                <a:ext cx="195263" cy="195263"/>
              </a:xfrm>
              <a:custGeom>
                <a:rect b="b" l="l" r="r" t="t"/>
                <a:pathLst>
                  <a:path extrusionOk="0" h="52" w="52">
                    <a:moveTo>
                      <a:pt x="52" y="26"/>
                    </a:moveTo>
                    <a:cubicBezTo>
                      <a:pt x="52" y="40"/>
                      <a:pt x="40" y="52"/>
                      <a:pt x="26" y="52"/>
                    </a:cubicBezTo>
                    <a:cubicBezTo>
                      <a:pt x="12" y="52"/>
                      <a:pt x="0" y="40"/>
                      <a:pt x="0" y="25"/>
                    </a:cubicBezTo>
                    <a:cubicBezTo>
                      <a:pt x="0" y="11"/>
                      <a:pt x="11" y="1"/>
                      <a:pt x="25" y="0"/>
                    </a:cubicBezTo>
                    <a:cubicBezTo>
                      <a:pt x="25" y="0"/>
                      <a:pt x="26" y="0"/>
                      <a:pt x="26" y="0"/>
                    </a:cubicBezTo>
                    <a:cubicBezTo>
                      <a:pt x="40" y="0"/>
                      <a:pt x="52" y="11"/>
                      <a:pt x="52" y="26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1"/>
              <p:cNvSpPr/>
              <p:nvPr/>
            </p:nvSpPr>
            <p:spPr>
              <a:xfrm>
                <a:off x="4957763" y="2895601"/>
                <a:ext cx="52388" cy="195263"/>
              </a:xfrm>
              <a:custGeom>
                <a:rect b="b" l="l" r="r" t="t"/>
                <a:pathLst>
                  <a:path extrusionOk="0" h="52" w="14">
                    <a:moveTo>
                      <a:pt x="14" y="0"/>
                    </a:moveTo>
                    <a:cubicBezTo>
                      <a:pt x="0" y="15"/>
                      <a:pt x="0" y="34"/>
                      <a:pt x="14" y="52"/>
                    </a:cubicBezTo>
                  </a:path>
                </a:pathLst>
              </a:cu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6" name="Google Shape;826;p41"/>
              <p:cNvSpPr/>
              <p:nvPr/>
            </p:nvSpPr>
            <p:spPr>
              <a:xfrm>
                <a:off x="5018088" y="2895601"/>
                <a:ext cx="52388" cy="195263"/>
              </a:xfrm>
              <a:custGeom>
                <a:rect b="b" l="l" r="r" t="t"/>
                <a:pathLst>
                  <a:path extrusionOk="0" h="52" w="14">
                    <a:moveTo>
                      <a:pt x="0" y="0"/>
                    </a:moveTo>
                    <a:cubicBezTo>
                      <a:pt x="14" y="15"/>
                      <a:pt x="14" y="34"/>
                      <a:pt x="0" y="52"/>
                    </a:cubicBezTo>
                  </a:path>
                </a:pathLst>
              </a:cu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827" name="Google Shape;827;p41"/>
              <p:cNvCxnSpPr/>
              <p:nvPr/>
            </p:nvCxnSpPr>
            <p:spPr>
              <a:xfrm>
                <a:off x="4932363" y="3044826"/>
                <a:ext cx="1651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28" name="Google Shape;828;p41"/>
              <p:cNvCxnSpPr/>
              <p:nvPr/>
            </p:nvCxnSpPr>
            <p:spPr>
              <a:xfrm>
                <a:off x="4932363" y="2940051"/>
                <a:ext cx="165100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29" name="Google Shape;829;p41"/>
              <p:cNvCxnSpPr/>
              <p:nvPr/>
            </p:nvCxnSpPr>
            <p:spPr>
              <a:xfrm>
                <a:off x="4916488" y="2992438"/>
                <a:ext cx="195263" cy="0"/>
              </a:xfrm>
              <a:prstGeom prst="straightConnector1">
                <a:avLst/>
              </a:prstGeom>
              <a:noFill/>
              <a:ln cap="flat" cmpd="sng" w="9525">
                <a:solidFill>
                  <a:srgbClr val="050404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830" name="Google Shape;830;p41"/>
              <p:cNvSpPr/>
              <p:nvPr/>
            </p:nvSpPr>
            <p:spPr>
              <a:xfrm>
                <a:off x="4864100" y="3105151"/>
                <a:ext cx="74613" cy="76200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1" name="Google Shape;831;p41"/>
              <p:cNvSpPr/>
              <p:nvPr/>
            </p:nvSpPr>
            <p:spPr>
              <a:xfrm>
                <a:off x="4976813" y="3105151"/>
                <a:ext cx="74613" cy="76200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1"/>
              <p:cNvSpPr/>
              <p:nvPr/>
            </p:nvSpPr>
            <p:spPr>
              <a:xfrm>
                <a:off x="5089525" y="3105151"/>
                <a:ext cx="74613" cy="76200"/>
              </a:xfrm>
              <a:prstGeom prst="ellipse">
                <a:avLst/>
              </a:pr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1"/>
              <p:cNvSpPr/>
              <p:nvPr/>
            </p:nvSpPr>
            <p:spPr>
              <a:xfrm>
                <a:off x="4841875" y="3181351"/>
                <a:ext cx="344488" cy="60325"/>
              </a:xfrm>
              <a:custGeom>
                <a:rect b="b" l="l" r="r" t="t"/>
                <a:pathLst>
                  <a:path extrusionOk="0" h="16" w="92">
                    <a:moveTo>
                      <a:pt x="76" y="0"/>
                    </a:moveTo>
                    <a:cubicBezTo>
                      <a:pt x="69" y="0"/>
                      <a:pt x="63" y="4"/>
                      <a:pt x="61" y="11"/>
                    </a:cubicBezTo>
                    <a:cubicBezTo>
                      <a:pt x="59" y="4"/>
                      <a:pt x="53" y="0"/>
                      <a:pt x="46" y="0"/>
                    </a:cubicBezTo>
                    <a:cubicBezTo>
                      <a:pt x="39" y="0"/>
                      <a:pt x="33" y="4"/>
                      <a:pt x="31" y="11"/>
                    </a:cubicBezTo>
                    <a:cubicBezTo>
                      <a:pt x="29" y="4"/>
                      <a:pt x="23" y="0"/>
                      <a:pt x="16" y="0"/>
                    </a:cubicBezTo>
                    <a:cubicBezTo>
                      <a:pt x="7" y="0"/>
                      <a:pt x="0" y="8"/>
                      <a:pt x="0" y="16"/>
                    </a:cubicBezTo>
                    <a:cubicBezTo>
                      <a:pt x="92" y="16"/>
                      <a:pt x="92" y="16"/>
                      <a:pt x="92" y="16"/>
                    </a:cubicBezTo>
                    <a:cubicBezTo>
                      <a:pt x="92" y="8"/>
                      <a:pt x="85" y="0"/>
                      <a:pt x="76" y="0"/>
                    </a:cubicBezTo>
                    <a:close/>
                  </a:path>
                </a:pathLst>
              </a:custGeom>
              <a:noFill/>
              <a:ln cap="rnd" cmpd="sng" w="9525">
                <a:solidFill>
                  <a:srgbClr val="05040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8" name="Google Shape;838;p42"/>
          <p:cNvPicPr preferRelativeResize="0"/>
          <p:nvPr/>
        </p:nvPicPr>
        <p:blipFill rotWithShape="1">
          <a:blip r:embed="rId3">
            <a:alphaModFix amt="20000"/>
          </a:blip>
          <a:srcRect b="0" l="30762" r="30762" t="0"/>
          <a:stretch/>
        </p:blipFill>
        <p:spPr>
          <a:xfrm>
            <a:off x="0" y="-2"/>
            <a:ext cx="296847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39" name="Google Shape;839;p42"/>
          <p:cNvSpPr/>
          <p:nvPr/>
        </p:nvSpPr>
        <p:spPr>
          <a:xfrm>
            <a:off x="0" y="0"/>
            <a:ext cx="2968473" cy="5143501"/>
          </a:xfrm>
          <a:prstGeom prst="rect">
            <a:avLst/>
          </a:prstGeom>
          <a:gradFill>
            <a:gsLst>
              <a:gs pos="0">
                <a:srgbClr val="EAD5E6">
                  <a:alpha val="0"/>
                </a:srgbClr>
              </a:gs>
              <a:gs pos="31000">
                <a:srgbClr val="EAD5E6">
                  <a:alpha val="0"/>
                </a:srgbClr>
              </a:gs>
              <a:gs pos="75000">
                <a:srgbClr val="EAD5E6"/>
              </a:gs>
              <a:gs pos="100000">
                <a:srgbClr val="EAD5E6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42"/>
          <p:cNvSpPr/>
          <p:nvPr/>
        </p:nvSpPr>
        <p:spPr>
          <a:xfrm>
            <a:off x="0" y="0"/>
            <a:ext cx="2968473" cy="5143498"/>
          </a:xfrm>
          <a:prstGeom prst="roundRect">
            <a:avLst>
              <a:gd fmla="val 597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42"/>
          <p:cNvSpPr txBox="1"/>
          <p:nvPr/>
        </p:nvSpPr>
        <p:spPr>
          <a:xfrm rot="-5400000">
            <a:off x="-641006" y="2237594"/>
            <a:ext cx="3134389" cy="77559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Үйлчилгээний </a:t>
            </a:r>
            <a:br>
              <a:rPr b="1" i="0" lang="mn-MN" sz="28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mn-MN" sz="28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технологи</a:t>
            </a:r>
            <a:endParaRPr/>
          </a:p>
        </p:txBody>
      </p:sp>
      <p:grpSp>
        <p:nvGrpSpPr>
          <p:cNvPr id="842" name="Google Shape;842;p42"/>
          <p:cNvGrpSpPr/>
          <p:nvPr/>
        </p:nvGrpSpPr>
        <p:grpSpPr>
          <a:xfrm rot="5400000">
            <a:off x="1606999" y="-303275"/>
            <a:ext cx="504283" cy="2218665"/>
            <a:chOff x="-949154" y="1570808"/>
            <a:chExt cx="504283" cy="2006011"/>
          </a:xfrm>
        </p:grpSpPr>
        <p:cxnSp>
          <p:nvCxnSpPr>
            <p:cNvPr id="843" name="Google Shape;843;p42"/>
            <p:cNvCxnSpPr/>
            <p:nvPr/>
          </p:nvCxnSpPr>
          <p:spPr>
            <a:xfrm>
              <a:off x="-949154" y="1570808"/>
              <a:ext cx="0" cy="1753870"/>
            </a:xfrm>
            <a:prstGeom prst="straightConnector1">
              <a:avLst/>
            </a:prstGeom>
            <a:noFill/>
            <a:ln cap="flat" cmpd="sng" w="9525">
              <a:solidFill>
                <a:srgbClr val="7A126B">
                  <a:alpha val="58431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44" name="Google Shape;844;p42"/>
            <p:cNvSpPr/>
            <p:nvPr/>
          </p:nvSpPr>
          <p:spPr>
            <a:xfrm rot="10800000">
              <a:off x="-949154" y="3072536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rgbClr val="7A126B">
                  <a:alpha val="58431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45" name="Google Shape;845;p42"/>
          <p:cNvGrpSpPr/>
          <p:nvPr/>
        </p:nvGrpSpPr>
        <p:grpSpPr>
          <a:xfrm rot="-5400000">
            <a:off x="925986" y="1556675"/>
            <a:ext cx="472872" cy="434055"/>
            <a:chOff x="-697013" y="3347443"/>
            <a:chExt cx="472872" cy="434055"/>
          </a:xfrm>
        </p:grpSpPr>
        <p:sp>
          <p:nvSpPr>
            <p:cNvPr id="846" name="Google Shape;846;p42"/>
            <p:cNvSpPr/>
            <p:nvPr/>
          </p:nvSpPr>
          <p:spPr>
            <a:xfrm rot="2700000">
              <a:off x="-594630" y="3411009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47" name="Google Shape;847;p42"/>
            <p:cNvGrpSpPr/>
            <p:nvPr/>
          </p:nvGrpSpPr>
          <p:grpSpPr>
            <a:xfrm>
              <a:off x="-495886" y="3525855"/>
              <a:ext cx="109676" cy="77364"/>
              <a:chOff x="1362642" y="1641228"/>
              <a:chExt cx="1045800" cy="737700"/>
            </a:xfrm>
          </p:grpSpPr>
          <p:sp>
            <p:nvSpPr>
              <p:cNvPr id="848" name="Google Shape;848;p42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849" name="Google Shape;849;p42"/>
              <p:cNvCxnSpPr>
                <a:stCxn id="848" idx="1"/>
              </p:cNvCxnSpPr>
              <p:nvPr/>
            </p:nvCxnSpPr>
            <p:spPr>
              <a:xfrm rot="5400000">
                <a:off x="1875642" y="1497078"/>
                <a:ext cx="19800" cy="1045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850" name="Google Shape;850;p42"/>
            <p:cNvSpPr/>
            <p:nvPr/>
          </p:nvSpPr>
          <p:spPr>
            <a:xfrm rot="1534588">
              <a:off x="-594098" y="3412748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51" name="Google Shape;851;p42"/>
            <p:cNvCxnSpPr/>
            <p:nvPr/>
          </p:nvCxnSpPr>
          <p:spPr>
            <a:xfrm>
              <a:off x="-697013" y="3576819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cxnSp>
        <p:nvCxnSpPr>
          <p:cNvPr id="852" name="Google Shape;852;p42"/>
          <p:cNvCxnSpPr/>
          <p:nvPr/>
        </p:nvCxnSpPr>
        <p:spPr>
          <a:xfrm flipH="1">
            <a:off x="2968474" y="553916"/>
            <a:ext cx="6175528" cy="1"/>
          </a:xfrm>
          <a:prstGeom prst="straightConnector1">
            <a:avLst/>
          </a:prstGeom>
          <a:noFill/>
          <a:ln cap="flat" cmpd="sng" w="9525">
            <a:solidFill>
              <a:srgbClr val="AFBDD7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3" name="Google Shape;853;p42"/>
          <p:cNvSpPr/>
          <p:nvPr/>
        </p:nvSpPr>
        <p:spPr>
          <a:xfrm>
            <a:off x="1608826" y="859536"/>
            <a:ext cx="1690048" cy="3333052"/>
          </a:xfrm>
          <a:prstGeom prst="roundRect">
            <a:avLst>
              <a:gd fmla="val 6398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54" name="Google Shape;854;p42"/>
          <p:cNvSpPr/>
          <p:nvPr/>
        </p:nvSpPr>
        <p:spPr>
          <a:xfrm>
            <a:off x="3401098" y="859536"/>
            <a:ext cx="1690048" cy="3333052"/>
          </a:xfrm>
          <a:prstGeom prst="roundRect">
            <a:avLst>
              <a:gd fmla="val 6398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55" name="Google Shape;855;p42"/>
          <p:cNvSpPr/>
          <p:nvPr/>
        </p:nvSpPr>
        <p:spPr>
          <a:xfrm>
            <a:off x="5193370" y="859536"/>
            <a:ext cx="1690048" cy="3333052"/>
          </a:xfrm>
          <a:prstGeom prst="roundRect">
            <a:avLst>
              <a:gd fmla="val 6398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56" name="Google Shape;856;p42"/>
          <p:cNvSpPr/>
          <p:nvPr/>
        </p:nvSpPr>
        <p:spPr>
          <a:xfrm>
            <a:off x="6985642" y="859536"/>
            <a:ext cx="1690048" cy="3333052"/>
          </a:xfrm>
          <a:prstGeom prst="roundRect">
            <a:avLst>
              <a:gd fmla="val 6398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857" name="Google Shape;857;p42"/>
          <p:cNvGrpSpPr/>
          <p:nvPr/>
        </p:nvGrpSpPr>
        <p:grpSpPr>
          <a:xfrm>
            <a:off x="1799977" y="1524072"/>
            <a:ext cx="1307746" cy="670478"/>
            <a:chOff x="2195972" y="1454166"/>
            <a:chExt cx="1232428" cy="670478"/>
          </a:xfrm>
        </p:grpSpPr>
        <p:sp>
          <p:nvSpPr>
            <p:cNvPr id="858" name="Google Shape;858;p42"/>
            <p:cNvSpPr txBox="1"/>
            <p:nvPr/>
          </p:nvSpPr>
          <p:spPr>
            <a:xfrm>
              <a:off x="2195972" y="1454166"/>
              <a:ext cx="1232428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1" i="0" lang="mn-MN" sz="12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Үр дүн</a:t>
              </a:r>
              <a:endParaRPr/>
            </a:p>
          </p:txBody>
        </p:sp>
        <p:sp>
          <p:nvSpPr>
            <p:cNvPr id="859" name="Google Shape;859;p42"/>
            <p:cNvSpPr txBox="1"/>
            <p:nvPr/>
          </p:nvSpPr>
          <p:spPr>
            <a:xfrm>
              <a:off x="2195972" y="1702331"/>
              <a:ext cx="1232428" cy="42231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Багаараа хамтран шинэ шийдэл хэрэгжүүлнэ. </a:t>
              </a:r>
              <a:endParaRPr/>
            </a:p>
          </p:txBody>
        </p:sp>
      </p:grpSp>
      <p:cxnSp>
        <p:nvCxnSpPr>
          <p:cNvPr id="860" name="Google Shape;860;p42"/>
          <p:cNvCxnSpPr/>
          <p:nvPr/>
        </p:nvCxnSpPr>
        <p:spPr>
          <a:xfrm flipH="1">
            <a:off x="1799977" y="2296251"/>
            <a:ext cx="1307746" cy="1"/>
          </a:xfrm>
          <a:prstGeom prst="straightConnector1">
            <a:avLst/>
          </a:prstGeom>
          <a:noFill/>
          <a:ln cap="flat" cmpd="sng" w="9525">
            <a:solidFill>
              <a:srgbClr val="D8D8D8">
                <a:alpha val="58039"/>
              </a:srgbClr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61" name="Google Shape;861;p42"/>
          <p:cNvSpPr txBox="1"/>
          <p:nvPr/>
        </p:nvSpPr>
        <p:spPr>
          <a:xfrm>
            <a:off x="1799977" y="2397954"/>
            <a:ext cx="1307746" cy="1577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4000" lvl="0" marL="14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Дэд гарчиг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</p:txBody>
      </p:sp>
      <p:grpSp>
        <p:nvGrpSpPr>
          <p:cNvPr id="862" name="Google Shape;862;p42"/>
          <p:cNvGrpSpPr/>
          <p:nvPr/>
        </p:nvGrpSpPr>
        <p:grpSpPr>
          <a:xfrm>
            <a:off x="3592249" y="1524072"/>
            <a:ext cx="1307746" cy="670478"/>
            <a:chOff x="2195972" y="1454166"/>
            <a:chExt cx="1232428" cy="670478"/>
          </a:xfrm>
        </p:grpSpPr>
        <p:sp>
          <p:nvSpPr>
            <p:cNvPr id="863" name="Google Shape;863;p42"/>
            <p:cNvSpPr txBox="1"/>
            <p:nvPr/>
          </p:nvSpPr>
          <p:spPr>
            <a:xfrm>
              <a:off x="2195972" y="1454166"/>
              <a:ext cx="1232428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1" i="0" lang="mn-MN" sz="12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Гарчиг</a:t>
              </a:r>
              <a:endParaRPr/>
            </a:p>
          </p:txBody>
        </p:sp>
        <p:sp>
          <p:nvSpPr>
            <p:cNvPr id="864" name="Google Shape;864;p42"/>
            <p:cNvSpPr txBox="1"/>
            <p:nvPr/>
          </p:nvSpPr>
          <p:spPr>
            <a:xfrm>
              <a:off x="2195972" y="1702331"/>
              <a:ext cx="1232428" cy="42231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Чанар, хурд, найдвартай байдлыг эрхэмлэнэ. </a:t>
              </a:r>
              <a:endParaRPr/>
            </a:p>
          </p:txBody>
        </p:sp>
      </p:grpSp>
      <p:cxnSp>
        <p:nvCxnSpPr>
          <p:cNvPr id="865" name="Google Shape;865;p42"/>
          <p:cNvCxnSpPr/>
          <p:nvPr/>
        </p:nvCxnSpPr>
        <p:spPr>
          <a:xfrm flipH="1">
            <a:off x="3592249" y="2296251"/>
            <a:ext cx="1307746" cy="1"/>
          </a:xfrm>
          <a:prstGeom prst="straightConnector1">
            <a:avLst/>
          </a:prstGeom>
          <a:noFill/>
          <a:ln cap="flat" cmpd="sng" w="9525">
            <a:solidFill>
              <a:srgbClr val="D8D8D8">
                <a:alpha val="58039"/>
              </a:srgbClr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66" name="Google Shape;866;p42"/>
          <p:cNvSpPr txBox="1"/>
          <p:nvPr/>
        </p:nvSpPr>
        <p:spPr>
          <a:xfrm>
            <a:off x="3592249" y="2397954"/>
            <a:ext cx="1307746" cy="1577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4000" lvl="0" marL="14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Дэд гарчиг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</p:txBody>
      </p:sp>
      <p:grpSp>
        <p:nvGrpSpPr>
          <p:cNvPr id="867" name="Google Shape;867;p42"/>
          <p:cNvGrpSpPr/>
          <p:nvPr/>
        </p:nvGrpSpPr>
        <p:grpSpPr>
          <a:xfrm>
            <a:off x="5384521" y="1524072"/>
            <a:ext cx="1307746" cy="670478"/>
            <a:chOff x="2195972" y="1454166"/>
            <a:chExt cx="1232428" cy="670478"/>
          </a:xfrm>
        </p:grpSpPr>
        <p:sp>
          <p:nvSpPr>
            <p:cNvPr id="868" name="Google Shape;868;p42"/>
            <p:cNvSpPr txBox="1"/>
            <p:nvPr/>
          </p:nvSpPr>
          <p:spPr>
            <a:xfrm>
              <a:off x="2195972" y="1454166"/>
              <a:ext cx="1232428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1" i="0" lang="mn-MN" sz="12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Агуулга</a:t>
              </a:r>
              <a:endParaRPr/>
            </a:p>
          </p:txBody>
        </p:sp>
        <p:sp>
          <p:nvSpPr>
            <p:cNvPr id="869" name="Google Shape;869;p42"/>
            <p:cNvSpPr txBox="1"/>
            <p:nvPr/>
          </p:nvSpPr>
          <p:spPr>
            <a:xfrm>
              <a:off x="2195972" y="1702331"/>
              <a:ext cx="1232428" cy="42231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Үзэгчдэд хэрэгтэй мэдээллийг өгнө. </a:t>
              </a:r>
              <a:endParaRPr/>
            </a:p>
          </p:txBody>
        </p:sp>
      </p:grpSp>
      <p:cxnSp>
        <p:nvCxnSpPr>
          <p:cNvPr id="870" name="Google Shape;870;p42"/>
          <p:cNvCxnSpPr/>
          <p:nvPr/>
        </p:nvCxnSpPr>
        <p:spPr>
          <a:xfrm flipH="1">
            <a:off x="5384521" y="2296251"/>
            <a:ext cx="1307746" cy="1"/>
          </a:xfrm>
          <a:prstGeom prst="straightConnector1">
            <a:avLst/>
          </a:prstGeom>
          <a:noFill/>
          <a:ln cap="flat" cmpd="sng" w="9525">
            <a:solidFill>
              <a:srgbClr val="D8D8D8">
                <a:alpha val="58039"/>
              </a:srgbClr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42"/>
          <p:cNvSpPr txBox="1"/>
          <p:nvPr/>
        </p:nvSpPr>
        <p:spPr>
          <a:xfrm>
            <a:off x="5384521" y="2397954"/>
            <a:ext cx="1307746" cy="1577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4000" lvl="0" marL="14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Дэд гарчиг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</p:txBody>
      </p:sp>
      <p:grpSp>
        <p:nvGrpSpPr>
          <p:cNvPr id="872" name="Google Shape;872;p42"/>
          <p:cNvGrpSpPr/>
          <p:nvPr/>
        </p:nvGrpSpPr>
        <p:grpSpPr>
          <a:xfrm>
            <a:off x="7176793" y="1524072"/>
            <a:ext cx="1307746" cy="670478"/>
            <a:chOff x="2195972" y="1454166"/>
            <a:chExt cx="1232428" cy="670478"/>
          </a:xfrm>
        </p:grpSpPr>
        <p:sp>
          <p:nvSpPr>
            <p:cNvPr id="873" name="Google Shape;873;p42"/>
            <p:cNvSpPr txBox="1"/>
            <p:nvPr/>
          </p:nvSpPr>
          <p:spPr>
            <a:xfrm>
              <a:off x="2195972" y="1454166"/>
              <a:ext cx="1232428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1" i="0" lang="mn-MN" sz="12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Тайлбар</a:t>
              </a:r>
              <a:endParaRPr/>
            </a:p>
          </p:txBody>
        </p:sp>
        <p:sp>
          <p:nvSpPr>
            <p:cNvPr id="874" name="Google Shape;874;p42"/>
            <p:cNvSpPr txBox="1"/>
            <p:nvPr/>
          </p:nvSpPr>
          <p:spPr>
            <a:xfrm>
              <a:off x="2195972" y="1702331"/>
              <a:ext cx="1232428" cy="42231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500"/>
                <a:buFont typeface="Calibri"/>
                <a:buNone/>
              </a:pPr>
              <a:r>
                <a:rPr b="0" i="0" lang="mn-MN" sz="9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rPr>
                <a:t>Өсөлтийг тогтмол хэмжиж, сайжруулна. </a:t>
              </a:r>
              <a:endParaRPr/>
            </a:p>
          </p:txBody>
        </p:sp>
      </p:grpSp>
      <p:cxnSp>
        <p:nvCxnSpPr>
          <p:cNvPr id="875" name="Google Shape;875;p42"/>
          <p:cNvCxnSpPr/>
          <p:nvPr/>
        </p:nvCxnSpPr>
        <p:spPr>
          <a:xfrm flipH="1">
            <a:off x="7176793" y="2296251"/>
            <a:ext cx="1307746" cy="1"/>
          </a:xfrm>
          <a:prstGeom prst="straightConnector1">
            <a:avLst/>
          </a:prstGeom>
          <a:noFill/>
          <a:ln cap="flat" cmpd="sng" w="9525">
            <a:solidFill>
              <a:srgbClr val="D8D8D8">
                <a:alpha val="58039"/>
              </a:srgbClr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42"/>
          <p:cNvSpPr txBox="1"/>
          <p:nvPr/>
        </p:nvSpPr>
        <p:spPr>
          <a:xfrm>
            <a:off x="7176793" y="2397954"/>
            <a:ext cx="1307746" cy="1577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4000" lvl="0" marL="14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Дэд гарчиг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  <a:p>
            <a:pPr indent="-144000" lvl="0" marL="144000" marR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Дэд гарчиг энд</a:t>
            </a:r>
            <a:endParaRPr/>
          </a:p>
        </p:txBody>
      </p:sp>
      <p:grpSp>
        <p:nvGrpSpPr>
          <p:cNvPr id="877" name="Google Shape;877;p42"/>
          <p:cNvGrpSpPr/>
          <p:nvPr/>
        </p:nvGrpSpPr>
        <p:grpSpPr>
          <a:xfrm rot="-5630581">
            <a:off x="1752904" y="1028612"/>
            <a:ext cx="402161" cy="402161"/>
            <a:chOff x="2487025" y="947988"/>
            <a:chExt cx="402161" cy="402161"/>
          </a:xfrm>
        </p:grpSpPr>
        <p:sp>
          <p:nvSpPr>
            <p:cNvPr id="878" name="Google Shape;878;p42"/>
            <p:cNvSpPr/>
            <p:nvPr/>
          </p:nvSpPr>
          <p:spPr>
            <a:xfrm rot="5191475">
              <a:off x="2532905" y="996139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D8D8D8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" name="Google Shape;879;p42"/>
            <p:cNvSpPr/>
            <p:nvPr/>
          </p:nvSpPr>
          <p:spPr>
            <a:xfrm rot="4026063">
              <a:off x="2534644" y="99560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0" name="Google Shape;880;p42"/>
          <p:cNvGrpSpPr/>
          <p:nvPr/>
        </p:nvGrpSpPr>
        <p:grpSpPr>
          <a:xfrm rot="-5630581">
            <a:off x="3554571" y="1028612"/>
            <a:ext cx="402161" cy="402161"/>
            <a:chOff x="2487025" y="947988"/>
            <a:chExt cx="402161" cy="402161"/>
          </a:xfrm>
        </p:grpSpPr>
        <p:sp>
          <p:nvSpPr>
            <p:cNvPr id="881" name="Google Shape;881;p42"/>
            <p:cNvSpPr/>
            <p:nvPr/>
          </p:nvSpPr>
          <p:spPr>
            <a:xfrm rot="5191475">
              <a:off x="2532905" y="996139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D8D8D8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42"/>
            <p:cNvSpPr/>
            <p:nvPr/>
          </p:nvSpPr>
          <p:spPr>
            <a:xfrm rot="4026063">
              <a:off x="2534644" y="99560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3" name="Google Shape;883;p42"/>
          <p:cNvGrpSpPr/>
          <p:nvPr/>
        </p:nvGrpSpPr>
        <p:grpSpPr>
          <a:xfrm rot="-5630581">
            <a:off x="5346843" y="1028612"/>
            <a:ext cx="402161" cy="402161"/>
            <a:chOff x="2487025" y="947988"/>
            <a:chExt cx="402161" cy="402161"/>
          </a:xfrm>
        </p:grpSpPr>
        <p:sp>
          <p:nvSpPr>
            <p:cNvPr id="884" name="Google Shape;884;p42"/>
            <p:cNvSpPr/>
            <p:nvPr/>
          </p:nvSpPr>
          <p:spPr>
            <a:xfrm rot="5191475">
              <a:off x="2532905" y="996139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D8D8D8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42"/>
            <p:cNvSpPr/>
            <p:nvPr/>
          </p:nvSpPr>
          <p:spPr>
            <a:xfrm rot="4026063">
              <a:off x="2534644" y="99560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6" name="Google Shape;886;p42"/>
          <p:cNvGrpSpPr/>
          <p:nvPr/>
        </p:nvGrpSpPr>
        <p:grpSpPr>
          <a:xfrm rot="-5630581">
            <a:off x="7139115" y="1028613"/>
            <a:ext cx="402161" cy="402161"/>
            <a:chOff x="2487025" y="947988"/>
            <a:chExt cx="402161" cy="402161"/>
          </a:xfrm>
        </p:grpSpPr>
        <p:sp>
          <p:nvSpPr>
            <p:cNvPr id="887" name="Google Shape;887;p42"/>
            <p:cNvSpPr/>
            <p:nvPr/>
          </p:nvSpPr>
          <p:spPr>
            <a:xfrm rot="5191475">
              <a:off x="2532905" y="996139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D8D8D8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42"/>
            <p:cNvSpPr/>
            <p:nvPr/>
          </p:nvSpPr>
          <p:spPr>
            <a:xfrm rot="4026063">
              <a:off x="2534644" y="99560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9" name="Google Shape;889;p42"/>
          <p:cNvGrpSpPr/>
          <p:nvPr/>
        </p:nvGrpSpPr>
        <p:grpSpPr>
          <a:xfrm>
            <a:off x="1882891" y="1159125"/>
            <a:ext cx="142835" cy="142836"/>
            <a:chOff x="10457394" y="1341188"/>
            <a:chExt cx="274666" cy="274667"/>
          </a:xfrm>
        </p:grpSpPr>
        <p:sp>
          <p:nvSpPr>
            <p:cNvPr id="890" name="Google Shape;890;p42"/>
            <p:cNvSpPr/>
            <p:nvPr/>
          </p:nvSpPr>
          <p:spPr>
            <a:xfrm>
              <a:off x="10457394" y="1341188"/>
              <a:ext cx="274666" cy="251379"/>
            </a:xfrm>
            <a:custGeom>
              <a:rect b="b" l="l" r="r" t="t"/>
              <a:pathLst>
                <a:path extrusionOk="0" h="251379" w="274666">
                  <a:moveTo>
                    <a:pt x="190117" y="223913"/>
                  </a:moveTo>
                  <a:lnTo>
                    <a:pt x="217584" y="251380"/>
                  </a:lnTo>
                  <a:lnTo>
                    <a:pt x="251380" y="217584"/>
                  </a:lnTo>
                  <a:lnTo>
                    <a:pt x="223913" y="190117"/>
                  </a:lnTo>
                  <a:cubicBezTo>
                    <a:pt x="229287" y="181280"/>
                    <a:pt x="233347" y="165636"/>
                    <a:pt x="235855" y="155246"/>
                  </a:cubicBezTo>
                  <a:lnTo>
                    <a:pt x="274667" y="155246"/>
                  </a:lnTo>
                  <a:lnTo>
                    <a:pt x="274667" y="119420"/>
                  </a:lnTo>
                  <a:lnTo>
                    <a:pt x="235855" y="119420"/>
                  </a:lnTo>
                  <a:cubicBezTo>
                    <a:pt x="233347" y="109031"/>
                    <a:pt x="229287" y="93387"/>
                    <a:pt x="223913" y="84550"/>
                  </a:cubicBezTo>
                  <a:lnTo>
                    <a:pt x="251380" y="57083"/>
                  </a:lnTo>
                  <a:lnTo>
                    <a:pt x="217584" y="23287"/>
                  </a:lnTo>
                  <a:lnTo>
                    <a:pt x="190117" y="50754"/>
                  </a:lnTo>
                  <a:cubicBezTo>
                    <a:pt x="181280" y="45380"/>
                    <a:pt x="165636" y="41319"/>
                    <a:pt x="155246" y="38812"/>
                  </a:cubicBezTo>
                  <a:lnTo>
                    <a:pt x="155246" y="0"/>
                  </a:lnTo>
                  <a:lnTo>
                    <a:pt x="119420" y="0"/>
                  </a:lnTo>
                  <a:lnTo>
                    <a:pt x="119420" y="38812"/>
                  </a:lnTo>
                  <a:cubicBezTo>
                    <a:pt x="109031" y="41319"/>
                    <a:pt x="93387" y="45380"/>
                    <a:pt x="84549" y="50754"/>
                  </a:cubicBezTo>
                  <a:lnTo>
                    <a:pt x="57083" y="23287"/>
                  </a:lnTo>
                  <a:lnTo>
                    <a:pt x="23287" y="57083"/>
                  </a:lnTo>
                  <a:lnTo>
                    <a:pt x="50754" y="84550"/>
                  </a:lnTo>
                  <a:cubicBezTo>
                    <a:pt x="45380" y="93387"/>
                    <a:pt x="41319" y="109031"/>
                    <a:pt x="38812" y="119420"/>
                  </a:cubicBezTo>
                  <a:lnTo>
                    <a:pt x="0" y="119420"/>
                  </a:lnTo>
                  <a:lnTo>
                    <a:pt x="0" y="155246"/>
                  </a:lnTo>
                  <a:lnTo>
                    <a:pt x="38812" y="155246"/>
                  </a:lnTo>
                  <a:cubicBezTo>
                    <a:pt x="41319" y="165636"/>
                    <a:pt x="45380" y="181280"/>
                    <a:pt x="50754" y="190117"/>
                  </a:cubicBezTo>
                  <a:lnTo>
                    <a:pt x="23287" y="217584"/>
                  </a:lnTo>
                  <a:lnTo>
                    <a:pt x="57083" y="251380"/>
                  </a:lnTo>
                  <a:lnTo>
                    <a:pt x="84549" y="223913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42"/>
            <p:cNvSpPr/>
            <p:nvPr/>
          </p:nvSpPr>
          <p:spPr>
            <a:xfrm>
              <a:off x="10576815" y="1580029"/>
              <a:ext cx="35826" cy="11942"/>
            </a:xfrm>
            <a:custGeom>
              <a:rect b="b" l="l" r="r" t="t"/>
              <a:pathLst>
                <a:path extrusionOk="0" h="11942" w="35826">
                  <a:moveTo>
                    <a:pt x="0" y="0"/>
                  </a:moveTo>
                  <a:lnTo>
                    <a:pt x="35826" y="0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42"/>
            <p:cNvSpPr/>
            <p:nvPr/>
          </p:nvSpPr>
          <p:spPr>
            <a:xfrm>
              <a:off x="10576815" y="1603913"/>
              <a:ext cx="35826" cy="11942"/>
            </a:xfrm>
            <a:custGeom>
              <a:rect b="b" l="l" r="r" t="t"/>
              <a:pathLst>
                <a:path extrusionOk="0" h="11942" w="35826">
                  <a:moveTo>
                    <a:pt x="0" y="0"/>
                  </a:moveTo>
                  <a:lnTo>
                    <a:pt x="35826" y="0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42"/>
            <p:cNvSpPr/>
            <p:nvPr/>
          </p:nvSpPr>
          <p:spPr>
            <a:xfrm>
              <a:off x="10594728" y="1603913"/>
              <a:ext cx="11942" cy="11942"/>
            </a:xfrm>
            <a:custGeom>
              <a:rect b="b" l="l" r="r" t="t"/>
              <a:pathLst>
                <a:path extrusionOk="0" h="11942" w="11942">
                  <a:moveTo>
                    <a:pt x="0" y="0"/>
                  </a:moveTo>
                  <a:lnTo>
                    <a:pt x="0" y="11942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42"/>
            <p:cNvSpPr/>
            <p:nvPr/>
          </p:nvSpPr>
          <p:spPr>
            <a:xfrm>
              <a:off x="10524628" y="1412840"/>
              <a:ext cx="140199" cy="143184"/>
            </a:xfrm>
            <a:custGeom>
              <a:rect b="b" l="l" r="r" t="t"/>
              <a:pathLst>
                <a:path extrusionOk="0" h="143184" w="140199">
                  <a:moveTo>
                    <a:pt x="140199" y="66159"/>
                  </a:moveTo>
                  <a:cubicBezTo>
                    <a:pt x="140199" y="29616"/>
                    <a:pt x="108792" y="0"/>
                    <a:pt x="70100" y="0"/>
                  </a:cubicBezTo>
                  <a:cubicBezTo>
                    <a:pt x="31408" y="0"/>
                    <a:pt x="0" y="29616"/>
                    <a:pt x="0" y="66159"/>
                  </a:cubicBezTo>
                  <a:cubicBezTo>
                    <a:pt x="0" y="96372"/>
                    <a:pt x="22929" y="121689"/>
                    <a:pt x="52187" y="129690"/>
                  </a:cubicBezTo>
                  <a:lnTo>
                    <a:pt x="52187" y="143185"/>
                  </a:lnTo>
                  <a:lnTo>
                    <a:pt x="88013" y="143185"/>
                  </a:lnTo>
                  <a:lnTo>
                    <a:pt x="88013" y="129690"/>
                  </a:lnTo>
                  <a:cubicBezTo>
                    <a:pt x="117271" y="121809"/>
                    <a:pt x="140199" y="96372"/>
                    <a:pt x="140199" y="66159"/>
                  </a:cubicBezTo>
                  <a:close/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95" name="Google Shape;895;p42"/>
          <p:cNvGrpSpPr/>
          <p:nvPr/>
        </p:nvGrpSpPr>
        <p:grpSpPr>
          <a:xfrm>
            <a:off x="3686095" y="1160662"/>
            <a:ext cx="139760" cy="139760"/>
            <a:chOff x="2603640" y="768176"/>
            <a:chExt cx="274666" cy="274666"/>
          </a:xfrm>
        </p:grpSpPr>
        <p:sp>
          <p:nvSpPr>
            <p:cNvPr id="896" name="Google Shape;896;p42"/>
            <p:cNvSpPr/>
            <p:nvPr/>
          </p:nvSpPr>
          <p:spPr>
            <a:xfrm>
              <a:off x="2735002" y="845799"/>
              <a:ext cx="41797" cy="65681"/>
            </a:xfrm>
            <a:custGeom>
              <a:rect b="b" l="l" r="r" t="t"/>
              <a:pathLst>
                <a:path extrusionOk="0" h="65681" w="41797">
                  <a:moveTo>
                    <a:pt x="41797" y="65681"/>
                  </a:moveTo>
                  <a:lnTo>
                    <a:pt x="0" y="65681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42"/>
            <p:cNvSpPr/>
            <p:nvPr/>
          </p:nvSpPr>
          <p:spPr>
            <a:xfrm>
              <a:off x="2603640" y="768176"/>
              <a:ext cx="274666" cy="274666"/>
            </a:xfrm>
            <a:custGeom>
              <a:rect b="b" l="l" r="r" t="t"/>
              <a:pathLst>
                <a:path extrusionOk="0" h="274666" w="274666">
                  <a:moveTo>
                    <a:pt x="274667" y="226899"/>
                  </a:moveTo>
                  <a:cubicBezTo>
                    <a:pt x="274667" y="253171"/>
                    <a:pt x="253171" y="274667"/>
                    <a:pt x="226899" y="274667"/>
                  </a:cubicBezTo>
                  <a:lnTo>
                    <a:pt x="47768" y="274667"/>
                  </a:lnTo>
                  <a:cubicBezTo>
                    <a:pt x="21496" y="274667"/>
                    <a:pt x="0" y="253171"/>
                    <a:pt x="0" y="226899"/>
                  </a:cubicBezTo>
                  <a:lnTo>
                    <a:pt x="0" y="47768"/>
                  </a:lnTo>
                  <a:cubicBezTo>
                    <a:pt x="0" y="21496"/>
                    <a:pt x="21496" y="0"/>
                    <a:pt x="47768" y="0"/>
                  </a:cubicBezTo>
                  <a:lnTo>
                    <a:pt x="226899" y="0"/>
                  </a:lnTo>
                  <a:cubicBezTo>
                    <a:pt x="253171" y="0"/>
                    <a:pt x="274667" y="21496"/>
                    <a:pt x="274667" y="47768"/>
                  </a:cubicBezTo>
                  <a:lnTo>
                    <a:pt x="274667" y="226899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42"/>
            <p:cNvSpPr/>
            <p:nvPr/>
          </p:nvSpPr>
          <p:spPr>
            <a:xfrm>
              <a:off x="2639466" y="804002"/>
              <a:ext cx="203014" cy="203014"/>
            </a:xfrm>
            <a:custGeom>
              <a:rect b="b" l="l" r="r" t="t"/>
              <a:pathLst>
                <a:path extrusionOk="0" h="203014" w="203014">
                  <a:moveTo>
                    <a:pt x="203015" y="101507"/>
                  </a:moveTo>
                  <a:cubicBezTo>
                    <a:pt x="203015" y="157568"/>
                    <a:pt x="157568" y="203015"/>
                    <a:pt x="101507" y="203015"/>
                  </a:cubicBezTo>
                  <a:cubicBezTo>
                    <a:pt x="45446" y="203015"/>
                    <a:pt x="0" y="157568"/>
                    <a:pt x="0" y="101507"/>
                  </a:cubicBezTo>
                  <a:cubicBezTo>
                    <a:pt x="0" y="45446"/>
                    <a:pt x="45446" y="0"/>
                    <a:pt x="101507" y="0"/>
                  </a:cubicBezTo>
                  <a:cubicBezTo>
                    <a:pt x="157568" y="0"/>
                    <a:pt x="203015" y="45446"/>
                    <a:pt x="203015" y="101507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99" name="Google Shape;899;p42"/>
          <p:cNvGrpSpPr/>
          <p:nvPr/>
        </p:nvGrpSpPr>
        <p:grpSpPr>
          <a:xfrm>
            <a:off x="5474954" y="1157249"/>
            <a:ext cx="146587" cy="146586"/>
            <a:chOff x="2597421" y="1914464"/>
            <a:chExt cx="273924" cy="273923"/>
          </a:xfrm>
        </p:grpSpPr>
        <p:sp>
          <p:nvSpPr>
            <p:cNvPr id="900" name="Google Shape;900;p42"/>
            <p:cNvSpPr/>
            <p:nvPr/>
          </p:nvSpPr>
          <p:spPr>
            <a:xfrm>
              <a:off x="2674835" y="1914464"/>
              <a:ext cx="119097" cy="119097"/>
            </a:xfrm>
            <a:custGeom>
              <a:rect b="b" l="l" r="r" t="t"/>
              <a:pathLst>
                <a:path extrusionOk="0" h="119097" w="119097">
                  <a:moveTo>
                    <a:pt x="59549" y="0"/>
                  </a:moveTo>
                  <a:lnTo>
                    <a:pt x="71458" y="47639"/>
                  </a:lnTo>
                  <a:lnTo>
                    <a:pt x="119097" y="47639"/>
                  </a:lnTo>
                  <a:lnTo>
                    <a:pt x="83368" y="71458"/>
                  </a:lnTo>
                  <a:lnTo>
                    <a:pt x="101233" y="119097"/>
                  </a:lnTo>
                  <a:lnTo>
                    <a:pt x="59549" y="89323"/>
                  </a:lnTo>
                  <a:lnTo>
                    <a:pt x="17865" y="119097"/>
                  </a:lnTo>
                  <a:lnTo>
                    <a:pt x="35729" y="71458"/>
                  </a:lnTo>
                  <a:lnTo>
                    <a:pt x="0" y="47639"/>
                  </a:lnTo>
                  <a:lnTo>
                    <a:pt x="47639" y="47639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42"/>
            <p:cNvSpPr/>
            <p:nvPr/>
          </p:nvSpPr>
          <p:spPr>
            <a:xfrm>
              <a:off x="2752248" y="2069290"/>
              <a:ext cx="119097" cy="119097"/>
            </a:xfrm>
            <a:custGeom>
              <a:rect b="b" l="l" r="r" t="t"/>
              <a:pathLst>
                <a:path extrusionOk="0" h="119097" w="119097">
                  <a:moveTo>
                    <a:pt x="59549" y="0"/>
                  </a:moveTo>
                  <a:lnTo>
                    <a:pt x="71458" y="47639"/>
                  </a:lnTo>
                  <a:lnTo>
                    <a:pt x="119097" y="47639"/>
                  </a:lnTo>
                  <a:lnTo>
                    <a:pt x="83368" y="71458"/>
                  </a:lnTo>
                  <a:lnTo>
                    <a:pt x="101233" y="119097"/>
                  </a:lnTo>
                  <a:lnTo>
                    <a:pt x="59549" y="89323"/>
                  </a:lnTo>
                  <a:lnTo>
                    <a:pt x="17865" y="119097"/>
                  </a:lnTo>
                  <a:lnTo>
                    <a:pt x="35729" y="71458"/>
                  </a:lnTo>
                  <a:lnTo>
                    <a:pt x="0" y="47639"/>
                  </a:lnTo>
                  <a:lnTo>
                    <a:pt x="47639" y="47639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" name="Google Shape;902;p42"/>
            <p:cNvSpPr/>
            <p:nvPr/>
          </p:nvSpPr>
          <p:spPr>
            <a:xfrm>
              <a:off x="2597421" y="2069290"/>
              <a:ext cx="119097" cy="119097"/>
            </a:xfrm>
            <a:custGeom>
              <a:rect b="b" l="l" r="r" t="t"/>
              <a:pathLst>
                <a:path extrusionOk="0" h="119097" w="119097">
                  <a:moveTo>
                    <a:pt x="59549" y="0"/>
                  </a:moveTo>
                  <a:lnTo>
                    <a:pt x="71458" y="47639"/>
                  </a:lnTo>
                  <a:lnTo>
                    <a:pt x="119097" y="47639"/>
                  </a:lnTo>
                  <a:lnTo>
                    <a:pt x="83368" y="71458"/>
                  </a:lnTo>
                  <a:lnTo>
                    <a:pt x="101233" y="119097"/>
                  </a:lnTo>
                  <a:lnTo>
                    <a:pt x="59549" y="89323"/>
                  </a:lnTo>
                  <a:lnTo>
                    <a:pt x="17865" y="119097"/>
                  </a:lnTo>
                  <a:lnTo>
                    <a:pt x="35729" y="71458"/>
                  </a:lnTo>
                  <a:lnTo>
                    <a:pt x="0" y="47639"/>
                  </a:lnTo>
                  <a:lnTo>
                    <a:pt x="47639" y="47639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3" name="Google Shape;903;p42"/>
          <p:cNvGrpSpPr/>
          <p:nvPr/>
        </p:nvGrpSpPr>
        <p:grpSpPr>
          <a:xfrm>
            <a:off x="7283200" y="1152994"/>
            <a:ext cx="114638" cy="155098"/>
            <a:chOff x="4385969" y="5167670"/>
            <a:chExt cx="204359" cy="276485"/>
          </a:xfrm>
        </p:grpSpPr>
        <p:sp>
          <p:nvSpPr>
            <p:cNvPr id="904" name="Google Shape;904;p42"/>
            <p:cNvSpPr/>
            <p:nvPr/>
          </p:nvSpPr>
          <p:spPr>
            <a:xfrm>
              <a:off x="4464106" y="5329955"/>
              <a:ext cx="48084" cy="48084"/>
            </a:xfrm>
            <a:custGeom>
              <a:rect b="b" l="l" r="r" t="t"/>
              <a:pathLst>
                <a:path extrusionOk="0" h="48084" w="48084">
                  <a:moveTo>
                    <a:pt x="48084" y="24042"/>
                  </a:moveTo>
                  <a:cubicBezTo>
                    <a:pt x="48084" y="37320"/>
                    <a:pt x="37321" y="48085"/>
                    <a:pt x="24042" y="48085"/>
                  </a:cubicBezTo>
                  <a:cubicBezTo>
                    <a:pt x="10764" y="48085"/>
                    <a:pt x="0" y="37320"/>
                    <a:pt x="0" y="24042"/>
                  </a:cubicBezTo>
                  <a:cubicBezTo>
                    <a:pt x="0" y="10764"/>
                    <a:pt x="10764" y="0"/>
                    <a:pt x="24042" y="0"/>
                  </a:cubicBezTo>
                  <a:cubicBezTo>
                    <a:pt x="37321" y="0"/>
                    <a:pt x="48084" y="10764"/>
                    <a:pt x="48084" y="24042"/>
                  </a:cubicBezTo>
                  <a:close/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" name="Google Shape;905;p42"/>
            <p:cNvSpPr/>
            <p:nvPr/>
          </p:nvSpPr>
          <p:spPr>
            <a:xfrm>
              <a:off x="4385969" y="5275860"/>
              <a:ext cx="204359" cy="168295"/>
            </a:xfrm>
            <a:custGeom>
              <a:rect b="b" l="l" r="r" t="t"/>
              <a:pathLst>
                <a:path extrusionOk="0" h="168295" w="204359">
                  <a:moveTo>
                    <a:pt x="204359" y="48085"/>
                  </a:moveTo>
                  <a:cubicBezTo>
                    <a:pt x="204359" y="21518"/>
                    <a:pt x="182841" y="0"/>
                    <a:pt x="156275" y="0"/>
                  </a:cubicBezTo>
                  <a:lnTo>
                    <a:pt x="48084" y="0"/>
                  </a:lnTo>
                  <a:cubicBezTo>
                    <a:pt x="21518" y="0"/>
                    <a:pt x="0" y="21518"/>
                    <a:pt x="0" y="48085"/>
                  </a:cubicBezTo>
                  <a:lnTo>
                    <a:pt x="0" y="120211"/>
                  </a:lnTo>
                  <a:cubicBezTo>
                    <a:pt x="0" y="146778"/>
                    <a:pt x="21518" y="168296"/>
                    <a:pt x="48084" y="168296"/>
                  </a:cubicBezTo>
                  <a:lnTo>
                    <a:pt x="156275" y="168296"/>
                  </a:lnTo>
                  <a:cubicBezTo>
                    <a:pt x="182841" y="168296"/>
                    <a:pt x="204359" y="146778"/>
                    <a:pt x="204359" y="120211"/>
                  </a:cubicBezTo>
                  <a:lnTo>
                    <a:pt x="204359" y="48085"/>
                  </a:lnTo>
                  <a:close/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42"/>
            <p:cNvSpPr/>
            <p:nvPr/>
          </p:nvSpPr>
          <p:spPr>
            <a:xfrm>
              <a:off x="4422032" y="5167670"/>
              <a:ext cx="132232" cy="109752"/>
            </a:xfrm>
            <a:custGeom>
              <a:rect b="b" l="l" r="r" t="t"/>
              <a:pathLst>
                <a:path extrusionOk="0" h="109752" w="132232">
                  <a:moveTo>
                    <a:pt x="0" y="66116"/>
                  </a:moveTo>
                  <a:cubicBezTo>
                    <a:pt x="0" y="29572"/>
                    <a:pt x="29572" y="0"/>
                    <a:pt x="66116" y="0"/>
                  </a:cubicBezTo>
                  <a:cubicBezTo>
                    <a:pt x="102661" y="0"/>
                    <a:pt x="132232" y="29572"/>
                    <a:pt x="132232" y="66116"/>
                  </a:cubicBezTo>
                  <a:lnTo>
                    <a:pt x="132232" y="109753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" name="Google Shape;911;p43"/>
          <p:cNvGrpSpPr/>
          <p:nvPr/>
        </p:nvGrpSpPr>
        <p:grpSpPr>
          <a:xfrm flipH="1" rot="10800000">
            <a:off x="1425727" y="11213"/>
            <a:ext cx="7718273" cy="3480494"/>
            <a:chOff x="619790" y="1109343"/>
            <a:chExt cx="7718273" cy="3480494"/>
          </a:xfrm>
        </p:grpSpPr>
        <p:sp>
          <p:nvSpPr>
            <p:cNvPr id="912" name="Google Shape;912;p43"/>
            <p:cNvSpPr/>
            <p:nvPr/>
          </p:nvSpPr>
          <p:spPr>
            <a:xfrm rot="-5400000">
              <a:off x="4418072" y="4394070"/>
              <a:ext cx="121685" cy="269847"/>
            </a:xfrm>
            <a:custGeom>
              <a:rect b="b" l="l" r="r" t="t"/>
              <a:pathLst>
                <a:path extrusionOk="0" h="498466" w="194439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3" name="Google Shape;913;p43"/>
            <p:cNvSpPr/>
            <p:nvPr/>
          </p:nvSpPr>
          <p:spPr>
            <a:xfrm rot="-5400000">
              <a:off x="4338102" y="4136760"/>
              <a:ext cx="281625" cy="624528"/>
            </a:xfrm>
            <a:custGeom>
              <a:rect b="b" l="l" r="r" t="t"/>
              <a:pathLst>
                <a:path extrusionOk="0" h="1153639" w="450007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4" name="Google Shape;914;p43"/>
            <p:cNvSpPr/>
            <p:nvPr/>
          </p:nvSpPr>
          <p:spPr>
            <a:xfrm rot="-5400000">
              <a:off x="4258133" y="3879426"/>
              <a:ext cx="441587" cy="979234"/>
            </a:xfrm>
            <a:custGeom>
              <a:rect b="b" l="l" r="r" t="t"/>
              <a:pathLst>
                <a:path extrusionOk="0" h="1808857" w="705609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5" name="Google Shape;915;p43"/>
            <p:cNvSpPr/>
            <p:nvPr/>
          </p:nvSpPr>
          <p:spPr>
            <a:xfrm rot="-5400000">
              <a:off x="4178163" y="3622115"/>
              <a:ext cx="601527" cy="1333915"/>
            </a:xfrm>
            <a:custGeom>
              <a:rect b="b" l="l" r="r" t="t"/>
              <a:pathLst>
                <a:path extrusionOk="0" h="2464030" w="961176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6" name="Google Shape;916;p43"/>
            <p:cNvSpPr/>
            <p:nvPr/>
          </p:nvSpPr>
          <p:spPr>
            <a:xfrm rot="-5400000">
              <a:off x="4098193" y="3364805"/>
              <a:ext cx="761467" cy="1688596"/>
            </a:xfrm>
            <a:custGeom>
              <a:rect b="b" l="l" r="r" t="t"/>
              <a:pathLst>
                <a:path extrusionOk="0" h="3119203" w="1216743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7" name="Google Shape;917;p43"/>
            <p:cNvSpPr/>
            <p:nvPr/>
          </p:nvSpPr>
          <p:spPr>
            <a:xfrm rot="-5400000">
              <a:off x="4018223" y="3107494"/>
              <a:ext cx="921407" cy="2043277"/>
            </a:xfrm>
            <a:custGeom>
              <a:rect b="b" l="l" r="r" t="t"/>
              <a:pathLst>
                <a:path extrusionOk="0" h="3774376" w="147231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8" name="Google Shape;918;p43"/>
            <p:cNvSpPr/>
            <p:nvPr/>
          </p:nvSpPr>
          <p:spPr>
            <a:xfrm rot="-5400000">
              <a:off x="3938240" y="2850171"/>
              <a:ext cx="1081348" cy="2397983"/>
            </a:xfrm>
            <a:custGeom>
              <a:rect b="b" l="l" r="r" t="t"/>
              <a:pathLst>
                <a:path extrusionOk="0" h="4429594" w="1727878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19" name="Google Shape;919;p43"/>
            <p:cNvSpPr/>
            <p:nvPr/>
          </p:nvSpPr>
          <p:spPr>
            <a:xfrm rot="-5400000">
              <a:off x="3858271" y="2592860"/>
              <a:ext cx="1241288" cy="2752664"/>
            </a:xfrm>
            <a:custGeom>
              <a:rect b="b" l="l" r="r" t="t"/>
              <a:pathLst>
                <a:path extrusionOk="0" h="5084767" w="1983445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0" name="Google Shape;920;p43"/>
            <p:cNvSpPr/>
            <p:nvPr/>
          </p:nvSpPr>
          <p:spPr>
            <a:xfrm rot="-5400000">
              <a:off x="3778300" y="2335550"/>
              <a:ext cx="1401228" cy="3107345"/>
            </a:xfrm>
            <a:custGeom>
              <a:rect b="b" l="l" r="r" t="t"/>
              <a:pathLst>
                <a:path extrusionOk="0" h="5739940" w="2239012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1" name="Google Shape;921;p43"/>
            <p:cNvSpPr/>
            <p:nvPr/>
          </p:nvSpPr>
          <p:spPr>
            <a:xfrm rot="-5400000">
              <a:off x="3698331" y="2078239"/>
              <a:ext cx="1561168" cy="3462026"/>
            </a:xfrm>
            <a:custGeom>
              <a:rect b="b" l="l" r="r" t="t"/>
              <a:pathLst>
                <a:path extrusionOk="0" h="6395113" w="2494579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2" name="Google Shape;922;p43"/>
            <p:cNvSpPr/>
            <p:nvPr/>
          </p:nvSpPr>
          <p:spPr>
            <a:xfrm rot="-5400000">
              <a:off x="3618360" y="1820928"/>
              <a:ext cx="1721108" cy="3816708"/>
            </a:xfrm>
            <a:custGeom>
              <a:rect b="b" l="l" r="r" t="t"/>
              <a:pathLst>
                <a:path extrusionOk="0" h="7050286" w="2750147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3" name="Google Shape;923;p43"/>
            <p:cNvSpPr/>
            <p:nvPr/>
          </p:nvSpPr>
          <p:spPr>
            <a:xfrm rot="-5400000">
              <a:off x="3538403" y="1563606"/>
              <a:ext cx="1881048" cy="4171413"/>
            </a:xfrm>
            <a:custGeom>
              <a:rect b="b" l="l" r="r" t="t"/>
              <a:pathLst>
                <a:path extrusionOk="0" h="7705503" w="3005714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4" name="Google Shape;924;p43"/>
            <p:cNvSpPr/>
            <p:nvPr/>
          </p:nvSpPr>
          <p:spPr>
            <a:xfrm rot="-5400000">
              <a:off x="3458421" y="1306284"/>
              <a:ext cx="2041010" cy="4526094"/>
            </a:xfrm>
            <a:custGeom>
              <a:rect b="b" l="l" r="r" t="t"/>
              <a:pathLst>
                <a:path extrusionOk="0" h="8360676" w="3261316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5" name="Google Shape;925;p43"/>
            <p:cNvSpPr/>
            <p:nvPr/>
          </p:nvSpPr>
          <p:spPr>
            <a:xfrm rot="-5400000">
              <a:off x="3378451" y="1048974"/>
              <a:ext cx="2200950" cy="4880775"/>
            </a:xfrm>
            <a:custGeom>
              <a:rect b="b" l="l" r="r" t="t"/>
              <a:pathLst>
                <a:path extrusionOk="0" h="9015849" w="3516883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6" name="Google Shape;926;p43"/>
            <p:cNvSpPr/>
            <p:nvPr/>
          </p:nvSpPr>
          <p:spPr>
            <a:xfrm rot="-5400000">
              <a:off x="3298482" y="791663"/>
              <a:ext cx="2360890" cy="5235456"/>
            </a:xfrm>
            <a:custGeom>
              <a:rect b="b" l="l" r="r" t="t"/>
              <a:pathLst>
                <a:path extrusionOk="0" h="9671022" w="377245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7" name="Google Shape;927;p43"/>
            <p:cNvSpPr/>
            <p:nvPr/>
          </p:nvSpPr>
          <p:spPr>
            <a:xfrm rot="-5400000">
              <a:off x="3218499" y="534340"/>
              <a:ext cx="2520831" cy="5590162"/>
            </a:xfrm>
            <a:custGeom>
              <a:rect b="b" l="l" r="r" t="t"/>
              <a:pathLst>
                <a:path extrusionOk="0" h="10326240" w="4028018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8" name="Google Shape;928;p43"/>
            <p:cNvSpPr/>
            <p:nvPr/>
          </p:nvSpPr>
          <p:spPr>
            <a:xfrm rot="-5400000">
              <a:off x="3138529" y="277030"/>
              <a:ext cx="2680771" cy="5944843"/>
            </a:xfrm>
            <a:custGeom>
              <a:rect b="b" l="l" r="r" t="t"/>
              <a:pathLst>
                <a:path extrusionOk="0" h="10981413" w="4283585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29" name="Google Shape;929;p43"/>
            <p:cNvSpPr/>
            <p:nvPr/>
          </p:nvSpPr>
          <p:spPr>
            <a:xfrm rot="-5400000">
              <a:off x="3058559" y="19719"/>
              <a:ext cx="2840711" cy="6299524"/>
            </a:xfrm>
            <a:custGeom>
              <a:rect b="b" l="l" r="r" t="t"/>
              <a:pathLst>
                <a:path extrusionOk="0" h="11636586" w="4539152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30" name="Google Shape;930;p43"/>
            <p:cNvSpPr/>
            <p:nvPr/>
          </p:nvSpPr>
          <p:spPr>
            <a:xfrm rot="-5400000">
              <a:off x="2978589" y="-237592"/>
              <a:ext cx="3000651" cy="6654205"/>
            </a:xfrm>
            <a:custGeom>
              <a:rect b="b" l="l" r="r" t="t"/>
              <a:pathLst>
                <a:path extrusionOk="0" h="12291759" w="4794719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31" name="Google Shape;931;p43"/>
            <p:cNvSpPr/>
            <p:nvPr/>
          </p:nvSpPr>
          <p:spPr>
            <a:xfrm rot="-5400000">
              <a:off x="2898619" y="-494903"/>
              <a:ext cx="3160591" cy="7008886"/>
            </a:xfrm>
            <a:custGeom>
              <a:rect b="b" l="l" r="r" t="t"/>
              <a:pathLst>
                <a:path extrusionOk="0" h="12946932" w="5050287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32" name="Google Shape;932;p43"/>
            <p:cNvSpPr/>
            <p:nvPr/>
          </p:nvSpPr>
          <p:spPr>
            <a:xfrm rot="-5400000">
              <a:off x="2818661" y="-752225"/>
              <a:ext cx="3320531" cy="7363592"/>
            </a:xfrm>
            <a:custGeom>
              <a:rect b="b" l="l" r="r" t="t"/>
              <a:pathLst>
                <a:path extrusionOk="0" h="13602150" w="5305854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33" name="Google Shape;933;p43"/>
            <p:cNvSpPr/>
            <p:nvPr/>
          </p:nvSpPr>
          <p:spPr>
            <a:xfrm rot="-5400000">
              <a:off x="2738680" y="-1009547"/>
              <a:ext cx="3480493" cy="7718273"/>
            </a:xfrm>
            <a:custGeom>
              <a:rect b="b" l="l" r="r" t="t"/>
              <a:pathLst>
                <a:path extrusionOk="0" h="14257323" w="5561456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934" name="Google Shape;934;p43"/>
          <p:cNvSpPr txBox="1"/>
          <p:nvPr/>
        </p:nvSpPr>
        <p:spPr>
          <a:xfrm>
            <a:off x="561975" y="450533"/>
            <a:ext cx="8020050" cy="38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Давуу </a:t>
            </a:r>
            <a:r>
              <a:rPr b="1" i="0" lang="mn-MN" sz="28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ба сул тал</a:t>
            </a:r>
            <a:endParaRPr/>
          </a:p>
        </p:txBody>
      </p:sp>
      <p:sp>
        <p:nvSpPr>
          <p:cNvPr id="935" name="Google Shape;935;p43"/>
          <p:cNvSpPr/>
          <p:nvPr/>
        </p:nvSpPr>
        <p:spPr>
          <a:xfrm>
            <a:off x="1258634" y="1172003"/>
            <a:ext cx="7417054" cy="1448443"/>
          </a:xfrm>
          <a:prstGeom prst="roundRect">
            <a:avLst>
              <a:gd fmla="val 6398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6" name="Google Shape;936;p43"/>
          <p:cNvSpPr txBox="1"/>
          <p:nvPr/>
        </p:nvSpPr>
        <p:spPr>
          <a:xfrm>
            <a:off x="2251053" y="1899639"/>
            <a:ext cx="1892865" cy="4793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Үр дүнд суурилсан шийдлийг санал болгоно. Харилцагчидтайгаа урт хугацааны түншлэл тогтооно.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7" name="Google Shape;937;p43"/>
          <p:cNvSpPr txBox="1"/>
          <p:nvPr/>
        </p:nvSpPr>
        <p:spPr>
          <a:xfrm>
            <a:off x="4367558" y="1899639"/>
            <a:ext cx="1892865" cy="4793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Технологийн шинэчлэлийг тасралтгүй нэвтрүүлнэ. Энд гол санаагаа бичнэ үү.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8" name="Google Shape;938;p43"/>
          <p:cNvSpPr txBox="1"/>
          <p:nvPr/>
        </p:nvSpPr>
        <p:spPr>
          <a:xfrm>
            <a:off x="2251053" y="1704528"/>
            <a:ext cx="1892865" cy="159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</p:txBody>
      </p:sp>
      <p:sp>
        <p:nvSpPr>
          <p:cNvPr id="939" name="Google Shape;939;p43"/>
          <p:cNvSpPr txBox="1"/>
          <p:nvPr/>
        </p:nvSpPr>
        <p:spPr>
          <a:xfrm>
            <a:off x="6484062" y="1704528"/>
            <a:ext cx="1892865" cy="159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</p:txBody>
      </p:sp>
      <p:sp>
        <p:nvSpPr>
          <p:cNvPr id="940" name="Google Shape;940;p43"/>
          <p:cNvSpPr txBox="1"/>
          <p:nvPr/>
        </p:nvSpPr>
        <p:spPr>
          <a:xfrm>
            <a:off x="6484062" y="1899639"/>
            <a:ext cx="1892865" cy="4793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Тоо баримт, жишээ ашиглавал илүү үр дүнтэй. Бид хэрэглэгчдэдээ үнэ цэн бүтээхийг зорьдог.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941" name="Google Shape;941;p43"/>
          <p:cNvGrpSpPr/>
          <p:nvPr/>
        </p:nvGrpSpPr>
        <p:grpSpPr>
          <a:xfrm>
            <a:off x="2251053" y="1413454"/>
            <a:ext cx="140400" cy="138532"/>
            <a:chOff x="2251053" y="1413454"/>
            <a:chExt cx="156424" cy="138532"/>
          </a:xfrm>
        </p:grpSpPr>
        <p:sp>
          <p:nvSpPr>
            <p:cNvPr id="942" name="Google Shape;942;p43"/>
            <p:cNvSpPr/>
            <p:nvPr/>
          </p:nvSpPr>
          <p:spPr>
            <a:xfrm>
              <a:off x="2251053" y="1413454"/>
              <a:ext cx="156424" cy="138445"/>
            </a:xfrm>
            <a:custGeom>
              <a:rect b="b" l="l" r="r" t="t"/>
              <a:pathLst>
                <a:path extrusionOk="0" h="191048" w="191168">
                  <a:moveTo>
                    <a:pt x="191168" y="191049"/>
                  </a:moveTo>
                  <a:lnTo>
                    <a:pt x="0" y="0"/>
                  </a:lnTo>
                </a:path>
              </a:pathLst>
            </a:custGeom>
            <a:noFill/>
            <a:ln cap="rnd" cmpd="sng" w="1587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43"/>
            <p:cNvSpPr/>
            <p:nvPr/>
          </p:nvSpPr>
          <p:spPr>
            <a:xfrm>
              <a:off x="2251053" y="1413454"/>
              <a:ext cx="156424" cy="138532"/>
            </a:xfrm>
            <a:custGeom>
              <a:rect b="b" l="l" r="r" t="t"/>
              <a:pathLst>
                <a:path extrusionOk="0" h="191168" w="191168">
                  <a:moveTo>
                    <a:pt x="191169" y="0"/>
                  </a:moveTo>
                  <a:lnTo>
                    <a:pt x="191169" y="191168"/>
                  </a:lnTo>
                  <a:lnTo>
                    <a:pt x="0" y="191168"/>
                  </a:lnTo>
                </a:path>
              </a:pathLst>
            </a:custGeom>
            <a:noFill/>
            <a:ln cap="rnd" cmpd="sng" w="1587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4" name="Google Shape;944;p43"/>
          <p:cNvSpPr/>
          <p:nvPr/>
        </p:nvSpPr>
        <p:spPr>
          <a:xfrm>
            <a:off x="1258634" y="2736732"/>
            <a:ext cx="7417054" cy="1448443"/>
          </a:xfrm>
          <a:prstGeom prst="roundRect">
            <a:avLst>
              <a:gd fmla="val 6398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45" name="Google Shape;945;p43"/>
          <p:cNvSpPr txBox="1"/>
          <p:nvPr/>
        </p:nvSpPr>
        <p:spPr>
          <a:xfrm>
            <a:off x="2251053" y="3464368"/>
            <a:ext cx="1892865" cy="4793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Төслийн явц, үр дүнг энд харуулна. Багаараа хамтран шинэ шийдэл хэрэгжүүлнэ.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46" name="Google Shape;946;p43"/>
          <p:cNvSpPr txBox="1"/>
          <p:nvPr/>
        </p:nvSpPr>
        <p:spPr>
          <a:xfrm>
            <a:off x="4367558" y="3464368"/>
            <a:ext cx="1892865" cy="4793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Зах зээлийн судалгаанд үндэслэн шийдвэр гаргана. Дараагийн алхмуудаа тодорхой төлөвлөнө.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47" name="Google Shape;947;p43"/>
          <p:cNvSpPr txBox="1"/>
          <p:nvPr/>
        </p:nvSpPr>
        <p:spPr>
          <a:xfrm>
            <a:off x="2251053" y="3269257"/>
            <a:ext cx="1892865" cy="159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ГОЛ САНАА ЭНД</a:t>
            </a:r>
            <a:endParaRPr/>
          </a:p>
        </p:txBody>
      </p:sp>
      <p:sp>
        <p:nvSpPr>
          <p:cNvPr id="948" name="Google Shape;948;p43"/>
          <p:cNvSpPr txBox="1"/>
          <p:nvPr/>
        </p:nvSpPr>
        <p:spPr>
          <a:xfrm>
            <a:off x="4367558" y="3269257"/>
            <a:ext cx="1892865" cy="159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</p:txBody>
      </p:sp>
      <p:sp>
        <p:nvSpPr>
          <p:cNvPr id="949" name="Google Shape;949;p43"/>
          <p:cNvSpPr txBox="1"/>
          <p:nvPr/>
        </p:nvSpPr>
        <p:spPr>
          <a:xfrm>
            <a:off x="6484062" y="3269257"/>
            <a:ext cx="1892865" cy="159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</p:txBody>
      </p:sp>
      <p:sp>
        <p:nvSpPr>
          <p:cNvPr id="950" name="Google Shape;950;p43"/>
          <p:cNvSpPr txBox="1"/>
          <p:nvPr/>
        </p:nvSpPr>
        <p:spPr>
          <a:xfrm>
            <a:off x="6484062" y="3464368"/>
            <a:ext cx="1892865" cy="4793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Хэрэглэгчийн хэрэгцээг нарийн судална. Чанар, хурд, найдвартай байдлыг эрхэмлэнэ.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51" name="Google Shape;951;p43"/>
          <p:cNvSpPr/>
          <p:nvPr/>
        </p:nvSpPr>
        <p:spPr>
          <a:xfrm rot="5400000">
            <a:off x="823024" y="1062493"/>
            <a:ext cx="601987" cy="1667463"/>
          </a:xfrm>
          <a:prstGeom prst="round2SameRect">
            <a:avLst>
              <a:gd fmla="val 15654" name="adj1"/>
              <a:gd fmla="val 0" name="adj2"/>
            </a:avLst>
          </a:prstGeom>
          <a:solidFill>
            <a:srgbClr val="7A126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43"/>
          <p:cNvSpPr/>
          <p:nvPr/>
        </p:nvSpPr>
        <p:spPr>
          <a:xfrm rot="5400000">
            <a:off x="823024" y="2627222"/>
            <a:ext cx="601987" cy="1667463"/>
          </a:xfrm>
          <a:prstGeom prst="round2SameRect">
            <a:avLst>
              <a:gd fmla="val 15654" name="adj1"/>
              <a:gd fmla="val 0" name="adj2"/>
            </a:avLst>
          </a:prstGeom>
          <a:solidFill>
            <a:srgbClr val="AFBDD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43"/>
          <p:cNvSpPr txBox="1"/>
          <p:nvPr/>
        </p:nvSpPr>
        <p:spPr>
          <a:xfrm>
            <a:off x="706203" y="3337850"/>
            <a:ext cx="5193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mn-MN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Сул тал</a:t>
            </a:r>
            <a:endParaRPr/>
          </a:p>
        </p:txBody>
      </p:sp>
      <p:grpSp>
        <p:nvGrpSpPr>
          <p:cNvPr id="954" name="Google Shape;954;p43"/>
          <p:cNvGrpSpPr/>
          <p:nvPr/>
        </p:nvGrpSpPr>
        <p:grpSpPr>
          <a:xfrm>
            <a:off x="1553376" y="3306937"/>
            <a:ext cx="308033" cy="308033"/>
            <a:chOff x="1553376" y="3306937"/>
            <a:chExt cx="308033" cy="308033"/>
          </a:xfrm>
        </p:grpSpPr>
        <p:sp>
          <p:nvSpPr>
            <p:cNvPr id="955" name="Google Shape;955;p43"/>
            <p:cNvSpPr/>
            <p:nvPr/>
          </p:nvSpPr>
          <p:spPr>
            <a:xfrm>
              <a:off x="1553376" y="3306937"/>
              <a:ext cx="308033" cy="308033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956" name="Google Shape;956;p43"/>
            <p:cNvGrpSpPr/>
            <p:nvPr/>
          </p:nvGrpSpPr>
          <p:grpSpPr>
            <a:xfrm>
              <a:off x="1628623" y="3382184"/>
              <a:ext cx="157538" cy="157538"/>
              <a:chOff x="3832134" y="5280850"/>
              <a:chExt cx="275872" cy="275872"/>
            </a:xfrm>
          </p:grpSpPr>
          <p:sp>
            <p:nvSpPr>
              <p:cNvPr id="957" name="Google Shape;957;p43"/>
              <p:cNvSpPr/>
              <p:nvPr/>
            </p:nvSpPr>
            <p:spPr>
              <a:xfrm>
                <a:off x="3832134" y="5280850"/>
                <a:ext cx="275872" cy="275872"/>
              </a:xfrm>
              <a:custGeom>
                <a:rect b="b" l="l" r="r" t="t"/>
                <a:pathLst>
                  <a:path extrusionOk="0" h="275872" w="275872">
                    <a:moveTo>
                      <a:pt x="275872" y="137936"/>
                    </a:moveTo>
                    <a:cubicBezTo>
                      <a:pt x="275872" y="214116"/>
                      <a:pt x="214116" y="275872"/>
                      <a:pt x="137936" y="275872"/>
                    </a:cubicBezTo>
                    <a:cubicBezTo>
                      <a:pt x="61756" y="275872"/>
                      <a:pt x="0" y="214116"/>
                      <a:pt x="0" y="137936"/>
                    </a:cubicBezTo>
                    <a:cubicBezTo>
                      <a:pt x="0" y="61756"/>
                      <a:pt x="61756" y="0"/>
                      <a:pt x="137936" y="0"/>
                    </a:cubicBezTo>
                    <a:cubicBezTo>
                      <a:pt x="214116" y="0"/>
                      <a:pt x="275872" y="61756"/>
                      <a:pt x="275872" y="137936"/>
                    </a:cubicBezTo>
                    <a:close/>
                  </a:path>
                </a:pathLst>
              </a:custGeom>
              <a:noFill/>
              <a:ln cap="rnd" cmpd="sng" w="11975">
                <a:solidFill>
                  <a:srgbClr val="AFBDD7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958" name="Google Shape;958;p43"/>
              <p:cNvGrpSpPr/>
              <p:nvPr/>
            </p:nvGrpSpPr>
            <p:grpSpPr>
              <a:xfrm>
                <a:off x="3916095" y="5364691"/>
                <a:ext cx="107950" cy="107950"/>
                <a:chOff x="3383489" y="5364691"/>
                <a:chExt cx="107950" cy="107950"/>
              </a:xfrm>
            </p:grpSpPr>
            <p:sp>
              <p:nvSpPr>
                <p:cNvPr id="959" name="Google Shape;959;p43"/>
                <p:cNvSpPr/>
                <p:nvPr/>
              </p:nvSpPr>
              <p:spPr>
                <a:xfrm>
                  <a:off x="3383489" y="5364691"/>
                  <a:ext cx="107950" cy="107950"/>
                </a:xfrm>
                <a:custGeom>
                  <a:rect b="b" l="l" r="r" t="t"/>
                  <a:pathLst>
                    <a:path extrusionOk="0" h="107950" w="107950">
                      <a:moveTo>
                        <a:pt x="0" y="0"/>
                      </a:moveTo>
                      <a:lnTo>
                        <a:pt x="107950" y="107950"/>
                      </a:lnTo>
                    </a:path>
                  </a:pathLst>
                </a:custGeom>
                <a:noFill/>
                <a:ln cap="rnd" cmpd="sng" w="11975">
                  <a:solidFill>
                    <a:srgbClr val="AFBDD7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3"/>
                <p:cNvSpPr/>
                <p:nvPr/>
              </p:nvSpPr>
              <p:spPr>
                <a:xfrm>
                  <a:off x="3383489" y="5364691"/>
                  <a:ext cx="107950" cy="107950"/>
                </a:xfrm>
                <a:custGeom>
                  <a:rect b="b" l="l" r="r" t="t"/>
                  <a:pathLst>
                    <a:path extrusionOk="0" h="107950" w="107950">
                      <a:moveTo>
                        <a:pt x="107950" y="0"/>
                      </a:moveTo>
                      <a:lnTo>
                        <a:pt x="0" y="107950"/>
                      </a:lnTo>
                    </a:path>
                  </a:pathLst>
                </a:custGeom>
                <a:noFill/>
                <a:ln cap="rnd" cmpd="sng" w="11975">
                  <a:solidFill>
                    <a:srgbClr val="AFBDD7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sp>
        <p:nvSpPr>
          <p:cNvPr id="961" name="Google Shape;961;p43"/>
          <p:cNvSpPr txBox="1"/>
          <p:nvPr/>
        </p:nvSpPr>
        <p:spPr>
          <a:xfrm>
            <a:off x="706191" y="1773114"/>
            <a:ext cx="375103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mn-MN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Давуу тал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62" name="Google Shape;962;p43"/>
          <p:cNvGrpSpPr/>
          <p:nvPr/>
        </p:nvGrpSpPr>
        <p:grpSpPr>
          <a:xfrm>
            <a:off x="1553376" y="1742208"/>
            <a:ext cx="308033" cy="308033"/>
            <a:chOff x="1553376" y="1742208"/>
            <a:chExt cx="308033" cy="308033"/>
          </a:xfrm>
        </p:grpSpPr>
        <p:sp>
          <p:nvSpPr>
            <p:cNvPr id="963" name="Google Shape;963;p43"/>
            <p:cNvSpPr/>
            <p:nvPr/>
          </p:nvSpPr>
          <p:spPr>
            <a:xfrm>
              <a:off x="1553376" y="1742208"/>
              <a:ext cx="308033" cy="308033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964" name="Google Shape;964;p43"/>
            <p:cNvGrpSpPr/>
            <p:nvPr/>
          </p:nvGrpSpPr>
          <p:grpSpPr>
            <a:xfrm>
              <a:off x="1628623" y="1817455"/>
              <a:ext cx="157538" cy="157538"/>
              <a:chOff x="4340928" y="4704997"/>
              <a:chExt cx="275872" cy="275872"/>
            </a:xfrm>
          </p:grpSpPr>
          <p:sp>
            <p:nvSpPr>
              <p:cNvPr id="965" name="Google Shape;965;p43"/>
              <p:cNvSpPr/>
              <p:nvPr/>
            </p:nvSpPr>
            <p:spPr>
              <a:xfrm>
                <a:off x="4418892" y="4800952"/>
                <a:ext cx="119944" cy="83961"/>
              </a:xfrm>
              <a:custGeom>
                <a:rect b="b" l="l" r="r" t="t"/>
                <a:pathLst>
                  <a:path extrusionOk="0" h="83961" w="119944">
                    <a:moveTo>
                      <a:pt x="119944" y="0"/>
                    </a:moveTo>
                    <a:lnTo>
                      <a:pt x="29986" y="83961"/>
                    </a:lnTo>
                    <a:lnTo>
                      <a:pt x="0" y="53975"/>
                    </a:lnTo>
                  </a:path>
                </a:pathLst>
              </a:custGeom>
              <a:noFill/>
              <a:ln cap="rnd" cmpd="sng" w="1197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6" name="Google Shape;966;p43"/>
              <p:cNvSpPr/>
              <p:nvPr/>
            </p:nvSpPr>
            <p:spPr>
              <a:xfrm>
                <a:off x="4340928" y="4704997"/>
                <a:ext cx="275872" cy="275872"/>
              </a:xfrm>
              <a:custGeom>
                <a:rect b="b" l="l" r="r" t="t"/>
                <a:pathLst>
                  <a:path extrusionOk="0" h="275872" w="275872">
                    <a:moveTo>
                      <a:pt x="275872" y="137936"/>
                    </a:moveTo>
                    <a:cubicBezTo>
                      <a:pt x="275872" y="214116"/>
                      <a:pt x="214116" y="275872"/>
                      <a:pt x="137936" y="275872"/>
                    </a:cubicBezTo>
                    <a:cubicBezTo>
                      <a:pt x="61756" y="275872"/>
                      <a:pt x="0" y="214116"/>
                      <a:pt x="0" y="137936"/>
                    </a:cubicBezTo>
                    <a:cubicBezTo>
                      <a:pt x="0" y="61756"/>
                      <a:pt x="61756" y="0"/>
                      <a:pt x="137936" y="0"/>
                    </a:cubicBezTo>
                    <a:cubicBezTo>
                      <a:pt x="214116" y="0"/>
                      <a:pt x="275872" y="61756"/>
                      <a:pt x="275872" y="137936"/>
                    </a:cubicBezTo>
                    <a:close/>
                  </a:path>
                </a:pathLst>
              </a:custGeom>
              <a:noFill/>
              <a:ln cap="rnd" cmpd="sng" w="1197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67" name="Google Shape;967;p43"/>
          <p:cNvSpPr txBox="1"/>
          <p:nvPr/>
        </p:nvSpPr>
        <p:spPr>
          <a:xfrm>
            <a:off x="4367558" y="1704528"/>
            <a:ext cx="1892865" cy="159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ТАЙЛБАР ЭНД</a:t>
            </a:r>
            <a:endParaRPr/>
          </a:p>
        </p:txBody>
      </p:sp>
      <p:grpSp>
        <p:nvGrpSpPr>
          <p:cNvPr id="968" name="Google Shape;968;p43"/>
          <p:cNvGrpSpPr/>
          <p:nvPr/>
        </p:nvGrpSpPr>
        <p:grpSpPr>
          <a:xfrm>
            <a:off x="2251053" y="2978183"/>
            <a:ext cx="140400" cy="138532"/>
            <a:chOff x="2251053" y="1413454"/>
            <a:chExt cx="156424" cy="138532"/>
          </a:xfrm>
        </p:grpSpPr>
        <p:sp>
          <p:nvSpPr>
            <p:cNvPr id="969" name="Google Shape;969;p43"/>
            <p:cNvSpPr/>
            <p:nvPr/>
          </p:nvSpPr>
          <p:spPr>
            <a:xfrm>
              <a:off x="2251053" y="1413454"/>
              <a:ext cx="156424" cy="138445"/>
            </a:xfrm>
            <a:custGeom>
              <a:rect b="b" l="l" r="r" t="t"/>
              <a:pathLst>
                <a:path extrusionOk="0" h="191048" w="191168">
                  <a:moveTo>
                    <a:pt x="191168" y="191049"/>
                  </a:moveTo>
                  <a:lnTo>
                    <a:pt x="0" y="0"/>
                  </a:lnTo>
                </a:path>
              </a:pathLst>
            </a:custGeom>
            <a:noFill/>
            <a:ln cap="rnd" cmpd="sng" w="1587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43"/>
            <p:cNvSpPr/>
            <p:nvPr/>
          </p:nvSpPr>
          <p:spPr>
            <a:xfrm>
              <a:off x="2251053" y="1413454"/>
              <a:ext cx="156424" cy="138532"/>
            </a:xfrm>
            <a:custGeom>
              <a:rect b="b" l="l" r="r" t="t"/>
              <a:pathLst>
                <a:path extrusionOk="0" h="191168" w="191168">
                  <a:moveTo>
                    <a:pt x="191169" y="0"/>
                  </a:moveTo>
                  <a:lnTo>
                    <a:pt x="191169" y="191168"/>
                  </a:lnTo>
                  <a:lnTo>
                    <a:pt x="0" y="191168"/>
                  </a:lnTo>
                </a:path>
              </a:pathLst>
            </a:custGeom>
            <a:noFill/>
            <a:ln cap="rnd" cmpd="sng" w="1587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1" name="Google Shape;971;p43"/>
          <p:cNvGrpSpPr/>
          <p:nvPr/>
        </p:nvGrpSpPr>
        <p:grpSpPr>
          <a:xfrm>
            <a:off x="4367558" y="1413454"/>
            <a:ext cx="140400" cy="138532"/>
            <a:chOff x="2251053" y="1413454"/>
            <a:chExt cx="156424" cy="138532"/>
          </a:xfrm>
        </p:grpSpPr>
        <p:sp>
          <p:nvSpPr>
            <p:cNvPr id="972" name="Google Shape;972;p43"/>
            <p:cNvSpPr/>
            <p:nvPr/>
          </p:nvSpPr>
          <p:spPr>
            <a:xfrm>
              <a:off x="2251053" y="1413454"/>
              <a:ext cx="156424" cy="138445"/>
            </a:xfrm>
            <a:custGeom>
              <a:rect b="b" l="l" r="r" t="t"/>
              <a:pathLst>
                <a:path extrusionOk="0" h="191048" w="191168">
                  <a:moveTo>
                    <a:pt x="191168" y="191049"/>
                  </a:moveTo>
                  <a:lnTo>
                    <a:pt x="0" y="0"/>
                  </a:lnTo>
                </a:path>
              </a:pathLst>
            </a:custGeom>
            <a:noFill/>
            <a:ln cap="rnd" cmpd="sng" w="1587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43"/>
            <p:cNvSpPr/>
            <p:nvPr/>
          </p:nvSpPr>
          <p:spPr>
            <a:xfrm>
              <a:off x="2251053" y="1413454"/>
              <a:ext cx="156424" cy="138532"/>
            </a:xfrm>
            <a:custGeom>
              <a:rect b="b" l="l" r="r" t="t"/>
              <a:pathLst>
                <a:path extrusionOk="0" h="191168" w="191168">
                  <a:moveTo>
                    <a:pt x="191169" y="0"/>
                  </a:moveTo>
                  <a:lnTo>
                    <a:pt x="191169" y="191168"/>
                  </a:lnTo>
                  <a:lnTo>
                    <a:pt x="0" y="191168"/>
                  </a:lnTo>
                </a:path>
              </a:pathLst>
            </a:custGeom>
            <a:noFill/>
            <a:ln cap="rnd" cmpd="sng" w="1587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4" name="Google Shape;974;p43"/>
          <p:cNvGrpSpPr/>
          <p:nvPr/>
        </p:nvGrpSpPr>
        <p:grpSpPr>
          <a:xfrm>
            <a:off x="4367558" y="2978183"/>
            <a:ext cx="140400" cy="138532"/>
            <a:chOff x="2251053" y="1413454"/>
            <a:chExt cx="156424" cy="138532"/>
          </a:xfrm>
        </p:grpSpPr>
        <p:sp>
          <p:nvSpPr>
            <p:cNvPr id="975" name="Google Shape;975;p43"/>
            <p:cNvSpPr/>
            <p:nvPr/>
          </p:nvSpPr>
          <p:spPr>
            <a:xfrm>
              <a:off x="2251053" y="1413454"/>
              <a:ext cx="156424" cy="138445"/>
            </a:xfrm>
            <a:custGeom>
              <a:rect b="b" l="l" r="r" t="t"/>
              <a:pathLst>
                <a:path extrusionOk="0" h="191048" w="191168">
                  <a:moveTo>
                    <a:pt x="191168" y="191049"/>
                  </a:moveTo>
                  <a:lnTo>
                    <a:pt x="0" y="0"/>
                  </a:lnTo>
                </a:path>
              </a:pathLst>
            </a:custGeom>
            <a:noFill/>
            <a:ln cap="rnd" cmpd="sng" w="1587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43"/>
            <p:cNvSpPr/>
            <p:nvPr/>
          </p:nvSpPr>
          <p:spPr>
            <a:xfrm>
              <a:off x="2251053" y="1413454"/>
              <a:ext cx="156424" cy="138532"/>
            </a:xfrm>
            <a:custGeom>
              <a:rect b="b" l="l" r="r" t="t"/>
              <a:pathLst>
                <a:path extrusionOk="0" h="191168" w="191168">
                  <a:moveTo>
                    <a:pt x="191169" y="0"/>
                  </a:moveTo>
                  <a:lnTo>
                    <a:pt x="191169" y="191168"/>
                  </a:lnTo>
                  <a:lnTo>
                    <a:pt x="0" y="191168"/>
                  </a:lnTo>
                </a:path>
              </a:pathLst>
            </a:custGeom>
            <a:noFill/>
            <a:ln cap="rnd" cmpd="sng" w="1587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7" name="Google Shape;977;p43"/>
          <p:cNvGrpSpPr/>
          <p:nvPr/>
        </p:nvGrpSpPr>
        <p:grpSpPr>
          <a:xfrm>
            <a:off x="6484062" y="1413454"/>
            <a:ext cx="140400" cy="138532"/>
            <a:chOff x="2251053" y="1413454"/>
            <a:chExt cx="156424" cy="138532"/>
          </a:xfrm>
        </p:grpSpPr>
        <p:sp>
          <p:nvSpPr>
            <p:cNvPr id="978" name="Google Shape;978;p43"/>
            <p:cNvSpPr/>
            <p:nvPr/>
          </p:nvSpPr>
          <p:spPr>
            <a:xfrm>
              <a:off x="2251053" y="1413454"/>
              <a:ext cx="156424" cy="138445"/>
            </a:xfrm>
            <a:custGeom>
              <a:rect b="b" l="l" r="r" t="t"/>
              <a:pathLst>
                <a:path extrusionOk="0" h="191048" w="191168">
                  <a:moveTo>
                    <a:pt x="191168" y="191049"/>
                  </a:moveTo>
                  <a:lnTo>
                    <a:pt x="0" y="0"/>
                  </a:lnTo>
                </a:path>
              </a:pathLst>
            </a:custGeom>
            <a:noFill/>
            <a:ln cap="rnd" cmpd="sng" w="1587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43"/>
            <p:cNvSpPr/>
            <p:nvPr/>
          </p:nvSpPr>
          <p:spPr>
            <a:xfrm>
              <a:off x="2251053" y="1413454"/>
              <a:ext cx="156424" cy="138532"/>
            </a:xfrm>
            <a:custGeom>
              <a:rect b="b" l="l" r="r" t="t"/>
              <a:pathLst>
                <a:path extrusionOk="0" h="191168" w="191168">
                  <a:moveTo>
                    <a:pt x="191169" y="0"/>
                  </a:moveTo>
                  <a:lnTo>
                    <a:pt x="191169" y="191168"/>
                  </a:lnTo>
                  <a:lnTo>
                    <a:pt x="0" y="191168"/>
                  </a:lnTo>
                </a:path>
              </a:pathLst>
            </a:custGeom>
            <a:noFill/>
            <a:ln cap="rnd" cmpd="sng" w="1587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0" name="Google Shape;980;p43"/>
          <p:cNvGrpSpPr/>
          <p:nvPr/>
        </p:nvGrpSpPr>
        <p:grpSpPr>
          <a:xfrm>
            <a:off x="6484062" y="2978183"/>
            <a:ext cx="140400" cy="138532"/>
            <a:chOff x="2251053" y="1413454"/>
            <a:chExt cx="156424" cy="138532"/>
          </a:xfrm>
        </p:grpSpPr>
        <p:sp>
          <p:nvSpPr>
            <p:cNvPr id="981" name="Google Shape;981;p43"/>
            <p:cNvSpPr/>
            <p:nvPr/>
          </p:nvSpPr>
          <p:spPr>
            <a:xfrm>
              <a:off x="2251053" y="1413454"/>
              <a:ext cx="156424" cy="138445"/>
            </a:xfrm>
            <a:custGeom>
              <a:rect b="b" l="l" r="r" t="t"/>
              <a:pathLst>
                <a:path extrusionOk="0" h="191048" w="191168">
                  <a:moveTo>
                    <a:pt x="191168" y="191049"/>
                  </a:moveTo>
                  <a:lnTo>
                    <a:pt x="0" y="0"/>
                  </a:lnTo>
                </a:path>
              </a:pathLst>
            </a:custGeom>
            <a:noFill/>
            <a:ln cap="rnd" cmpd="sng" w="1587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43"/>
            <p:cNvSpPr/>
            <p:nvPr/>
          </p:nvSpPr>
          <p:spPr>
            <a:xfrm>
              <a:off x="2251053" y="1413454"/>
              <a:ext cx="156424" cy="138532"/>
            </a:xfrm>
            <a:custGeom>
              <a:rect b="b" l="l" r="r" t="t"/>
              <a:pathLst>
                <a:path extrusionOk="0" h="191168" w="191168">
                  <a:moveTo>
                    <a:pt x="191169" y="0"/>
                  </a:moveTo>
                  <a:lnTo>
                    <a:pt x="191169" y="191168"/>
                  </a:lnTo>
                  <a:lnTo>
                    <a:pt x="0" y="191168"/>
                  </a:lnTo>
                </a:path>
              </a:pathLst>
            </a:custGeom>
            <a:noFill/>
            <a:ln cap="rnd" cmpd="sng" w="1587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6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7" name="Google Shape;987;p44"/>
          <p:cNvGrpSpPr/>
          <p:nvPr/>
        </p:nvGrpSpPr>
        <p:grpSpPr>
          <a:xfrm flipH="1" rot="10800000">
            <a:off x="1425727" y="11213"/>
            <a:ext cx="7718273" cy="3480494"/>
            <a:chOff x="619790" y="1109343"/>
            <a:chExt cx="7718273" cy="3480494"/>
          </a:xfrm>
        </p:grpSpPr>
        <p:sp>
          <p:nvSpPr>
            <p:cNvPr id="988" name="Google Shape;988;p44"/>
            <p:cNvSpPr/>
            <p:nvPr/>
          </p:nvSpPr>
          <p:spPr>
            <a:xfrm rot="-5400000">
              <a:off x="4418072" y="4394070"/>
              <a:ext cx="121685" cy="269847"/>
            </a:xfrm>
            <a:custGeom>
              <a:rect b="b" l="l" r="r" t="t"/>
              <a:pathLst>
                <a:path extrusionOk="0" h="498466" w="194439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89" name="Google Shape;989;p44"/>
            <p:cNvSpPr/>
            <p:nvPr/>
          </p:nvSpPr>
          <p:spPr>
            <a:xfrm rot="-5400000">
              <a:off x="4338102" y="4136760"/>
              <a:ext cx="281625" cy="624528"/>
            </a:xfrm>
            <a:custGeom>
              <a:rect b="b" l="l" r="r" t="t"/>
              <a:pathLst>
                <a:path extrusionOk="0" h="1153639" w="450007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0" name="Google Shape;990;p44"/>
            <p:cNvSpPr/>
            <p:nvPr/>
          </p:nvSpPr>
          <p:spPr>
            <a:xfrm rot="-5400000">
              <a:off x="4258133" y="3879426"/>
              <a:ext cx="441587" cy="979234"/>
            </a:xfrm>
            <a:custGeom>
              <a:rect b="b" l="l" r="r" t="t"/>
              <a:pathLst>
                <a:path extrusionOk="0" h="1808857" w="705609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1" name="Google Shape;991;p44"/>
            <p:cNvSpPr/>
            <p:nvPr/>
          </p:nvSpPr>
          <p:spPr>
            <a:xfrm rot="-5400000">
              <a:off x="4178163" y="3622115"/>
              <a:ext cx="601527" cy="1333915"/>
            </a:xfrm>
            <a:custGeom>
              <a:rect b="b" l="l" r="r" t="t"/>
              <a:pathLst>
                <a:path extrusionOk="0" h="2464030" w="961176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2" name="Google Shape;992;p44"/>
            <p:cNvSpPr/>
            <p:nvPr/>
          </p:nvSpPr>
          <p:spPr>
            <a:xfrm rot="-5400000">
              <a:off x="4098193" y="3364805"/>
              <a:ext cx="761467" cy="1688596"/>
            </a:xfrm>
            <a:custGeom>
              <a:rect b="b" l="l" r="r" t="t"/>
              <a:pathLst>
                <a:path extrusionOk="0" h="3119203" w="1216743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3" name="Google Shape;993;p44"/>
            <p:cNvSpPr/>
            <p:nvPr/>
          </p:nvSpPr>
          <p:spPr>
            <a:xfrm rot="-5400000">
              <a:off x="4018223" y="3107494"/>
              <a:ext cx="921407" cy="2043277"/>
            </a:xfrm>
            <a:custGeom>
              <a:rect b="b" l="l" r="r" t="t"/>
              <a:pathLst>
                <a:path extrusionOk="0" h="3774376" w="147231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4" name="Google Shape;994;p44"/>
            <p:cNvSpPr/>
            <p:nvPr/>
          </p:nvSpPr>
          <p:spPr>
            <a:xfrm rot="-5400000">
              <a:off x="3938240" y="2850171"/>
              <a:ext cx="1081348" cy="2397983"/>
            </a:xfrm>
            <a:custGeom>
              <a:rect b="b" l="l" r="r" t="t"/>
              <a:pathLst>
                <a:path extrusionOk="0" h="4429594" w="1727878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5" name="Google Shape;995;p44"/>
            <p:cNvSpPr/>
            <p:nvPr/>
          </p:nvSpPr>
          <p:spPr>
            <a:xfrm rot="-5400000">
              <a:off x="3858271" y="2592860"/>
              <a:ext cx="1241288" cy="2752664"/>
            </a:xfrm>
            <a:custGeom>
              <a:rect b="b" l="l" r="r" t="t"/>
              <a:pathLst>
                <a:path extrusionOk="0" h="5084767" w="1983445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6" name="Google Shape;996;p44"/>
            <p:cNvSpPr/>
            <p:nvPr/>
          </p:nvSpPr>
          <p:spPr>
            <a:xfrm rot="-5400000">
              <a:off x="3778300" y="2335550"/>
              <a:ext cx="1401228" cy="3107345"/>
            </a:xfrm>
            <a:custGeom>
              <a:rect b="b" l="l" r="r" t="t"/>
              <a:pathLst>
                <a:path extrusionOk="0" h="5739940" w="2239012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7" name="Google Shape;997;p44"/>
            <p:cNvSpPr/>
            <p:nvPr/>
          </p:nvSpPr>
          <p:spPr>
            <a:xfrm rot="-5400000">
              <a:off x="3698331" y="2078239"/>
              <a:ext cx="1561168" cy="3462026"/>
            </a:xfrm>
            <a:custGeom>
              <a:rect b="b" l="l" r="r" t="t"/>
              <a:pathLst>
                <a:path extrusionOk="0" h="6395113" w="2494579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8" name="Google Shape;998;p44"/>
            <p:cNvSpPr/>
            <p:nvPr/>
          </p:nvSpPr>
          <p:spPr>
            <a:xfrm rot="-5400000">
              <a:off x="3618360" y="1820928"/>
              <a:ext cx="1721108" cy="3816708"/>
            </a:xfrm>
            <a:custGeom>
              <a:rect b="b" l="l" r="r" t="t"/>
              <a:pathLst>
                <a:path extrusionOk="0" h="7050286" w="2750147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999" name="Google Shape;999;p44"/>
            <p:cNvSpPr/>
            <p:nvPr/>
          </p:nvSpPr>
          <p:spPr>
            <a:xfrm rot="-5400000">
              <a:off x="3538403" y="1563606"/>
              <a:ext cx="1881048" cy="4171413"/>
            </a:xfrm>
            <a:custGeom>
              <a:rect b="b" l="l" r="r" t="t"/>
              <a:pathLst>
                <a:path extrusionOk="0" h="7705503" w="3005714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0" name="Google Shape;1000;p44"/>
            <p:cNvSpPr/>
            <p:nvPr/>
          </p:nvSpPr>
          <p:spPr>
            <a:xfrm rot="-5400000">
              <a:off x="3458421" y="1306284"/>
              <a:ext cx="2041010" cy="4526094"/>
            </a:xfrm>
            <a:custGeom>
              <a:rect b="b" l="l" r="r" t="t"/>
              <a:pathLst>
                <a:path extrusionOk="0" h="8360676" w="3261316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1" name="Google Shape;1001;p44"/>
            <p:cNvSpPr/>
            <p:nvPr/>
          </p:nvSpPr>
          <p:spPr>
            <a:xfrm rot="-5400000">
              <a:off x="3378451" y="1048974"/>
              <a:ext cx="2200950" cy="4880775"/>
            </a:xfrm>
            <a:custGeom>
              <a:rect b="b" l="l" r="r" t="t"/>
              <a:pathLst>
                <a:path extrusionOk="0" h="9015849" w="3516883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2" name="Google Shape;1002;p44"/>
            <p:cNvSpPr/>
            <p:nvPr/>
          </p:nvSpPr>
          <p:spPr>
            <a:xfrm rot="-5400000">
              <a:off x="3298482" y="791663"/>
              <a:ext cx="2360890" cy="5235456"/>
            </a:xfrm>
            <a:custGeom>
              <a:rect b="b" l="l" r="r" t="t"/>
              <a:pathLst>
                <a:path extrusionOk="0" h="9671022" w="377245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3" name="Google Shape;1003;p44"/>
            <p:cNvSpPr/>
            <p:nvPr/>
          </p:nvSpPr>
          <p:spPr>
            <a:xfrm rot="-5400000">
              <a:off x="3218499" y="534340"/>
              <a:ext cx="2520831" cy="5590162"/>
            </a:xfrm>
            <a:custGeom>
              <a:rect b="b" l="l" r="r" t="t"/>
              <a:pathLst>
                <a:path extrusionOk="0" h="10326240" w="4028018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4" name="Google Shape;1004;p44"/>
            <p:cNvSpPr/>
            <p:nvPr/>
          </p:nvSpPr>
          <p:spPr>
            <a:xfrm rot="-5400000">
              <a:off x="3138529" y="277030"/>
              <a:ext cx="2680771" cy="5944843"/>
            </a:xfrm>
            <a:custGeom>
              <a:rect b="b" l="l" r="r" t="t"/>
              <a:pathLst>
                <a:path extrusionOk="0" h="10981413" w="4283585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5" name="Google Shape;1005;p44"/>
            <p:cNvSpPr/>
            <p:nvPr/>
          </p:nvSpPr>
          <p:spPr>
            <a:xfrm rot="-5400000">
              <a:off x="3058559" y="19719"/>
              <a:ext cx="2840711" cy="6299524"/>
            </a:xfrm>
            <a:custGeom>
              <a:rect b="b" l="l" r="r" t="t"/>
              <a:pathLst>
                <a:path extrusionOk="0" h="11636586" w="4539152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6" name="Google Shape;1006;p44"/>
            <p:cNvSpPr/>
            <p:nvPr/>
          </p:nvSpPr>
          <p:spPr>
            <a:xfrm rot="-5400000">
              <a:off x="2978589" y="-237592"/>
              <a:ext cx="3000651" cy="6654205"/>
            </a:xfrm>
            <a:custGeom>
              <a:rect b="b" l="l" r="r" t="t"/>
              <a:pathLst>
                <a:path extrusionOk="0" h="12291759" w="4794719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7" name="Google Shape;1007;p44"/>
            <p:cNvSpPr/>
            <p:nvPr/>
          </p:nvSpPr>
          <p:spPr>
            <a:xfrm rot="-5400000">
              <a:off x="2898619" y="-494903"/>
              <a:ext cx="3160591" cy="7008886"/>
            </a:xfrm>
            <a:custGeom>
              <a:rect b="b" l="l" r="r" t="t"/>
              <a:pathLst>
                <a:path extrusionOk="0" h="12946932" w="5050287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8" name="Google Shape;1008;p44"/>
            <p:cNvSpPr/>
            <p:nvPr/>
          </p:nvSpPr>
          <p:spPr>
            <a:xfrm rot="-5400000">
              <a:off x="2818661" y="-752225"/>
              <a:ext cx="3320531" cy="7363592"/>
            </a:xfrm>
            <a:custGeom>
              <a:rect b="b" l="l" r="r" t="t"/>
              <a:pathLst>
                <a:path extrusionOk="0" h="13602150" w="5305854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09" name="Google Shape;1009;p44"/>
            <p:cNvSpPr/>
            <p:nvPr/>
          </p:nvSpPr>
          <p:spPr>
            <a:xfrm rot="-5400000">
              <a:off x="2738680" y="-1009547"/>
              <a:ext cx="3480493" cy="7718273"/>
            </a:xfrm>
            <a:custGeom>
              <a:rect b="b" l="l" r="r" t="t"/>
              <a:pathLst>
                <a:path extrusionOk="0" h="14257323" w="5561456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010" name="Google Shape;1010;p44"/>
          <p:cNvSpPr txBox="1"/>
          <p:nvPr/>
        </p:nvSpPr>
        <p:spPr>
          <a:xfrm>
            <a:off x="561975" y="450533"/>
            <a:ext cx="8020050" cy="38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Технологийн </a:t>
            </a:r>
            <a:r>
              <a:rPr b="1" i="0" lang="mn-MN" sz="28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стекийн тойм</a:t>
            </a:r>
            <a:endParaRPr/>
          </a:p>
        </p:txBody>
      </p:sp>
      <p:sp>
        <p:nvSpPr>
          <p:cNvPr id="1011" name="Google Shape;1011;p44"/>
          <p:cNvSpPr/>
          <p:nvPr/>
        </p:nvSpPr>
        <p:spPr>
          <a:xfrm>
            <a:off x="539750" y="1203325"/>
            <a:ext cx="2741930" cy="2989264"/>
          </a:xfrm>
          <a:prstGeom prst="roundRect">
            <a:avLst>
              <a:gd fmla="val 597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2" name="Google Shape;1012;p44"/>
          <p:cNvCxnSpPr/>
          <p:nvPr/>
        </p:nvCxnSpPr>
        <p:spPr>
          <a:xfrm>
            <a:off x="4409345" y="1967529"/>
            <a:ext cx="2383890" cy="0"/>
          </a:xfrm>
          <a:prstGeom prst="straightConnector1">
            <a:avLst/>
          </a:prstGeom>
          <a:noFill/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3" name="Google Shape;1013;p44"/>
          <p:cNvSpPr/>
          <p:nvPr/>
        </p:nvSpPr>
        <p:spPr>
          <a:xfrm>
            <a:off x="2526891" y="2507782"/>
            <a:ext cx="1882454" cy="53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2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XHTML, CSS, XML, PHP</a:t>
            </a:r>
            <a:endParaRPr/>
          </a:p>
        </p:txBody>
      </p:sp>
      <p:sp>
        <p:nvSpPr>
          <p:cNvPr id="1014" name="Google Shape;1014;p44"/>
          <p:cNvSpPr/>
          <p:nvPr/>
        </p:nvSpPr>
        <p:spPr>
          <a:xfrm>
            <a:off x="4660064" y="2507782"/>
            <a:ext cx="1882454" cy="53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2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IT удирдлагын хэрэгсэл</a:t>
            </a:r>
            <a:endParaRPr/>
          </a:p>
        </p:txBody>
      </p:sp>
      <p:sp>
        <p:nvSpPr>
          <p:cNvPr id="1015" name="Google Shape;1015;p44"/>
          <p:cNvSpPr/>
          <p:nvPr/>
        </p:nvSpPr>
        <p:spPr>
          <a:xfrm>
            <a:off x="6793235" y="2507782"/>
            <a:ext cx="1882454" cy="53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2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en-ID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Linux, Windows</a:t>
            </a:r>
            <a:endParaRPr/>
          </a:p>
        </p:txBody>
      </p:sp>
      <p:sp>
        <p:nvSpPr>
          <p:cNvPr id="1016" name="Google Shape;1016;p44"/>
          <p:cNvSpPr/>
          <p:nvPr/>
        </p:nvSpPr>
        <p:spPr>
          <a:xfrm>
            <a:off x="2526891" y="3160695"/>
            <a:ext cx="1882454" cy="53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2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Java, Kotlin, Swift</a:t>
            </a:r>
            <a:endParaRPr/>
          </a:p>
        </p:txBody>
      </p:sp>
      <p:sp>
        <p:nvSpPr>
          <p:cNvPr id="1017" name="Google Shape;1017;p44"/>
          <p:cNvSpPr/>
          <p:nvPr/>
        </p:nvSpPr>
        <p:spPr>
          <a:xfrm>
            <a:off x="4660064" y="3160695"/>
            <a:ext cx="1882454" cy="53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2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Үүлэн</a:t>
            </a:r>
            <a:endParaRPr/>
          </a:p>
        </p:txBody>
      </p:sp>
      <p:sp>
        <p:nvSpPr>
          <p:cNvPr id="1018" name="Google Shape;1018;p44"/>
          <p:cNvSpPr/>
          <p:nvPr/>
        </p:nvSpPr>
        <p:spPr>
          <a:xfrm>
            <a:off x="6793235" y="3160695"/>
            <a:ext cx="1882454" cy="53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2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en-ID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Android / iOS</a:t>
            </a:r>
            <a:endParaRPr/>
          </a:p>
        </p:txBody>
      </p:sp>
      <p:sp>
        <p:nvSpPr>
          <p:cNvPr id="1019" name="Google Shape;1019;p44"/>
          <p:cNvSpPr/>
          <p:nvPr/>
        </p:nvSpPr>
        <p:spPr>
          <a:xfrm>
            <a:off x="2526891" y="1699839"/>
            <a:ext cx="1882454" cy="535380"/>
          </a:xfrm>
          <a:prstGeom prst="roundRect">
            <a:avLst>
              <a:gd fmla="val 16667" name="adj"/>
            </a:avLst>
          </a:prstGeom>
          <a:solidFill>
            <a:srgbClr val="7A126B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540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Интерфэйс</a:t>
            </a:r>
            <a:endParaRPr/>
          </a:p>
        </p:txBody>
      </p:sp>
      <p:sp>
        <p:nvSpPr>
          <p:cNvPr id="1020" name="Google Shape;1020;p44"/>
          <p:cNvSpPr/>
          <p:nvPr/>
        </p:nvSpPr>
        <p:spPr>
          <a:xfrm>
            <a:off x="4660064" y="1699839"/>
            <a:ext cx="1882454" cy="535380"/>
          </a:xfrm>
          <a:prstGeom prst="roundRect">
            <a:avLst>
              <a:gd fmla="val 16667" name="adj"/>
            </a:avLst>
          </a:prstGeom>
          <a:solidFill>
            <a:srgbClr val="7A126B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540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Үйлчилгээ</a:t>
            </a:r>
            <a:endParaRPr b="1" i="0" sz="1100" u="none" cap="none" strike="noStrike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021" name="Google Shape;1021;p44"/>
          <p:cNvSpPr/>
          <p:nvPr/>
        </p:nvSpPr>
        <p:spPr>
          <a:xfrm>
            <a:off x="6793235" y="1699839"/>
            <a:ext cx="1882454" cy="535380"/>
          </a:xfrm>
          <a:prstGeom prst="roundRect">
            <a:avLst>
              <a:gd fmla="val 16667" name="adj"/>
            </a:avLst>
          </a:prstGeom>
          <a:solidFill>
            <a:srgbClr val="7A126B"/>
          </a:solidFill>
          <a:ln cap="flat" cmpd="sng" w="9525">
            <a:solidFill>
              <a:srgbClr val="7A1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540000" spcFirstLastPara="1" rIns="72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Үйлдлийн систем</a:t>
            </a:r>
            <a:endParaRPr/>
          </a:p>
        </p:txBody>
      </p:sp>
      <p:grpSp>
        <p:nvGrpSpPr>
          <p:cNvPr id="1022" name="Google Shape;1022;p44"/>
          <p:cNvGrpSpPr/>
          <p:nvPr/>
        </p:nvGrpSpPr>
        <p:grpSpPr>
          <a:xfrm>
            <a:off x="2667861" y="1805063"/>
            <a:ext cx="324932" cy="324932"/>
            <a:chOff x="2667861" y="1805063"/>
            <a:chExt cx="324932" cy="324932"/>
          </a:xfrm>
        </p:grpSpPr>
        <p:sp>
          <p:nvSpPr>
            <p:cNvPr id="1023" name="Google Shape;1023;p44"/>
            <p:cNvSpPr/>
            <p:nvPr/>
          </p:nvSpPr>
          <p:spPr>
            <a:xfrm>
              <a:off x="2667861" y="1805063"/>
              <a:ext cx="324932" cy="324932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24" name="Google Shape;1024;p44"/>
            <p:cNvGrpSpPr/>
            <p:nvPr/>
          </p:nvGrpSpPr>
          <p:grpSpPr>
            <a:xfrm>
              <a:off x="2757040" y="1890736"/>
              <a:ext cx="146574" cy="160263"/>
              <a:chOff x="882420" y="771129"/>
              <a:chExt cx="261418" cy="285833"/>
            </a:xfrm>
          </p:grpSpPr>
          <p:sp>
            <p:nvSpPr>
              <p:cNvPr id="1025" name="Google Shape;1025;p44"/>
              <p:cNvSpPr/>
              <p:nvPr/>
            </p:nvSpPr>
            <p:spPr>
              <a:xfrm>
                <a:off x="882420" y="1045053"/>
                <a:ext cx="261418" cy="11909"/>
              </a:xfrm>
              <a:custGeom>
                <a:rect b="b" l="l" r="r" t="t"/>
                <a:pathLst>
                  <a:path extrusionOk="0" h="11909" w="261418">
                    <a:moveTo>
                      <a:pt x="0" y="0"/>
                    </a:moveTo>
                    <a:lnTo>
                      <a:pt x="261419" y="0"/>
                    </a:lnTo>
                  </a:path>
                </a:pathLst>
              </a:custGeom>
              <a:noFill/>
              <a:ln cap="rnd" cmpd="sng" w="952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6" name="Google Shape;1026;p44"/>
              <p:cNvSpPr/>
              <p:nvPr/>
            </p:nvSpPr>
            <p:spPr>
              <a:xfrm>
                <a:off x="1013189" y="985505"/>
                <a:ext cx="11909" cy="59548"/>
              </a:xfrm>
              <a:custGeom>
                <a:rect b="b" l="l" r="r" t="t"/>
                <a:pathLst>
                  <a:path extrusionOk="0" h="59548" w="11909">
                    <a:moveTo>
                      <a:pt x="0" y="59549"/>
                    </a:moveTo>
                    <a:lnTo>
                      <a:pt x="0" y="0"/>
                    </a:lnTo>
                  </a:path>
                </a:pathLst>
              </a:custGeom>
              <a:noFill/>
              <a:ln cap="rnd" cmpd="sng" w="952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27" name="Google Shape;1027;p44"/>
              <p:cNvGrpSpPr/>
              <p:nvPr/>
            </p:nvGrpSpPr>
            <p:grpSpPr>
              <a:xfrm>
                <a:off x="906001" y="771129"/>
                <a:ext cx="214375" cy="214375"/>
                <a:chOff x="906001" y="771129"/>
                <a:chExt cx="214375" cy="214375"/>
              </a:xfrm>
            </p:grpSpPr>
            <p:sp>
              <p:nvSpPr>
                <p:cNvPr id="1028" name="Google Shape;1028;p44"/>
                <p:cNvSpPr/>
                <p:nvPr/>
              </p:nvSpPr>
              <p:spPr>
                <a:xfrm>
                  <a:off x="906001" y="771129"/>
                  <a:ext cx="214375" cy="214375"/>
                </a:xfrm>
                <a:custGeom>
                  <a:rect b="b" l="l" r="r" t="t"/>
                  <a:pathLst>
                    <a:path extrusionOk="0" h="214375" w="214375">
                      <a:moveTo>
                        <a:pt x="214375" y="106830"/>
                      </a:moveTo>
                      <a:cubicBezTo>
                        <a:pt x="214375" y="166260"/>
                        <a:pt x="166260" y="214375"/>
                        <a:pt x="106830" y="214375"/>
                      </a:cubicBezTo>
                      <a:cubicBezTo>
                        <a:pt x="47401" y="214375"/>
                        <a:pt x="0" y="164235"/>
                        <a:pt x="0" y="104806"/>
                      </a:cubicBezTo>
                      <a:cubicBezTo>
                        <a:pt x="0" y="46924"/>
                        <a:pt x="45376" y="2382"/>
                        <a:pt x="102543" y="119"/>
                      </a:cubicBezTo>
                      <a:cubicBezTo>
                        <a:pt x="104091" y="119"/>
                        <a:pt x="105639" y="0"/>
                        <a:pt x="107188" y="0"/>
                      </a:cubicBezTo>
                      <a:cubicBezTo>
                        <a:pt x="166617" y="0"/>
                        <a:pt x="214375" y="47401"/>
                        <a:pt x="214375" y="106830"/>
                      </a:cubicBezTo>
                      <a:close/>
                    </a:path>
                  </a:pathLst>
                </a:custGeom>
                <a:noFill/>
                <a:ln cap="flat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29" name="Google Shape;1029;p44"/>
                <p:cNvSpPr/>
                <p:nvPr/>
              </p:nvSpPr>
              <p:spPr>
                <a:xfrm>
                  <a:off x="966562" y="771248"/>
                  <a:ext cx="41981" cy="214137"/>
                </a:xfrm>
                <a:custGeom>
                  <a:rect b="b" l="l" r="r" t="t"/>
                  <a:pathLst>
                    <a:path extrusionOk="0" h="214137" w="41981">
                      <a:moveTo>
                        <a:pt x="41982" y="0"/>
                      </a:moveTo>
                      <a:cubicBezTo>
                        <a:pt x="-13994" y="60621"/>
                        <a:pt x="-13994" y="139582"/>
                        <a:pt x="41982" y="214137"/>
                      </a:cubicBezTo>
                    </a:path>
                  </a:pathLst>
                </a:custGeom>
                <a:noFill/>
                <a:ln cap="flat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30" name="Google Shape;1030;p44"/>
                <p:cNvSpPr/>
                <p:nvPr/>
              </p:nvSpPr>
              <p:spPr>
                <a:xfrm>
                  <a:off x="1017952" y="771248"/>
                  <a:ext cx="41981" cy="214137"/>
                </a:xfrm>
                <a:custGeom>
                  <a:rect b="b" l="l" r="r" t="t"/>
                  <a:pathLst>
                    <a:path extrusionOk="0" h="214137" w="41981">
                      <a:moveTo>
                        <a:pt x="0" y="0"/>
                      </a:moveTo>
                      <a:cubicBezTo>
                        <a:pt x="55976" y="60621"/>
                        <a:pt x="55976" y="139582"/>
                        <a:pt x="0" y="214137"/>
                      </a:cubicBezTo>
                    </a:path>
                  </a:pathLst>
                </a:custGeom>
                <a:noFill/>
                <a:ln cap="flat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31" name="Google Shape;1031;p44"/>
                <p:cNvSpPr/>
                <p:nvPr/>
              </p:nvSpPr>
              <p:spPr>
                <a:xfrm>
                  <a:off x="917911" y="925956"/>
                  <a:ext cx="191151" cy="11909"/>
                </a:xfrm>
                <a:custGeom>
                  <a:rect b="b" l="l" r="r" t="t"/>
                  <a:pathLst>
                    <a:path extrusionOk="0" h="11909" w="191151">
                      <a:moveTo>
                        <a:pt x="0" y="0"/>
                      </a:moveTo>
                      <a:lnTo>
                        <a:pt x="191151" y="0"/>
                      </a:lnTo>
                    </a:path>
                  </a:pathLst>
                </a:custGeom>
                <a:noFill/>
                <a:ln cap="flat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32" name="Google Shape;1032;p44"/>
                <p:cNvSpPr/>
                <p:nvPr/>
              </p:nvSpPr>
              <p:spPr>
                <a:xfrm>
                  <a:off x="923866" y="818768"/>
                  <a:ext cx="178646" cy="11909"/>
                </a:xfrm>
                <a:custGeom>
                  <a:rect b="b" l="l" r="r" t="t"/>
                  <a:pathLst>
                    <a:path extrusionOk="0" h="11909" w="178646">
                      <a:moveTo>
                        <a:pt x="0" y="0"/>
                      </a:moveTo>
                      <a:lnTo>
                        <a:pt x="178646" y="0"/>
                      </a:lnTo>
                    </a:path>
                  </a:pathLst>
                </a:custGeom>
                <a:noFill/>
                <a:ln cap="flat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33" name="Google Shape;1033;p44"/>
                <p:cNvSpPr/>
                <p:nvPr/>
              </p:nvSpPr>
              <p:spPr>
                <a:xfrm>
                  <a:off x="906001" y="878317"/>
                  <a:ext cx="214375" cy="11909"/>
                </a:xfrm>
                <a:custGeom>
                  <a:rect b="b" l="l" r="r" t="t"/>
                  <a:pathLst>
                    <a:path extrusionOk="0" h="11909" w="214375">
                      <a:moveTo>
                        <a:pt x="0" y="0"/>
                      </a:moveTo>
                      <a:lnTo>
                        <a:pt x="214375" y="0"/>
                      </a:lnTo>
                    </a:path>
                  </a:pathLst>
                </a:custGeom>
                <a:noFill/>
                <a:ln cap="flat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034" name="Google Shape;1034;p44"/>
          <p:cNvGrpSpPr/>
          <p:nvPr/>
        </p:nvGrpSpPr>
        <p:grpSpPr>
          <a:xfrm>
            <a:off x="4801034" y="1805063"/>
            <a:ext cx="324932" cy="324932"/>
            <a:chOff x="4801034" y="1805063"/>
            <a:chExt cx="324932" cy="324932"/>
          </a:xfrm>
        </p:grpSpPr>
        <p:sp>
          <p:nvSpPr>
            <p:cNvPr id="1035" name="Google Shape;1035;p44"/>
            <p:cNvSpPr/>
            <p:nvPr/>
          </p:nvSpPr>
          <p:spPr>
            <a:xfrm>
              <a:off x="4801034" y="1805063"/>
              <a:ext cx="324932" cy="324932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36" name="Google Shape;1036;p44"/>
            <p:cNvGrpSpPr/>
            <p:nvPr/>
          </p:nvGrpSpPr>
          <p:grpSpPr>
            <a:xfrm>
              <a:off x="4882110" y="1888037"/>
              <a:ext cx="162781" cy="158982"/>
              <a:chOff x="4882109" y="1888037"/>
              <a:chExt cx="162781" cy="158982"/>
            </a:xfrm>
          </p:grpSpPr>
          <p:grpSp>
            <p:nvGrpSpPr>
              <p:cNvPr id="1037" name="Google Shape;1037;p44"/>
              <p:cNvGrpSpPr/>
              <p:nvPr/>
            </p:nvGrpSpPr>
            <p:grpSpPr>
              <a:xfrm>
                <a:off x="4970462" y="1955525"/>
                <a:ext cx="74428" cy="86395"/>
                <a:chOff x="4473956" y="5080405"/>
                <a:chExt cx="125350" cy="145507"/>
              </a:xfrm>
            </p:grpSpPr>
            <p:sp>
              <p:nvSpPr>
                <p:cNvPr id="1038" name="Google Shape;1038;p44"/>
                <p:cNvSpPr/>
                <p:nvPr/>
              </p:nvSpPr>
              <p:spPr>
                <a:xfrm>
                  <a:off x="4526434" y="5080405"/>
                  <a:ext cx="72872" cy="51762"/>
                </a:xfrm>
                <a:custGeom>
                  <a:rect b="b" l="l" r="r" t="t"/>
                  <a:pathLst>
                    <a:path extrusionOk="0" h="51762" w="72872">
                      <a:moveTo>
                        <a:pt x="72873" y="45203"/>
                      </a:moveTo>
                      <a:lnTo>
                        <a:pt x="32083" y="0"/>
                      </a:lnTo>
                      <a:lnTo>
                        <a:pt x="0" y="51763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39" name="Google Shape;1039;p44"/>
                <p:cNvSpPr/>
                <p:nvPr/>
              </p:nvSpPr>
              <p:spPr>
                <a:xfrm>
                  <a:off x="4473956" y="5081001"/>
                  <a:ext cx="88037" cy="144911"/>
                </a:xfrm>
                <a:custGeom>
                  <a:rect b="b" l="l" r="r" t="t"/>
                  <a:pathLst>
                    <a:path extrusionOk="0" h="144911" w="88037">
                      <a:moveTo>
                        <a:pt x="84323" y="0"/>
                      </a:moveTo>
                      <a:cubicBezTo>
                        <a:pt x="100305" y="63332"/>
                        <a:pt x="63332" y="128810"/>
                        <a:pt x="0" y="144911"/>
                      </a:cubicBez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40" name="Google Shape;1040;p44"/>
              <p:cNvGrpSpPr/>
              <p:nvPr/>
            </p:nvGrpSpPr>
            <p:grpSpPr>
              <a:xfrm>
                <a:off x="4906656" y="1888037"/>
                <a:ext cx="99638" cy="40790"/>
                <a:chOff x="4366495" y="4966742"/>
                <a:chExt cx="167810" cy="68698"/>
              </a:xfrm>
            </p:grpSpPr>
            <p:sp>
              <p:nvSpPr>
                <p:cNvPr id="1041" name="Google Shape;1041;p44"/>
                <p:cNvSpPr/>
                <p:nvPr/>
              </p:nvSpPr>
              <p:spPr>
                <a:xfrm>
                  <a:off x="4366495" y="4966742"/>
                  <a:ext cx="60588" cy="62496"/>
                </a:xfrm>
                <a:custGeom>
                  <a:rect b="b" l="l" r="r" t="t"/>
                  <a:pathLst>
                    <a:path extrusionOk="0" h="62496" w="60588">
                      <a:moveTo>
                        <a:pt x="22780" y="0"/>
                      </a:moveTo>
                      <a:lnTo>
                        <a:pt x="0" y="56533"/>
                      </a:lnTo>
                      <a:lnTo>
                        <a:pt x="60588" y="62497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42" name="Google Shape;1042;p44"/>
                <p:cNvSpPr/>
                <p:nvPr/>
              </p:nvSpPr>
              <p:spPr>
                <a:xfrm>
                  <a:off x="4366733" y="4994438"/>
                  <a:ext cx="167572" cy="41002"/>
                </a:xfrm>
                <a:custGeom>
                  <a:rect b="b" l="l" r="r" t="t"/>
                  <a:pathLst>
                    <a:path extrusionOk="0" h="41002" w="167572">
                      <a:moveTo>
                        <a:pt x="0" y="28718"/>
                      </a:moveTo>
                      <a:cubicBezTo>
                        <a:pt x="49855" y="-13503"/>
                        <a:pt x="125351" y="-8971"/>
                        <a:pt x="167572" y="41003"/>
                      </a:cubicBez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43" name="Google Shape;1043;p44"/>
              <p:cNvGrpSpPr/>
              <p:nvPr/>
            </p:nvGrpSpPr>
            <p:grpSpPr>
              <a:xfrm>
                <a:off x="4882109" y="1952126"/>
                <a:ext cx="47987" cy="94893"/>
                <a:chOff x="4325153" y="5074680"/>
                <a:chExt cx="80819" cy="159819"/>
              </a:xfrm>
            </p:grpSpPr>
            <p:sp>
              <p:nvSpPr>
                <p:cNvPr id="1044" name="Google Shape;1044;p44"/>
                <p:cNvSpPr/>
                <p:nvPr/>
              </p:nvSpPr>
              <p:spPr>
                <a:xfrm>
                  <a:off x="4345623" y="5170333"/>
                  <a:ext cx="60349" cy="64166"/>
                </a:xfrm>
                <a:custGeom>
                  <a:rect b="b" l="l" r="r" t="t"/>
                  <a:pathLst>
                    <a:path extrusionOk="0" h="64166" w="60349">
                      <a:moveTo>
                        <a:pt x="0" y="64166"/>
                      </a:moveTo>
                      <a:lnTo>
                        <a:pt x="60350" y="55341"/>
                      </a:lnTo>
                      <a:lnTo>
                        <a:pt x="34946" y="0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45" name="Google Shape;1045;p44"/>
                <p:cNvSpPr/>
                <p:nvPr/>
              </p:nvSpPr>
              <p:spPr>
                <a:xfrm>
                  <a:off x="4325153" y="5074680"/>
                  <a:ext cx="79984" cy="150516"/>
                </a:xfrm>
                <a:custGeom>
                  <a:rect b="b" l="l" r="r" t="t"/>
                  <a:pathLst>
                    <a:path extrusionOk="0" h="150516" w="79984">
                      <a:moveTo>
                        <a:pt x="79985" y="150517"/>
                      </a:moveTo>
                      <a:cubicBezTo>
                        <a:pt x="18323" y="128691"/>
                        <a:pt x="-15072" y="61543"/>
                        <a:pt x="6635" y="0"/>
                      </a:cubicBez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046" name="Google Shape;1046;p44"/>
          <p:cNvGrpSpPr/>
          <p:nvPr/>
        </p:nvGrpSpPr>
        <p:grpSpPr>
          <a:xfrm>
            <a:off x="6934205" y="1805063"/>
            <a:ext cx="324932" cy="324932"/>
            <a:chOff x="6934205" y="1805063"/>
            <a:chExt cx="324932" cy="324932"/>
          </a:xfrm>
        </p:grpSpPr>
        <p:sp>
          <p:nvSpPr>
            <p:cNvPr id="1047" name="Google Shape;1047;p44"/>
            <p:cNvSpPr/>
            <p:nvPr/>
          </p:nvSpPr>
          <p:spPr>
            <a:xfrm>
              <a:off x="6934205" y="1805063"/>
              <a:ext cx="324932" cy="324932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048" name="Google Shape;1048;p44"/>
            <p:cNvGrpSpPr/>
            <p:nvPr/>
          </p:nvGrpSpPr>
          <p:grpSpPr>
            <a:xfrm>
              <a:off x="7025342" y="1905504"/>
              <a:ext cx="142657" cy="124050"/>
              <a:chOff x="3750075" y="5366436"/>
              <a:chExt cx="274666" cy="238840"/>
            </a:xfrm>
          </p:grpSpPr>
          <p:sp>
            <p:nvSpPr>
              <p:cNvPr id="1049" name="Google Shape;1049;p44"/>
              <p:cNvSpPr/>
              <p:nvPr/>
            </p:nvSpPr>
            <p:spPr>
              <a:xfrm>
                <a:off x="3900170" y="5450030"/>
                <a:ext cx="123440" cy="155246"/>
              </a:xfrm>
              <a:custGeom>
                <a:rect b="b" l="l" r="r" t="t"/>
                <a:pathLst>
                  <a:path extrusionOk="0" h="155246" w="123440">
                    <a:moveTo>
                      <a:pt x="41097" y="11942"/>
                    </a:moveTo>
                    <a:cubicBezTo>
                      <a:pt x="41097" y="5374"/>
                      <a:pt x="46471" y="0"/>
                      <a:pt x="53039" y="0"/>
                    </a:cubicBezTo>
                    <a:cubicBezTo>
                      <a:pt x="59607" y="0"/>
                      <a:pt x="64981" y="5374"/>
                      <a:pt x="64981" y="11942"/>
                    </a:cubicBezTo>
                    <a:lnTo>
                      <a:pt x="64981" y="68667"/>
                    </a:lnTo>
                    <a:lnTo>
                      <a:pt x="112391" y="82400"/>
                    </a:lnTo>
                    <a:cubicBezTo>
                      <a:pt x="120153" y="84669"/>
                      <a:pt x="124930" y="92670"/>
                      <a:pt x="123019" y="100552"/>
                    </a:cubicBezTo>
                    <a:lnTo>
                      <a:pt x="122064" y="104970"/>
                    </a:lnTo>
                    <a:lnTo>
                      <a:pt x="112988" y="155246"/>
                    </a:lnTo>
                    <a:lnTo>
                      <a:pt x="39903" y="155246"/>
                    </a:lnTo>
                    <a:lnTo>
                      <a:pt x="3360" y="100433"/>
                    </a:lnTo>
                    <a:cubicBezTo>
                      <a:pt x="-11089" y="78220"/>
                      <a:pt x="24737" y="70816"/>
                      <a:pt x="41216" y="107717"/>
                    </a:cubicBezTo>
                    <a:lnTo>
                      <a:pt x="41216" y="11942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50" name="Google Shape;1050;p44"/>
              <p:cNvGrpSpPr/>
              <p:nvPr/>
            </p:nvGrpSpPr>
            <p:grpSpPr>
              <a:xfrm>
                <a:off x="3750075" y="5366436"/>
                <a:ext cx="274666" cy="226899"/>
                <a:chOff x="3750075" y="5366436"/>
                <a:chExt cx="274666" cy="226899"/>
              </a:xfrm>
            </p:grpSpPr>
            <p:sp>
              <p:nvSpPr>
                <p:cNvPr id="1051" name="Google Shape;1051;p44"/>
                <p:cNvSpPr/>
                <p:nvPr/>
              </p:nvSpPr>
              <p:spPr>
                <a:xfrm>
                  <a:off x="3750075" y="5366436"/>
                  <a:ext cx="274666" cy="179130"/>
                </a:xfrm>
                <a:custGeom>
                  <a:rect b="b" l="l" r="r" t="t"/>
                  <a:pathLst>
                    <a:path extrusionOk="0" h="179130" w="274666">
                      <a:moveTo>
                        <a:pt x="131362" y="179131"/>
                      </a:moveTo>
                      <a:lnTo>
                        <a:pt x="11942" y="179131"/>
                      </a:lnTo>
                      <a:cubicBezTo>
                        <a:pt x="5374" y="179131"/>
                        <a:pt x="0" y="173757"/>
                        <a:pt x="0" y="167189"/>
                      </a:cubicBezTo>
                      <a:lnTo>
                        <a:pt x="0" y="11942"/>
                      </a:lnTo>
                      <a:cubicBezTo>
                        <a:pt x="0" y="5374"/>
                        <a:pt x="5374" y="0"/>
                        <a:pt x="11942" y="0"/>
                      </a:cubicBezTo>
                      <a:lnTo>
                        <a:pt x="262725" y="0"/>
                      </a:lnTo>
                      <a:cubicBezTo>
                        <a:pt x="269293" y="0"/>
                        <a:pt x="274667" y="5374"/>
                        <a:pt x="274667" y="11942"/>
                      </a:cubicBezTo>
                      <a:lnTo>
                        <a:pt x="274667" y="143304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52" name="Google Shape;1052;p44"/>
                <p:cNvSpPr/>
                <p:nvPr/>
              </p:nvSpPr>
              <p:spPr>
                <a:xfrm>
                  <a:off x="3773959" y="5390320"/>
                  <a:ext cx="226898" cy="131362"/>
                </a:xfrm>
                <a:custGeom>
                  <a:rect b="b" l="l" r="r" t="t"/>
                  <a:pathLst>
                    <a:path extrusionOk="0" h="131362" w="226898">
                      <a:moveTo>
                        <a:pt x="107478" y="131362"/>
                      </a:moveTo>
                      <a:lnTo>
                        <a:pt x="0" y="131362"/>
                      </a:lnTo>
                      <a:lnTo>
                        <a:pt x="0" y="0"/>
                      </a:lnTo>
                      <a:lnTo>
                        <a:pt x="226899" y="0"/>
                      </a:lnTo>
                      <a:lnTo>
                        <a:pt x="226899" y="107478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53" name="Google Shape;1053;p44"/>
                <p:cNvSpPr/>
                <p:nvPr/>
              </p:nvSpPr>
              <p:spPr>
                <a:xfrm>
                  <a:off x="3827698" y="5581393"/>
                  <a:ext cx="59710" cy="11942"/>
                </a:xfrm>
                <a:custGeom>
                  <a:rect b="b" l="l" r="r" t="t"/>
                  <a:pathLst>
                    <a:path extrusionOk="0" h="11942" w="59710">
                      <a:moveTo>
                        <a:pt x="0" y="0"/>
                      </a:moveTo>
                      <a:lnTo>
                        <a:pt x="59710" y="0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54" name="Google Shape;1054;p44"/>
                <p:cNvSpPr/>
                <p:nvPr/>
              </p:nvSpPr>
              <p:spPr>
                <a:xfrm>
                  <a:off x="3869496" y="5545567"/>
                  <a:ext cx="11942" cy="35826"/>
                </a:xfrm>
                <a:custGeom>
                  <a:rect b="b" l="l" r="r" t="t"/>
                  <a:pathLst>
                    <a:path extrusionOk="0" h="35826" w="11942">
                      <a:moveTo>
                        <a:pt x="0" y="0"/>
                      </a:moveTo>
                      <a:lnTo>
                        <a:pt x="0" y="35826"/>
                      </a:lnTo>
                    </a:path>
                  </a:pathLst>
                </a:custGeom>
                <a:noFill/>
                <a:ln cap="rnd" cmpd="sng" w="9525">
                  <a:solidFill>
                    <a:srgbClr val="7A126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sp>
        <p:nvSpPr>
          <p:cNvPr id="1055" name="Google Shape;1055;p44"/>
          <p:cNvSpPr txBox="1"/>
          <p:nvPr/>
        </p:nvSpPr>
        <p:spPr>
          <a:xfrm>
            <a:off x="815180" y="1699839"/>
            <a:ext cx="993862" cy="535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400" u="none" cap="none" strike="noStrike">
                <a:solidFill>
                  <a:srgbClr val="050404"/>
                </a:solidFill>
                <a:latin typeface="Manrope"/>
                <a:ea typeface="Manrope"/>
                <a:cs typeface="Manrope"/>
                <a:sym typeface="Manrope"/>
              </a:rPr>
              <a:t>Технологийн</a:t>
            </a:r>
            <a:endParaRPr/>
          </a:p>
        </p:txBody>
      </p:sp>
      <p:sp>
        <p:nvSpPr>
          <p:cNvPr id="1056" name="Google Shape;1056;p44"/>
          <p:cNvSpPr txBox="1"/>
          <p:nvPr/>
        </p:nvSpPr>
        <p:spPr>
          <a:xfrm>
            <a:off x="815180" y="2507783"/>
            <a:ext cx="993862" cy="11882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1400" u="none" cap="none" strike="noStrike">
                <a:solidFill>
                  <a:srgbClr val="050404"/>
                </a:solidFill>
                <a:latin typeface="Manrope"/>
                <a:ea typeface="Manrope"/>
                <a:cs typeface="Manrope"/>
                <a:sym typeface="Manrope"/>
              </a:rPr>
              <a:t>Стекийн </a:t>
            </a:r>
            <a:br>
              <a:rPr b="1" i="0" lang="mn-MN" sz="1400" u="none" cap="none" strike="noStrike">
                <a:solidFill>
                  <a:srgbClr val="050404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mn-MN" sz="1400" u="none" cap="none" strike="noStrike">
                <a:solidFill>
                  <a:srgbClr val="050404"/>
                </a:solidFill>
                <a:latin typeface="Manrope"/>
                <a:ea typeface="Manrope"/>
                <a:cs typeface="Manrope"/>
                <a:sym typeface="Manrope"/>
              </a:rPr>
              <a:t>жишээ</a:t>
            </a:r>
            <a:endParaRPr/>
          </a:p>
        </p:txBody>
      </p:sp>
      <p:cxnSp>
        <p:nvCxnSpPr>
          <p:cNvPr id="1057" name="Google Shape;1057;p44"/>
          <p:cNvCxnSpPr/>
          <p:nvPr/>
        </p:nvCxnSpPr>
        <p:spPr>
          <a:xfrm>
            <a:off x="4534704" y="1967528"/>
            <a:ext cx="0" cy="1728546"/>
          </a:xfrm>
          <a:prstGeom prst="straightConnector1">
            <a:avLst/>
          </a:prstGeom>
          <a:noFill/>
          <a:ln cap="flat" cmpd="sng" w="9525">
            <a:solidFill>
              <a:srgbClr val="AFBDD7">
                <a:alpha val="90196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58" name="Google Shape;1058;p44"/>
          <p:cNvCxnSpPr/>
          <p:nvPr/>
        </p:nvCxnSpPr>
        <p:spPr>
          <a:xfrm>
            <a:off x="6667876" y="1967528"/>
            <a:ext cx="0" cy="1728546"/>
          </a:xfrm>
          <a:prstGeom prst="straightConnector1">
            <a:avLst/>
          </a:prstGeom>
          <a:noFill/>
          <a:ln cap="flat" cmpd="sng" w="9525">
            <a:solidFill>
              <a:srgbClr val="AFBDD7">
                <a:alpha val="90196"/>
              </a:srgbClr>
            </a:solidFill>
            <a:prstDash val="dash"/>
            <a:round/>
            <a:headEnd len="sm" w="sm" type="none"/>
            <a:tailEnd len="sm" w="sm" type="none"/>
          </a:ln>
        </p:spPr>
      </p:cxnSp>
      <p:grpSp>
        <p:nvGrpSpPr>
          <p:cNvPr id="1059" name="Google Shape;1059;p44"/>
          <p:cNvGrpSpPr/>
          <p:nvPr/>
        </p:nvGrpSpPr>
        <p:grpSpPr>
          <a:xfrm>
            <a:off x="1950673" y="1749632"/>
            <a:ext cx="434055" cy="434055"/>
            <a:chOff x="2001865" y="1749632"/>
            <a:chExt cx="434055" cy="434055"/>
          </a:xfrm>
        </p:grpSpPr>
        <p:sp>
          <p:nvSpPr>
            <p:cNvPr id="1060" name="Google Shape;1060;p44"/>
            <p:cNvSpPr/>
            <p:nvPr/>
          </p:nvSpPr>
          <p:spPr>
            <a:xfrm rot="2700000">
              <a:off x="2065431" y="181319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7A126B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61" name="Google Shape;1061;p44"/>
            <p:cNvGrpSpPr/>
            <p:nvPr/>
          </p:nvGrpSpPr>
          <p:grpSpPr>
            <a:xfrm>
              <a:off x="2164175" y="1928044"/>
              <a:ext cx="109676" cy="77364"/>
              <a:chOff x="1362642" y="1641228"/>
              <a:chExt cx="1045800" cy="737700"/>
            </a:xfrm>
          </p:grpSpPr>
          <p:sp>
            <p:nvSpPr>
              <p:cNvPr id="1062" name="Google Shape;1062;p44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063" name="Google Shape;1063;p44"/>
              <p:cNvCxnSpPr>
                <a:stCxn id="1062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1064" name="Google Shape;1064;p44"/>
            <p:cNvSpPr/>
            <p:nvPr/>
          </p:nvSpPr>
          <p:spPr>
            <a:xfrm rot="1534588">
              <a:off x="2065963" y="181493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44"/>
          <p:cNvGrpSpPr/>
          <p:nvPr/>
        </p:nvGrpSpPr>
        <p:grpSpPr>
          <a:xfrm>
            <a:off x="1950673" y="2884031"/>
            <a:ext cx="434055" cy="434055"/>
            <a:chOff x="2001865" y="1749632"/>
            <a:chExt cx="434055" cy="434055"/>
          </a:xfrm>
        </p:grpSpPr>
        <p:sp>
          <p:nvSpPr>
            <p:cNvPr id="1066" name="Google Shape;1066;p44"/>
            <p:cNvSpPr/>
            <p:nvPr/>
          </p:nvSpPr>
          <p:spPr>
            <a:xfrm rot="2700000">
              <a:off x="2065431" y="181319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7A126B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67" name="Google Shape;1067;p44"/>
            <p:cNvGrpSpPr/>
            <p:nvPr/>
          </p:nvGrpSpPr>
          <p:grpSpPr>
            <a:xfrm>
              <a:off x="2164175" y="1928044"/>
              <a:ext cx="109676" cy="77364"/>
              <a:chOff x="1362642" y="1641228"/>
              <a:chExt cx="1045800" cy="737700"/>
            </a:xfrm>
          </p:grpSpPr>
          <p:sp>
            <p:nvSpPr>
              <p:cNvPr id="1068" name="Google Shape;1068;p44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069" name="Google Shape;1069;p44"/>
              <p:cNvCxnSpPr>
                <a:stCxn id="1068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1070" name="Google Shape;1070;p44"/>
            <p:cNvSpPr/>
            <p:nvPr/>
          </p:nvSpPr>
          <p:spPr>
            <a:xfrm rot="1534588">
              <a:off x="2065963" y="181493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4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5" name="Google Shape;1075;p45"/>
          <p:cNvGrpSpPr/>
          <p:nvPr/>
        </p:nvGrpSpPr>
        <p:grpSpPr>
          <a:xfrm flipH="1" rot="10800000">
            <a:off x="1425727" y="5796"/>
            <a:ext cx="7718273" cy="3480494"/>
            <a:chOff x="619790" y="1109343"/>
            <a:chExt cx="7718273" cy="3480494"/>
          </a:xfrm>
        </p:grpSpPr>
        <p:sp>
          <p:nvSpPr>
            <p:cNvPr id="1076" name="Google Shape;1076;p45"/>
            <p:cNvSpPr/>
            <p:nvPr/>
          </p:nvSpPr>
          <p:spPr>
            <a:xfrm rot="-5400000">
              <a:off x="4418072" y="4394070"/>
              <a:ext cx="121685" cy="269847"/>
            </a:xfrm>
            <a:custGeom>
              <a:rect b="b" l="l" r="r" t="t"/>
              <a:pathLst>
                <a:path extrusionOk="0" h="498466" w="194439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77" name="Google Shape;1077;p45"/>
            <p:cNvSpPr/>
            <p:nvPr/>
          </p:nvSpPr>
          <p:spPr>
            <a:xfrm rot="-5400000">
              <a:off x="4338102" y="4136760"/>
              <a:ext cx="281625" cy="624528"/>
            </a:xfrm>
            <a:custGeom>
              <a:rect b="b" l="l" r="r" t="t"/>
              <a:pathLst>
                <a:path extrusionOk="0" h="1153639" w="450007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78" name="Google Shape;1078;p45"/>
            <p:cNvSpPr/>
            <p:nvPr/>
          </p:nvSpPr>
          <p:spPr>
            <a:xfrm rot="-5400000">
              <a:off x="4258133" y="3879426"/>
              <a:ext cx="441587" cy="979234"/>
            </a:xfrm>
            <a:custGeom>
              <a:rect b="b" l="l" r="r" t="t"/>
              <a:pathLst>
                <a:path extrusionOk="0" h="1808857" w="705609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79" name="Google Shape;1079;p45"/>
            <p:cNvSpPr/>
            <p:nvPr/>
          </p:nvSpPr>
          <p:spPr>
            <a:xfrm rot="-5400000">
              <a:off x="4178163" y="3622115"/>
              <a:ext cx="601527" cy="1333915"/>
            </a:xfrm>
            <a:custGeom>
              <a:rect b="b" l="l" r="r" t="t"/>
              <a:pathLst>
                <a:path extrusionOk="0" h="2464030" w="961176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0" name="Google Shape;1080;p45"/>
            <p:cNvSpPr/>
            <p:nvPr/>
          </p:nvSpPr>
          <p:spPr>
            <a:xfrm rot="-5400000">
              <a:off x="4098193" y="3364805"/>
              <a:ext cx="761467" cy="1688596"/>
            </a:xfrm>
            <a:custGeom>
              <a:rect b="b" l="l" r="r" t="t"/>
              <a:pathLst>
                <a:path extrusionOk="0" h="3119203" w="1216743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1" name="Google Shape;1081;p45"/>
            <p:cNvSpPr/>
            <p:nvPr/>
          </p:nvSpPr>
          <p:spPr>
            <a:xfrm rot="-5400000">
              <a:off x="4018223" y="3107494"/>
              <a:ext cx="921407" cy="2043277"/>
            </a:xfrm>
            <a:custGeom>
              <a:rect b="b" l="l" r="r" t="t"/>
              <a:pathLst>
                <a:path extrusionOk="0" h="3774376" w="147231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2" name="Google Shape;1082;p45"/>
            <p:cNvSpPr/>
            <p:nvPr/>
          </p:nvSpPr>
          <p:spPr>
            <a:xfrm rot="-5400000">
              <a:off x="3938240" y="2850171"/>
              <a:ext cx="1081348" cy="2397983"/>
            </a:xfrm>
            <a:custGeom>
              <a:rect b="b" l="l" r="r" t="t"/>
              <a:pathLst>
                <a:path extrusionOk="0" h="4429594" w="1727878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3" name="Google Shape;1083;p45"/>
            <p:cNvSpPr/>
            <p:nvPr/>
          </p:nvSpPr>
          <p:spPr>
            <a:xfrm rot="-5400000">
              <a:off x="3858271" y="2592860"/>
              <a:ext cx="1241288" cy="2752664"/>
            </a:xfrm>
            <a:custGeom>
              <a:rect b="b" l="l" r="r" t="t"/>
              <a:pathLst>
                <a:path extrusionOk="0" h="5084767" w="1983445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4" name="Google Shape;1084;p45"/>
            <p:cNvSpPr/>
            <p:nvPr/>
          </p:nvSpPr>
          <p:spPr>
            <a:xfrm rot="-5400000">
              <a:off x="3778300" y="2335550"/>
              <a:ext cx="1401228" cy="3107345"/>
            </a:xfrm>
            <a:custGeom>
              <a:rect b="b" l="l" r="r" t="t"/>
              <a:pathLst>
                <a:path extrusionOk="0" h="5739940" w="2239012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5" name="Google Shape;1085;p45"/>
            <p:cNvSpPr/>
            <p:nvPr/>
          </p:nvSpPr>
          <p:spPr>
            <a:xfrm rot="-5400000">
              <a:off x="3698331" y="2078239"/>
              <a:ext cx="1561168" cy="3462026"/>
            </a:xfrm>
            <a:custGeom>
              <a:rect b="b" l="l" r="r" t="t"/>
              <a:pathLst>
                <a:path extrusionOk="0" h="6395113" w="2494579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6" name="Google Shape;1086;p45"/>
            <p:cNvSpPr/>
            <p:nvPr/>
          </p:nvSpPr>
          <p:spPr>
            <a:xfrm rot="-5400000">
              <a:off x="3618360" y="1820928"/>
              <a:ext cx="1721108" cy="3816708"/>
            </a:xfrm>
            <a:custGeom>
              <a:rect b="b" l="l" r="r" t="t"/>
              <a:pathLst>
                <a:path extrusionOk="0" h="7050286" w="2750147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7" name="Google Shape;1087;p45"/>
            <p:cNvSpPr/>
            <p:nvPr/>
          </p:nvSpPr>
          <p:spPr>
            <a:xfrm rot="-5400000">
              <a:off x="3538403" y="1563606"/>
              <a:ext cx="1881048" cy="4171413"/>
            </a:xfrm>
            <a:custGeom>
              <a:rect b="b" l="l" r="r" t="t"/>
              <a:pathLst>
                <a:path extrusionOk="0" h="7705503" w="3005714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8" name="Google Shape;1088;p45"/>
            <p:cNvSpPr/>
            <p:nvPr/>
          </p:nvSpPr>
          <p:spPr>
            <a:xfrm rot="-5400000">
              <a:off x="3458421" y="1306284"/>
              <a:ext cx="2041010" cy="4526094"/>
            </a:xfrm>
            <a:custGeom>
              <a:rect b="b" l="l" r="r" t="t"/>
              <a:pathLst>
                <a:path extrusionOk="0" h="8360676" w="3261316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89" name="Google Shape;1089;p45"/>
            <p:cNvSpPr/>
            <p:nvPr/>
          </p:nvSpPr>
          <p:spPr>
            <a:xfrm rot="-5400000">
              <a:off x="3378451" y="1048974"/>
              <a:ext cx="2200950" cy="4880775"/>
            </a:xfrm>
            <a:custGeom>
              <a:rect b="b" l="l" r="r" t="t"/>
              <a:pathLst>
                <a:path extrusionOk="0" h="9015849" w="3516883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0" name="Google Shape;1090;p45"/>
            <p:cNvSpPr/>
            <p:nvPr/>
          </p:nvSpPr>
          <p:spPr>
            <a:xfrm rot="-5400000">
              <a:off x="3298482" y="791663"/>
              <a:ext cx="2360890" cy="5235456"/>
            </a:xfrm>
            <a:custGeom>
              <a:rect b="b" l="l" r="r" t="t"/>
              <a:pathLst>
                <a:path extrusionOk="0" h="9671022" w="377245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1" name="Google Shape;1091;p45"/>
            <p:cNvSpPr/>
            <p:nvPr/>
          </p:nvSpPr>
          <p:spPr>
            <a:xfrm rot="-5400000">
              <a:off x="3218499" y="534340"/>
              <a:ext cx="2520831" cy="5590162"/>
            </a:xfrm>
            <a:custGeom>
              <a:rect b="b" l="l" r="r" t="t"/>
              <a:pathLst>
                <a:path extrusionOk="0" h="10326240" w="4028018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2" name="Google Shape;1092;p45"/>
            <p:cNvSpPr/>
            <p:nvPr/>
          </p:nvSpPr>
          <p:spPr>
            <a:xfrm rot="-5400000">
              <a:off x="3138529" y="277030"/>
              <a:ext cx="2680771" cy="5944843"/>
            </a:xfrm>
            <a:custGeom>
              <a:rect b="b" l="l" r="r" t="t"/>
              <a:pathLst>
                <a:path extrusionOk="0" h="10981413" w="4283585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3" name="Google Shape;1093;p45"/>
            <p:cNvSpPr/>
            <p:nvPr/>
          </p:nvSpPr>
          <p:spPr>
            <a:xfrm rot="-5400000">
              <a:off x="3058559" y="19719"/>
              <a:ext cx="2840711" cy="6299524"/>
            </a:xfrm>
            <a:custGeom>
              <a:rect b="b" l="l" r="r" t="t"/>
              <a:pathLst>
                <a:path extrusionOk="0" h="11636586" w="4539152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4" name="Google Shape;1094;p45"/>
            <p:cNvSpPr/>
            <p:nvPr/>
          </p:nvSpPr>
          <p:spPr>
            <a:xfrm rot="-5400000">
              <a:off x="2978589" y="-237592"/>
              <a:ext cx="3000651" cy="6654205"/>
            </a:xfrm>
            <a:custGeom>
              <a:rect b="b" l="l" r="r" t="t"/>
              <a:pathLst>
                <a:path extrusionOk="0" h="12291759" w="4794719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5" name="Google Shape;1095;p45"/>
            <p:cNvSpPr/>
            <p:nvPr/>
          </p:nvSpPr>
          <p:spPr>
            <a:xfrm rot="-5400000">
              <a:off x="2898619" y="-494903"/>
              <a:ext cx="3160591" cy="7008886"/>
            </a:xfrm>
            <a:custGeom>
              <a:rect b="b" l="l" r="r" t="t"/>
              <a:pathLst>
                <a:path extrusionOk="0" h="12946932" w="5050287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6" name="Google Shape;1096;p45"/>
            <p:cNvSpPr/>
            <p:nvPr/>
          </p:nvSpPr>
          <p:spPr>
            <a:xfrm rot="-5400000">
              <a:off x="2818661" y="-752225"/>
              <a:ext cx="3320531" cy="7363592"/>
            </a:xfrm>
            <a:custGeom>
              <a:rect b="b" l="l" r="r" t="t"/>
              <a:pathLst>
                <a:path extrusionOk="0" h="13602150" w="5305854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097" name="Google Shape;1097;p45"/>
            <p:cNvSpPr/>
            <p:nvPr/>
          </p:nvSpPr>
          <p:spPr>
            <a:xfrm rot="-5400000">
              <a:off x="2738680" y="-1009547"/>
              <a:ext cx="3480493" cy="7718273"/>
            </a:xfrm>
            <a:custGeom>
              <a:rect b="b" l="l" r="r" t="t"/>
              <a:pathLst>
                <a:path extrusionOk="0" h="14257323" w="5561456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1098" name="Google Shape;1098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77689" y="828133"/>
            <a:ext cx="6857041" cy="4131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9" name="Google Shape;1099;p45"/>
          <p:cNvPicPr preferRelativeResize="0"/>
          <p:nvPr/>
        </p:nvPicPr>
        <p:blipFill rotWithShape="1">
          <a:blip r:embed="rId4">
            <a:alphaModFix/>
          </a:blip>
          <a:srcRect b="0" l="17735" r="17735" t="0"/>
          <a:stretch/>
        </p:blipFill>
        <p:spPr>
          <a:xfrm>
            <a:off x="5011815" y="1022405"/>
            <a:ext cx="4384325" cy="3397146"/>
          </a:xfrm>
          <a:prstGeom prst="round2SameRect">
            <a:avLst>
              <a:gd fmla="val 3099" name="adj1"/>
              <a:gd fmla="val 0" name="adj2"/>
            </a:avLst>
          </a:prstGeom>
          <a:noFill/>
          <a:ln>
            <a:noFill/>
          </a:ln>
        </p:spPr>
      </p:pic>
      <p:sp>
        <p:nvSpPr>
          <p:cNvPr id="1100" name="Google Shape;1100;p45"/>
          <p:cNvSpPr txBox="1"/>
          <p:nvPr/>
        </p:nvSpPr>
        <p:spPr>
          <a:xfrm>
            <a:off x="561975" y="1595065"/>
            <a:ext cx="3819956" cy="8863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1" i="0" lang="mn-MN" sz="32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Эцсийн </a:t>
            </a:r>
            <a:br>
              <a:rPr b="1" i="0" lang="mn-MN" sz="32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mn-MN" sz="32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зөвлөмж</a:t>
            </a:r>
            <a:endParaRPr/>
          </a:p>
        </p:txBody>
      </p:sp>
      <p:sp>
        <p:nvSpPr>
          <p:cNvPr id="1101" name="Google Shape;1101;p45"/>
          <p:cNvSpPr txBox="1"/>
          <p:nvPr/>
        </p:nvSpPr>
        <p:spPr>
          <a:xfrm>
            <a:off x="561975" y="2678077"/>
            <a:ext cx="3819956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14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Үр дүнд суурилсан шийдлийг санал болгоно. Харилцагчидтайгаа урт хугацааны түншлэл тогтооно.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</a:pPr>
            <a:r>
              <a:rPr b="0" i="0" lang="mn-MN" sz="14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Технологийн шинэчлэлийг тасралтгүй нэвтрүүлнэ. Энд гол санаагаа бичнэ үү.</a:t>
            </a:r>
            <a:endParaRPr/>
          </a:p>
        </p:txBody>
      </p:sp>
      <p:grpSp>
        <p:nvGrpSpPr>
          <p:cNvPr id="1102" name="Google Shape;1102;p45"/>
          <p:cNvGrpSpPr/>
          <p:nvPr/>
        </p:nvGrpSpPr>
        <p:grpSpPr>
          <a:xfrm>
            <a:off x="462693" y="675356"/>
            <a:ext cx="838475" cy="838474"/>
            <a:chOff x="462693" y="675356"/>
            <a:chExt cx="838475" cy="838474"/>
          </a:xfrm>
        </p:grpSpPr>
        <p:grpSp>
          <p:nvGrpSpPr>
            <p:cNvPr id="1103" name="Google Shape;1103;p45"/>
            <p:cNvGrpSpPr/>
            <p:nvPr/>
          </p:nvGrpSpPr>
          <p:grpSpPr>
            <a:xfrm rot="-5630581">
              <a:off x="488198" y="700860"/>
              <a:ext cx="787466" cy="787467"/>
              <a:chOff x="2487025" y="947988"/>
              <a:chExt cx="402161" cy="402161"/>
            </a:xfrm>
          </p:grpSpPr>
          <p:sp>
            <p:nvSpPr>
              <p:cNvPr id="1104" name="Google Shape;1104;p45"/>
              <p:cNvSpPr/>
              <p:nvPr/>
            </p:nvSpPr>
            <p:spPr>
              <a:xfrm rot="5191475">
                <a:off x="2532905" y="996139"/>
                <a:ext cx="306923" cy="306923"/>
              </a:xfrm>
              <a:prstGeom prst="ellipse">
                <a:avLst/>
              </a:prstGeom>
              <a:noFill/>
              <a:ln cap="flat" cmpd="sng" w="9525">
                <a:solidFill>
                  <a:srgbClr val="D8D8D8">
                    <a:alpha val="58039"/>
                  </a:srgbClr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 rot="4026063">
                <a:off x="2534644" y="995607"/>
                <a:ext cx="306923" cy="306923"/>
              </a:xfrm>
              <a:prstGeom prst="arc">
                <a:avLst>
                  <a:gd fmla="val 16200000" name="adj1"/>
                  <a:gd fmla="val 2547781" name="adj2"/>
                </a:avLst>
              </a:prstGeom>
              <a:noFill/>
              <a:ln cap="flat" cmpd="sng" w="254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>
              <a:off x="745231" y="958864"/>
              <a:ext cx="274666" cy="274786"/>
              <a:chOff x="11603830" y="1341188"/>
              <a:chExt cx="274666" cy="274786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11603830" y="1341188"/>
                <a:ext cx="274666" cy="274786"/>
              </a:xfrm>
              <a:custGeom>
                <a:rect b="b" l="l" r="r" t="t"/>
                <a:pathLst>
                  <a:path extrusionOk="0" h="274786" w="274666">
                    <a:moveTo>
                      <a:pt x="190117" y="50754"/>
                    </a:moveTo>
                    <a:cubicBezTo>
                      <a:pt x="181280" y="45380"/>
                      <a:pt x="165636" y="41319"/>
                      <a:pt x="155246" y="38812"/>
                    </a:cubicBezTo>
                    <a:lnTo>
                      <a:pt x="155246" y="0"/>
                    </a:lnTo>
                    <a:lnTo>
                      <a:pt x="119420" y="0"/>
                    </a:lnTo>
                    <a:lnTo>
                      <a:pt x="119420" y="38812"/>
                    </a:lnTo>
                    <a:cubicBezTo>
                      <a:pt x="109031" y="41319"/>
                      <a:pt x="93387" y="45380"/>
                      <a:pt x="84549" y="50754"/>
                    </a:cubicBezTo>
                    <a:lnTo>
                      <a:pt x="57083" y="23287"/>
                    </a:lnTo>
                    <a:lnTo>
                      <a:pt x="23287" y="57083"/>
                    </a:lnTo>
                    <a:lnTo>
                      <a:pt x="50754" y="84550"/>
                    </a:lnTo>
                    <a:cubicBezTo>
                      <a:pt x="45380" y="93387"/>
                      <a:pt x="41319" y="109031"/>
                      <a:pt x="38812" y="119420"/>
                    </a:cubicBezTo>
                    <a:lnTo>
                      <a:pt x="0" y="119420"/>
                    </a:lnTo>
                    <a:lnTo>
                      <a:pt x="0" y="155246"/>
                    </a:lnTo>
                    <a:lnTo>
                      <a:pt x="38812" y="155246"/>
                    </a:lnTo>
                    <a:cubicBezTo>
                      <a:pt x="41319" y="165636"/>
                      <a:pt x="45380" y="181280"/>
                      <a:pt x="50754" y="190117"/>
                    </a:cubicBezTo>
                    <a:lnTo>
                      <a:pt x="23287" y="217584"/>
                    </a:lnTo>
                    <a:lnTo>
                      <a:pt x="57083" y="251380"/>
                    </a:lnTo>
                    <a:lnTo>
                      <a:pt x="84549" y="223913"/>
                    </a:lnTo>
                    <a:cubicBezTo>
                      <a:pt x="93387" y="229287"/>
                      <a:pt x="109031" y="233467"/>
                      <a:pt x="119420" y="235975"/>
                    </a:cubicBezTo>
                    <a:lnTo>
                      <a:pt x="119420" y="274786"/>
                    </a:lnTo>
                    <a:lnTo>
                      <a:pt x="155246" y="274786"/>
                    </a:lnTo>
                    <a:lnTo>
                      <a:pt x="155246" y="235975"/>
                    </a:lnTo>
                    <a:cubicBezTo>
                      <a:pt x="165636" y="233467"/>
                      <a:pt x="181280" y="229406"/>
                      <a:pt x="190117" y="224033"/>
                    </a:cubicBezTo>
                    <a:lnTo>
                      <a:pt x="217584" y="251499"/>
                    </a:lnTo>
                    <a:lnTo>
                      <a:pt x="251380" y="217703"/>
                    </a:lnTo>
                    <a:lnTo>
                      <a:pt x="223913" y="190237"/>
                    </a:lnTo>
                    <a:cubicBezTo>
                      <a:pt x="229287" y="181399"/>
                      <a:pt x="233347" y="165755"/>
                      <a:pt x="235855" y="155366"/>
                    </a:cubicBezTo>
                    <a:lnTo>
                      <a:pt x="274667" y="155366"/>
                    </a:lnTo>
                    <a:lnTo>
                      <a:pt x="274667" y="119540"/>
                    </a:lnTo>
                    <a:lnTo>
                      <a:pt x="235855" y="119540"/>
                    </a:lnTo>
                    <a:cubicBezTo>
                      <a:pt x="234422" y="113569"/>
                      <a:pt x="232392" y="105806"/>
                      <a:pt x="230004" y="98641"/>
                    </a:cubicBezTo>
                  </a:path>
                </a:pathLst>
              </a:custGeom>
              <a:noFill/>
              <a:ln cap="rnd" cmpd="sng" w="1192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1693395" y="1341188"/>
                <a:ext cx="185101" cy="167188"/>
              </a:xfrm>
              <a:custGeom>
                <a:rect b="b" l="l" r="r" t="t"/>
                <a:pathLst>
                  <a:path extrusionOk="0" h="167188" w="185101">
                    <a:moveTo>
                      <a:pt x="185102" y="0"/>
                    </a:moveTo>
                    <a:lnTo>
                      <a:pt x="47768" y="167188"/>
                    </a:lnTo>
                    <a:lnTo>
                      <a:pt x="0" y="113449"/>
                    </a:lnTo>
                  </a:path>
                </a:pathLst>
              </a:custGeom>
              <a:noFill/>
              <a:ln cap="rnd" cmpd="sng" w="1192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35"/>
          <p:cNvPicPr preferRelativeResize="0"/>
          <p:nvPr/>
        </p:nvPicPr>
        <p:blipFill rotWithShape="1">
          <a:blip r:embed="rId3">
            <a:alphaModFix/>
          </a:blip>
          <a:srcRect b="25788" l="0" r="0" t="17759"/>
          <a:stretch/>
        </p:blipFill>
        <p:spPr>
          <a:xfrm>
            <a:off x="0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5"/>
          <p:cNvSpPr txBox="1"/>
          <p:nvPr/>
        </p:nvSpPr>
        <p:spPr>
          <a:xfrm>
            <a:off x="4043609" y="1012283"/>
            <a:ext cx="4529149" cy="11079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Технологийн</a:t>
            </a:r>
            <a:endParaRPr/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стек · 2-р хэсэг</a:t>
            </a:r>
            <a:endParaRPr/>
          </a:p>
        </p:txBody>
      </p:sp>
      <p:pic>
        <p:nvPicPr>
          <p:cNvPr id="210" name="Google Shape;21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-1890732" y="828133"/>
            <a:ext cx="6857043" cy="4131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5"/>
          <p:cNvPicPr preferRelativeResize="0"/>
          <p:nvPr/>
        </p:nvPicPr>
        <p:blipFill rotWithShape="1">
          <a:blip r:embed="rIdSy1">
            <a:alphaModFix/>
          </a:blip>
          <a:srcRect l="13708" r="13708"/>
          <a:stretch/>
        </p:blipFill>
        <p:spPr>
          <a:xfrm flipH="1">
            <a:off x="-252140" y="1022405"/>
            <a:ext cx="4384325" cy="3397146"/>
          </a:xfrm>
          <a:prstGeom prst="round2SameRect">
            <a:avLst>
              <a:gd fmla="val 3099" name="adj1"/>
              <a:gd fmla="val 0" name="adj2"/>
            </a:avLst>
          </a:prstGeom>
          <a:noFill/>
          <a:ln>
            <a:noFill/>
          </a:ln>
        </p:spPr>
      </p:pic>
      <p:grpSp>
        <p:nvGrpSpPr>
          <p:cNvPr id="212" name="Google Shape;212;p35"/>
          <p:cNvGrpSpPr/>
          <p:nvPr/>
        </p:nvGrpSpPr>
        <p:grpSpPr>
          <a:xfrm flipH="1">
            <a:off x="7794873" y="2354580"/>
            <a:ext cx="725013" cy="2210690"/>
            <a:chOff x="624114" y="2354580"/>
            <a:chExt cx="725013" cy="2210690"/>
          </a:xfrm>
        </p:grpSpPr>
        <p:sp>
          <p:nvSpPr>
            <p:cNvPr id="213" name="Google Shape;213;p35"/>
            <p:cNvSpPr/>
            <p:nvPr/>
          </p:nvSpPr>
          <p:spPr>
            <a:xfrm rot="2700000">
              <a:off x="978638" y="4194781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4" name="Google Shape;214;p35"/>
            <p:cNvGrpSpPr/>
            <p:nvPr/>
          </p:nvGrpSpPr>
          <p:grpSpPr>
            <a:xfrm>
              <a:off x="1077382" y="4309627"/>
              <a:ext cx="109676" cy="77364"/>
              <a:chOff x="1362642" y="1641228"/>
              <a:chExt cx="1045800" cy="737700"/>
            </a:xfrm>
          </p:grpSpPr>
          <p:sp>
            <p:nvSpPr>
              <p:cNvPr id="215" name="Google Shape;215;p35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16" name="Google Shape;216;p35"/>
              <p:cNvCxnSpPr>
                <a:stCxn id="215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217" name="Google Shape;217;p35"/>
            <p:cNvSpPr/>
            <p:nvPr/>
          </p:nvSpPr>
          <p:spPr>
            <a:xfrm rot="1534588">
              <a:off x="979170" y="4196520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8" name="Google Shape;218;p35"/>
            <p:cNvCxnSpPr/>
            <p:nvPr/>
          </p:nvCxnSpPr>
          <p:spPr>
            <a:xfrm>
              <a:off x="624114" y="2354580"/>
              <a:ext cx="0" cy="175387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9" name="Google Shape;219;p35"/>
            <p:cNvSpPr/>
            <p:nvPr/>
          </p:nvSpPr>
          <p:spPr>
            <a:xfrm rot="10800000">
              <a:off x="624114" y="3856308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20" name="Google Shape;220;p35"/>
            <p:cNvCxnSpPr/>
            <p:nvPr/>
          </p:nvCxnSpPr>
          <p:spPr>
            <a:xfrm>
              <a:off x="876255" y="4360591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21" name="Google Shape;221;p35"/>
          <p:cNvSpPr txBox="1"/>
          <p:nvPr/>
        </p:nvSpPr>
        <p:spPr>
          <a:xfrm>
            <a:off x="6466321" y="4277491"/>
            <a:ext cx="1230753" cy="1661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2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Тайлбар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35"/>
          <p:cNvPicPr preferRelativeResize="0"/>
          <p:nvPr/>
        </p:nvPicPr>
        <p:blipFill rotWithShape="1">
          <a:blip r:embed="rId3">
            <a:alphaModFix/>
          </a:blip>
          <a:srcRect b="25788" l="0" r="0" t="17759"/>
          <a:stretch/>
        </p:blipFill>
        <p:spPr>
          <a:xfrm>
            <a:off x="0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5"/>
          <p:cNvSpPr txBox="1"/>
          <p:nvPr/>
        </p:nvSpPr>
        <p:spPr>
          <a:xfrm>
            <a:off x="4043609" y="1012283"/>
            <a:ext cx="4529149" cy="11079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Баярлалаа</a:t>
            </a:r>
            <a:endParaRPr/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endParaRPr/>
          </a:p>
        </p:txBody>
      </p:sp>
      <p:pic>
        <p:nvPicPr>
          <p:cNvPr id="210" name="Google Shape;21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-1890732" y="828133"/>
            <a:ext cx="6857043" cy="4131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5"/>
          <p:cNvPicPr preferRelativeResize="0"/>
          <p:nvPr/>
        </p:nvPicPr>
        <p:blipFill rotWithShape="1">
          <a:blip r:embed="rIdSy1">
            <a:alphaModFix/>
          </a:blip>
          <a:srcRect l="13708" r="13708"/>
          <a:stretch/>
        </p:blipFill>
        <p:spPr>
          <a:xfrm flipH="1">
            <a:off x="-252140" y="1022405"/>
            <a:ext cx="4384325" cy="3397146"/>
          </a:xfrm>
          <a:prstGeom prst="round2SameRect">
            <a:avLst>
              <a:gd fmla="val 3099" name="adj1"/>
              <a:gd fmla="val 0" name="adj2"/>
            </a:avLst>
          </a:prstGeom>
          <a:noFill/>
          <a:ln>
            <a:noFill/>
          </a:ln>
        </p:spPr>
      </p:pic>
      <p:grpSp>
        <p:nvGrpSpPr>
          <p:cNvPr id="212" name="Google Shape;212;p35"/>
          <p:cNvGrpSpPr/>
          <p:nvPr/>
        </p:nvGrpSpPr>
        <p:grpSpPr>
          <a:xfrm flipH="1">
            <a:off x="7794873" y="2354580"/>
            <a:ext cx="725013" cy="2210690"/>
            <a:chOff x="624114" y="2354580"/>
            <a:chExt cx="725013" cy="2210690"/>
          </a:xfrm>
        </p:grpSpPr>
        <p:sp>
          <p:nvSpPr>
            <p:cNvPr id="213" name="Google Shape;213;p35"/>
            <p:cNvSpPr/>
            <p:nvPr/>
          </p:nvSpPr>
          <p:spPr>
            <a:xfrm rot="2700000">
              <a:off x="978638" y="4194781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4" name="Google Shape;214;p35"/>
            <p:cNvGrpSpPr/>
            <p:nvPr/>
          </p:nvGrpSpPr>
          <p:grpSpPr>
            <a:xfrm>
              <a:off x="1077382" y="4309627"/>
              <a:ext cx="109676" cy="77364"/>
              <a:chOff x="1362642" y="1641228"/>
              <a:chExt cx="1045800" cy="737700"/>
            </a:xfrm>
          </p:grpSpPr>
          <p:sp>
            <p:nvSpPr>
              <p:cNvPr id="215" name="Google Shape;215;p35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16" name="Google Shape;216;p35"/>
              <p:cNvCxnSpPr>
                <a:stCxn id="215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217" name="Google Shape;217;p35"/>
            <p:cNvSpPr/>
            <p:nvPr/>
          </p:nvSpPr>
          <p:spPr>
            <a:xfrm rot="1534588">
              <a:off x="979170" y="4196520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8" name="Google Shape;218;p35"/>
            <p:cNvCxnSpPr/>
            <p:nvPr/>
          </p:nvCxnSpPr>
          <p:spPr>
            <a:xfrm>
              <a:off x="624114" y="2354580"/>
              <a:ext cx="0" cy="175387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9" name="Google Shape;219;p35"/>
            <p:cNvSpPr/>
            <p:nvPr/>
          </p:nvSpPr>
          <p:spPr>
            <a:xfrm rot="10800000">
              <a:off x="624114" y="3856308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20" name="Google Shape;220;p35"/>
            <p:cNvCxnSpPr/>
            <p:nvPr/>
          </p:nvCxnSpPr>
          <p:spPr>
            <a:xfrm>
              <a:off x="876255" y="4360591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21" name="Google Shape;221;p35"/>
          <p:cNvSpPr txBox="1"/>
          <p:nvPr/>
        </p:nvSpPr>
        <p:spPr>
          <a:xfrm>
            <a:off x="6466321" y="4277491"/>
            <a:ext cx="1230753" cy="1661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2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2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