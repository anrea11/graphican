
<file path=[Content_Types].xml><?xml version="1.0" encoding="utf-8"?>
<Types xmlns="http://schemas.openxmlformats.org/package/2006/content-types">
  <Default Extension="jpg" ContentType="image/jpe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9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4"/>
    <p:sldMasterId id="2147483680" r:id="rId5"/>
    <p:sldMasterId id="2147483681" r:id="rId6"/>
  </p:sldMasterIdLst>
  <p:notesMasterIdLst>
    <p:notesMasterId r:id="rId7"/>
  </p:notesMasterIdLst>
  <p:sldIdLst>
    <p:sldId id="256" r:id="rId8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Manrope"/>
      <p:bold r:id="rId19"/>
      <p:boldItalic r:id="rId20"/>
    </p:embeddedFont>
    <p:embeddedFont>
      <p:font typeface="Roboto"/>
      <p:regular r:id="rId21"/>
      <p:bold r:id="rId22"/>
      <p:italic r:id="rId23"/>
      <p:boldItalic r:id="rId24"/>
    </p:embeddedFont>
    <p:embeddedFont>
      <p:font typeface="Manrope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  <p15:guide id="3" pos="5465">
          <p15:clr>
            <a:srgbClr val="A4A3A4"/>
          </p15:clr>
        </p15:guide>
        <p15:guide id="4" pos="340">
          <p15:clr>
            <a:srgbClr val="A4A3A4"/>
          </p15:clr>
        </p15:guide>
        <p15:guide id="5" orient="horz" pos="2731">
          <p15:clr>
            <a:srgbClr val="A4A3A4"/>
          </p15:clr>
        </p15:guide>
        <p15:guide id="6" orient="horz" pos="73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5465"/>
        <p:guide pos="340"/>
        <p:guide pos="2731" orient="horz"/>
        <p:guide pos="735" orient="horz"/>
      </p:guideLst>
    </p:cSldViewPr>
  </p:slideViewPr>
</p:viewPr>
</file>

<file path=ppt/_rels/presentation.xml.rels><?xml version="1.0" encoding="utf-8"?><Relationships xmlns="http://schemas.openxmlformats.org/package/2006/relationships"><Relationship Id="rId20" Type="http://schemas.openxmlformats.org/officeDocument/2006/relationships/font" Target="fonts/PlusJakartaSansExtraBold-boldItalic.fntdata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26" Type="http://schemas.openxmlformats.org/officeDocument/2006/relationships/font" Target="fonts/PlusJakartaSans-bold.fntdata"/><Relationship Id="rId25" Type="http://schemas.openxmlformats.org/officeDocument/2006/relationships/font" Target="fonts/PlusJakartaSans-regular.fntdata"/><Relationship Id="rId28" Type="http://schemas.openxmlformats.org/officeDocument/2006/relationships/font" Target="fonts/PlusJakartaSans-boldItalic.fntdata"/><Relationship Id="rId27" Type="http://schemas.openxmlformats.org/officeDocument/2006/relationships/font" Target="fonts/PlusJakartaSans-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font" Target="fonts/PlusJakartaSansExtraBold-bold.fntdata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Gc1" Type="http://schemas.openxmlformats.org/officeDocument/2006/relationships/image" Target="../media/gclogo_1.pn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Gc1" Type="http://schemas.openxmlformats.org/officeDocument/2006/relationships/image" Target="../media/gclogo_1.png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Gc1" Type="http://schemas.openxmlformats.org/officeDocument/2006/relationships/image" Target="../media/gclogo_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Gc1" Type="http://schemas.openxmlformats.org/officeDocument/2006/relationships/image" Target="../media/gclogo_1.png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Relationship Id="rIdGc1" Type="http://schemas.openxmlformats.org/officeDocument/2006/relationships/image" Target="../media/gclogo_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Relationship Id="rIdGc1" Type="http://schemas.openxmlformats.org/officeDocument/2006/relationships/image" Target="../media/gclogo_1.png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Gc1" Type="http://schemas.openxmlformats.org/officeDocument/2006/relationships/image" Target="../media/gclogo_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EAD5E6"/>
              </a:gs>
              <a:gs pos="100000">
                <a:srgbClr val="AFBDD7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393700" y="368300"/>
            <a:ext cx="8356600" cy="4406900"/>
          </a:xfrm>
          <a:prstGeom prst="roundRect">
            <a:avLst>
              <a:gd fmla="val 4300" name="adj"/>
            </a:avLst>
          </a:prstGeom>
          <a:gradFill>
            <a:gsLst>
              <a:gs pos="0">
                <a:srgbClr val="EAD5E6">
                  <a:alpha val="0"/>
                </a:srgbClr>
              </a:gs>
              <a:gs pos="37000">
                <a:srgbClr val="EAD5E6">
                  <a:alpha val="0"/>
                </a:srgbClr>
              </a:gs>
              <a:gs pos="100000">
                <a:srgbClr val="FFF6F9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Gc1">
            <a:alphaModFix/>
          </a:blip>
          <a:stretch/>
        </p:blipFill>
        <p:spPr>
          <a:xfrm>
            <a:off x="544902" y="512211"/>
            <a:ext cx="761196" cy="291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1_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EAD5E6"/>
              </a:gs>
              <a:gs pos="51000">
                <a:srgbClr val="EAD5E6"/>
              </a:gs>
              <a:gs pos="100000">
                <a:srgbClr val="AFBDD7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 b="25788" l="0" r="0" t="17759"/>
          <a:stretch/>
        </p:blipFill>
        <p:spPr>
          <a:xfrm flipH="1">
            <a:off x="4592105" y="0"/>
            <a:ext cx="455189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/>
          <p:cNvPicPr preferRelativeResize="0"/>
          <p:nvPr/>
        </p:nvPicPr>
        <p:blipFill rotWithShape="1">
          <a:blip r:embed="rIdGc1">
            <a:alphaModFix/>
          </a:blip>
          <a:stretch/>
        </p:blipFill>
        <p:spPr>
          <a:xfrm>
            <a:off x="8444499" y="4773030"/>
            <a:ext cx="464722" cy="177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1_Blank 2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EAD5E6"/>
              </a:gs>
              <a:gs pos="51000">
                <a:srgbClr val="EAD5E6"/>
              </a:gs>
              <a:gs pos="100000">
                <a:srgbClr val="AFBDD7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"/>
          <p:cNvSpPr/>
          <p:nvPr/>
        </p:nvSpPr>
        <p:spPr>
          <a:xfrm rot="10800000">
            <a:off x="289559" y="-2"/>
            <a:ext cx="8854440" cy="4580511"/>
          </a:xfrm>
          <a:prstGeom prst="round1Rect">
            <a:avLst>
              <a:gd fmla="val 410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4"/>
          <p:cNvPicPr preferRelativeResize="0"/>
          <p:nvPr/>
        </p:nvPicPr>
        <p:blipFill rotWithShape="1">
          <a:blip r:embed="rIdGc1">
            <a:alphaModFix/>
          </a:blip>
          <a:stretch/>
        </p:blipFill>
        <p:spPr>
          <a:xfrm>
            <a:off x="8444499" y="4773030"/>
            <a:ext cx="464722" cy="177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57188" y="273844"/>
            <a:ext cx="8429625" cy="726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7" name="Google Shape;37;p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357188" y="273844"/>
            <a:ext cx="8429625" cy="726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2" name="Google Shape;52;p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10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9" name="Google Shape;59;p1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/>
          <p:nvPr>
            <p:ph type="title"/>
          </p:nvPr>
        </p:nvSpPr>
        <p:spPr>
          <a:xfrm>
            <a:off x="357188" y="273844"/>
            <a:ext cx="8429625" cy="726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 rot="5400000">
            <a:off x="2834283" y="-1319808"/>
            <a:ext cx="3475435" cy="84296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EAD5E6"/>
              </a:gs>
              <a:gs pos="51000">
                <a:srgbClr val="EAD5E6"/>
              </a:gs>
              <a:gs pos="100000">
                <a:srgbClr val="AFBDD7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 rotWithShape="1">
          <a:blip r:embed="rId2">
            <a:alphaModFix/>
          </a:blip>
          <a:srcRect b="25788" l="0" r="0" t="17759"/>
          <a:stretch/>
        </p:blipFill>
        <p:spPr>
          <a:xfrm flipH="1">
            <a:off x="4592105" y="0"/>
            <a:ext cx="455189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4"/>
          <p:cNvPicPr preferRelativeResize="0"/>
          <p:nvPr/>
        </p:nvPicPr>
        <p:blipFill rotWithShape="1">
          <a:blip r:embed="rIdGc1">
            <a:alphaModFix/>
          </a:blip>
          <a:stretch/>
        </p:blipFill>
        <p:spPr>
          <a:xfrm>
            <a:off x="8444499" y="4773030"/>
            <a:ext cx="464722" cy="177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1_Blank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EAD5E6"/>
              </a:gs>
              <a:gs pos="51000">
                <a:srgbClr val="EAD5E6"/>
              </a:gs>
              <a:gs pos="100000">
                <a:srgbClr val="AFBDD7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5"/>
          <p:cNvSpPr/>
          <p:nvPr/>
        </p:nvSpPr>
        <p:spPr>
          <a:xfrm rot="10800000">
            <a:off x="289559" y="-2"/>
            <a:ext cx="8854440" cy="4580511"/>
          </a:xfrm>
          <a:prstGeom prst="round1Rect">
            <a:avLst>
              <a:gd fmla="val 410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5"/>
          <p:cNvPicPr preferRelativeResize="0"/>
          <p:nvPr/>
        </p:nvPicPr>
        <p:blipFill rotWithShape="1">
          <a:blip r:embed="rIdGc1">
            <a:alphaModFix/>
          </a:blip>
          <a:stretch/>
        </p:blipFill>
        <p:spPr>
          <a:xfrm>
            <a:off x="8444499" y="4773030"/>
            <a:ext cx="464722" cy="177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16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57188" y="273844"/>
            <a:ext cx="8429625" cy="726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17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2" name="Google Shape;102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3" name="Google Shape;103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4" name="Google Shape;104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5" name="Google Shape;105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18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57188" y="273844"/>
            <a:ext cx="8429625" cy="726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" name="Google Shape;111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" name="Google Shape;112;p19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16" name="Google Shape;116;p20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7" name="Google Shape;117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20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1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4" name="Google Shape;124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Google Shape;125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6" name="Google Shape;126;p21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357188" y="273844"/>
            <a:ext cx="8429625" cy="726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 rot="5400000">
            <a:off x="2834283" y="-1319808"/>
            <a:ext cx="3475435" cy="84296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0" name="Google Shape;13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" name="Google Shape;13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22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7" name="Google Shape;13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8" name="Google Shape;138;p23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EAD5E6"/>
              </a:gs>
              <a:gs pos="51000">
                <a:srgbClr val="EAD5E6"/>
              </a:gs>
              <a:gs pos="100000">
                <a:srgbClr val="AFBDD7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5"/>
          <p:cNvSpPr/>
          <p:nvPr/>
        </p:nvSpPr>
        <p:spPr>
          <a:xfrm rot="10800000">
            <a:off x="289559" y="-2"/>
            <a:ext cx="8854440" cy="4580511"/>
          </a:xfrm>
          <a:prstGeom prst="round1Rect">
            <a:avLst>
              <a:gd fmla="val 410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25"/>
          <p:cNvPicPr preferRelativeResize="0"/>
          <p:nvPr/>
        </p:nvPicPr>
        <p:blipFill rotWithShape="1">
          <a:blip r:embed="rIdGc1">
            <a:alphaModFix/>
          </a:blip>
          <a:stretch/>
        </p:blipFill>
        <p:spPr>
          <a:xfrm>
            <a:off x="8444499" y="4773030"/>
            <a:ext cx="464722" cy="177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EAD5E6"/>
              </a:gs>
              <a:gs pos="51000">
                <a:srgbClr val="EAD5E6"/>
              </a:gs>
              <a:gs pos="100000">
                <a:srgbClr val="AFBDD7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26"/>
          <p:cNvPicPr preferRelativeResize="0"/>
          <p:nvPr/>
        </p:nvPicPr>
        <p:blipFill rotWithShape="1">
          <a:blip r:embed="rId2">
            <a:alphaModFix/>
          </a:blip>
          <a:srcRect b="25788" l="0" r="0" t="17759"/>
          <a:stretch/>
        </p:blipFill>
        <p:spPr>
          <a:xfrm flipH="1">
            <a:off x="4592105" y="0"/>
            <a:ext cx="455189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6"/>
          <p:cNvPicPr preferRelativeResize="0"/>
          <p:nvPr/>
        </p:nvPicPr>
        <p:blipFill rotWithShape="1">
          <a:blip r:embed="rIdGc1">
            <a:alphaModFix/>
          </a:blip>
          <a:stretch/>
        </p:blipFill>
        <p:spPr>
          <a:xfrm>
            <a:off x="8444499" y="4773030"/>
            <a:ext cx="464722" cy="177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4" name="Google Shape;154;p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5" name="Google Shape;155;p2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6" name="Google Shape;156;p27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57188" y="273844"/>
            <a:ext cx="8429625" cy="726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0" name="Google Shape;160;p28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1" name="Google Shape;161;p2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3" name="Google Shape;163;p28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6" name="Google Shape;166;p29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7" name="Google Shape;167;p29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8" name="Google Shape;168;p29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9" name="Google Shape;169;p2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0" name="Google Shape;170;p2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1" name="Google Shape;171;p2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2" name="Google Shape;172;p29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/>
          <p:nvPr>
            <p:ph type="title"/>
          </p:nvPr>
        </p:nvSpPr>
        <p:spPr>
          <a:xfrm>
            <a:off x="357188" y="273844"/>
            <a:ext cx="8429625" cy="726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5" name="Google Shape;175;p3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6" name="Google Shape;176;p3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7" name="Google Shape;177;p30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3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81" name="Google Shape;181;p3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82" name="Google Shape;182;p3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3" name="Google Shape;183;p3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4" name="Google Shape;184;p31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7" name="Google Shape;187;p3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88" name="Google Shape;188;p3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89" name="Google Shape;189;p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0" name="Google Shape;190;p3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1" name="Google Shape;191;p32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/>
          <p:nvPr>
            <p:ph type="title"/>
          </p:nvPr>
        </p:nvSpPr>
        <p:spPr>
          <a:xfrm>
            <a:off x="357188" y="273844"/>
            <a:ext cx="8429625" cy="726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4" name="Google Shape;194;p33"/>
          <p:cNvSpPr txBox="1"/>
          <p:nvPr>
            <p:ph idx="1" type="body"/>
          </p:nvPr>
        </p:nvSpPr>
        <p:spPr>
          <a:xfrm rot="5400000">
            <a:off x="2834283" y="-1319808"/>
            <a:ext cx="3475435" cy="84296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5" name="Google Shape;195;p3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6" name="Google Shape;196;p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7" name="Google Shape;197;p33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0" name="Google Shape;200;p3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1" name="Google Shape;201;p3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2" name="Google Shape;202;p3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3" name="Google Shape;203;p34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theme" Target="../theme/theme4.xml"/><Relationship Id="rId10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57188" y="273844"/>
            <a:ext cx="8429625" cy="726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1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57188" y="1157288"/>
            <a:ext cx="8429625" cy="34754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>
            <a:off x="357188" y="273844"/>
            <a:ext cx="8429625" cy="726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1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57188" y="1157288"/>
            <a:ext cx="8429625" cy="34754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357188" y="273844"/>
            <a:ext cx="8429625" cy="726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1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357188" y="1157288"/>
            <a:ext cx="8429625" cy="34754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_c.jp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2_c.jp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Relationship Id="rId3" Type="http://schemas.openxmlformats.org/officeDocument/2006/relationships/image" Target="../media/image8.png"/><Relationship Id="rId4" Type="http://schemas.openxmlformats.org/officeDocument/2006/relationships/image" Target="../media/image10_c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35"/>
          <p:cNvPicPr preferRelativeResize="0"/>
          <p:nvPr/>
        </p:nvPicPr>
        <p:blipFill rotWithShape="1">
          <a:blip r:embed="rId3">
            <a:alphaModFix/>
          </a:blip>
          <a:srcRect b="25788" l="0" r="0" t="17759"/>
          <a:stretch/>
        </p:blipFill>
        <p:spPr>
          <a:xfrm flipH="1">
            <a:off x="4592105" y="0"/>
            <a:ext cx="455189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5"/>
          <p:cNvSpPr txBox="1"/>
          <p:nvPr/>
        </p:nvSpPr>
        <p:spPr>
          <a:xfrm>
            <a:off x="571242" y="1012283"/>
            <a:ext cx="4529149" cy="11079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i="0" lang="mn-MN" sz="4000" u="none" cap="none" strike="noStrike">
                <a:solidFill>
                  <a:srgbClr val="7A126B"/>
                </a:solidFill>
                <a:latin typeface="Manrope"/>
                <a:ea typeface="Manrope"/>
                <a:cs typeface="Manrope"/>
                <a:sym typeface="Manrope"/>
              </a:rPr>
              <a:t>Технологийн стек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i="0" lang="mn-MN" sz="40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загвар</a:t>
            </a:r>
            <a:endParaRPr/>
          </a:p>
        </p:txBody>
      </p:sp>
      <p:pic>
        <p:nvPicPr>
          <p:cNvPr id="210" name="Google Shape;210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77689" y="828133"/>
            <a:ext cx="6857043" cy="4131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5"/>
          <p:cNvPicPr preferRelativeResize="0"/>
          <p:nvPr/>
        </p:nvPicPr>
        <p:blipFill rotWithShape="1">
          <a:blip r:embed="rId5">
            <a:alphaModFix/>
          </a:blip>
          <a:srcRect b="0" l="36298" r="15152" t="0"/>
          <a:stretch/>
        </p:blipFill>
        <p:spPr>
          <a:xfrm>
            <a:off x="5011815" y="1022405"/>
            <a:ext cx="4384325" cy="3397146"/>
          </a:xfrm>
          <a:prstGeom prst="round2SameRect">
            <a:avLst>
              <a:gd fmla="val 3099" name="adj1"/>
              <a:gd fmla="val 0" name="adj2"/>
            </a:avLst>
          </a:prstGeom>
          <a:noFill/>
          <a:ln>
            <a:noFill/>
          </a:ln>
        </p:spPr>
      </p:pic>
      <p:grpSp>
        <p:nvGrpSpPr>
          <p:cNvPr id="212" name="Google Shape;212;p35"/>
          <p:cNvGrpSpPr/>
          <p:nvPr/>
        </p:nvGrpSpPr>
        <p:grpSpPr>
          <a:xfrm>
            <a:off x="624114" y="2354580"/>
            <a:ext cx="725013" cy="2210690"/>
            <a:chOff x="624114" y="2354580"/>
            <a:chExt cx="725013" cy="2210690"/>
          </a:xfrm>
        </p:grpSpPr>
        <p:sp>
          <p:nvSpPr>
            <p:cNvPr id="213" name="Google Shape;213;p35"/>
            <p:cNvSpPr/>
            <p:nvPr/>
          </p:nvSpPr>
          <p:spPr>
            <a:xfrm rot="2700000">
              <a:off x="978638" y="4194781"/>
              <a:ext cx="306923" cy="306923"/>
            </a:xfrm>
            <a:prstGeom prst="ellipse">
              <a:avLst/>
            </a:prstGeom>
            <a:noFill/>
            <a:ln cap="flat" cmpd="sng" w="9525">
              <a:solidFill>
                <a:schemeClr val="lt1">
                  <a:alpha val="58431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4" name="Google Shape;214;p35"/>
            <p:cNvGrpSpPr/>
            <p:nvPr/>
          </p:nvGrpSpPr>
          <p:grpSpPr>
            <a:xfrm>
              <a:off x="1077382" y="4309627"/>
              <a:ext cx="109676" cy="77364"/>
              <a:chOff x="1362642" y="1641228"/>
              <a:chExt cx="1045800" cy="737700"/>
            </a:xfrm>
          </p:grpSpPr>
          <p:sp>
            <p:nvSpPr>
              <p:cNvPr id="215" name="Google Shape;215;p35"/>
              <p:cNvSpPr/>
              <p:nvPr/>
            </p:nvSpPr>
            <p:spPr>
              <a:xfrm>
                <a:off x="2012744" y="1641228"/>
                <a:ext cx="395698" cy="737700"/>
              </a:xfrm>
              <a:prstGeom prst="chevron">
                <a:avLst>
                  <a:gd fmla="val 100000" name="adj"/>
                </a:avLst>
              </a:prstGeom>
              <a:solidFill>
                <a:schemeClr val="accent1"/>
              </a:solidFill>
              <a:ln cap="flat" cmpd="sng" w="12700">
                <a:solidFill>
                  <a:srgbClr val="7A126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25700" lIns="51425" spcFirstLastPara="1" rIns="51425" wrap="square" tIns="2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Manrope"/>
                  <a:buNone/>
                </a:pPr>
                <a:r>
                  <a:t/>
                </a:r>
                <a:endParaRPr b="0" i="0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6" name="Google Shape;216;p35"/>
              <p:cNvCxnSpPr>
                <a:stCxn id="215" idx="1"/>
              </p:cNvCxnSpPr>
              <p:nvPr/>
            </p:nvCxnSpPr>
            <p:spPr>
              <a:xfrm flipH="1">
                <a:off x="1362642" y="2010078"/>
                <a:ext cx="1045800" cy="19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7A126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217" name="Google Shape;217;p35"/>
            <p:cNvSpPr/>
            <p:nvPr/>
          </p:nvSpPr>
          <p:spPr>
            <a:xfrm rot="1534588">
              <a:off x="979170" y="4196520"/>
              <a:ext cx="306923" cy="306923"/>
            </a:xfrm>
            <a:prstGeom prst="arc">
              <a:avLst>
                <a:gd fmla="val 16200000" name="adj1"/>
                <a:gd fmla="val 2547781" name="adj2"/>
              </a:avLst>
            </a:prstGeom>
            <a:noFill/>
            <a:ln cap="flat" cmpd="sng" w="25400">
              <a:solidFill>
                <a:srgbClr val="7A126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8" name="Google Shape;218;p35"/>
            <p:cNvCxnSpPr/>
            <p:nvPr/>
          </p:nvCxnSpPr>
          <p:spPr>
            <a:xfrm>
              <a:off x="624114" y="2354580"/>
              <a:ext cx="0" cy="175387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58431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19" name="Google Shape;219;p35"/>
            <p:cNvSpPr/>
            <p:nvPr/>
          </p:nvSpPr>
          <p:spPr>
            <a:xfrm rot="10800000">
              <a:off x="624114" y="3856308"/>
              <a:ext cx="504283" cy="504283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9525">
              <a:solidFill>
                <a:schemeClr val="lt1">
                  <a:alpha val="58431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0" name="Google Shape;220;p35"/>
            <p:cNvCxnSpPr/>
            <p:nvPr/>
          </p:nvCxnSpPr>
          <p:spPr>
            <a:xfrm>
              <a:off x="876255" y="4360591"/>
              <a:ext cx="100058" cy="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58431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21" name="Google Shape;221;p35"/>
          <p:cNvSpPr txBox="1"/>
          <p:nvPr/>
        </p:nvSpPr>
        <p:spPr>
          <a:xfrm>
            <a:off x="1446926" y="4277491"/>
            <a:ext cx="1230753" cy="1661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mn-MN" sz="12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Үр </a:t>
            </a:r>
            <a:r>
              <a:rPr b="1" i="0" lang="mn-MN" sz="12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дүн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41"/>
          <p:cNvSpPr/>
          <p:nvPr/>
        </p:nvSpPr>
        <p:spPr>
          <a:xfrm>
            <a:off x="2880360" y="-1"/>
            <a:ext cx="3454718" cy="4335463"/>
          </a:xfrm>
          <a:prstGeom prst="round2SameRect">
            <a:avLst>
              <a:gd fmla="val 0" name="adj1"/>
              <a:gd fmla="val 9710" name="adj2"/>
            </a:avLst>
          </a:prstGeom>
          <a:gradFill>
            <a:gsLst>
              <a:gs pos="0">
                <a:srgbClr val="EAD5E6">
                  <a:alpha val="0"/>
                </a:srgbClr>
              </a:gs>
              <a:gs pos="25000">
                <a:srgbClr val="EAD5E6">
                  <a:alpha val="0"/>
                </a:srgbClr>
              </a:gs>
              <a:gs pos="100000">
                <a:srgbClr val="FFF6F9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41"/>
          <p:cNvSpPr txBox="1"/>
          <p:nvPr/>
        </p:nvSpPr>
        <p:spPr>
          <a:xfrm>
            <a:off x="3360420" y="450533"/>
            <a:ext cx="2423160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i="0" lang="mn-MN" sz="2800" u="none" cap="none" strike="noStrike">
                <a:solidFill>
                  <a:srgbClr val="7A126B"/>
                </a:solidFill>
                <a:latin typeface="Manrope"/>
                <a:ea typeface="Manrope"/>
                <a:cs typeface="Manrope"/>
                <a:sym typeface="Manrope"/>
              </a:rPr>
              <a:t>Бүтээгдэхүүний </a:t>
            </a:r>
            <a:r>
              <a:rPr b="1" i="0" lang="mn-MN" sz="28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технологи</a:t>
            </a:r>
            <a:endParaRPr/>
          </a:p>
        </p:txBody>
      </p:sp>
      <p:sp>
        <p:nvSpPr>
          <p:cNvPr id="701" name="Google Shape;701;p41"/>
          <p:cNvSpPr/>
          <p:nvPr/>
        </p:nvSpPr>
        <p:spPr>
          <a:xfrm>
            <a:off x="539749" y="1166814"/>
            <a:ext cx="2599691" cy="844866"/>
          </a:xfrm>
          <a:prstGeom prst="roundRect">
            <a:avLst>
              <a:gd fmla="val 16596" name="adj"/>
            </a:avLst>
          </a:prstGeom>
          <a:solidFill>
            <a:schemeClr val="lt1"/>
          </a:solidFill>
          <a:ln>
            <a:noFill/>
          </a:ln>
          <a:effectLst>
            <a:outerShdw blurRad="203200" rotWithShape="0" algn="t" dir="3060000" dist="50800">
              <a:srgbClr val="091450">
                <a:alpha val="2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702" name="Google Shape;702;p41"/>
          <p:cNvGrpSpPr/>
          <p:nvPr/>
        </p:nvGrpSpPr>
        <p:grpSpPr>
          <a:xfrm>
            <a:off x="756998" y="1363831"/>
            <a:ext cx="1586151" cy="450833"/>
            <a:chOff x="756997" y="1364715"/>
            <a:chExt cx="1739911" cy="450833"/>
          </a:xfrm>
        </p:grpSpPr>
        <p:sp>
          <p:nvSpPr>
            <p:cNvPr id="703" name="Google Shape;703;p41"/>
            <p:cNvSpPr txBox="1"/>
            <p:nvPr/>
          </p:nvSpPr>
          <p:spPr>
            <a:xfrm>
              <a:off x="756997" y="1566249"/>
              <a:ext cx="1739911" cy="249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500"/>
                <a:buFont typeface="Calibri"/>
                <a:buNone/>
              </a:pPr>
              <a:r>
                <a:rPr b="0" i="0" lang="mn-MN" sz="900" u="none" cap="none" strike="noStrike">
                  <a:solidFill>
                    <a:srgbClr val="262626"/>
                  </a:solidFill>
                  <a:latin typeface="Manrope"/>
                  <a:ea typeface="Manrope"/>
                  <a:cs typeface="Manrope"/>
                  <a:sym typeface="Manrope"/>
                </a:rPr>
                <a:t>Энд гол санаагаа бичнэ үү</a:t>
              </a:r>
              <a:endParaRPr b="0" i="0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704" name="Google Shape;704;p41"/>
            <p:cNvSpPr txBox="1"/>
            <p:nvPr/>
          </p:nvSpPr>
          <p:spPr>
            <a:xfrm>
              <a:off x="756997" y="1364715"/>
              <a:ext cx="1739911" cy="1454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500"/>
                <a:buFont typeface="Calibri"/>
                <a:buNone/>
              </a:pPr>
              <a:r>
                <a:rPr b="1" i="0" lang="mn-MN" sz="1050" u="none" cap="none" strike="noStrike">
                  <a:solidFill>
                    <a:srgbClr val="262626"/>
                  </a:solidFill>
                  <a:latin typeface="Manrope"/>
                  <a:ea typeface="Manrope"/>
                  <a:cs typeface="Manrope"/>
                  <a:sym typeface="Manrope"/>
                </a:rPr>
                <a:t>ГОЛ САНАА ЭНД</a:t>
              </a:r>
              <a:endParaRPr/>
            </a:p>
          </p:txBody>
        </p:sp>
      </p:grpSp>
      <p:sp>
        <p:nvSpPr>
          <p:cNvPr id="705" name="Google Shape;705;p41"/>
          <p:cNvSpPr/>
          <p:nvPr/>
        </p:nvSpPr>
        <p:spPr>
          <a:xfrm>
            <a:off x="2526112" y="1367474"/>
            <a:ext cx="443546" cy="443546"/>
          </a:xfrm>
          <a:prstGeom prst="roundRect">
            <a:avLst>
              <a:gd fmla="val 50000" name="adj"/>
            </a:avLst>
          </a:prstGeom>
          <a:solidFill>
            <a:srgbClr val="E4D3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6" name="Google Shape;706;p41"/>
          <p:cNvSpPr/>
          <p:nvPr/>
        </p:nvSpPr>
        <p:spPr>
          <a:xfrm>
            <a:off x="539749" y="2213214"/>
            <a:ext cx="2599691" cy="844866"/>
          </a:xfrm>
          <a:prstGeom prst="roundRect">
            <a:avLst>
              <a:gd fmla="val 16596" name="adj"/>
            </a:avLst>
          </a:prstGeom>
          <a:solidFill>
            <a:schemeClr val="lt1"/>
          </a:solidFill>
          <a:ln>
            <a:noFill/>
          </a:ln>
          <a:effectLst>
            <a:outerShdw blurRad="203200" rotWithShape="0" algn="t" dir="3060000" dist="50800">
              <a:srgbClr val="091450">
                <a:alpha val="2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707" name="Google Shape;707;p41"/>
          <p:cNvGrpSpPr/>
          <p:nvPr/>
        </p:nvGrpSpPr>
        <p:grpSpPr>
          <a:xfrm>
            <a:off x="756998" y="2410231"/>
            <a:ext cx="1586151" cy="450833"/>
            <a:chOff x="756997" y="1364715"/>
            <a:chExt cx="1739911" cy="450833"/>
          </a:xfrm>
        </p:grpSpPr>
        <p:sp>
          <p:nvSpPr>
            <p:cNvPr id="708" name="Google Shape;708;p41"/>
            <p:cNvSpPr txBox="1"/>
            <p:nvPr/>
          </p:nvSpPr>
          <p:spPr>
            <a:xfrm>
              <a:off x="756997" y="1566249"/>
              <a:ext cx="1739911" cy="249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500"/>
                <a:buFont typeface="Calibri"/>
                <a:buNone/>
              </a:pPr>
              <a:r>
                <a:rPr b="0" i="0" lang="mn-MN" sz="900" u="none" cap="none" strike="noStrike">
                  <a:solidFill>
                    <a:srgbClr val="262626"/>
                  </a:solidFill>
                  <a:latin typeface="Manrope"/>
                  <a:ea typeface="Manrope"/>
                  <a:cs typeface="Manrope"/>
                  <a:sym typeface="Manrope"/>
                </a:rPr>
                <a:t>Үзэгчдэд хэрэгтэй мэдээллийг өгнө</a:t>
              </a:r>
              <a:endParaRPr b="0" i="0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709" name="Google Shape;709;p41"/>
            <p:cNvSpPr txBox="1"/>
            <p:nvPr/>
          </p:nvSpPr>
          <p:spPr>
            <a:xfrm>
              <a:off x="756997" y="1364715"/>
              <a:ext cx="1739911" cy="1454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500"/>
                <a:buFont typeface="Calibri"/>
                <a:buNone/>
              </a:pPr>
              <a:r>
                <a:rPr b="1" i="0" lang="mn-MN" sz="1050" u="none" cap="none" strike="noStrike">
                  <a:solidFill>
                    <a:srgbClr val="262626"/>
                  </a:solidFill>
                  <a:latin typeface="Manrope"/>
                  <a:ea typeface="Manrope"/>
                  <a:cs typeface="Manrope"/>
                  <a:sym typeface="Manrope"/>
                </a:rPr>
                <a:t>ЗОРИЛТЫН НЭР ЭНД</a:t>
              </a:r>
              <a:endParaRPr/>
            </a:p>
          </p:txBody>
        </p:sp>
      </p:grpSp>
      <p:sp>
        <p:nvSpPr>
          <p:cNvPr id="710" name="Google Shape;710;p41"/>
          <p:cNvSpPr/>
          <p:nvPr/>
        </p:nvSpPr>
        <p:spPr>
          <a:xfrm>
            <a:off x="2526112" y="2413874"/>
            <a:ext cx="443546" cy="443546"/>
          </a:xfrm>
          <a:prstGeom prst="roundRect">
            <a:avLst>
              <a:gd fmla="val 50000" name="adj"/>
            </a:avLst>
          </a:prstGeom>
          <a:solidFill>
            <a:srgbClr val="E4D3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1" name="Google Shape;711;p41"/>
          <p:cNvSpPr/>
          <p:nvPr/>
        </p:nvSpPr>
        <p:spPr>
          <a:xfrm>
            <a:off x="539749" y="3259614"/>
            <a:ext cx="2599691" cy="844866"/>
          </a:xfrm>
          <a:prstGeom prst="roundRect">
            <a:avLst>
              <a:gd fmla="val 16596" name="adj"/>
            </a:avLst>
          </a:prstGeom>
          <a:solidFill>
            <a:schemeClr val="lt1"/>
          </a:solidFill>
          <a:ln>
            <a:noFill/>
          </a:ln>
          <a:effectLst>
            <a:outerShdw blurRad="203200" rotWithShape="0" algn="t" dir="3060000" dist="50800">
              <a:srgbClr val="091450">
                <a:alpha val="2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712" name="Google Shape;712;p41"/>
          <p:cNvGrpSpPr/>
          <p:nvPr/>
        </p:nvGrpSpPr>
        <p:grpSpPr>
          <a:xfrm>
            <a:off x="756998" y="3456631"/>
            <a:ext cx="1586151" cy="450833"/>
            <a:chOff x="756997" y="1364715"/>
            <a:chExt cx="1739911" cy="450833"/>
          </a:xfrm>
        </p:grpSpPr>
        <p:sp>
          <p:nvSpPr>
            <p:cNvPr id="713" name="Google Shape;713;p41"/>
            <p:cNvSpPr txBox="1"/>
            <p:nvPr/>
          </p:nvSpPr>
          <p:spPr>
            <a:xfrm>
              <a:off x="756997" y="1566249"/>
              <a:ext cx="1739911" cy="249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500"/>
                <a:buFont typeface="Calibri"/>
                <a:buNone/>
              </a:pPr>
              <a:r>
                <a:rPr b="0" i="0" lang="mn-MN" sz="900" u="none" cap="none" strike="noStrike">
                  <a:solidFill>
                    <a:srgbClr val="262626"/>
                  </a:solidFill>
                  <a:latin typeface="Manrope"/>
                  <a:ea typeface="Manrope"/>
                  <a:cs typeface="Manrope"/>
                  <a:sym typeface="Manrope"/>
                </a:rPr>
                <a:t>Бид хэрэглэгчдэдээ үнэ цэн бүтээхийг зорьдог</a:t>
              </a:r>
              <a:endParaRPr b="0" i="0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714" name="Google Shape;714;p41"/>
            <p:cNvSpPr txBox="1"/>
            <p:nvPr/>
          </p:nvSpPr>
          <p:spPr>
            <a:xfrm>
              <a:off x="756997" y="1364715"/>
              <a:ext cx="1739911" cy="1454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500"/>
                <a:buFont typeface="Calibri"/>
                <a:buNone/>
              </a:pPr>
              <a:r>
                <a:rPr b="1" i="0" lang="mn-MN" sz="1050" u="none" cap="none" strike="noStrike">
                  <a:solidFill>
                    <a:srgbClr val="262626"/>
                  </a:solidFill>
                  <a:latin typeface="Manrope"/>
                  <a:ea typeface="Manrope"/>
                  <a:cs typeface="Manrope"/>
                  <a:sym typeface="Manrope"/>
                </a:rPr>
                <a:t>ГОЛ САНАА ЭНД</a:t>
              </a:r>
              <a:endParaRPr/>
            </a:p>
          </p:txBody>
        </p:sp>
      </p:grpSp>
      <p:sp>
        <p:nvSpPr>
          <p:cNvPr id="715" name="Google Shape;715;p41"/>
          <p:cNvSpPr/>
          <p:nvPr/>
        </p:nvSpPr>
        <p:spPr>
          <a:xfrm>
            <a:off x="2526112" y="3460274"/>
            <a:ext cx="443546" cy="443546"/>
          </a:xfrm>
          <a:prstGeom prst="roundRect">
            <a:avLst>
              <a:gd fmla="val 50000" name="adj"/>
            </a:avLst>
          </a:prstGeom>
          <a:solidFill>
            <a:srgbClr val="E4D3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6" name="Google Shape;716;p41"/>
          <p:cNvSpPr/>
          <p:nvPr/>
        </p:nvSpPr>
        <p:spPr>
          <a:xfrm flipH="1">
            <a:off x="6075998" y="1166814"/>
            <a:ext cx="2599691" cy="844866"/>
          </a:xfrm>
          <a:prstGeom prst="roundRect">
            <a:avLst>
              <a:gd fmla="val 16596" name="adj"/>
            </a:avLst>
          </a:prstGeom>
          <a:solidFill>
            <a:schemeClr val="lt1"/>
          </a:solidFill>
          <a:ln>
            <a:noFill/>
          </a:ln>
          <a:effectLst>
            <a:outerShdw blurRad="203200" rotWithShape="0" algn="t" dir="3060000" dist="50800">
              <a:srgbClr val="091450">
                <a:alpha val="2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717" name="Google Shape;717;p41"/>
          <p:cNvGrpSpPr/>
          <p:nvPr/>
        </p:nvGrpSpPr>
        <p:grpSpPr>
          <a:xfrm flipH="1">
            <a:off x="6872289" y="1363831"/>
            <a:ext cx="1586151" cy="450833"/>
            <a:chOff x="756997" y="1364715"/>
            <a:chExt cx="1739911" cy="450833"/>
          </a:xfrm>
        </p:grpSpPr>
        <p:sp>
          <p:nvSpPr>
            <p:cNvPr id="718" name="Google Shape;718;p41"/>
            <p:cNvSpPr txBox="1"/>
            <p:nvPr/>
          </p:nvSpPr>
          <p:spPr>
            <a:xfrm>
              <a:off x="756997" y="1566249"/>
              <a:ext cx="1739911" cy="249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500"/>
                <a:buFont typeface="Calibri"/>
                <a:buNone/>
              </a:pPr>
              <a:r>
                <a:rPr b="0" i="0" lang="mn-MN" sz="900" u="none" cap="none" strike="noStrike">
                  <a:solidFill>
                    <a:srgbClr val="262626"/>
                  </a:solidFill>
                  <a:latin typeface="Manrope"/>
                  <a:ea typeface="Manrope"/>
                  <a:cs typeface="Manrope"/>
                  <a:sym typeface="Manrope"/>
                </a:rPr>
                <a:t>Багаараа хамтран шинэ шийдэл хэрэгжүүлнэ</a:t>
              </a:r>
              <a:endParaRPr b="0" i="0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719" name="Google Shape;719;p41"/>
            <p:cNvSpPr txBox="1"/>
            <p:nvPr/>
          </p:nvSpPr>
          <p:spPr>
            <a:xfrm>
              <a:off x="756997" y="1364715"/>
              <a:ext cx="1739911" cy="1454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500"/>
                <a:buFont typeface="Calibri"/>
                <a:buNone/>
              </a:pPr>
              <a:r>
                <a:rPr b="1" i="0" lang="mn-MN" sz="1050" u="none" cap="none" strike="noStrike">
                  <a:solidFill>
                    <a:srgbClr val="262626"/>
                  </a:solidFill>
                  <a:latin typeface="Manrope"/>
                  <a:ea typeface="Manrope"/>
                  <a:cs typeface="Manrope"/>
                  <a:sym typeface="Manrope"/>
                </a:rPr>
                <a:t>ЗОРИЛТЫН НЭР ЭНД</a:t>
              </a:r>
              <a:endParaRPr/>
            </a:p>
          </p:txBody>
        </p:sp>
      </p:grpSp>
      <p:sp>
        <p:nvSpPr>
          <p:cNvPr id="720" name="Google Shape;720;p41"/>
          <p:cNvSpPr/>
          <p:nvPr/>
        </p:nvSpPr>
        <p:spPr>
          <a:xfrm flipH="1">
            <a:off x="6245780" y="1367474"/>
            <a:ext cx="443546" cy="443546"/>
          </a:xfrm>
          <a:prstGeom prst="roundRect">
            <a:avLst>
              <a:gd fmla="val 50000" name="adj"/>
            </a:avLst>
          </a:prstGeom>
          <a:solidFill>
            <a:srgbClr val="E4D3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1" name="Google Shape;721;p41"/>
          <p:cNvSpPr/>
          <p:nvPr/>
        </p:nvSpPr>
        <p:spPr>
          <a:xfrm flipH="1">
            <a:off x="6075998" y="2213214"/>
            <a:ext cx="2599691" cy="844866"/>
          </a:xfrm>
          <a:prstGeom prst="roundRect">
            <a:avLst>
              <a:gd fmla="val 16596" name="adj"/>
            </a:avLst>
          </a:prstGeom>
          <a:solidFill>
            <a:schemeClr val="lt1"/>
          </a:solidFill>
          <a:ln>
            <a:noFill/>
          </a:ln>
          <a:effectLst>
            <a:outerShdw blurRad="203200" rotWithShape="0" algn="t" dir="3060000" dist="50800">
              <a:srgbClr val="091450">
                <a:alpha val="2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722" name="Google Shape;722;p41"/>
          <p:cNvGrpSpPr/>
          <p:nvPr/>
        </p:nvGrpSpPr>
        <p:grpSpPr>
          <a:xfrm flipH="1">
            <a:off x="6872289" y="2410231"/>
            <a:ext cx="1586151" cy="450833"/>
            <a:chOff x="756997" y="1364715"/>
            <a:chExt cx="1739911" cy="450833"/>
          </a:xfrm>
        </p:grpSpPr>
        <p:sp>
          <p:nvSpPr>
            <p:cNvPr id="723" name="Google Shape;723;p41"/>
            <p:cNvSpPr txBox="1"/>
            <p:nvPr/>
          </p:nvSpPr>
          <p:spPr>
            <a:xfrm>
              <a:off x="756997" y="1566249"/>
              <a:ext cx="1739911" cy="249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500"/>
                <a:buFont typeface="Calibri"/>
                <a:buNone/>
              </a:pPr>
              <a:r>
                <a:rPr b="0" i="0" lang="mn-MN" sz="900" u="none" cap="none" strike="noStrike">
                  <a:solidFill>
                    <a:srgbClr val="262626"/>
                  </a:solidFill>
                  <a:latin typeface="Manrope"/>
                  <a:ea typeface="Manrope"/>
                  <a:cs typeface="Manrope"/>
                  <a:sym typeface="Manrope"/>
                </a:rPr>
                <a:t>Дараагийн алхмуудаа тодорхой төлөвлөнө</a:t>
              </a:r>
              <a:endParaRPr b="0" i="0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724" name="Google Shape;724;p41"/>
            <p:cNvSpPr txBox="1"/>
            <p:nvPr/>
          </p:nvSpPr>
          <p:spPr>
            <a:xfrm>
              <a:off x="756997" y="1364715"/>
              <a:ext cx="1739911" cy="1454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500"/>
                <a:buFont typeface="Calibri"/>
                <a:buNone/>
              </a:pPr>
              <a:r>
                <a:rPr b="1" i="0" lang="mn-MN" sz="1050" u="none" cap="none" strike="noStrike">
                  <a:solidFill>
                    <a:srgbClr val="262626"/>
                  </a:solidFill>
                  <a:latin typeface="Manrope"/>
                  <a:ea typeface="Manrope"/>
                  <a:cs typeface="Manrope"/>
                  <a:sym typeface="Manrope"/>
                </a:rPr>
                <a:t>ГОЛ САНАА ЭНД</a:t>
              </a:r>
              <a:endParaRPr/>
            </a:p>
          </p:txBody>
        </p:sp>
      </p:grpSp>
      <p:sp>
        <p:nvSpPr>
          <p:cNvPr id="725" name="Google Shape;725;p41"/>
          <p:cNvSpPr/>
          <p:nvPr/>
        </p:nvSpPr>
        <p:spPr>
          <a:xfrm flipH="1">
            <a:off x="6245780" y="2413874"/>
            <a:ext cx="443546" cy="443546"/>
          </a:xfrm>
          <a:prstGeom prst="roundRect">
            <a:avLst>
              <a:gd fmla="val 50000" name="adj"/>
            </a:avLst>
          </a:prstGeom>
          <a:solidFill>
            <a:srgbClr val="E4D3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6" name="Google Shape;726;p41"/>
          <p:cNvSpPr/>
          <p:nvPr/>
        </p:nvSpPr>
        <p:spPr>
          <a:xfrm flipH="1">
            <a:off x="6075998" y="3259614"/>
            <a:ext cx="2599691" cy="844866"/>
          </a:xfrm>
          <a:prstGeom prst="roundRect">
            <a:avLst>
              <a:gd fmla="val 16596" name="adj"/>
            </a:avLst>
          </a:prstGeom>
          <a:solidFill>
            <a:schemeClr val="lt1"/>
          </a:solidFill>
          <a:ln>
            <a:noFill/>
          </a:ln>
          <a:effectLst>
            <a:outerShdw blurRad="203200" rotWithShape="0" algn="t" dir="3060000" dist="50800">
              <a:srgbClr val="091450">
                <a:alpha val="2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727" name="Google Shape;727;p41"/>
          <p:cNvGrpSpPr/>
          <p:nvPr/>
        </p:nvGrpSpPr>
        <p:grpSpPr>
          <a:xfrm flipH="1">
            <a:off x="6872289" y="3456631"/>
            <a:ext cx="1586151" cy="450833"/>
            <a:chOff x="756997" y="1364715"/>
            <a:chExt cx="1739911" cy="450833"/>
          </a:xfrm>
        </p:grpSpPr>
        <p:sp>
          <p:nvSpPr>
            <p:cNvPr id="728" name="Google Shape;728;p41"/>
            <p:cNvSpPr txBox="1"/>
            <p:nvPr/>
          </p:nvSpPr>
          <p:spPr>
            <a:xfrm>
              <a:off x="756997" y="1566249"/>
              <a:ext cx="1739911" cy="249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500"/>
                <a:buFont typeface="Calibri"/>
                <a:buNone/>
              </a:pPr>
              <a:r>
                <a:rPr b="0" i="0" lang="mn-MN" sz="900" u="none" cap="none" strike="noStrike">
                  <a:solidFill>
                    <a:srgbClr val="262626"/>
                  </a:solidFill>
                  <a:latin typeface="Manrope"/>
                  <a:ea typeface="Manrope"/>
                  <a:cs typeface="Manrope"/>
                  <a:sym typeface="Manrope"/>
                </a:rPr>
                <a:t>Энэ хэсэгт өөрийн текстээ оруулна уу</a:t>
              </a:r>
              <a:endParaRPr b="0" i="0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729" name="Google Shape;729;p41"/>
            <p:cNvSpPr txBox="1"/>
            <p:nvPr/>
          </p:nvSpPr>
          <p:spPr>
            <a:xfrm>
              <a:off x="756997" y="1364715"/>
              <a:ext cx="1739911" cy="1454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500"/>
                <a:buFont typeface="Calibri"/>
                <a:buNone/>
              </a:pPr>
              <a:r>
                <a:rPr b="1" i="0" lang="mn-MN" sz="1050" u="none" cap="none" strike="noStrike">
                  <a:solidFill>
                    <a:srgbClr val="262626"/>
                  </a:solidFill>
                  <a:latin typeface="Manrope"/>
                  <a:ea typeface="Manrope"/>
                  <a:cs typeface="Manrope"/>
                  <a:sym typeface="Manrope"/>
                </a:rPr>
                <a:t>ЗОРИЛТЫН НЭР ЭНД</a:t>
              </a:r>
              <a:endParaRPr/>
            </a:p>
          </p:txBody>
        </p:sp>
      </p:grpSp>
      <p:sp>
        <p:nvSpPr>
          <p:cNvPr id="730" name="Google Shape;730;p41"/>
          <p:cNvSpPr/>
          <p:nvPr/>
        </p:nvSpPr>
        <p:spPr>
          <a:xfrm flipH="1">
            <a:off x="6245780" y="3460274"/>
            <a:ext cx="443546" cy="443546"/>
          </a:xfrm>
          <a:prstGeom prst="roundRect">
            <a:avLst>
              <a:gd fmla="val 50000" name="adj"/>
            </a:avLst>
          </a:prstGeom>
          <a:solidFill>
            <a:srgbClr val="E4D3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31" name="Google Shape;731;p41"/>
          <p:cNvGrpSpPr/>
          <p:nvPr/>
        </p:nvGrpSpPr>
        <p:grpSpPr>
          <a:xfrm>
            <a:off x="2653035" y="1492170"/>
            <a:ext cx="189700" cy="194154"/>
            <a:chOff x="4845050" y="3979863"/>
            <a:chExt cx="338138" cy="346075"/>
          </a:xfrm>
        </p:grpSpPr>
        <p:sp>
          <p:nvSpPr>
            <p:cNvPr id="732" name="Google Shape;732;p41"/>
            <p:cNvSpPr/>
            <p:nvPr/>
          </p:nvSpPr>
          <p:spPr>
            <a:xfrm>
              <a:off x="4987925" y="3979863"/>
              <a:ext cx="195263" cy="195263"/>
            </a:xfrm>
            <a:custGeom>
              <a:rect b="b" l="l" r="r" t="t"/>
              <a:pathLst>
                <a:path extrusionOk="0" h="52" w="52">
                  <a:moveTo>
                    <a:pt x="46" y="44"/>
                  </a:moveTo>
                  <a:cubicBezTo>
                    <a:pt x="52" y="34"/>
                    <a:pt x="52" y="34"/>
                    <a:pt x="52" y="34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28"/>
                    <a:pt x="46" y="25"/>
                    <a:pt x="46" y="22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38" y="9"/>
                    <a:pt x="34" y="8"/>
                    <a:pt x="32" y="7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16" y="8"/>
                    <a:pt x="15" y="9"/>
                    <a:pt x="13" y="11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4"/>
                    <a:pt x="6" y="27"/>
                    <a:pt x="6" y="3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5" y="43"/>
                    <a:pt x="16" y="44"/>
                    <a:pt x="20" y="45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4" y="44"/>
                    <a:pt x="38" y="43"/>
                    <a:pt x="40" y="41"/>
                  </a:cubicBezTo>
                  <a:lnTo>
                    <a:pt x="46" y="44"/>
                  </a:lnTo>
                  <a:close/>
                </a:path>
              </a:pathLst>
            </a:custGeom>
            <a:noFill/>
            <a:ln cap="flat" cmpd="sng" w="9525">
              <a:solidFill>
                <a:srgbClr val="05040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41"/>
            <p:cNvSpPr/>
            <p:nvPr/>
          </p:nvSpPr>
          <p:spPr>
            <a:xfrm>
              <a:off x="5056188" y="4048125"/>
              <a:ext cx="58738" cy="60325"/>
            </a:xfrm>
            <a:prstGeom prst="ellipse">
              <a:avLst/>
            </a:prstGeom>
            <a:noFill/>
            <a:ln cap="flat" cmpd="sng" w="9525">
              <a:solidFill>
                <a:srgbClr val="05040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41"/>
            <p:cNvSpPr/>
            <p:nvPr/>
          </p:nvSpPr>
          <p:spPr>
            <a:xfrm>
              <a:off x="4845050" y="4130675"/>
              <a:ext cx="195263" cy="195263"/>
            </a:xfrm>
            <a:custGeom>
              <a:rect b="b" l="l" r="r" t="t"/>
              <a:pathLst>
                <a:path extrusionOk="0" h="52" w="52">
                  <a:moveTo>
                    <a:pt x="46" y="44"/>
                  </a:moveTo>
                  <a:cubicBezTo>
                    <a:pt x="52" y="34"/>
                    <a:pt x="52" y="34"/>
                    <a:pt x="52" y="34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28"/>
                    <a:pt x="46" y="25"/>
                    <a:pt x="46" y="22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38" y="9"/>
                    <a:pt x="34" y="8"/>
                    <a:pt x="32" y="7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16" y="8"/>
                    <a:pt x="15" y="9"/>
                    <a:pt x="13" y="11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4"/>
                    <a:pt x="6" y="27"/>
                    <a:pt x="6" y="3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5" y="43"/>
                    <a:pt x="16" y="44"/>
                    <a:pt x="20" y="45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4" y="44"/>
                    <a:pt x="38" y="43"/>
                    <a:pt x="40" y="41"/>
                  </a:cubicBezTo>
                  <a:lnTo>
                    <a:pt x="46" y="44"/>
                  </a:lnTo>
                  <a:close/>
                </a:path>
              </a:pathLst>
            </a:custGeom>
            <a:noFill/>
            <a:ln cap="flat" cmpd="sng" w="9525">
              <a:solidFill>
                <a:srgbClr val="05040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41"/>
            <p:cNvSpPr/>
            <p:nvPr/>
          </p:nvSpPr>
          <p:spPr>
            <a:xfrm>
              <a:off x="4913313" y="4198938"/>
              <a:ext cx="60325" cy="60325"/>
            </a:xfrm>
            <a:prstGeom prst="ellipse">
              <a:avLst/>
            </a:prstGeom>
            <a:noFill/>
            <a:ln cap="flat" cmpd="sng" w="9525">
              <a:solidFill>
                <a:srgbClr val="05040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6" name="Google Shape;736;p41"/>
          <p:cNvSpPr/>
          <p:nvPr/>
        </p:nvSpPr>
        <p:spPr>
          <a:xfrm>
            <a:off x="2649027" y="2545695"/>
            <a:ext cx="197716" cy="179904"/>
          </a:xfrm>
          <a:custGeom>
            <a:rect b="b" l="l" r="r" t="t"/>
            <a:pathLst>
              <a:path extrusionOk="0" h="85" w="94">
                <a:moveTo>
                  <a:pt x="30" y="56"/>
                </a:moveTo>
                <a:cubicBezTo>
                  <a:pt x="64" y="22"/>
                  <a:pt x="64" y="22"/>
                  <a:pt x="64" y="22"/>
                </a:cubicBezTo>
                <a:cubicBezTo>
                  <a:pt x="67" y="19"/>
                  <a:pt x="72" y="19"/>
                  <a:pt x="75" y="22"/>
                </a:cubicBezTo>
                <a:cubicBezTo>
                  <a:pt x="78" y="25"/>
                  <a:pt x="78" y="30"/>
                  <a:pt x="75" y="33"/>
                </a:cubicBezTo>
                <a:cubicBezTo>
                  <a:pt x="29" y="79"/>
                  <a:pt x="29" y="79"/>
                  <a:pt x="29" y="79"/>
                </a:cubicBezTo>
                <a:cubicBezTo>
                  <a:pt x="23" y="85"/>
                  <a:pt x="13" y="85"/>
                  <a:pt x="7" y="79"/>
                </a:cubicBezTo>
                <a:cubicBezTo>
                  <a:pt x="0" y="73"/>
                  <a:pt x="0" y="63"/>
                  <a:pt x="7" y="57"/>
                </a:cubicBezTo>
                <a:cubicBezTo>
                  <a:pt x="55" y="9"/>
                  <a:pt x="55" y="9"/>
                  <a:pt x="55" y="9"/>
                </a:cubicBezTo>
                <a:cubicBezTo>
                  <a:pt x="63" y="0"/>
                  <a:pt x="77" y="0"/>
                  <a:pt x="86" y="9"/>
                </a:cubicBezTo>
                <a:cubicBezTo>
                  <a:pt x="94" y="17"/>
                  <a:pt x="94" y="31"/>
                  <a:pt x="86" y="40"/>
                </a:cubicBezTo>
                <a:cubicBezTo>
                  <a:pt x="52" y="74"/>
                  <a:pt x="52" y="74"/>
                  <a:pt x="52" y="74"/>
                </a:cubicBezTo>
              </a:path>
            </a:pathLst>
          </a:custGeom>
          <a:noFill/>
          <a:ln cap="rnd" cmpd="sng" w="9525">
            <a:solidFill>
              <a:srgbClr val="0504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7" name="Google Shape;737;p41"/>
          <p:cNvGrpSpPr/>
          <p:nvPr/>
        </p:nvGrpSpPr>
        <p:grpSpPr>
          <a:xfrm>
            <a:off x="2650808" y="3592095"/>
            <a:ext cx="194154" cy="179904"/>
            <a:chOff x="6283326" y="3989388"/>
            <a:chExt cx="346075" cy="320675"/>
          </a:xfrm>
        </p:grpSpPr>
        <p:sp>
          <p:nvSpPr>
            <p:cNvPr id="738" name="Google Shape;738;p41"/>
            <p:cNvSpPr/>
            <p:nvPr/>
          </p:nvSpPr>
          <p:spPr>
            <a:xfrm>
              <a:off x="6283326" y="4159250"/>
              <a:ext cx="150813" cy="150813"/>
            </a:xfrm>
            <a:prstGeom prst="ellipse">
              <a:avLst/>
            </a:prstGeom>
            <a:noFill/>
            <a:ln cap="rnd" cmpd="sng" w="9525">
              <a:solidFill>
                <a:srgbClr val="05040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41"/>
            <p:cNvSpPr/>
            <p:nvPr/>
          </p:nvSpPr>
          <p:spPr>
            <a:xfrm>
              <a:off x="6299201" y="3989388"/>
              <a:ext cx="134938" cy="200025"/>
            </a:xfrm>
            <a:custGeom>
              <a:rect b="b" l="l" r="r" t="t"/>
              <a:pathLst>
                <a:path extrusionOk="0" h="53" w="36">
                  <a:moveTo>
                    <a:pt x="36" y="19"/>
                  </a:moveTo>
                  <a:cubicBezTo>
                    <a:pt x="36" y="3"/>
                    <a:pt x="36" y="3"/>
                    <a:pt x="36" y="3"/>
                  </a:cubicBezTo>
                  <a:cubicBezTo>
                    <a:pt x="33" y="0"/>
                    <a:pt x="27" y="0"/>
                    <a:pt x="24" y="3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0" y="53"/>
                    <a:pt x="0" y="53"/>
                    <a:pt x="0" y="53"/>
                  </a:cubicBezTo>
                </a:path>
              </a:pathLst>
            </a:custGeom>
            <a:noFill/>
            <a:ln cap="rnd" cmpd="sng" w="9525">
              <a:solidFill>
                <a:srgbClr val="05040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41"/>
            <p:cNvSpPr/>
            <p:nvPr/>
          </p:nvSpPr>
          <p:spPr>
            <a:xfrm>
              <a:off x="6478588" y="4159250"/>
              <a:ext cx="150813" cy="150813"/>
            </a:xfrm>
            <a:prstGeom prst="ellipse">
              <a:avLst/>
            </a:prstGeom>
            <a:noFill/>
            <a:ln cap="rnd" cmpd="sng" w="9525">
              <a:solidFill>
                <a:srgbClr val="05040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41"/>
            <p:cNvSpPr/>
            <p:nvPr/>
          </p:nvSpPr>
          <p:spPr>
            <a:xfrm>
              <a:off x="6478588" y="3989388"/>
              <a:ext cx="136525" cy="200025"/>
            </a:xfrm>
            <a:custGeom>
              <a:rect b="b" l="l" r="r" t="t"/>
              <a:pathLst>
                <a:path extrusionOk="0" h="53" w="36">
                  <a:moveTo>
                    <a:pt x="0" y="19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3" y="0"/>
                    <a:pt x="9" y="0"/>
                    <a:pt x="12" y="3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36" y="53"/>
                    <a:pt x="36" y="53"/>
                    <a:pt x="36" y="53"/>
                  </a:cubicBezTo>
                </a:path>
              </a:pathLst>
            </a:custGeom>
            <a:noFill/>
            <a:ln cap="rnd" cmpd="sng" w="9525">
              <a:solidFill>
                <a:srgbClr val="05040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41"/>
            <p:cNvSpPr/>
            <p:nvPr/>
          </p:nvSpPr>
          <p:spPr>
            <a:xfrm>
              <a:off x="6396038" y="4090988"/>
              <a:ext cx="120650" cy="30163"/>
            </a:xfrm>
            <a:custGeom>
              <a:rect b="b" l="l" r="r" t="t"/>
              <a:pathLst>
                <a:path extrusionOk="0" h="8" w="32">
                  <a:moveTo>
                    <a:pt x="0" y="8"/>
                  </a:moveTo>
                  <a:cubicBezTo>
                    <a:pt x="0" y="4"/>
                    <a:pt x="7" y="0"/>
                    <a:pt x="16" y="0"/>
                  </a:cubicBezTo>
                  <a:cubicBezTo>
                    <a:pt x="25" y="0"/>
                    <a:pt x="32" y="4"/>
                    <a:pt x="32" y="8"/>
                  </a:cubicBezTo>
                </a:path>
              </a:pathLst>
            </a:custGeom>
            <a:noFill/>
            <a:ln cap="rnd" cmpd="sng" w="9525">
              <a:solidFill>
                <a:srgbClr val="05040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43" name="Google Shape;743;p41"/>
            <p:cNvCxnSpPr/>
            <p:nvPr/>
          </p:nvCxnSpPr>
          <p:spPr>
            <a:xfrm rot="10800000">
              <a:off x="6434138" y="4095750"/>
              <a:ext cx="0" cy="138113"/>
            </a:xfrm>
            <a:prstGeom prst="straightConnector1">
              <a:avLst/>
            </a:prstGeom>
            <a:noFill/>
            <a:ln cap="rnd" cmpd="sng" w="9525">
              <a:solidFill>
                <a:srgbClr val="05040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4" name="Google Shape;744;p41"/>
            <p:cNvCxnSpPr/>
            <p:nvPr/>
          </p:nvCxnSpPr>
          <p:spPr>
            <a:xfrm rot="10800000">
              <a:off x="6478588" y="4095750"/>
              <a:ext cx="0" cy="138113"/>
            </a:xfrm>
            <a:prstGeom prst="straightConnector1">
              <a:avLst/>
            </a:prstGeom>
            <a:noFill/>
            <a:ln cap="rnd" cmpd="sng" w="9525">
              <a:solidFill>
                <a:srgbClr val="05040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45" name="Google Shape;745;p41"/>
            <p:cNvSpPr/>
            <p:nvPr/>
          </p:nvSpPr>
          <p:spPr>
            <a:xfrm>
              <a:off x="6313488" y="4189413"/>
              <a:ext cx="46038" cy="44450"/>
            </a:xfrm>
            <a:custGeom>
              <a:rect b="b" l="l" r="r" t="t"/>
              <a:pathLst>
                <a:path extrusionOk="0" h="12" w="12">
                  <a:moveTo>
                    <a:pt x="0" y="12"/>
                  </a:moveTo>
                  <a:cubicBezTo>
                    <a:pt x="0" y="6"/>
                    <a:pt x="5" y="0"/>
                    <a:pt x="12" y="0"/>
                  </a:cubicBezTo>
                </a:path>
              </a:pathLst>
            </a:custGeom>
            <a:noFill/>
            <a:ln cap="rnd" cmpd="sng" w="9525">
              <a:solidFill>
                <a:srgbClr val="05040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41"/>
            <p:cNvSpPr/>
            <p:nvPr/>
          </p:nvSpPr>
          <p:spPr>
            <a:xfrm>
              <a:off x="6508751" y="4189413"/>
              <a:ext cx="46038" cy="44450"/>
            </a:xfrm>
            <a:custGeom>
              <a:rect b="b" l="l" r="r" t="t"/>
              <a:pathLst>
                <a:path extrusionOk="0" h="12" w="12">
                  <a:moveTo>
                    <a:pt x="0" y="12"/>
                  </a:moveTo>
                  <a:cubicBezTo>
                    <a:pt x="0" y="6"/>
                    <a:pt x="5" y="0"/>
                    <a:pt x="12" y="0"/>
                  </a:cubicBezTo>
                </a:path>
              </a:pathLst>
            </a:custGeom>
            <a:noFill/>
            <a:ln cap="rnd" cmpd="sng" w="9525">
              <a:solidFill>
                <a:srgbClr val="05040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7" name="Google Shape;747;p41"/>
          <p:cNvGrpSpPr/>
          <p:nvPr/>
        </p:nvGrpSpPr>
        <p:grpSpPr>
          <a:xfrm>
            <a:off x="6370476" y="1534474"/>
            <a:ext cx="194154" cy="109546"/>
            <a:chOff x="4119563" y="4054475"/>
            <a:chExt cx="346075" cy="195263"/>
          </a:xfrm>
        </p:grpSpPr>
        <p:sp>
          <p:nvSpPr>
            <p:cNvPr id="748" name="Google Shape;748;p41"/>
            <p:cNvSpPr/>
            <p:nvPr/>
          </p:nvSpPr>
          <p:spPr>
            <a:xfrm>
              <a:off x="4119563" y="4054475"/>
              <a:ext cx="346075" cy="195263"/>
            </a:xfrm>
            <a:prstGeom prst="ellipse">
              <a:avLst/>
            </a:prstGeom>
            <a:noFill/>
            <a:ln cap="rnd" cmpd="sng" w="9525">
              <a:solidFill>
                <a:srgbClr val="05040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41"/>
            <p:cNvSpPr/>
            <p:nvPr/>
          </p:nvSpPr>
          <p:spPr>
            <a:xfrm>
              <a:off x="4232276" y="4090988"/>
              <a:ext cx="120650" cy="120650"/>
            </a:xfrm>
            <a:prstGeom prst="ellipse">
              <a:avLst/>
            </a:prstGeom>
            <a:noFill/>
            <a:ln cap="rnd" cmpd="sng" w="9525">
              <a:solidFill>
                <a:srgbClr val="05040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41"/>
            <p:cNvSpPr/>
            <p:nvPr/>
          </p:nvSpPr>
          <p:spPr>
            <a:xfrm>
              <a:off x="4262438" y="4121150"/>
              <a:ext cx="60325" cy="60325"/>
            </a:xfrm>
            <a:custGeom>
              <a:rect b="b" l="l" r="r" t="t"/>
              <a:pathLst>
                <a:path extrusionOk="0" h="16" w="16">
                  <a:moveTo>
                    <a:pt x="8" y="0"/>
                  </a:moveTo>
                  <a:cubicBezTo>
                    <a:pt x="12" y="0"/>
                    <a:pt x="16" y="4"/>
                    <a:pt x="16" y="8"/>
                  </a:cubicBezTo>
                  <a:cubicBezTo>
                    <a:pt x="16" y="12"/>
                    <a:pt x="12" y="16"/>
                    <a:pt x="8" y="16"/>
                  </a:cubicBezTo>
                  <a:cubicBezTo>
                    <a:pt x="4" y="16"/>
                    <a:pt x="0" y="12"/>
                    <a:pt x="0" y="8"/>
                  </a:cubicBezTo>
                </a:path>
              </a:pathLst>
            </a:custGeom>
            <a:noFill/>
            <a:ln cap="rnd" cmpd="sng" w="9525">
              <a:solidFill>
                <a:srgbClr val="05040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1" name="Google Shape;751;p41"/>
          <p:cNvGrpSpPr/>
          <p:nvPr/>
        </p:nvGrpSpPr>
        <p:grpSpPr>
          <a:xfrm>
            <a:off x="6370476" y="2538570"/>
            <a:ext cx="194154" cy="194154"/>
            <a:chOff x="6283326" y="3617914"/>
            <a:chExt cx="346075" cy="346075"/>
          </a:xfrm>
        </p:grpSpPr>
        <p:sp>
          <p:nvSpPr>
            <p:cNvPr id="752" name="Google Shape;752;p41"/>
            <p:cNvSpPr/>
            <p:nvPr/>
          </p:nvSpPr>
          <p:spPr>
            <a:xfrm>
              <a:off x="6283326" y="3741739"/>
              <a:ext cx="346075" cy="222250"/>
            </a:xfrm>
            <a:custGeom>
              <a:rect b="b" l="l" r="r" t="t"/>
              <a:pathLst>
                <a:path extrusionOk="0" h="59" w="92">
                  <a:moveTo>
                    <a:pt x="76" y="0"/>
                  </a:moveTo>
                  <a:cubicBezTo>
                    <a:pt x="92" y="11"/>
                    <a:pt x="92" y="11"/>
                    <a:pt x="92" y="11"/>
                  </a:cubicBezTo>
                  <a:cubicBezTo>
                    <a:pt x="92" y="53"/>
                    <a:pt x="92" y="53"/>
                    <a:pt x="92" y="53"/>
                  </a:cubicBezTo>
                  <a:cubicBezTo>
                    <a:pt x="92" y="56"/>
                    <a:pt x="89" y="59"/>
                    <a:pt x="86" y="59"/>
                  </a:cubicBezTo>
                  <a:cubicBezTo>
                    <a:pt x="6" y="59"/>
                    <a:pt x="6" y="59"/>
                    <a:pt x="6" y="59"/>
                  </a:cubicBezTo>
                  <a:cubicBezTo>
                    <a:pt x="3" y="59"/>
                    <a:pt x="0" y="56"/>
                    <a:pt x="0" y="53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6" y="0"/>
                    <a:pt x="16" y="0"/>
                    <a:pt x="16" y="0"/>
                  </a:cubicBezTo>
                </a:path>
              </a:pathLst>
            </a:custGeom>
            <a:noFill/>
            <a:ln cap="rnd" cmpd="sng" w="9525">
              <a:solidFill>
                <a:srgbClr val="05040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41"/>
            <p:cNvSpPr/>
            <p:nvPr/>
          </p:nvSpPr>
          <p:spPr>
            <a:xfrm>
              <a:off x="6329363" y="3857626"/>
              <a:ext cx="255588" cy="60325"/>
            </a:xfrm>
            <a:custGeom>
              <a:rect b="b" l="l" r="r" t="t"/>
              <a:pathLst>
                <a:path extrusionOk="0" h="38" w="161">
                  <a:moveTo>
                    <a:pt x="0" y="38"/>
                  </a:moveTo>
                  <a:lnTo>
                    <a:pt x="47" y="0"/>
                  </a:lnTo>
                  <a:lnTo>
                    <a:pt x="113" y="0"/>
                  </a:lnTo>
                  <a:lnTo>
                    <a:pt x="161" y="38"/>
                  </a:lnTo>
                </a:path>
              </a:pathLst>
            </a:custGeom>
            <a:noFill/>
            <a:ln cap="rnd" cmpd="sng" w="9525">
              <a:solidFill>
                <a:srgbClr val="050404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4" name="Google Shape;754;p41"/>
            <p:cNvCxnSpPr/>
            <p:nvPr/>
          </p:nvCxnSpPr>
          <p:spPr>
            <a:xfrm flipH="1">
              <a:off x="6538913" y="3783014"/>
              <a:ext cx="90488" cy="60325"/>
            </a:xfrm>
            <a:prstGeom prst="straightConnector1">
              <a:avLst/>
            </a:prstGeom>
            <a:noFill/>
            <a:ln cap="rnd" cmpd="sng" w="9525">
              <a:solidFill>
                <a:srgbClr val="05040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5" name="Google Shape;755;p41"/>
            <p:cNvCxnSpPr/>
            <p:nvPr/>
          </p:nvCxnSpPr>
          <p:spPr>
            <a:xfrm>
              <a:off x="6283326" y="3783014"/>
              <a:ext cx="90488" cy="60325"/>
            </a:xfrm>
            <a:prstGeom prst="straightConnector1">
              <a:avLst/>
            </a:prstGeom>
            <a:noFill/>
            <a:ln cap="rnd" cmpd="sng" w="9525">
              <a:solidFill>
                <a:srgbClr val="05040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56" name="Google Shape;756;p41"/>
            <p:cNvSpPr/>
            <p:nvPr/>
          </p:nvSpPr>
          <p:spPr>
            <a:xfrm>
              <a:off x="6343651" y="3617914"/>
              <a:ext cx="225425" cy="201613"/>
            </a:xfrm>
            <a:custGeom>
              <a:rect b="b" l="l" r="r" t="t"/>
              <a:pathLst>
                <a:path extrusionOk="0" h="127" w="142">
                  <a:moveTo>
                    <a:pt x="142" y="127"/>
                  </a:moveTo>
                  <a:lnTo>
                    <a:pt x="142" y="0"/>
                  </a:lnTo>
                  <a:lnTo>
                    <a:pt x="0" y="0"/>
                  </a:lnTo>
                  <a:lnTo>
                    <a:pt x="0" y="127"/>
                  </a:lnTo>
                </a:path>
              </a:pathLst>
            </a:custGeom>
            <a:noFill/>
            <a:ln cap="rnd" cmpd="sng" w="9525">
              <a:solidFill>
                <a:srgbClr val="050404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7" name="Google Shape;757;p41"/>
            <p:cNvCxnSpPr/>
            <p:nvPr/>
          </p:nvCxnSpPr>
          <p:spPr>
            <a:xfrm>
              <a:off x="6389688" y="3662364"/>
              <a:ext cx="30163" cy="0"/>
            </a:xfrm>
            <a:prstGeom prst="straightConnector1">
              <a:avLst/>
            </a:prstGeom>
            <a:noFill/>
            <a:ln cap="rnd" cmpd="sng" w="9525">
              <a:solidFill>
                <a:srgbClr val="05040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8" name="Google Shape;758;p41"/>
            <p:cNvCxnSpPr/>
            <p:nvPr/>
          </p:nvCxnSpPr>
          <p:spPr>
            <a:xfrm>
              <a:off x="6419851" y="3706814"/>
              <a:ext cx="104775" cy="0"/>
            </a:xfrm>
            <a:prstGeom prst="straightConnector1">
              <a:avLst/>
            </a:prstGeom>
            <a:noFill/>
            <a:ln cap="rnd" cmpd="sng" w="9525">
              <a:solidFill>
                <a:srgbClr val="05040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9" name="Google Shape;759;p41"/>
            <p:cNvCxnSpPr/>
            <p:nvPr/>
          </p:nvCxnSpPr>
          <p:spPr>
            <a:xfrm>
              <a:off x="6389688" y="3752851"/>
              <a:ext cx="134938" cy="0"/>
            </a:xfrm>
            <a:prstGeom prst="straightConnector1">
              <a:avLst/>
            </a:prstGeom>
            <a:noFill/>
            <a:ln cap="rnd" cmpd="sng" w="9525">
              <a:solidFill>
                <a:srgbClr val="05040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0" name="Google Shape;760;p41"/>
            <p:cNvCxnSpPr/>
            <p:nvPr/>
          </p:nvCxnSpPr>
          <p:spPr>
            <a:xfrm>
              <a:off x="6389688" y="3797301"/>
              <a:ext cx="134938" cy="0"/>
            </a:xfrm>
            <a:prstGeom prst="straightConnector1">
              <a:avLst/>
            </a:prstGeom>
            <a:noFill/>
            <a:ln cap="rnd" cmpd="sng" w="9525">
              <a:solidFill>
                <a:srgbClr val="05040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61" name="Google Shape;761;p41"/>
          <p:cNvGrpSpPr/>
          <p:nvPr/>
        </p:nvGrpSpPr>
        <p:grpSpPr>
          <a:xfrm>
            <a:off x="6370922" y="3584970"/>
            <a:ext cx="193262" cy="194154"/>
            <a:chOff x="4841875" y="2895601"/>
            <a:chExt cx="344488" cy="346075"/>
          </a:xfrm>
        </p:grpSpPr>
        <p:sp>
          <p:nvSpPr>
            <p:cNvPr id="762" name="Google Shape;762;p41"/>
            <p:cNvSpPr/>
            <p:nvPr/>
          </p:nvSpPr>
          <p:spPr>
            <a:xfrm>
              <a:off x="4916488" y="2895601"/>
              <a:ext cx="195263" cy="195263"/>
            </a:xfrm>
            <a:custGeom>
              <a:rect b="b" l="l" r="r" t="t"/>
              <a:pathLst>
                <a:path extrusionOk="0" h="52" w="52">
                  <a:moveTo>
                    <a:pt x="52" y="26"/>
                  </a:moveTo>
                  <a:cubicBezTo>
                    <a:pt x="52" y="40"/>
                    <a:pt x="40" y="52"/>
                    <a:pt x="26" y="52"/>
                  </a:cubicBezTo>
                  <a:cubicBezTo>
                    <a:pt x="12" y="52"/>
                    <a:pt x="0" y="40"/>
                    <a:pt x="0" y="25"/>
                  </a:cubicBezTo>
                  <a:cubicBezTo>
                    <a:pt x="0" y="11"/>
                    <a:pt x="11" y="1"/>
                    <a:pt x="25" y="0"/>
                  </a:cubicBezTo>
                  <a:cubicBezTo>
                    <a:pt x="25" y="0"/>
                    <a:pt x="26" y="0"/>
                    <a:pt x="26" y="0"/>
                  </a:cubicBezTo>
                  <a:cubicBezTo>
                    <a:pt x="40" y="0"/>
                    <a:pt x="52" y="11"/>
                    <a:pt x="52" y="26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5040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41"/>
            <p:cNvSpPr/>
            <p:nvPr/>
          </p:nvSpPr>
          <p:spPr>
            <a:xfrm>
              <a:off x="4957763" y="2895601"/>
              <a:ext cx="52388" cy="195263"/>
            </a:xfrm>
            <a:custGeom>
              <a:rect b="b" l="l" r="r" t="t"/>
              <a:pathLst>
                <a:path extrusionOk="0" h="52" w="14">
                  <a:moveTo>
                    <a:pt x="14" y="0"/>
                  </a:moveTo>
                  <a:cubicBezTo>
                    <a:pt x="0" y="15"/>
                    <a:pt x="0" y="34"/>
                    <a:pt x="14" y="52"/>
                  </a:cubicBezTo>
                </a:path>
              </a:pathLst>
            </a:custGeom>
            <a:noFill/>
            <a:ln cap="flat" cmpd="sng" w="9525">
              <a:solidFill>
                <a:srgbClr val="05040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41"/>
            <p:cNvSpPr/>
            <p:nvPr/>
          </p:nvSpPr>
          <p:spPr>
            <a:xfrm>
              <a:off x="5018088" y="2895601"/>
              <a:ext cx="52388" cy="195263"/>
            </a:xfrm>
            <a:custGeom>
              <a:rect b="b" l="l" r="r" t="t"/>
              <a:pathLst>
                <a:path extrusionOk="0" h="52" w="14">
                  <a:moveTo>
                    <a:pt x="0" y="0"/>
                  </a:moveTo>
                  <a:cubicBezTo>
                    <a:pt x="14" y="15"/>
                    <a:pt x="14" y="34"/>
                    <a:pt x="0" y="52"/>
                  </a:cubicBezTo>
                </a:path>
              </a:pathLst>
            </a:custGeom>
            <a:noFill/>
            <a:ln cap="flat" cmpd="sng" w="9525">
              <a:solidFill>
                <a:srgbClr val="05040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65" name="Google Shape;765;p41"/>
            <p:cNvCxnSpPr/>
            <p:nvPr/>
          </p:nvCxnSpPr>
          <p:spPr>
            <a:xfrm>
              <a:off x="4932363" y="3044826"/>
              <a:ext cx="165100" cy="0"/>
            </a:xfrm>
            <a:prstGeom prst="straightConnector1">
              <a:avLst/>
            </a:prstGeom>
            <a:noFill/>
            <a:ln cap="flat" cmpd="sng" w="9525">
              <a:solidFill>
                <a:srgbClr val="05040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6" name="Google Shape;766;p41"/>
            <p:cNvCxnSpPr/>
            <p:nvPr/>
          </p:nvCxnSpPr>
          <p:spPr>
            <a:xfrm>
              <a:off x="4932363" y="2940051"/>
              <a:ext cx="165100" cy="0"/>
            </a:xfrm>
            <a:prstGeom prst="straightConnector1">
              <a:avLst/>
            </a:prstGeom>
            <a:noFill/>
            <a:ln cap="flat" cmpd="sng" w="9525">
              <a:solidFill>
                <a:srgbClr val="05040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7" name="Google Shape;767;p41"/>
            <p:cNvCxnSpPr/>
            <p:nvPr/>
          </p:nvCxnSpPr>
          <p:spPr>
            <a:xfrm>
              <a:off x="4916488" y="2992438"/>
              <a:ext cx="195263" cy="0"/>
            </a:xfrm>
            <a:prstGeom prst="straightConnector1">
              <a:avLst/>
            </a:prstGeom>
            <a:noFill/>
            <a:ln cap="flat" cmpd="sng" w="9525">
              <a:solidFill>
                <a:srgbClr val="05040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68" name="Google Shape;768;p41"/>
            <p:cNvSpPr/>
            <p:nvPr/>
          </p:nvSpPr>
          <p:spPr>
            <a:xfrm>
              <a:off x="4864100" y="3105151"/>
              <a:ext cx="74613" cy="76200"/>
            </a:xfrm>
            <a:prstGeom prst="ellipse">
              <a:avLst/>
            </a:prstGeom>
            <a:noFill/>
            <a:ln cap="rnd" cmpd="sng" w="9525">
              <a:solidFill>
                <a:srgbClr val="05040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41"/>
            <p:cNvSpPr/>
            <p:nvPr/>
          </p:nvSpPr>
          <p:spPr>
            <a:xfrm>
              <a:off x="4976813" y="3105151"/>
              <a:ext cx="74613" cy="76200"/>
            </a:xfrm>
            <a:prstGeom prst="ellipse">
              <a:avLst/>
            </a:prstGeom>
            <a:noFill/>
            <a:ln cap="rnd" cmpd="sng" w="9525">
              <a:solidFill>
                <a:srgbClr val="05040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41"/>
            <p:cNvSpPr/>
            <p:nvPr/>
          </p:nvSpPr>
          <p:spPr>
            <a:xfrm>
              <a:off x="5089525" y="3105151"/>
              <a:ext cx="74613" cy="76200"/>
            </a:xfrm>
            <a:prstGeom prst="ellipse">
              <a:avLst/>
            </a:prstGeom>
            <a:noFill/>
            <a:ln cap="rnd" cmpd="sng" w="9525">
              <a:solidFill>
                <a:srgbClr val="05040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41"/>
            <p:cNvSpPr/>
            <p:nvPr/>
          </p:nvSpPr>
          <p:spPr>
            <a:xfrm>
              <a:off x="4841875" y="3181351"/>
              <a:ext cx="344488" cy="60325"/>
            </a:xfrm>
            <a:custGeom>
              <a:rect b="b" l="l" r="r" t="t"/>
              <a:pathLst>
                <a:path extrusionOk="0" h="16" w="92">
                  <a:moveTo>
                    <a:pt x="76" y="0"/>
                  </a:moveTo>
                  <a:cubicBezTo>
                    <a:pt x="69" y="0"/>
                    <a:pt x="63" y="4"/>
                    <a:pt x="61" y="11"/>
                  </a:cubicBezTo>
                  <a:cubicBezTo>
                    <a:pt x="59" y="4"/>
                    <a:pt x="53" y="0"/>
                    <a:pt x="46" y="0"/>
                  </a:cubicBezTo>
                  <a:cubicBezTo>
                    <a:pt x="39" y="0"/>
                    <a:pt x="33" y="4"/>
                    <a:pt x="31" y="11"/>
                  </a:cubicBezTo>
                  <a:cubicBezTo>
                    <a:pt x="29" y="4"/>
                    <a:pt x="23" y="0"/>
                    <a:pt x="16" y="0"/>
                  </a:cubicBezTo>
                  <a:cubicBezTo>
                    <a:pt x="7" y="0"/>
                    <a:pt x="0" y="8"/>
                    <a:pt x="0" y="16"/>
                  </a:cubicBezTo>
                  <a:cubicBezTo>
                    <a:pt x="92" y="16"/>
                    <a:pt x="92" y="16"/>
                    <a:pt x="92" y="16"/>
                  </a:cubicBezTo>
                  <a:cubicBezTo>
                    <a:pt x="92" y="8"/>
                    <a:pt x="85" y="0"/>
                    <a:pt x="76" y="0"/>
                  </a:cubicBezTo>
                  <a:close/>
                </a:path>
              </a:pathLst>
            </a:custGeom>
            <a:noFill/>
            <a:ln cap="rnd" cmpd="sng" w="9525">
              <a:solidFill>
                <a:srgbClr val="05040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2" name="Google Shape;772;p41"/>
          <p:cNvSpPr/>
          <p:nvPr/>
        </p:nvSpPr>
        <p:spPr>
          <a:xfrm>
            <a:off x="2804558" y="1645920"/>
            <a:ext cx="165100" cy="165100"/>
          </a:xfrm>
          <a:prstGeom prst="roundRect">
            <a:avLst>
              <a:gd fmla="val 50000" name="adj"/>
            </a:avLst>
          </a:prstGeom>
          <a:solidFill>
            <a:srgbClr val="7A126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6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01</a:t>
            </a:r>
            <a:endParaRPr b="1" i="0" sz="6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3" name="Google Shape;773;p41"/>
          <p:cNvSpPr/>
          <p:nvPr/>
        </p:nvSpPr>
        <p:spPr>
          <a:xfrm>
            <a:off x="2804558" y="2692320"/>
            <a:ext cx="165100" cy="165100"/>
          </a:xfrm>
          <a:prstGeom prst="roundRect">
            <a:avLst>
              <a:gd fmla="val 50000" name="adj"/>
            </a:avLst>
          </a:prstGeom>
          <a:solidFill>
            <a:srgbClr val="AFBDD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6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02</a:t>
            </a:r>
            <a:endParaRPr b="1" i="0" sz="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4" name="Google Shape;774;p41"/>
          <p:cNvSpPr/>
          <p:nvPr/>
        </p:nvSpPr>
        <p:spPr>
          <a:xfrm>
            <a:off x="2804558" y="3738720"/>
            <a:ext cx="165100" cy="165100"/>
          </a:xfrm>
          <a:prstGeom prst="roundRect">
            <a:avLst>
              <a:gd fmla="val 50000" name="adj"/>
            </a:avLst>
          </a:prstGeom>
          <a:solidFill>
            <a:srgbClr val="7A126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6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03</a:t>
            </a:r>
            <a:endParaRPr b="1" i="0" sz="6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5" name="Google Shape;775;p41"/>
          <p:cNvSpPr/>
          <p:nvPr/>
        </p:nvSpPr>
        <p:spPr>
          <a:xfrm>
            <a:off x="6524226" y="1645920"/>
            <a:ext cx="165100" cy="165100"/>
          </a:xfrm>
          <a:prstGeom prst="roundRect">
            <a:avLst>
              <a:gd fmla="val 50000" name="adj"/>
            </a:avLst>
          </a:prstGeom>
          <a:solidFill>
            <a:srgbClr val="AFBDD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6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04</a:t>
            </a:r>
            <a:endParaRPr/>
          </a:p>
        </p:txBody>
      </p:sp>
      <p:sp>
        <p:nvSpPr>
          <p:cNvPr id="776" name="Google Shape;776;p41"/>
          <p:cNvSpPr/>
          <p:nvPr/>
        </p:nvSpPr>
        <p:spPr>
          <a:xfrm>
            <a:off x="6524226" y="2692320"/>
            <a:ext cx="165100" cy="165100"/>
          </a:xfrm>
          <a:prstGeom prst="roundRect">
            <a:avLst>
              <a:gd fmla="val 50000" name="adj"/>
            </a:avLst>
          </a:prstGeom>
          <a:solidFill>
            <a:srgbClr val="7A126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6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05</a:t>
            </a:r>
            <a:endParaRPr b="1" i="0" sz="6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7" name="Google Shape;777;p41"/>
          <p:cNvSpPr/>
          <p:nvPr/>
        </p:nvSpPr>
        <p:spPr>
          <a:xfrm>
            <a:off x="6524226" y="3738720"/>
            <a:ext cx="165100" cy="165100"/>
          </a:xfrm>
          <a:prstGeom prst="roundRect">
            <a:avLst>
              <a:gd fmla="val 50000" name="adj"/>
            </a:avLst>
          </a:prstGeom>
          <a:solidFill>
            <a:srgbClr val="AFBDD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6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06</a:t>
            </a:r>
            <a:endParaRPr b="1" i="0" sz="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778" name="Google Shape;778;p41"/>
          <p:cNvGrpSpPr/>
          <p:nvPr/>
        </p:nvGrpSpPr>
        <p:grpSpPr>
          <a:xfrm>
            <a:off x="3614738" y="1589247"/>
            <a:ext cx="1985962" cy="2245692"/>
            <a:chOff x="3614738" y="1589247"/>
            <a:chExt cx="1985962" cy="2245692"/>
          </a:xfrm>
        </p:grpSpPr>
        <p:sp>
          <p:nvSpPr>
            <p:cNvPr id="779" name="Google Shape;779;p41"/>
            <p:cNvSpPr/>
            <p:nvPr/>
          </p:nvSpPr>
          <p:spPr>
            <a:xfrm>
              <a:off x="3614738" y="2628168"/>
              <a:ext cx="835088" cy="835088"/>
            </a:xfrm>
            <a:prstGeom prst="ellipse">
              <a:avLst/>
            </a:prstGeom>
            <a:solidFill>
              <a:srgbClr val="AFBDD7"/>
            </a:solidFill>
            <a:ln>
              <a:noFill/>
            </a:ln>
            <a:effectLst>
              <a:outerShdw blurRad="50800" rotWithShape="0" dir="162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41"/>
            <p:cNvSpPr/>
            <p:nvPr/>
          </p:nvSpPr>
          <p:spPr>
            <a:xfrm>
              <a:off x="4192414" y="2999851"/>
              <a:ext cx="835088" cy="835088"/>
            </a:xfrm>
            <a:prstGeom prst="ellipse">
              <a:avLst/>
            </a:prstGeom>
            <a:solidFill>
              <a:srgbClr val="7A126B"/>
            </a:solidFill>
            <a:ln>
              <a:noFill/>
            </a:ln>
            <a:effectLst>
              <a:outerShdw blurRad="50800" rotWithShape="0" algn="br" dir="135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41"/>
            <p:cNvSpPr/>
            <p:nvPr/>
          </p:nvSpPr>
          <p:spPr>
            <a:xfrm>
              <a:off x="4765612" y="2628168"/>
              <a:ext cx="835088" cy="835088"/>
            </a:xfrm>
            <a:prstGeom prst="ellipse">
              <a:avLst/>
            </a:prstGeom>
            <a:solidFill>
              <a:srgbClr val="AFBDD7"/>
            </a:solidFill>
            <a:ln>
              <a:noFill/>
            </a:ln>
            <a:effectLst>
              <a:outerShdw blurRad="50800" rotWithShape="0" algn="tr" dir="8100000" dist="38100">
                <a:srgbClr val="000000">
                  <a:alpha val="6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41"/>
            <p:cNvSpPr/>
            <p:nvPr/>
          </p:nvSpPr>
          <p:spPr>
            <a:xfrm>
              <a:off x="4765612" y="1951974"/>
              <a:ext cx="835088" cy="835088"/>
            </a:xfrm>
            <a:prstGeom prst="ellipse">
              <a:avLst/>
            </a:prstGeom>
            <a:solidFill>
              <a:srgbClr val="7A126B"/>
            </a:solidFill>
            <a:ln>
              <a:noFill/>
            </a:ln>
            <a:effectLst>
              <a:outerShdw blurRad="50800" rotWithShape="0" algn="t" dir="54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41"/>
            <p:cNvSpPr/>
            <p:nvPr/>
          </p:nvSpPr>
          <p:spPr>
            <a:xfrm>
              <a:off x="4192414" y="1589247"/>
              <a:ext cx="835088" cy="835088"/>
            </a:xfrm>
            <a:prstGeom prst="ellipse">
              <a:avLst/>
            </a:prstGeom>
            <a:solidFill>
              <a:srgbClr val="AFBDD7"/>
            </a:solidFill>
            <a:ln>
              <a:noFill/>
            </a:ln>
            <a:effectLst>
              <a:outerShdw blurRad="50800" rotWithShape="0" algn="l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41"/>
            <p:cNvSpPr/>
            <p:nvPr/>
          </p:nvSpPr>
          <p:spPr>
            <a:xfrm>
              <a:off x="3614738" y="1951974"/>
              <a:ext cx="835088" cy="835088"/>
            </a:xfrm>
            <a:custGeom>
              <a:rect b="b" l="l" r="r" t="t"/>
              <a:pathLst>
                <a:path extrusionOk="0" h="1420996" w="1420996">
                  <a:moveTo>
                    <a:pt x="710495" y="1420996"/>
                  </a:moveTo>
                  <a:lnTo>
                    <a:pt x="710499" y="1420996"/>
                  </a:lnTo>
                  <a:lnTo>
                    <a:pt x="710498" y="1420996"/>
                  </a:lnTo>
                  <a:close/>
                  <a:moveTo>
                    <a:pt x="876391" y="1399514"/>
                  </a:moveTo>
                  <a:lnTo>
                    <a:pt x="853688" y="1406561"/>
                  </a:lnTo>
                  <a:lnTo>
                    <a:pt x="839689" y="1407973"/>
                  </a:lnTo>
                  <a:close/>
                  <a:moveTo>
                    <a:pt x="544600" y="1399512"/>
                  </a:moveTo>
                  <a:lnTo>
                    <a:pt x="581311" y="1407973"/>
                  </a:lnTo>
                  <a:lnTo>
                    <a:pt x="567308" y="1406561"/>
                  </a:lnTo>
                  <a:close/>
                  <a:moveTo>
                    <a:pt x="999341" y="1358494"/>
                  </a:moveTo>
                  <a:lnTo>
                    <a:pt x="987056" y="1365162"/>
                  </a:lnTo>
                  <a:lnTo>
                    <a:pt x="965192" y="1371949"/>
                  </a:lnTo>
                  <a:close/>
                  <a:moveTo>
                    <a:pt x="421651" y="1358491"/>
                  </a:moveTo>
                  <a:lnTo>
                    <a:pt x="455814" y="1371951"/>
                  </a:lnTo>
                  <a:lnTo>
                    <a:pt x="433940" y="1365162"/>
                  </a:lnTo>
                  <a:close/>
                  <a:moveTo>
                    <a:pt x="710498" y="0"/>
                  </a:moveTo>
                  <a:cubicBezTo>
                    <a:pt x="1102895" y="0"/>
                    <a:pt x="1420996" y="318101"/>
                    <a:pt x="1420996" y="710498"/>
                  </a:cubicBezTo>
                  <a:cubicBezTo>
                    <a:pt x="1420996" y="906697"/>
                    <a:pt x="1341471" y="1084321"/>
                    <a:pt x="1212896" y="1212896"/>
                  </a:cubicBezTo>
                  <a:lnTo>
                    <a:pt x="1124527" y="1285808"/>
                  </a:lnTo>
                  <a:lnTo>
                    <a:pt x="1107745" y="1271962"/>
                  </a:lnTo>
                  <a:cubicBezTo>
                    <a:pt x="994349" y="1195353"/>
                    <a:pt x="857648" y="1150620"/>
                    <a:pt x="710499" y="1150620"/>
                  </a:cubicBezTo>
                  <a:cubicBezTo>
                    <a:pt x="563350" y="1150620"/>
                    <a:pt x="426649" y="1195353"/>
                    <a:pt x="313253" y="1271962"/>
                  </a:cubicBezTo>
                  <a:lnTo>
                    <a:pt x="296472" y="1285808"/>
                  </a:lnTo>
                  <a:lnTo>
                    <a:pt x="313253" y="1299654"/>
                  </a:lnTo>
                  <a:lnTo>
                    <a:pt x="313273" y="1299666"/>
                  </a:lnTo>
                  <a:lnTo>
                    <a:pt x="313252" y="1299654"/>
                  </a:lnTo>
                  <a:cubicBezTo>
                    <a:pt x="124258" y="1171973"/>
                    <a:pt x="0" y="955746"/>
                    <a:pt x="0" y="710498"/>
                  </a:cubicBezTo>
                  <a:cubicBezTo>
                    <a:pt x="0" y="318101"/>
                    <a:pt x="318101" y="0"/>
                    <a:pt x="710498" y="0"/>
                  </a:cubicBezTo>
                  <a:close/>
                </a:path>
              </a:pathLst>
            </a:custGeom>
            <a:solidFill>
              <a:srgbClr val="7A126B"/>
            </a:solidFill>
            <a:ln>
              <a:noFill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41"/>
            <p:cNvSpPr/>
            <p:nvPr/>
          </p:nvSpPr>
          <p:spPr>
            <a:xfrm rot="-5400000">
              <a:off x="3932484" y="2130769"/>
              <a:ext cx="1337840" cy="1145849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FFFFFF"/>
            </a:solidFill>
            <a:ln>
              <a:noFill/>
            </a:ln>
            <a:effectLst>
              <a:outerShdw blurRad="152400" rotWithShape="0" algn="ctr">
                <a:srgbClr val="000000">
                  <a:alpha val="96078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41"/>
            <p:cNvSpPr/>
            <p:nvPr/>
          </p:nvSpPr>
          <p:spPr>
            <a:xfrm>
              <a:off x="4353263" y="1750096"/>
              <a:ext cx="513390" cy="51339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03200" rotWithShape="0" algn="t" dir="3060000" dist="50800">
                <a:srgbClr val="091450">
                  <a:alpha val="2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787" name="Google Shape;787;p41"/>
            <p:cNvSpPr/>
            <p:nvPr/>
          </p:nvSpPr>
          <p:spPr>
            <a:xfrm>
              <a:off x="4926461" y="2112823"/>
              <a:ext cx="513390" cy="51339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03200" rotWithShape="0" algn="t" dir="3060000" dist="50800">
                <a:srgbClr val="091450">
                  <a:alpha val="2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788" name="Google Shape;788;p41"/>
            <p:cNvSpPr/>
            <p:nvPr/>
          </p:nvSpPr>
          <p:spPr>
            <a:xfrm>
              <a:off x="3775587" y="2112822"/>
              <a:ext cx="513390" cy="51339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03200" rotWithShape="0" algn="t" dir="3060000" dist="50800">
                <a:srgbClr val="091450">
                  <a:alpha val="2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789" name="Google Shape;789;p41"/>
            <p:cNvSpPr/>
            <p:nvPr/>
          </p:nvSpPr>
          <p:spPr>
            <a:xfrm>
              <a:off x="4926461" y="2789017"/>
              <a:ext cx="513390" cy="51339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03200" rotWithShape="0" algn="t" dir="3060000" dist="50800">
                <a:srgbClr val="091450">
                  <a:alpha val="2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790" name="Google Shape;790;p41"/>
            <p:cNvSpPr/>
            <p:nvPr/>
          </p:nvSpPr>
          <p:spPr>
            <a:xfrm>
              <a:off x="3775587" y="2789017"/>
              <a:ext cx="513390" cy="51339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03200" rotWithShape="0" algn="t" dir="3060000" dist="50800">
                <a:srgbClr val="091450">
                  <a:alpha val="2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791" name="Google Shape;791;p41"/>
            <p:cNvSpPr/>
            <p:nvPr/>
          </p:nvSpPr>
          <p:spPr>
            <a:xfrm>
              <a:off x="4353263" y="3160699"/>
              <a:ext cx="513390" cy="51339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03200" rotWithShape="0" algn="t" dir="3060000" dist="50800">
                <a:srgbClr val="091450">
                  <a:alpha val="2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792" name="Google Shape;792;p41"/>
            <p:cNvSpPr txBox="1"/>
            <p:nvPr/>
          </p:nvSpPr>
          <p:spPr>
            <a:xfrm>
              <a:off x="4302879" y="2537462"/>
              <a:ext cx="614787" cy="332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500"/>
                <a:buFont typeface="Calibri"/>
                <a:buNone/>
              </a:pPr>
              <a:r>
                <a:rPr b="1" i="0" lang="mn-MN" sz="1200" u="none" cap="none" strike="noStrike">
                  <a:solidFill>
                    <a:srgbClr val="262626"/>
                  </a:solidFill>
                  <a:latin typeface="Manrope"/>
                  <a:ea typeface="Manrope"/>
                  <a:cs typeface="Manrope"/>
                  <a:sym typeface="Manrope"/>
                </a:rPr>
                <a:t>Гарчиг</a:t>
              </a:r>
              <a:endParaRPr/>
            </a:p>
          </p:txBody>
        </p:sp>
        <p:grpSp>
          <p:nvGrpSpPr>
            <p:cNvPr id="793" name="Google Shape;793;p41"/>
            <p:cNvGrpSpPr/>
            <p:nvPr/>
          </p:nvGrpSpPr>
          <p:grpSpPr>
            <a:xfrm>
              <a:off x="3937432" y="2272440"/>
              <a:ext cx="189700" cy="194154"/>
              <a:chOff x="4845050" y="3979863"/>
              <a:chExt cx="338138" cy="346075"/>
            </a:xfrm>
          </p:grpSpPr>
          <p:sp>
            <p:nvSpPr>
              <p:cNvPr id="794" name="Google Shape;794;p41"/>
              <p:cNvSpPr/>
              <p:nvPr/>
            </p:nvSpPr>
            <p:spPr>
              <a:xfrm>
                <a:off x="4987925" y="3979863"/>
                <a:ext cx="195263" cy="195263"/>
              </a:xfrm>
              <a:custGeom>
                <a:rect b="b" l="l" r="r" t="t"/>
                <a:pathLst>
                  <a:path extrusionOk="0" h="52" w="52">
                    <a:moveTo>
                      <a:pt x="46" y="44"/>
                    </a:moveTo>
                    <a:cubicBezTo>
                      <a:pt x="52" y="34"/>
                      <a:pt x="52" y="34"/>
                      <a:pt x="52" y="34"/>
                    </a:cubicBezTo>
                    <a:cubicBezTo>
                      <a:pt x="46" y="30"/>
                      <a:pt x="46" y="30"/>
                      <a:pt x="46" y="30"/>
                    </a:cubicBezTo>
                    <a:cubicBezTo>
                      <a:pt x="46" y="28"/>
                      <a:pt x="46" y="25"/>
                      <a:pt x="46" y="22"/>
                    </a:cubicBezTo>
                    <a:cubicBezTo>
                      <a:pt x="52" y="18"/>
                      <a:pt x="52" y="18"/>
                      <a:pt x="52" y="18"/>
                    </a:cubicBezTo>
                    <a:cubicBezTo>
                      <a:pt x="46" y="8"/>
                      <a:pt x="46" y="8"/>
                      <a:pt x="46" y="8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38" y="9"/>
                      <a:pt x="34" y="8"/>
                      <a:pt x="32" y="7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16" y="8"/>
                      <a:pt x="15" y="9"/>
                      <a:pt x="13" y="11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1" y="18"/>
                      <a:pt x="1" y="18"/>
                      <a:pt x="1" y="18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6" y="24"/>
                      <a:pt x="6" y="27"/>
                      <a:pt x="6" y="30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5" y="43"/>
                      <a:pt x="16" y="44"/>
                      <a:pt x="20" y="45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32" y="52"/>
                      <a:pt x="32" y="52"/>
                      <a:pt x="32" y="52"/>
                    </a:cubicBezTo>
                    <a:cubicBezTo>
                      <a:pt x="32" y="45"/>
                      <a:pt x="32" y="45"/>
                      <a:pt x="32" y="45"/>
                    </a:cubicBezTo>
                    <a:cubicBezTo>
                      <a:pt x="34" y="44"/>
                      <a:pt x="38" y="43"/>
                      <a:pt x="40" y="41"/>
                    </a:cubicBezTo>
                    <a:lnTo>
                      <a:pt x="46" y="44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rgbClr val="05040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41"/>
              <p:cNvSpPr/>
              <p:nvPr/>
            </p:nvSpPr>
            <p:spPr>
              <a:xfrm>
                <a:off x="5056188" y="4048125"/>
                <a:ext cx="58738" cy="60325"/>
              </a:xfrm>
              <a:prstGeom prst="ellipse">
                <a:avLst/>
              </a:prstGeom>
              <a:noFill/>
              <a:ln cap="flat" cmpd="sng" w="9525">
                <a:solidFill>
                  <a:srgbClr val="05040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p41"/>
              <p:cNvSpPr/>
              <p:nvPr/>
            </p:nvSpPr>
            <p:spPr>
              <a:xfrm>
                <a:off x="4845050" y="4130675"/>
                <a:ext cx="195263" cy="195263"/>
              </a:xfrm>
              <a:custGeom>
                <a:rect b="b" l="l" r="r" t="t"/>
                <a:pathLst>
                  <a:path extrusionOk="0" h="52" w="52">
                    <a:moveTo>
                      <a:pt x="46" y="44"/>
                    </a:moveTo>
                    <a:cubicBezTo>
                      <a:pt x="52" y="34"/>
                      <a:pt x="52" y="34"/>
                      <a:pt x="52" y="34"/>
                    </a:cubicBezTo>
                    <a:cubicBezTo>
                      <a:pt x="46" y="30"/>
                      <a:pt x="46" y="30"/>
                      <a:pt x="46" y="30"/>
                    </a:cubicBezTo>
                    <a:cubicBezTo>
                      <a:pt x="46" y="28"/>
                      <a:pt x="46" y="25"/>
                      <a:pt x="46" y="22"/>
                    </a:cubicBezTo>
                    <a:cubicBezTo>
                      <a:pt x="52" y="18"/>
                      <a:pt x="52" y="18"/>
                      <a:pt x="52" y="18"/>
                    </a:cubicBezTo>
                    <a:cubicBezTo>
                      <a:pt x="46" y="8"/>
                      <a:pt x="46" y="8"/>
                      <a:pt x="46" y="8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38" y="9"/>
                      <a:pt x="34" y="8"/>
                      <a:pt x="32" y="7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16" y="8"/>
                      <a:pt x="15" y="9"/>
                      <a:pt x="13" y="11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1" y="18"/>
                      <a:pt x="1" y="18"/>
                      <a:pt x="1" y="18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6" y="24"/>
                      <a:pt x="6" y="27"/>
                      <a:pt x="6" y="30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5" y="43"/>
                      <a:pt x="16" y="44"/>
                      <a:pt x="20" y="45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32" y="52"/>
                      <a:pt x="32" y="52"/>
                      <a:pt x="32" y="52"/>
                    </a:cubicBezTo>
                    <a:cubicBezTo>
                      <a:pt x="32" y="45"/>
                      <a:pt x="32" y="45"/>
                      <a:pt x="32" y="45"/>
                    </a:cubicBezTo>
                    <a:cubicBezTo>
                      <a:pt x="34" y="44"/>
                      <a:pt x="38" y="43"/>
                      <a:pt x="40" y="41"/>
                    </a:cubicBezTo>
                    <a:lnTo>
                      <a:pt x="46" y="44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rgbClr val="05040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41"/>
              <p:cNvSpPr/>
              <p:nvPr/>
            </p:nvSpPr>
            <p:spPr>
              <a:xfrm>
                <a:off x="4913313" y="4198938"/>
                <a:ext cx="60325" cy="60325"/>
              </a:xfrm>
              <a:prstGeom prst="ellipse">
                <a:avLst/>
              </a:prstGeom>
              <a:noFill/>
              <a:ln cap="flat" cmpd="sng" w="9525">
                <a:solidFill>
                  <a:srgbClr val="05040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98" name="Google Shape;798;p41"/>
            <p:cNvSpPr/>
            <p:nvPr/>
          </p:nvSpPr>
          <p:spPr>
            <a:xfrm>
              <a:off x="4511100" y="1916839"/>
              <a:ext cx="197716" cy="179904"/>
            </a:xfrm>
            <a:custGeom>
              <a:rect b="b" l="l" r="r" t="t"/>
              <a:pathLst>
                <a:path extrusionOk="0" h="85" w="94">
                  <a:moveTo>
                    <a:pt x="30" y="56"/>
                  </a:moveTo>
                  <a:cubicBezTo>
                    <a:pt x="64" y="22"/>
                    <a:pt x="64" y="22"/>
                    <a:pt x="64" y="22"/>
                  </a:cubicBezTo>
                  <a:cubicBezTo>
                    <a:pt x="67" y="19"/>
                    <a:pt x="72" y="19"/>
                    <a:pt x="75" y="22"/>
                  </a:cubicBezTo>
                  <a:cubicBezTo>
                    <a:pt x="78" y="25"/>
                    <a:pt x="78" y="30"/>
                    <a:pt x="75" y="33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3" y="85"/>
                    <a:pt x="13" y="85"/>
                    <a:pt x="7" y="79"/>
                  </a:cubicBezTo>
                  <a:cubicBezTo>
                    <a:pt x="0" y="73"/>
                    <a:pt x="0" y="63"/>
                    <a:pt x="7" y="57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63" y="0"/>
                    <a:pt x="77" y="0"/>
                    <a:pt x="86" y="9"/>
                  </a:cubicBezTo>
                  <a:cubicBezTo>
                    <a:pt x="94" y="17"/>
                    <a:pt x="94" y="31"/>
                    <a:pt x="86" y="40"/>
                  </a:cubicBezTo>
                  <a:cubicBezTo>
                    <a:pt x="52" y="74"/>
                    <a:pt x="52" y="74"/>
                    <a:pt x="52" y="74"/>
                  </a:cubicBezTo>
                </a:path>
              </a:pathLst>
            </a:custGeom>
            <a:noFill/>
            <a:ln cap="rnd" cmpd="sng" w="9525">
              <a:solidFill>
                <a:srgbClr val="05040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9" name="Google Shape;799;p41"/>
            <p:cNvGrpSpPr/>
            <p:nvPr/>
          </p:nvGrpSpPr>
          <p:grpSpPr>
            <a:xfrm>
              <a:off x="5086079" y="2279566"/>
              <a:ext cx="194154" cy="179904"/>
              <a:chOff x="6283326" y="3989388"/>
              <a:chExt cx="346075" cy="320675"/>
            </a:xfrm>
          </p:grpSpPr>
          <p:sp>
            <p:nvSpPr>
              <p:cNvPr id="800" name="Google Shape;800;p41"/>
              <p:cNvSpPr/>
              <p:nvPr/>
            </p:nvSpPr>
            <p:spPr>
              <a:xfrm>
                <a:off x="6283326" y="4159250"/>
                <a:ext cx="150813" cy="150813"/>
              </a:xfrm>
              <a:prstGeom prst="ellipse">
                <a:avLst/>
              </a:prstGeom>
              <a:noFill/>
              <a:ln cap="rnd" cmpd="sng" w="9525">
                <a:solidFill>
                  <a:srgbClr val="05040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41"/>
              <p:cNvSpPr/>
              <p:nvPr/>
            </p:nvSpPr>
            <p:spPr>
              <a:xfrm>
                <a:off x="6299201" y="3989388"/>
                <a:ext cx="134938" cy="200025"/>
              </a:xfrm>
              <a:custGeom>
                <a:rect b="b" l="l" r="r" t="t"/>
                <a:pathLst>
                  <a:path extrusionOk="0" h="53" w="36">
                    <a:moveTo>
                      <a:pt x="36" y="19"/>
                    </a:moveTo>
                    <a:cubicBezTo>
                      <a:pt x="36" y="3"/>
                      <a:pt x="36" y="3"/>
                      <a:pt x="36" y="3"/>
                    </a:cubicBezTo>
                    <a:cubicBezTo>
                      <a:pt x="33" y="0"/>
                      <a:pt x="27" y="0"/>
                      <a:pt x="24" y="3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0" y="53"/>
                      <a:pt x="0" y="53"/>
                      <a:pt x="0" y="53"/>
                    </a:cubicBezTo>
                  </a:path>
                </a:pathLst>
              </a:custGeom>
              <a:noFill/>
              <a:ln cap="rnd" cmpd="sng" w="9525">
                <a:solidFill>
                  <a:srgbClr val="05040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2" name="Google Shape;802;p41"/>
              <p:cNvSpPr/>
              <p:nvPr/>
            </p:nvSpPr>
            <p:spPr>
              <a:xfrm>
                <a:off x="6478588" y="4159250"/>
                <a:ext cx="150813" cy="150813"/>
              </a:xfrm>
              <a:prstGeom prst="ellipse">
                <a:avLst/>
              </a:prstGeom>
              <a:noFill/>
              <a:ln cap="rnd" cmpd="sng" w="9525">
                <a:solidFill>
                  <a:srgbClr val="05040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3" name="Google Shape;803;p41"/>
              <p:cNvSpPr/>
              <p:nvPr/>
            </p:nvSpPr>
            <p:spPr>
              <a:xfrm>
                <a:off x="6478588" y="3989388"/>
                <a:ext cx="136525" cy="200025"/>
              </a:xfrm>
              <a:custGeom>
                <a:rect b="b" l="l" r="r" t="t"/>
                <a:pathLst>
                  <a:path extrusionOk="0" h="53" w="36">
                    <a:moveTo>
                      <a:pt x="0" y="19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3" y="0"/>
                      <a:pt x="9" y="0"/>
                      <a:pt x="12" y="3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36" y="53"/>
                      <a:pt x="36" y="53"/>
                      <a:pt x="36" y="53"/>
                    </a:cubicBezTo>
                  </a:path>
                </a:pathLst>
              </a:custGeom>
              <a:noFill/>
              <a:ln cap="rnd" cmpd="sng" w="9525">
                <a:solidFill>
                  <a:srgbClr val="05040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4" name="Google Shape;804;p41"/>
              <p:cNvSpPr/>
              <p:nvPr/>
            </p:nvSpPr>
            <p:spPr>
              <a:xfrm>
                <a:off x="6396038" y="4090988"/>
                <a:ext cx="120650" cy="30163"/>
              </a:xfrm>
              <a:custGeom>
                <a:rect b="b" l="l" r="r" t="t"/>
                <a:pathLst>
                  <a:path extrusionOk="0" h="8" w="32">
                    <a:moveTo>
                      <a:pt x="0" y="8"/>
                    </a:moveTo>
                    <a:cubicBezTo>
                      <a:pt x="0" y="4"/>
                      <a:pt x="7" y="0"/>
                      <a:pt x="16" y="0"/>
                    </a:cubicBezTo>
                    <a:cubicBezTo>
                      <a:pt x="25" y="0"/>
                      <a:pt x="32" y="4"/>
                      <a:pt x="32" y="8"/>
                    </a:cubicBezTo>
                  </a:path>
                </a:pathLst>
              </a:custGeom>
              <a:noFill/>
              <a:ln cap="rnd" cmpd="sng" w="9525">
                <a:solidFill>
                  <a:srgbClr val="05040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05" name="Google Shape;805;p41"/>
              <p:cNvCxnSpPr/>
              <p:nvPr/>
            </p:nvCxnSpPr>
            <p:spPr>
              <a:xfrm rot="10800000">
                <a:off x="6434138" y="4095750"/>
                <a:ext cx="0" cy="138113"/>
              </a:xfrm>
              <a:prstGeom prst="straightConnector1">
                <a:avLst/>
              </a:prstGeom>
              <a:noFill/>
              <a:ln cap="rnd" cmpd="sng" w="9525">
                <a:solidFill>
                  <a:srgbClr val="05040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6" name="Google Shape;806;p41"/>
              <p:cNvCxnSpPr/>
              <p:nvPr/>
            </p:nvCxnSpPr>
            <p:spPr>
              <a:xfrm rot="10800000">
                <a:off x="6478588" y="4095750"/>
                <a:ext cx="0" cy="138113"/>
              </a:xfrm>
              <a:prstGeom prst="straightConnector1">
                <a:avLst/>
              </a:prstGeom>
              <a:noFill/>
              <a:ln cap="rnd" cmpd="sng" w="9525">
                <a:solidFill>
                  <a:srgbClr val="05040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07" name="Google Shape;807;p41"/>
              <p:cNvSpPr/>
              <p:nvPr/>
            </p:nvSpPr>
            <p:spPr>
              <a:xfrm>
                <a:off x="6313488" y="4189413"/>
                <a:ext cx="46038" cy="44450"/>
              </a:xfrm>
              <a:custGeom>
                <a:rect b="b" l="l" r="r" t="t"/>
                <a:pathLst>
                  <a:path extrusionOk="0" h="12" w="12">
                    <a:moveTo>
                      <a:pt x="0" y="12"/>
                    </a:moveTo>
                    <a:cubicBezTo>
                      <a:pt x="0" y="6"/>
                      <a:pt x="5" y="0"/>
                      <a:pt x="12" y="0"/>
                    </a:cubicBezTo>
                  </a:path>
                </a:pathLst>
              </a:custGeom>
              <a:noFill/>
              <a:ln cap="rnd" cmpd="sng" w="9525">
                <a:solidFill>
                  <a:srgbClr val="05040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8" name="Google Shape;808;p41"/>
              <p:cNvSpPr/>
              <p:nvPr/>
            </p:nvSpPr>
            <p:spPr>
              <a:xfrm>
                <a:off x="6508751" y="4189413"/>
                <a:ext cx="46038" cy="44450"/>
              </a:xfrm>
              <a:custGeom>
                <a:rect b="b" l="l" r="r" t="t"/>
                <a:pathLst>
                  <a:path extrusionOk="0" h="12" w="12">
                    <a:moveTo>
                      <a:pt x="0" y="12"/>
                    </a:moveTo>
                    <a:cubicBezTo>
                      <a:pt x="0" y="6"/>
                      <a:pt x="5" y="0"/>
                      <a:pt x="12" y="0"/>
                    </a:cubicBezTo>
                  </a:path>
                </a:pathLst>
              </a:custGeom>
              <a:noFill/>
              <a:ln cap="rnd" cmpd="sng" w="9525">
                <a:solidFill>
                  <a:srgbClr val="05040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9" name="Google Shape;809;p41"/>
            <p:cNvGrpSpPr/>
            <p:nvPr/>
          </p:nvGrpSpPr>
          <p:grpSpPr>
            <a:xfrm>
              <a:off x="5086079" y="2990939"/>
              <a:ext cx="194154" cy="109546"/>
              <a:chOff x="4119563" y="4054475"/>
              <a:chExt cx="346075" cy="195263"/>
            </a:xfrm>
          </p:grpSpPr>
          <p:sp>
            <p:nvSpPr>
              <p:cNvPr id="810" name="Google Shape;810;p41"/>
              <p:cNvSpPr/>
              <p:nvPr/>
            </p:nvSpPr>
            <p:spPr>
              <a:xfrm>
                <a:off x="4119563" y="4054475"/>
                <a:ext cx="346075" cy="195263"/>
              </a:xfrm>
              <a:prstGeom prst="ellipse">
                <a:avLst/>
              </a:prstGeom>
              <a:noFill/>
              <a:ln cap="rnd" cmpd="sng" w="9525">
                <a:solidFill>
                  <a:srgbClr val="05040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1" name="Google Shape;811;p41"/>
              <p:cNvSpPr/>
              <p:nvPr/>
            </p:nvSpPr>
            <p:spPr>
              <a:xfrm>
                <a:off x="4232276" y="4090988"/>
                <a:ext cx="120650" cy="120650"/>
              </a:xfrm>
              <a:prstGeom prst="ellipse">
                <a:avLst/>
              </a:prstGeom>
              <a:noFill/>
              <a:ln cap="rnd" cmpd="sng" w="9525">
                <a:solidFill>
                  <a:srgbClr val="05040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41"/>
              <p:cNvSpPr/>
              <p:nvPr/>
            </p:nvSpPr>
            <p:spPr>
              <a:xfrm>
                <a:off x="4262438" y="4121150"/>
                <a:ext cx="60325" cy="60325"/>
              </a:xfrm>
              <a:custGeom>
                <a:rect b="b" l="l" r="r" t="t"/>
                <a:pathLst>
                  <a:path extrusionOk="0" h="16" w="16">
                    <a:moveTo>
                      <a:pt x="8" y="0"/>
                    </a:moveTo>
                    <a:cubicBezTo>
                      <a:pt x="12" y="0"/>
                      <a:pt x="16" y="4"/>
                      <a:pt x="16" y="8"/>
                    </a:cubicBezTo>
                    <a:cubicBezTo>
                      <a:pt x="16" y="12"/>
                      <a:pt x="12" y="16"/>
                      <a:pt x="8" y="16"/>
                    </a:cubicBezTo>
                    <a:cubicBezTo>
                      <a:pt x="4" y="16"/>
                      <a:pt x="0" y="12"/>
                      <a:pt x="0" y="8"/>
                    </a:cubicBezTo>
                  </a:path>
                </a:pathLst>
              </a:custGeom>
              <a:noFill/>
              <a:ln cap="rnd" cmpd="sng" w="9525">
                <a:solidFill>
                  <a:srgbClr val="05040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13" name="Google Shape;813;p41"/>
            <p:cNvGrpSpPr/>
            <p:nvPr/>
          </p:nvGrpSpPr>
          <p:grpSpPr>
            <a:xfrm>
              <a:off x="4512881" y="3320317"/>
              <a:ext cx="194154" cy="194154"/>
              <a:chOff x="6283326" y="3617914"/>
              <a:chExt cx="346075" cy="346075"/>
            </a:xfrm>
          </p:grpSpPr>
          <p:sp>
            <p:nvSpPr>
              <p:cNvPr id="814" name="Google Shape;814;p41"/>
              <p:cNvSpPr/>
              <p:nvPr/>
            </p:nvSpPr>
            <p:spPr>
              <a:xfrm>
                <a:off x="6283326" y="3741739"/>
                <a:ext cx="346075" cy="222250"/>
              </a:xfrm>
              <a:custGeom>
                <a:rect b="b" l="l" r="r" t="t"/>
                <a:pathLst>
                  <a:path extrusionOk="0" h="59" w="92">
                    <a:moveTo>
                      <a:pt x="76" y="0"/>
                    </a:moveTo>
                    <a:cubicBezTo>
                      <a:pt x="92" y="11"/>
                      <a:pt x="92" y="11"/>
                      <a:pt x="92" y="11"/>
                    </a:cubicBezTo>
                    <a:cubicBezTo>
                      <a:pt x="92" y="53"/>
                      <a:pt x="92" y="53"/>
                      <a:pt x="92" y="53"/>
                    </a:cubicBezTo>
                    <a:cubicBezTo>
                      <a:pt x="92" y="56"/>
                      <a:pt x="89" y="59"/>
                      <a:pt x="86" y="59"/>
                    </a:cubicBezTo>
                    <a:cubicBezTo>
                      <a:pt x="6" y="59"/>
                      <a:pt x="6" y="59"/>
                      <a:pt x="6" y="59"/>
                    </a:cubicBezTo>
                    <a:cubicBezTo>
                      <a:pt x="3" y="59"/>
                      <a:pt x="0" y="56"/>
                      <a:pt x="0" y="53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noFill/>
              <a:ln cap="rnd" cmpd="sng" w="9525">
                <a:solidFill>
                  <a:srgbClr val="05040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5" name="Google Shape;815;p41"/>
              <p:cNvSpPr/>
              <p:nvPr/>
            </p:nvSpPr>
            <p:spPr>
              <a:xfrm>
                <a:off x="6329363" y="3857626"/>
                <a:ext cx="255588" cy="60325"/>
              </a:xfrm>
              <a:custGeom>
                <a:rect b="b" l="l" r="r" t="t"/>
                <a:pathLst>
                  <a:path extrusionOk="0" h="38" w="161">
                    <a:moveTo>
                      <a:pt x="0" y="38"/>
                    </a:moveTo>
                    <a:lnTo>
                      <a:pt x="47" y="0"/>
                    </a:lnTo>
                    <a:lnTo>
                      <a:pt x="113" y="0"/>
                    </a:lnTo>
                    <a:lnTo>
                      <a:pt x="161" y="38"/>
                    </a:lnTo>
                  </a:path>
                </a:pathLst>
              </a:custGeom>
              <a:noFill/>
              <a:ln cap="rnd" cmpd="sng" w="9525">
                <a:solidFill>
                  <a:srgbClr val="050404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16" name="Google Shape;816;p41"/>
              <p:cNvCxnSpPr/>
              <p:nvPr/>
            </p:nvCxnSpPr>
            <p:spPr>
              <a:xfrm flipH="1">
                <a:off x="6538913" y="3783014"/>
                <a:ext cx="90488" cy="60325"/>
              </a:xfrm>
              <a:prstGeom prst="straightConnector1">
                <a:avLst/>
              </a:prstGeom>
              <a:noFill/>
              <a:ln cap="rnd" cmpd="sng" w="9525">
                <a:solidFill>
                  <a:srgbClr val="05040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7" name="Google Shape;817;p41"/>
              <p:cNvCxnSpPr/>
              <p:nvPr/>
            </p:nvCxnSpPr>
            <p:spPr>
              <a:xfrm>
                <a:off x="6283326" y="3783014"/>
                <a:ext cx="90488" cy="60325"/>
              </a:xfrm>
              <a:prstGeom prst="straightConnector1">
                <a:avLst/>
              </a:prstGeom>
              <a:noFill/>
              <a:ln cap="rnd" cmpd="sng" w="9525">
                <a:solidFill>
                  <a:srgbClr val="05040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18" name="Google Shape;818;p41"/>
              <p:cNvSpPr/>
              <p:nvPr/>
            </p:nvSpPr>
            <p:spPr>
              <a:xfrm>
                <a:off x="6343651" y="3617914"/>
                <a:ext cx="225425" cy="201613"/>
              </a:xfrm>
              <a:custGeom>
                <a:rect b="b" l="l" r="r" t="t"/>
                <a:pathLst>
                  <a:path extrusionOk="0" h="127" w="142">
                    <a:moveTo>
                      <a:pt x="142" y="127"/>
                    </a:moveTo>
                    <a:lnTo>
                      <a:pt x="142" y="0"/>
                    </a:lnTo>
                    <a:lnTo>
                      <a:pt x="0" y="0"/>
                    </a:lnTo>
                    <a:lnTo>
                      <a:pt x="0" y="127"/>
                    </a:lnTo>
                  </a:path>
                </a:pathLst>
              </a:custGeom>
              <a:noFill/>
              <a:ln cap="rnd" cmpd="sng" w="9525">
                <a:solidFill>
                  <a:srgbClr val="050404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19" name="Google Shape;819;p41"/>
              <p:cNvCxnSpPr/>
              <p:nvPr/>
            </p:nvCxnSpPr>
            <p:spPr>
              <a:xfrm>
                <a:off x="6389688" y="3662364"/>
                <a:ext cx="30163" cy="0"/>
              </a:xfrm>
              <a:prstGeom prst="straightConnector1">
                <a:avLst/>
              </a:prstGeom>
              <a:noFill/>
              <a:ln cap="rnd" cmpd="sng" w="9525">
                <a:solidFill>
                  <a:srgbClr val="05040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0" name="Google Shape;820;p41"/>
              <p:cNvCxnSpPr/>
              <p:nvPr/>
            </p:nvCxnSpPr>
            <p:spPr>
              <a:xfrm>
                <a:off x="6419851" y="3706814"/>
                <a:ext cx="104775" cy="0"/>
              </a:xfrm>
              <a:prstGeom prst="straightConnector1">
                <a:avLst/>
              </a:prstGeom>
              <a:noFill/>
              <a:ln cap="rnd" cmpd="sng" w="9525">
                <a:solidFill>
                  <a:srgbClr val="05040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1" name="Google Shape;821;p41"/>
              <p:cNvCxnSpPr/>
              <p:nvPr/>
            </p:nvCxnSpPr>
            <p:spPr>
              <a:xfrm>
                <a:off x="6389688" y="3752851"/>
                <a:ext cx="134938" cy="0"/>
              </a:xfrm>
              <a:prstGeom prst="straightConnector1">
                <a:avLst/>
              </a:prstGeom>
              <a:noFill/>
              <a:ln cap="rnd" cmpd="sng" w="9525">
                <a:solidFill>
                  <a:srgbClr val="05040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2" name="Google Shape;822;p41"/>
              <p:cNvCxnSpPr/>
              <p:nvPr/>
            </p:nvCxnSpPr>
            <p:spPr>
              <a:xfrm>
                <a:off x="6389688" y="3797301"/>
                <a:ext cx="134938" cy="0"/>
              </a:xfrm>
              <a:prstGeom prst="straightConnector1">
                <a:avLst/>
              </a:prstGeom>
              <a:noFill/>
              <a:ln cap="rnd" cmpd="sng" w="9525">
                <a:solidFill>
                  <a:srgbClr val="05040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23" name="Google Shape;823;p41"/>
            <p:cNvGrpSpPr/>
            <p:nvPr/>
          </p:nvGrpSpPr>
          <p:grpSpPr>
            <a:xfrm>
              <a:off x="3935651" y="2948635"/>
              <a:ext cx="193262" cy="194154"/>
              <a:chOff x="4841875" y="2895601"/>
              <a:chExt cx="344488" cy="346075"/>
            </a:xfrm>
          </p:grpSpPr>
          <p:sp>
            <p:nvSpPr>
              <p:cNvPr id="824" name="Google Shape;824;p41"/>
              <p:cNvSpPr/>
              <p:nvPr/>
            </p:nvSpPr>
            <p:spPr>
              <a:xfrm>
                <a:off x="4916488" y="2895601"/>
                <a:ext cx="195263" cy="195263"/>
              </a:xfrm>
              <a:custGeom>
                <a:rect b="b" l="l" r="r" t="t"/>
                <a:pathLst>
                  <a:path extrusionOk="0" h="52" w="52">
                    <a:moveTo>
                      <a:pt x="52" y="26"/>
                    </a:moveTo>
                    <a:cubicBezTo>
                      <a:pt x="52" y="40"/>
                      <a:pt x="40" y="52"/>
                      <a:pt x="26" y="52"/>
                    </a:cubicBezTo>
                    <a:cubicBezTo>
                      <a:pt x="12" y="52"/>
                      <a:pt x="0" y="40"/>
                      <a:pt x="0" y="25"/>
                    </a:cubicBezTo>
                    <a:cubicBezTo>
                      <a:pt x="0" y="11"/>
                      <a:pt x="11" y="1"/>
                      <a:pt x="25" y="0"/>
                    </a:cubicBezTo>
                    <a:cubicBezTo>
                      <a:pt x="25" y="0"/>
                      <a:pt x="26" y="0"/>
                      <a:pt x="26" y="0"/>
                    </a:cubicBezTo>
                    <a:cubicBezTo>
                      <a:pt x="40" y="0"/>
                      <a:pt x="52" y="11"/>
                      <a:pt x="52" y="26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rgbClr val="05040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5" name="Google Shape;825;p41"/>
              <p:cNvSpPr/>
              <p:nvPr/>
            </p:nvSpPr>
            <p:spPr>
              <a:xfrm>
                <a:off x="4957763" y="2895601"/>
                <a:ext cx="52388" cy="195263"/>
              </a:xfrm>
              <a:custGeom>
                <a:rect b="b" l="l" r="r" t="t"/>
                <a:pathLst>
                  <a:path extrusionOk="0" h="52" w="14">
                    <a:moveTo>
                      <a:pt x="14" y="0"/>
                    </a:moveTo>
                    <a:cubicBezTo>
                      <a:pt x="0" y="15"/>
                      <a:pt x="0" y="34"/>
                      <a:pt x="14" y="52"/>
                    </a:cubicBezTo>
                  </a:path>
                </a:pathLst>
              </a:custGeom>
              <a:noFill/>
              <a:ln cap="flat" cmpd="sng" w="9525">
                <a:solidFill>
                  <a:srgbClr val="05040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6" name="Google Shape;826;p41"/>
              <p:cNvSpPr/>
              <p:nvPr/>
            </p:nvSpPr>
            <p:spPr>
              <a:xfrm>
                <a:off x="5018088" y="2895601"/>
                <a:ext cx="52388" cy="195263"/>
              </a:xfrm>
              <a:custGeom>
                <a:rect b="b" l="l" r="r" t="t"/>
                <a:pathLst>
                  <a:path extrusionOk="0" h="52" w="14">
                    <a:moveTo>
                      <a:pt x="0" y="0"/>
                    </a:moveTo>
                    <a:cubicBezTo>
                      <a:pt x="14" y="15"/>
                      <a:pt x="14" y="34"/>
                      <a:pt x="0" y="52"/>
                    </a:cubicBezTo>
                  </a:path>
                </a:pathLst>
              </a:custGeom>
              <a:noFill/>
              <a:ln cap="flat" cmpd="sng" w="9525">
                <a:solidFill>
                  <a:srgbClr val="05040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27" name="Google Shape;827;p41"/>
              <p:cNvCxnSpPr/>
              <p:nvPr/>
            </p:nvCxnSpPr>
            <p:spPr>
              <a:xfrm>
                <a:off x="4932363" y="3044826"/>
                <a:ext cx="165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5040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8" name="Google Shape;828;p41"/>
              <p:cNvCxnSpPr/>
              <p:nvPr/>
            </p:nvCxnSpPr>
            <p:spPr>
              <a:xfrm>
                <a:off x="4932363" y="2940051"/>
                <a:ext cx="165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5040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9" name="Google Shape;829;p41"/>
              <p:cNvCxnSpPr/>
              <p:nvPr/>
            </p:nvCxnSpPr>
            <p:spPr>
              <a:xfrm>
                <a:off x="4916488" y="2992438"/>
                <a:ext cx="195263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5040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30" name="Google Shape;830;p41"/>
              <p:cNvSpPr/>
              <p:nvPr/>
            </p:nvSpPr>
            <p:spPr>
              <a:xfrm>
                <a:off x="4864100" y="3105151"/>
                <a:ext cx="74613" cy="76200"/>
              </a:xfrm>
              <a:prstGeom prst="ellipse">
                <a:avLst/>
              </a:prstGeom>
              <a:noFill/>
              <a:ln cap="rnd" cmpd="sng" w="9525">
                <a:solidFill>
                  <a:srgbClr val="05040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1" name="Google Shape;831;p41"/>
              <p:cNvSpPr/>
              <p:nvPr/>
            </p:nvSpPr>
            <p:spPr>
              <a:xfrm>
                <a:off x="4976813" y="3105151"/>
                <a:ext cx="74613" cy="76200"/>
              </a:xfrm>
              <a:prstGeom prst="ellipse">
                <a:avLst/>
              </a:prstGeom>
              <a:noFill/>
              <a:ln cap="rnd" cmpd="sng" w="9525">
                <a:solidFill>
                  <a:srgbClr val="05040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" name="Google Shape;832;p41"/>
              <p:cNvSpPr/>
              <p:nvPr/>
            </p:nvSpPr>
            <p:spPr>
              <a:xfrm>
                <a:off x="5089525" y="3105151"/>
                <a:ext cx="74613" cy="76200"/>
              </a:xfrm>
              <a:prstGeom prst="ellipse">
                <a:avLst/>
              </a:prstGeom>
              <a:noFill/>
              <a:ln cap="rnd" cmpd="sng" w="9525">
                <a:solidFill>
                  <a:srgbClr val="05040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3" name="Google Shape;833;p41"/>
              <p:cNvSpPr/>
              <p:nvPr/>
            </p:nvSpPr>
            <p:spPr>
              <a:xfrm>
                <a:off x="4841875" y="3181351"/>
                <a:ext cx="344488" cy="60325"/>
              </a:xfrm>
              <a:custGeom>
                <a:rect b="b" l="l" r="r" t="t"/>
                <a:pathLst>
                  <a:path extrusionOk="0" h="16" w="92">
                    <a:moveTo>
                      <a:pt x="76" y="0"/>
                    </a:moveTo>
                    <a:cubicBezTo>
                      <a:pt x="69" y="0"/>
                      <a:pt x="63" y="4"/>
                      <a:pt x="61" y="11"/>
                    </a:cubicBezTo>
                    <a:cubicBezTo>
                      <a:pt x="59" y="4"/>
                      <a:pt x="53" y="0"/>
                      <a:pt x="46" y="0"/>
                    </a:cubicBezTo>
                    <a:cubicBezTo>
                      <a:pt x="39" y="0"/>
                      <a:pt x="33" y="4"/>
                      <a:pt x="31" y="11"/>
                    </a:cubicBezTo>
                    <a:cubicBezTo>
                      <a:pt x="29" y="4"/>
                      <a:pt x="23" y="0"/>
                      <a:pt x="16" y="0"/>
                    </a:cubicBezTo>
                    <a:cubicBezTo>
                      <a:pt x="7" y="0"/>
                      <a:pt x="0" y="8"/>
                      <a:pt x="0" y="16"/>
                    </a:cubicBezTo>
                    <a:cubicBezTo>
                      <a:pt x="92" y="16"/>
                      <a:pt x="92" y="16"/>
                      <a:pt x="92" y="16"/>
                    </a:cubicBezTo>
                    <a:cubicBezTo>
                      <a:pt x="92" y="8"/>
                      <a:pt x="85" y="0"/>
                      <a:pt x="76" y="0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rgbClr val="05040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8" name="Google Shape;838;p42"/>
          <p:cNvPicPr preferRelativeResize="0"/>
          <p:nvPr/>
        </p:nvPicPr>
        <p:blipFill rotWithShape="1">
          <a:blip r:embed="rId3">
            <a:alphaModFix amt="20000"/>
          </a:blip>
          <a:srcRect b="0" l="30762" r="30762" t="0"/>
          <a:stretch/>
        </p:blipFill>
        <p:spPr>
          <a:xfrm>
            <a:off x="0" y="-2"/>
            <a:ext cx="296847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42"/>
          <p:cNvSpPr/>
          <p:nvPr/>
        </p:nvSpPr>
        <p:spPr>
          <a:xfrm>
            <a:off x="0" y="0"/>
            <a:ext cx="2968473" cy="5143501"/>
          </a:xfrm>
          <a:prstGeom prst="rect">
            <a:avLst/>
          </a:prstGeom>
          <a:gradFill>
            <a:gsLst>
              <a:gs pos="0">
                <a:srgbClr val="EAD5E6">
                  <a:alpha val="0"/>
                </a:srgbClr>
              </a:gs>
              <a:gs pos="31000">
                <a:srgbClr val="EAD5E6">
                  <a:alpha val="0"/>
                </a:srgbClr>
              </a:gs>
              <a:gs pos="75000">
                <a:srgbClr val="EAD5E6"/>
              </a:gs>
              <a:gs pos="100000">
                <a:srgbClr val="EAD5E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0" name="Google Shape;840;p42"/>
          <p:cNvSpPr/>
          <p:nvPr/>
        </p:nvSpPr>
        <p:spPr>
          <a:xfrm>
            <a:off x="0" y="0"/>
            <a:ext cx="2968473" cy="5143498"/>
          </a:xfrm>
          <a:prstGeom prst="roundRect">
            <a:avLst>
              <a:gd fmla="val 5971" name="adj"/>
            </a:avLst>
          </a:prstGeom>
          <a:gradFill>
            <a:gsLst>
              <a:gs pos="0">
                <a:srgbClr val="EAD5E6">
                  <a:alpha val="0"/>
                </a:srgbClr>
              </a:gs>
              <a:gs pos="25000">
                <a:srgbClr val="EAD5E6">
                  <a:alpha val="0"/>
                </a:srgbClr>
              </a:gs>
              <a:gs pos="100000">
                <a:srgbClr val="FFF6F9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1" name="Google Shape;841;p42"/>
          <p:cNvSpPr txBox="1"/>
          <p:nvPr/>
        </p:nvSpPr>
        <p:spPr>
          <a:xfrm rot="-5400000">
            <a:off x="-641006" y="2237594"/>
            <a:ext cx="3134389" cy="77559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</a:pPr>
            <a:r>
              <a:rPr b="1" i="0" lang="mn-MN" sz="2800" u="none" cap="none" strike="noStrike">
                <a:solidFill>
                  <a:srgbClr val="7A126B"/>
                </a:solidFill>
                <a:latin typeface="Manrope"/>
                <a:ea typeface="Manrope"/>
                <a:cs typeface="Manrope"/>
                <a:sym typeface="Manrope"/>
              </a:rPr>
              <a:t>Үйлчилгээний </a:t>
            </a:r>
            <a:br>
              <a:rPr b="1" i="0" lang="mn-MN" sz="28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1" i="0" lang="mn-MN" sz="28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технологи</a:t>
            </a:r>
            <a:endParaRPr/>
          </a:p>
        </p:txBody>
      </p:sp>
      <p:grpSp>
        <p:nvGrpSpPr>
          <p:cNvPr id="842" name="Google Shape;842;p42"/>
          <p:cNvGrpSpPr/>
          <p:nvPr/>
        </p:nvGrpSpPr>
        <p:grpSpPr>
          <a:xfrm rot="5400000">
            <a:off x="1606999" y="-303275"/>
            <a:ext cx="504283" cy="2218665"/>
            <a:chOff x="-949154" y="1570808"/>
            <a:chExt cx="504283" cy="2006011"/>
          </a:xfrm>
        </p:grpSpPr>
        <p:cxnSp>
          <p:nvCxnSpPr>
            <p:cNvPr id="843" name="Google Shape;843;p42"/>
            <p:cNvCxnSpPr/>
            <p:nvPr/>
          </p:nvCxnSpPr>
          <p:spPr>
            <a:xfrm>
              <a:off x="-949154" y="1570808"/>
              <a:ext cx="0" cy="1753870"/>
            </a:xfrm>
            <a:prstGeom prst="straightConnector1">
              <a:avLst/>
            </a:prstGeom>
            <a:noFill/>
            <a:ln cap="flat" cmpd="sng" w="9525">
              <a:solidFill>
                <a:srgbClr val="7A126B">
                  <a:alpha val="5843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44" name="Google Shape;844;p42"/>
            <p:cNvSpPr/>
            <p:nvPr/>
          </p:nvSpPr>
          <p:spPr>
            <a:xfrm rot="10800000">
              <a:off x="-949154" y="3072536"/>
              <a:ext cx="504283" cy="504283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9525">
              <a:solidFill>
                <a:srgbClr val="7A126B">
                  <a:alpha val="5843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5" name="Google Shape;845;p42"/>
          <p:cNvGrpSpPr/>
          <p:nvPr/>
        </p:nvGrpSpPr>
        <p:grpSpPr>
          <a:xfrm rot="-5400000">
            <a:off x="925986" y="1556675"/>
            <a:ext cx="472872" cy="434055"/>
            <a:chOff x="-697013" y="3347443"/>
            <a:chExt cx="472872" cy="434055"/>
          </a:xfrm>
        </p:grpSpPr>
        <p:sp>
          <p:nvSpPr>
            <p:cNvPr id="846" name="Google Shape;846;p42"/>
            <p:cNvSpPr/>
            <p:nvPr/>
          </p:nvSpPr>
          <p:spPr>
            <a:xfrm rot="2700000">
              <a:off x="-594630" y="3411009"/>
              <a:ext cx="306923" cy="306923"/>
            </a:xfrm>
            <a:prstGeom prst="ellipse">
              <a:avLst/>
            </a:prstGeom>
            <a:noFill/>
            <a:ln cap="flat" cmpd="sng" w="9525">
              <a:solidFill>
                <a:schemeClr val="lt1">
                  <a:alpha val="58431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7" name="Google Shape;847;p42"/>
            <p:cNvGrpSpPr/>
            <p:nvPr/>
          </p:nvGrpSpPr>
          <p:grpSpPr>
            <a:xfrm>
              <a:off x="-495886" y="3525855"/>
              <a:ext cx="109676" cy="77364"/>
              <a:chOff x="1362642" y="1641228"/>
              <a:chExt cx="1045800" cy="737700"/>
            </a:xfrm>
          </p:grpSpPr>
          <p:sp>
            <p:nvSpPr>
              <p:cNvPr id="848" name="Google Shape;848;p42"/>
              <p:cNvSpPr/>
              <p:nvPr/>
            </p:nvSpPr>
            <p:spPr>
              <a:xfrm>
                <a:off x="2012744" y="1641228"/>
                <a:ext cx="395698" cy="737700"/>
              </a:xfrm>
              <a:prstGeom prst="chevron">
                <a:avLst>
                  <a:gd fmla="val 100000" name="adj"/>
                </a:avLst>
              </a:prstGeom>
              <a:solidFill>
                <a:schemeClr val="accent1"/>
              </a:solidFill>
              <a:ln cap="flat" cmpd="sng" w="12700">
                <a:solidFill>
                  <a:srgbClr val="7A126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25700" lIns="51425" spcFirstLastPara="1" rIns="51425" wrap="square" tIns="2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Manrope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49" name="Google Shape;849;p42"/>
              <p:cNvCxnSpPr>
                <a:stCxn id="848" idx="1"/>
              </p:cNvCxnSpPr>
              <p:nvPr/>
            </p:nvCxnSpPr>
            <p:spPr>
              <a:xfrm rot="5400000">
                <a:off x="1875642" y="1497078"/>
                <a:ext cx="19800" cy="1045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7A126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850" name="Google Shape;850;p42"/>
            <p:cNvSpPr/>
            <p:nvPr/>
          </p:nvSpPr>
          <p:spPr>
            <a:xfrm rot="1534588">
              <a:off x="-594098" y="3412748"/>
              <a:ext cx="306923" cy="306923"/>
            </a:xfrm>
            <a:prstGeom prst="arc">
              <a:avLst>
                <a:gd fmla="val 16200000" name="adj1"/>
                <a:gd fmla="val 2547781" name="adj2"/>
              </a:avLst>
            </a:prstGeom>
            <a:noFill/>
            <a:ln cap="flat" cmpd="sng" w="25400">
              <a:solidFill>
                <a:srgbClr val="7A126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51" name="Google Shape;851;p42"/>
            <p:cNvCxnSpPr/>
            <p:nvPr/>
          </p:nvCxnSpPr>
          <p:spPr>
            <a:xfrm>
              <a:off x="-697013" y="3576819"/>
              <a:ext cx="100058" cy="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58431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852" name="Google Shape;852;p42"/>
          <p:cNvCxnSpPr/>
          <p:nvPr/>
        </p:nvCxnSpPr>
        <p:spPr>
          <a:xfrm flipH="1">
            <a:off x="2968474" y="553916"/>
            <a:ext cx="6175528" cy="1"/>
          </a:xfrm>
          <a:prstGeom prst="straightConnector1">
            <a:avLst/>
          </a:prstGeom>
          <a:noFill/>
          <a:ln cap="flat" cmpd="sng" w="9525">
            <a:solidFill>
              <a:srgbClr val="AFBDD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53" name="Google Shape;853;p42"/>
          <p:cNvSpPr/>
          <p:nvPr/>
        </p:nvSpPr>
        <p:spPr>
          <a:xfrm>
            <a:off x="1608826" y="859536"/>
            <a:ext cx="1690048" cy="3333052"/>
          </a:xfrm>
          <a:prstGeom prst="roundRect">
            <a:avLst>
              <a:gd fmla="val 6398" name="adj"/>
            </a:avLst>
          </a:prstGeom>
          <a:solidFill>
            <a:schemeClr val="lt1"/>
          </a:solidFill>
          <a:ln>
            <a:noFill/>
          </a:ln>
          <a:effectLst>
            <a:outerShdw blurRad="203200" rotWithShape="0" algn="t" dir="3060000" dist="50800">
              <a:srgbClr val="091450">
                <a:alpha val="2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4" name="Google Shape;854;p42"/>
          <p:cNvSpPr/>
          <p:nvPr/>
        </p:nvSpPr>
        <p:spPr>
          <a:xfrm>
            <a:off x="3401098" y="859536"/>
            <a:ext cx="1690048" cy="3333052"/>
          </a:xfrm>
          <a:prstGeom prst="roundRect">
            <a:avLst>
              <a:gd fmla="val 6398" name="adj"/>
            </a:avLst>
          </a:prstGeom>
          <a:solidFill>
            <a:schemeClr val="lt1"/>
          </a:solidFill>
          <a:ln>
            <a:noFill/>
          </a:ln>
          <a:effectLst>
            <a:outerShdw blurRad="203200" rotWithShape="0" algn="t" dir="3060000" dist="50800">
              <a:srgbClr val="091450">
                <a:alpha val="2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5" name="Google Shape;855;p42"/>
          <p:cNvSpPr/>
          <p:nvPr/>
        </p:nvSpPr>
        <p:spPr>
          <a:xfrm>
            <a:off x="5193370" y="859536"/>
            <a:ext cx="1690048" cy="3333052"/>
          </a:xfrm>
          <a:prstGeom prst="roundRect">
            <a:avLst>
              <a:gd fmla="val 6398" name="adj"/>
            </a:avLst>
          </a:prstGeom>
          <a:solidFill>
            <a:schemeClr val="lt1"/>
          </a:solidFill>
          <a:ln>
            <a:noFill/>
          </a:ln>
          <a:effectLst>
            <a:outerShdw blurRad="203200" rotWithShape="0" algn="t" dir="3060000" dist="50800">
              <a:srgbClr val="091450">
                <a:alpha val="2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6" name="Google Shape;856;p42"/>
          <p:cNvSpPr/>
          <p:nvPr/>
        </p:nvSpPr>
        <p:spPr>
          <a:xfrm>
            <a:off x="6985642" y="859536"/>
            <a:ext cx="1690048" cy="3333052"/>
          </a:xfrm>
          <a:prstGeom prst="roundRect">
            <a:avLst>
              <a:gd fmla="val 6398" name="adj"/>
            </a:avLst>
          </a:prstGeom>
          <a:solidFill>
            <a:schemeClr val="lt1"/>
          </a:solidFill>
          <a:ln>
            <a:noFill/>
          </a:ln>
          <a:effectLst>
            <a:outerShdw blurRad="203200" rotWithShape="0" algn="t" dir="3060000" dist="50800">
              <a:srgbClr val="091450">
                <a:alpha val="2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857" name="Google Shape;857;p42"/>
          <p:cNvGrpSpPr/>
          <p:nvPr/>
        </p:nvGrpSpPr>
        <p:grpSpPr>
          <a:xfrm>
            <a:off x="1799977" y="1524072"/>
            <a:ext cx="1307746" cy="670478"/>
            <a:chOff x="2195972" y="1454166"/>
            <a:chExt cx="1232428" cy="670478"/>
          </a:xfrm>
        </p:grpSpPr>
        <p:sp>
          <p:nvSpPr>
            <p:cNvPr id="858" name="Google Shape;858;p42"/>
            <p:cNvSpPr txBox="1"/>
            <p:nvPr/>
          </p:nvSpPr>
          <p:spPr>
            <a:xfrm>
              <a:off x="2195972" y="1454166"/>
              <a:ext cx="1232428" cy="166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500"/>
                <a:buFont typeface="Calibri"/>
                <a:buNone/>
              </a:pPr>
              <a:r>
                <a:rPr b="1" i="0" lang="mn-MN" sz="1200" u="none" cap="none" strike="noStrike">
                  <a:solidFill>
                    <a:srgbClr val="262626"/>
                  </a:solidFill>
                  <a:latin typeface="Manrope"/>
                  <a:ea typeface="Manrope"/>
                  <a:cs typeface="Manrope"/>
                  <a:sym typeface="Manrope"/>
                </a:rPr>
                <a:t>Агуулга</a:t>
              </a:r>
              <a:endParaRPr/>
            </a:p>
          </p:txBody>
        </p:sp>
        <p:sp>
          <p:nvSpPr>
            <p:cNvPr id="859" name="Google Shape;859;p42"/>
            <p:cNvSpPr txBox="1"/>
            <p:nvPr/>
          </p:nvSpPr>
          <p:spPr>
            <a:xfrm>
              <a:off x="2195972" y="1702331"/>
              <a:ext cx="1232428" cy="422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500"/>
                <a:buFont typeface="Calibri"/>
                <a:buNone/>
              </a:pPr>
              <a:r>
                <a:rPr b="0" i="0" lang="mn-MN" sz="900" u="none" cap="none" strike="noStrike">
                  <a:solidFill>
                    <a:srgbClr val="262626"/>
                  </a:solidFill>
                  <a:latin typeface="Manrope"/>
                  <a:ea typeface="Manrope"/>
                  <a:cs typeface="Manrope"/>
                  <a:sym typeface="Manrope"/>
                </a:rPr>
                <a:t>Шинэ боломжийг цаг алдалгүй ашиглана. </a:t>
              </a:r>
              <a:endParaRPr/>
            </a:p>
          </p:txBody>
        </p:sp>
      </p:grpSp>
      <p:cxnSp>
        <p:nvCxnSpPr>
          <p:cNvPr id="860" name="Google Shape;860;p42"/>
          <p:cNvCxnSpPr/>
          <p:nvPr/>
        </p:nvCxnSpPr>
        <p:spPr>
          <a:xfrm flipH="1">
            <a:off x="1799977" y="2296251"/>
            <a:ext cx="1307746" cy="1"/>
          </a:xfrm>
          <a:prstGeom prst="straightConnector1">
            <a:avLst/>
          </a:prstGeom>
          <a:noFill/>
          <a:ln cap="flat" cmpd="sng" w="9525">
            <a:solidFill>
              <a:srgbClr val="D8D8D8">
                <a:alpha val="58039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61" name="Google Shape;861;p42"/>
          <p:cNvSpPr txBox="1"/>
          <p:nvPr/>
        </p:nvSpPr>
        <p:spPr>
          <a:xfrm>
            <a:off x="1799977" y="2397954"/>
            <a:ext cx="1307746" cy="1577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4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mn-MN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Зорилтын нэр энд</a:t>
            </a:r>
            <a:endParaRPr/>
          </a:p>
          <a:p>
            <a:pPr indent="-144000" lvl="0" marL="144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mn-MN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Дэд гарчиг энд</a:t>
            </a:r>
            <a:endParaRPr/>
          </a:p>
          <a:p>
            <a:pPr indent="-144000" lvl="0" marL="144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mn-MN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Гол санаа энд</a:t>
            </a:r>
            <a:endParaRPr/>
          </a:p>
          <a:p>
            <a:pPr indent="-144000" lvl="0" marL="144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mn-MN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Товч тайлбар энд</a:t>
            </a:r>
            <a:endParaRPr/>
          </a:p>
          <a:p>
            <a:pPr indent="-144000" lvl="0" marL="1440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mn-MN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Зорилтын нэр энд</a:t>
            </a:r>
            <a:endParaRPr/>
          </a:p>
        </p:txBody>
      </p:sp>
      <p:grpSp>
        <p:nvGrpSpPr>
          <p:cNvPr id="862" name="Google Shape;862;p42"/>
          <p:cNvGrpSpPr/>
          <p:nvPr/>
        </p:nvGrpSpPr>
        <p:grpSpPr>
          <a:xfrm>
            <a:off x="3592249" y="1524072"/>
            <a:ext cx="1307746" cy="670478"/>
            <a:chOff x="2195972" y="1454166"/>
            <a:chExt cx="1232428" cy="670478"/>
          </a:xfrm>
        </p:grpSpPr>
        <p:sp>
          <p:nvSpPr>
            <p:cNvPr id="863" name="Google Shape;863;p42"/>
            <p:cNvSpPr txBox="1"/>
            <p:nvPr/>
          </p:nvSpPr>
          <p:spPr>
            <a:xfrm>
              <a:off x="2195972" y="1454166"/>
              <a:ext cx="1232428" cy="166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500"/>
                <a:buFont typeface="Calibri"/>
                <a:buNone/>
              </a:pPr>
              <a:r>
                <a:rPr b="1" i="0" lang="mn-MN" sz="1200" u="none" cap="none" strike="noStrike">
                  <a:solidFill>
                    <a:srgbClr val="262626"/>
                  </a:solidFill>
                  <a:latin typeface="Manrope"/>
                  <a:ea typeface="Manrope"/>
                  <a:cs typeface="Manrope"/>
                  <a:sym typeface="Manrope"/>
                </a:rPr>
                <a:t>Тайлбар</a:t>
              </a:r>
              <a:endParaRPr/>
            </a:p>
          </p:txBody>
        </p:sp>
        <p:sp>
          <p:nvSpPr>
            <p:cNvPr id="864" name="Google Shape;864;p42"/>
            <p:cNvSpPr txBox="1"/>
            <p:nvPr/>
          </p:nvSpPr>
          <p:spPr>
            <a:xfrm>
              <a:off x="2195972" y="1702331"/>
              <a:ext cx="1232428" cy="422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500"/>
                <a:buFont typeface="Calibri"/>
                <a:buNone/>
              </a:pPr>
              <a:r>
                <a:rPr b="0" i="0" lang="mn-MN" sz="900" u="none" cap="none" strike="noStrike">
                  <a:solidFill>
                    <a:srgbClr val="262626"/>
                  </a:solidFill>
                  <a:latin typeface="Manrope"/>
                  <a:ea typeface="Manrope"/>
                  <a:cs typeface="Manrope"/>
                  <a:sym typeface="Manrope"/>
                </a:rPr>
                <a:t>Тоо баримт, жишээ ашиглавал илүү үр дүнтэй. </a:t>
              </a:r>
              <a:endParaRPr/>
            </a:p>
          </p:txBody>
        </p:sp>
      </p:grpSp>
      <p:cxnSp>
        <p:nvCxnSpPr>
          <p:cNvPr id="865" name="Google Shape;865;p42"/>
          <p:cNvCxnSpPr/>
          <p:nvPr/>
        </p:nvCxnSpPr>
        <p:spPr>
          <a:xfrm flipH="1">
            <a:off x="3592249" y="2296251"/>
            <a:ext cx="1307746" cy="1"/>
          </a:xfrm>
          <a:prstGeom prst="straightConnector1">
            <a:avLst/>
          </a:prstGeom>
          <a:noFill/>
          <a:ln cap="flat" cmpd="sng" w="9525">
            <a:solidFill>
              <a:srgbClr val="D8D8D8">
                <a:alpha val="58039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66" name="Google Shape;866;p42"/>
          <p:cNvSpPr txBox="1"/>
          <p:nvPr/>
        </p:nvSpPr>
        <p:spPr>
          <a:xfrm>
            <a:off x="3592249" y="2397954"/>
            <a:ext cx="1307746" cy="1577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4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mn-MN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Товч тайлбар энд</a:t>
            </a:r>
            <a:endParaRPr/>
          </a:p>
          <a:p>
            <a:pPr indent="-144000" lvl="0" marL="144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mn-MN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Зорилтын нэр энд</a:t>
            </a:r>
            <a:endParaRPr/>
          </a:p>
          <a:p>
            <a:pPr indent="-144000" lvl="0" marL="144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mn-MN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Дэд гарчиг энд</a:t>
            </a:r>
            <a:endParaRPr/>
          </a:p>
          <a:p>
            <a:pPr indent="-144000" lvl="0" marL="144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mn-MN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Гол санаа энд</a:t>
            </a:r>
            <a:endParaRPr/>
          </a:p>
          <a:p>
            <a:pPr indent="-144000" lvl="0" marL="1440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mn-MN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Товч тайлбар энд</a:t>
            </a:r>
            <a:endParaRPr/>
          </a:p>
        </p:txBody>
      </p:sp>
      <p:grpSp>
        <p:nvGrpSpPr>
          <p:cNvPr id="867" name="Google Shape;867;p42"/>
          <p:cNvGrpSpPr/>
          <p:nvPr/>
        </p:nvGrpSpPr>
        <p:grpSpPr>
          <a:xfrm>
            <a:off x="5384521" y="1524072"/>
            <a:ext cx="1307746" cy="670478"/>
            <a:chOff x="2195972" y="1454166"/>
            <a:chExt cx="1232428" cy="670478"/>
          </a:xfrm>
        </p:grpSpPr>
        <p:sp>
          <p:nvSpPr>
            <p:cNvPr id="868" name="Google Shape;868;p42"/>
            <p:cNvSpPr txBox="1"/>
            <p:nvPr/>
          </p:nvSpPr>
          <p:spPr>
            <a:xfrm>
              <a:off x="2195972" y="1454166"/>
              <a:ext cx="1232428" cy="166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500"/>
                <a:buFont typeface="Calibri"/>
                <a:buNone/>
              </a:pPr>
              <a:r>
                <a:rPr b="1" i="0" lang="mn-MN" sz="1200" u="none" cap="none" strike="noStrike">
                  <a:solidFill>
                    <a:srgbClr val="262626"/>
                  </a:solidFill>
                  <a:latin typeface="Manrope"/>
                  <a:ea typeface="Manrope"/>
                  <a:cs typeface="Manrope"/>
                  <a:sym typeface="Manrope"/>
                </a:rPr>
                <a:t>Зорилт</a:t>
              </a:r>
              <a:endParaRPr/>
            </a:p>
          </p:txBody>
        </p:sp>
        <p:sp>
          <p:nvSpPr>
            <p:cNvPr id="869" name="Google Shape;869;p42"/>
            <p:cNvSpPr txBox="1"/>
            <p:nvPr/>
          </p:nvSpPr>
          <p:spPr>
            <a:xfrm>
              <a:off x="2195972" y="1702331"/>
              <a:ext cx="1232428" cy="422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500"/>
                <a:buFont typeface="Calibri"/>
                <a:buNone/>
              </a:pPr>
              <a:r>
                <a:rPr b="0" i="0" lang="mn-MN" sz="900" u="none" cap="none" strike="noStrike">
                  <a:solidFill>
                    <a:srgbClr val="262626"/>
                  </a:solidFill>
                  <a:latin typeface="Manrope"/>
                  <a:ea typeface="Manrope"/>
                  <a:cs typeface="Manrope"/>
                  <a:sym typeface="Manrope"/>
                </a:rPr>
                <a:t>Энэ хэсэгт өөрийн текстээ оруулна уу. </a:t>
              </a:r>
              <a:endParaRPr/>
            </a:p>
          </p:txBody>
        </p:sp>
      </p:grpSp>
      <p:cxnSp>
        <p:nvCxnSpPr>
          <p:cNvPr id="870" name="Google Shape;870;p42"/>
          <p:cNvCxnSpPr/>
          <p:nvPr/>
        </p:nvCxnSpPr>
        <p:spPr>
          <a:xfrm flipH="1">
            <a:off x="5384521" y="2296251"/>
            <a:ext cx="1307746" cy="1"/>
          </a:xfrm>
          <a:prstGeom prst="straightConnector1">
            <a:avLst/>
          </a:prstGeom>
          <a:noFill/>
          <a:ln cap="flat" cmpd="sng" w="9525">
            <a:solidFill>
              <a:srgbClr val="D8D8D8">
                <a:alpha val="58039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71" name="Google Shape;871;p42"/>
          <p:cNvSpPr txBox="1"/>
          <p:nvPr/>
        </p:nvSpPr>
        <p:spPr>
          <a:xfrm>
            <a:off x="5384521" y="2397954"/>
            <a:ext cx="1307746" cy="1577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4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mn-MN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Гол санаа энд</a:t>
            </a:r>
            <a:endParaRPr/>
          </a:p>
          <a:p>
            <a:pPr indent="-144000" lvl="0" marL="144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mn-MN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Товч тайлбар энд</a:t>
            </a:r>
            <a:endParaRPr/>
          </a:p>
          <a:p>
            <a:pPr indent="-144000" lvl="0" marL="144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mn-MN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Зорилтын нэр энд</a:t>
            </a:r>
            <a:endParaRPr/>
          </a:p>
          <a:p>
            <a:pPr indent="-144000" lvl="0" marL="144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mn-MN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Дэд гарчиг энд</a:t>
            </a:r>
            <a:endParaRPr/>
          </a:p>
          <a:p>
            <a:pPr indent="-144000" lvl="0" marL="1440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mn-MN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Гол санаа энд</a:t>
            </a:r>
            <a:endParaRPr/>
          </a:p>
        </p:txBody>
      </p:sp>
      <p:grpSp>
        <p:nvGrpSpPr>
          <p:cNvPr id="872" name="Google Shape;872;p42"/>
          <p:cNvGrpSpPr/>
          <p:nvPr/>
        </p:nvGrpSpPr>
        <p:grpSpPr>
          <a:xfrm>
            <a:off x="7176793" y="1524072"/>
            <a:ext cx="1307746" cy="670478"/>
            <a:chOff x="2195972" y="1454166"/>
            <a:chExt cx="1232428" cy="670478"/>
          </a:xfrm>
        </p:grpSpPr>
        <p:sp>
          <p:nvSpPr>
            <p:cNvPr id="873" name="Google Shape;873;p42"/>
            <p:cNvSpPr txBox="1"/>
            <p:nvPr/>
          </p:nvSpPr>
          <p:spPr>
            <a:xfrm>
              <a:off x="2195972" y="1454166"/>
              <a:ext cx="1232428" cy="166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500"/>
                <a:buFont typeface="Calibri"/>
                <a:buNone/>
              </a:pPr>
              <a:r>
                <a:rPr b="1" i="0" lang="mn-MN" sz="1200" u="none" cap="none" strike="noStrike">
                  <a:solidFill>
                    <a:srgbClr val="262626"/>
                  </a:solidFill>
                  <a:latin typeface="Manrope"/>
                  <a:ea typeface="Manrope"/>
                  <a:cs typeface="Manrope"/>
                  <a:sym typeface="Manrope"/>
                </a:rPr>
                <a:t>Санаа</a:t>
              </a:r>
              <a:endParaRPr/>
            </a:p>
          </p:txBody>
        </p:sp>
        <p:sp>
          <p:nvSpPr>
            <p:cNvPr id="874" name="Google Shape;874;p42"/>
            <p:cNvSpPr txBox="1"/>
            <p:nvPr/>
          </p:nvSpPr>
          <p:spPr>
            <a:xfrm>
              <a:off x="2195972" y="1702331"/>
              <a:ext cx="1232428" cy="422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500"/>
                <a:buFont typeface="Calibri"/>
                <a:buNone/>
              </a:pPr>
              <a:r>
                <a:rPr b="0" i="0" lang="mn-MN" sz="900" u="none" cap="none" strike="noStrike">
                  <a:solidFill>
                    <a:srgbClr val="262626"/>
                  </a:solidFill>
                  <a:latin typeface="Manrope"/>
                  <a:ea typeface="Manrope"/>
                  <a:cs typeface="Manrope"/>
                  <a:sym typeface="Manrope"/>
                </a:rPr>
                <a:t>Технологийн шинэчлэлийг тасралтгүй нэвтрүүлнэ. </a:t>
              </a:r>
              <a:endParaRPr/>
            </a:p>
          </p:txBody>
        </p:sp>
      </p:grpSp>
      <p:cxnSp>
        <p:nvCxnSpPr>
          <p:cNvPr id="875" name="Google Shape;875;p42"/>
          <p:cNvCxnSpPr/>
          <p:nvPr/>
        </p:nvCxnSpPr>
        <p:spPr>
          <a:xfrm flipH="1">
            <a:off x="7176793" y="2296251"/>
            <a:ext cx="1307746" cy="1"/>
          </a:xfrm>
          <a:prstGeom prst="straightConnector1">
            <a:avLst/>
          </a:prstGeom>
          <a:noFill/>
          <a:ln cap="flat" cmpd="sng" w="9525">
            <a:solidFill>
              <a:srgbClr val="D8D8D8">
                <a:alpha val="58039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76" name="Google Shape;876;p42"/>
          <p:cNvSpPr txBox="1"/>
          <p:nvPr/>
        </p:nvSpPr>
        <p:spPr>
          <a:xfrm>
            <a:off x="7176793" y="2397954"/>
            <a:ext cx="1307746" cy="1577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4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mn-MN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Дэд гарчиг энд</a:t>
            </a:r>
            <a:endParaRPr/>
          </a:p>
          <a:p>
            <a:pPr indent="-144000" lvl="0" marL="144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mn-MN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Гол санаа энд</a:t>
            </a:r>
            <a:endParaRPr/>
          </a:p>
          <a:p>
            <a:pPr indent="-144000" lvl="0" marL="144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mn-MN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Товч тайлбар энд</a:t>
            </a:r>
            <a:endParaRPr/>
          </a:p>
          <a:p>
            <a:pPr indent="-144000" lvl="0" marL="144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mn-MN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Зорилтын нэр энд</a:t>
            </a:r>
            <a:endParaRPr/>
          </a:p>
          <a:p>
            <a:pPr indent="-144000" lvl="0" marL="1440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mn-MN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Дэд гарчиг энд</a:t>
            </a:r>
            <a:endParaRPr/>
          </a:p>
        </p:txBody>
      </p:sp>
      <p:grpSp>
        <p:nvGrpSpPr>
          <p:cNvPr id="877" name="Google Shape;877;p42"/>
          <p:cNvGrpSpPr/>
          <p:nvPr/>
        </p:nvGrpSpPr>
        <p:grpSpPr>
          <a:xfrm rot="-5630581">
            <a:off x="1752904" y="1028612"/>
            <a:ext cx="402161" cy="402161"/>
            <a:chOff x="2487025" y="947988"/>
            <a:chExt cx="402161" cy="402161"/>
          </a:xfrm>
        </p:grpSpPr>
        <p:sp>
          <p:nvSpPr>
            <p:cNvPr id="878" name="Google Shape;878;p42"/>
            <p:cNvSpPr/>
            <p:nvPr/>
          </p:nvSpPr>
          <p:spPr>
            <a:xfrm rot="5191475">
              <a:off x="2532905" y="996139"/>
              <a:ext cx="306923" cy="306923"/>
            </a:xfrm>
            <a:prstGeom prst="ellipse">
              <a:avLst/>
            </a:prstGeom>
            <a:noFill/>
            <a:ln cap="flat" cmpd="sng" w="9525">
              <a:solidFill>
                <a:srgbClr val="D8D8D8">
                  <a:alpha val="5803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42"/>
            <p:cNvSpPr/>
            <p:nvPr/>
          </p:nvSpPr>
          <p:spPr>
            <a:xfrm rot="4026063">
              <a:off x="2534644" y="995607"/>
              <a:ext cx="306923" cy="306923"/>
            </a:xfrm>
            <a:prstGeom prst="arc">
              <a:avLst>
                <a:gd fmla="val 16200000" name="adj1"/>
                <a:gd fmla="val 2547781" name="adj2"/>
              </a:avLst>
            </a:prstGeom>
            <a:noFill/>
            <a:ln cap="flat" cmpd="sng" w="25400">
              <a:solidFill>
                <a:srgbClr val="7A126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0" name="Google Shape;880;p42"/>
          <p:cNvGrpSpPr/>
          <p:nvPr/>
        </p:nvGrpSpPr>
        <p:grpSpPr>
          <a:xfrm rot="-5630581">
            <a:off x="3554571" y="1028612"/>
            <a:ext cx="402161" cy="402161"/>
            <a:chOff x="2487025" y="947988"/>
            <a:chExt cx="402161" cy="402161"/>
          </a:xfrm>
        </p:grpSpPr>
        <p:sp>
          <p:nvSpPr>
            <p:cNvPr id="881" name="Google Shape;881;p42"/>
            <p:cNvSpPr/>
            <p:nvPr/>
          </p:nvSpPr>
          <p:spPr>
            <a:xfrm rot="5191475">
              <a:off x="2532905" y="996139"/>
              <a:ext cx="306923" cy="306923"/>
            </a:xfrm>
            <a:prstGeom prst="ellipse">
              <a:avLst/>
            </a:prstGeom>
            <a:noFill/>
            <a:ln cap="flat" cmpd="sng" w="9525">
              <a:solidFill>
                <a:srgbClr val="D8D8D8">
                  <a:alpha val="5803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42"/>
            <p:cNvSpPr/>
            <p:nvPr/>
          </p:nvSpPr>
          <p:spPr>
            <a:xfrm rot="4026063">
              <a:off x="2534644" y="995607"/>
              <a:ext cx="306923" cy="306923"/>
            </a:xfrm>
            <a:prstGeom prst="arc">
              <a:avLst>
                <a:gd fmla="val 16200000" name="adj1"/>
                <a:gd fmla="val 2547781" name="adj2"/>
              </a:avLst>
            </a:prstGeom>
            <a:noFill/>
            <a:ln cap="flat" cmpd="sng" w="25400">
              <a:solidFill>
                <a:srgbClr val="7A126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3" name="Google Shape;883;p42"/>
          <p:cNvGrpSpPr/>
          <p:nvPr/>
        </p:nvGrpSpPr>
        <p:grpSpPr>
          <a:xfrm rot="-5630581">
            <a:off x="5346843" y="1028612"/>
            <a:ext cx="402161" cy="402161"/>
            <a:chOff x="2487025" y="947988"/>
            <a:chExt cx="402161" cy="402161"/>
          </a:xfrm>
        </p:grpSpPr>
        <p:sp>
          <p:nvSpPr>
            <p:cNvPr id="884" name="Google Shape;884;p42"/>
            <p:cNvSpPr/>
            <p:nvPr/>
          </p:nvSpPr>
          <p:spPr>
            <a:xfrm rot="5191475">
              <a:off x="2532905" y="996139"/>
              <a:ext cx="306923" cy="306923"/>
            </a:xfrm>
            <a:prstGeom prst="ellipse">
              <a:avLst/>
            </a:prstGeom>
            <a:noFill/>
            <a:ln cap="flat" cmpd="sng" w="9525">
              <a:solidFill>
                <a:srgbClr val="D8D8D8">
                  <a:alpha val="5803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42"/>
            <p:cNvSpPr/>
            <p:nvPr/>
          </p:nvSpPr>
          <p:spPr>
            <a:xfrm rot="4026063">
              <a:off x="2534644" y="995607"/>
              <a:ext cx="306923" cy="306923"/>
            </a:xfrm>
            <a:prstGeom prst="arc">
              <a:avLst>
                <a:gd fmla="val 16200000" name="adj1"/>
                <a:gd fmla="val 2547781" name="adj2"/>
              </a:avLst>
            </a:prstGeom>
            <a:noFill/>
            <a:ln cap="flat" cmpd="sng" w="25400">
              <a:solidFill>
                <a:srgbClr val="7A126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6" name="Google Shape;886;p42"/>
          <p:cNvGrpSpPr/>
          <p:nvPr/>
        </p:nvGrpSpPr>
        <p:grpSpPr>
          <a:xfrm rot="-5630581">
            <a:off x="7139115" y="1028613"/>
            <a:ext cx="402161" cy="402161"/>
            <a:chOff x="2487025" y="947988"/>
            <a:chExt cx="402161" cy="402161"/>
          </a:xfrm>
        </p:grpSpPr>
        <p:sp>
          <p:nvSpPr>
            <p:cNvPr id="887" name="Google Shape;887;p42"/>
            <p:cNvSpPr/>
            <p:nvPr/>
          </p:nvSpPr>
          <p:spPr>
            <a:xfrm rot="5191475">
              <a:off x="2532905" y="996139"/>
              <a:ext cx="306923" cy="306923"/>
            </a:xfrm>
            <a:prstGeom prst="ellipse">
              <a:avLst/>
            </a:prstGeom>
            <a:noFill/>
            <a:ln cap="flat" cmpd="sng" w="9525">
              <a:solidFill>
                <a:srgbClr val="D8D8D8">
                  <a:alpha val="5803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42"/>
            <p:cNvSpPr/>
            <p:nvPr/>
          </p:nvSpPr>
          <p:spPr>
            <a:xfrm rot="4026063">
              <a:off x="2534644" y="995607"/>
              <a:ext cx="306923" cy="306923"/>
            </a:xfrm>
            <a:prstGeom prst="arc">
              <a:avLst>
                <a:gd fmla="val 16200000" name="adj1"/>
                <a:gd fmla="val 2547781" name="adj2"/>
              </a:avLst>
            </a:prstGeom>
            <a:noFill/>
            <a:ln cap="flat" cmpd="sng" w="25400">
              <a:solidFill>
                <a:srgbClr val="7A126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9" name="Google Shape;889;p42"/>
          <p:cNvGrpSpPr/>
          <p:nvPr/>
        </p:nvGrpSpPr>
        <p:grpSpPr>
          <a:xfrm>
            <a:off x="1882891" y="1159125"/>
            <a:ext cx="142835" cy="142836"/>
            <a:chOff x="10457394" y="1341188"/>
            <a:chExt cx="274666" cy="274667"/>
          </a:xfrm>
        </p:grpSpPr>
        <p:sp>
          <p:nvSpPr>
            <p:cNvPr id="890" name="Google Shape;890;p42"/>
            <p:cNvSpPr/>
            <p:nvPr/>
          </p:nvSpPr>
          <p:spPr>
            <a:xfrm>
              <a:off x="10457394" y="1341188"/>
              <a:ext cx="274666" cy="251379"/>
            </a:xfrm>
            <a:custGeom>
              <a:rect b="b" l="l" r="r" t="t"/>
              <a:pathLst>
                <a:path extrusionOk="0" h="251379" w="274666">
                  <a:moveTo>
                    <a:pt x="190117" y="223913"/>
                  </a:moveTo>
                  <a:lnTo>
                    <a:pt x="217584" y="251380"/>
                  </a:lnTo>
                  <a:lnTo>
                    <a:pt x="251380" y="217584"/>
                  </a:lnTo>
                  <a:lnTo>
                    <a:pt x="223913" y="190117"/>
                  </a:lnTo>
                  <a:cubicBezTo>
                    <a:pt x="229287" y="181280"/>
                    <a:pt x="233347" y="165636"/>
                    <a:pt x="235855" y="155246"/>
                  </a:cubicBezTo>
                  <a:lnTo>
                    <a:pt x="274667" y="155246"/>
                  </a:lnTo>
                  <a:lnTo>
                    <a:pt x="274667" y="119420"/>
                  </a:lnTo>
                  <a:lnTo>
                    <a:pt x="235855" y="119420"/>
                  </a:lnTo>
                  <a:cubicBezTo>
                    <a:pt x="233347" y="109031"/>
                    <a:pt x="229287" y="93387"/>
                    <a:pt x="223913" y="84550"/>
                  </a:cubicBezTo>
                  <a:lnTo>
                    <a:pt x="251380" y="57083"/>
                  </a:lnTo>
                  <a:lnTo>
                    <a:pt x="217584" y="23287"/>
                  </a:lnTo>
                  <a:lnTo>
                    <a:pt x="190117" y="50754"/>
                  </a:lnTo>
                  <a:cubicBezTo>
                    <a:pt x="181280" y="45380"/>
                    <a:pt x="165636" y="41319"/>
                    <a:pt x="155246" y="38812"/>
                  </a:cubicBezTo>
                  <a:lnTo>
                    <a:pt x="155246" y="0"/>
                  </a:lnTo>
                  <a:lnTo>
                    <a:pt x="119420" y="0"/>
                  </a:lnTo>
                  <a:lnTo>
                    <a:pt x="119420" y="38812"/>
                  </a:lnTo>
                  <a:cubicBezTo>
                    <a:pt x="109031" y="41319"/>
                    <a:pt x="93387" y="45380"/>
                    <a:pt x="84549" y="50754"/>
                  </a:cubicBezTo>
                  <a:lnTo>
                    <a:pt x="57083" y="23287"/>
                  </a:lnTo>
                  <a:lnTo>
                    <a:pt x="23287" y="57083"/>
                  </a:lnTo>
                  <a:lnTo>
                    <a:pt x="50754" y="84550"/>
                  </a:lnTo>
                  <a:cubicBezTo>
                    <a:pt x="45380" y="93387"/>
                    <a:pt x="41319" y="109031"/>
                    <a:pt x="38812" y="119420"/>
                  </a:cubicBezTo>
                  <a:lnTo>
                    <a:pt x="0" y="119420"/>
                  </a:lnTo>
                  <a:lnTo>
                    <a:pt x="0" y="155246"/>
                  </a:lnTo>
                  <a:lnTo>
                    <a:pt x="38812" y="155246"/>
                  </a:lnTo>
                  <a:cubicBezTo>
                    <a:pt x="41319" y="165636"/>
                    <a:pt x="45380" y="181280"/>
                    <a:pt x="50754" y="190117"/>
                  </a:cubicBezTo>
                  <a:lnTo>
                    <a:pt x="23287" y="217584"/>
                  </a:lnTo>
                  <a:lnTo>
                    <a:pt x="57083" y="251380"/>
                  </a:lnTo>
                  <a:lnTo>
                    <a:pt x="84549" y="223913"/>
                  </a:lnTo>
                </a:path>
              </a:pathLst>
            </a:custGeom>
            <a:noFill/>
            <a:ln cap="rnd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42"/>
            <p:cNvSpPr/>
            <p:nvPr/>
          </p:nvSpPr>
          <p:spPr>
            <a:xfrm>
              <a:off x="10576815" y="1580029"/>
              <a:ext cx="35826" cy="11942"/>
            </a:xfrm>
            <a:custGeom>
              <a:rect b="b" l="l" r="r" t="t"/>
              <a:pathLst>
                <a:path extrusionOk="0" h="11942" w="35826">
                  <a:moveTo>
                    <a:pt x="0" y="0"/>
                  </a:moveTo>
                  <a:lnTo>
                    <a:pt x="35826" y="0"/>
                  </a:lnTo>
                </a:path>
              </a:pathLst>
            </a:custGeom>
            <a:noFill/>
            <a:ln cap="rnd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42"/>
            <p:cNvSpPr/>
            <p:nvPr/>
          </p:nvSpPr>
          <p:spPr>
            <a:xfrm>
              <a:off x="10576815" y="1603913"/>
              <a:ext cx="35826" cy="11942"/>
            </a:xfrm>
            <a:custGeom>
              <a:rect b="b" l="l" r="r" t="t"/>
              <a:pathLst>
                <a:path extrusionOk="0" h="11942" w="35826">
                  <a:moveTo>
                    <a:pt x="0" y="0"/>
                  </a:moveTo>
                  <a:lnTo>
                    <a:pt x="35826" y="0"/>
                  </a:lnTo>
                </a:path>
              </a:pathLst>
            </a:custGeom>
            <a:noFill/>
            <a:ln cap="rnd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42"/>
            <p:cNvSpPr/>
            <p:nvPr/>
          </p:nvSpPr>
          <p:spPr>
            <a:xfrm>
              <a:off x="10594728" y="1603913"/>
              <a:ext cx="11942" cy="11942"/>
            </a:xfrm>
            <a:custGeom>
              <a:rect b="b" l="l" r="r" t="t"/>
              <a:pathLst>
                <a:path extrusionOk="0" h="11942" w="11942">
                  <a:moveTo>
                    <a:pt x="0" y="0"/>
                  </a:moveTo>
                  <a:lnTo>
                    <a:pt x="0" y="11942"/>
                  </a:lnTo>
                </a:path>
              </a:pathLst>
            </a:custGeom>
            <a:noFill/>
            <a:ln cap="rnd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42"/>
            <p:cNvSpPr/>
            <p:nvPr/>
          </p:nvSpPr>
          <p:spPr>
            <a:xfrm>
              <a:off x="10524628" y="1412840"/>
              <a:ext cx="140199" cy="143184"/>
            </a:xfrm>
            <a:custGeom>
              <a:rect b="b" l="l" r="r" t="t"/>
              <a:pathLst>
                <a:path extrusionOk="0" h="143184" w="140199">
                  <a:moveTo>
                    <a:pt x="140199" y="66159"/>
                  </a:moveTo>
                  <a:cubicBezTo>
                    <a:pt x="140199" y="29616"/>
                    <a:pt x="108792" y="0"/>
                    <a:pt x="70100" y="0"/>
                  </a:cubicBezTo>
                  <a:cubicBezTo>
                    <a:pt x="31408" y="0"/>
                    <a:pt x="0" y="29616"/>
                    <a:pt x="0" y="66159"/>
                  </a:cubicBezTo>
                  <a:cubicBezTo>
                    <a:pt x="0" y="96372"/>
                    <a:pt x="22929" y="121689"/>
                    <a:pt x="52187" y="129690"/>
                  </a:cubicBezTo>
                  <a:lnTo>
                    <a:pt x="52187" y="143185"/>
                  </a:lnTo>
                  <a:lnTo>
                    <a:pt x="88013" y="143185"/>
                  </a:lnTo>
                  <a:lnTo>
                    <a:pt x="88013" y="129690"/>
                  </a:lnTo>
                  <a:cubicBezTo>
                    <a:pt x="117271" y="121809"/>
                    <a:pt x="140199" y="96372"/>
                    <a:pt x="140199" y="66159"/>
                  </a:cubicBezTo>
                  <a:close/>
                </a:path>
              </a:pathLst>
            </a:custGeom>
            <a:noFill/>
            <a:ln cap="rnd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5" name="Google Shape;895;p42"/>
          <p:cNvGrpSpPr/>
          <p:nvPr/>
        </p:nvGrpSpPr>
        <p:grpSpPr>
          <a:xfrm>
            <a:off x="3686095" y="1160662"/>
            <a:ext cx="139760" cy="139760"/>
            <a:chOff x="2603640" y="768176"/>
            <a:chExt cx="274666" cy="274666"/>
          </a:xfrm>
        </p:grpSpPr>
        <p:sp>
          <p:nvSpPr>
            <p:cNvPr id="896" name="Google Shape;896;p42"/>
            <p:cNvSpPr/>
            <p:nvPr/>
          </p:nvSpPr>
          <p:spPr>
            <a:xfrm>
              <a:off x="2735002" y="845799"/>
              <a:ext cx="41797" cy="65681"/>
            </a:xfrm>
            <a:custGeom>
              <a:rect b="b" l="l" r="r" t="t"/>
              <a:pathLst>
                <a:path extrusionOk="0" h="65681" w="41797">
                  <a:moveTo>
                    <a:pt x="41797" y="65681"/>
                  </a:moveTo>
                  <a:lnTo>
                    <a:pt x="0" y="65681"/>
                  </a:ln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42"/>
            <p:cNvSpPr/>
            <p:nvPr/>
          </p:nvSpPr>
          <p:spPr>
            <a:xfrm>
              <a:off x="2603640" y="768176"/>
              <a:ext cx="274666" cy="274666"/>
            </a:xfrm>
            <a:custGeom>
              <a:rect b="b" l="l" r="r" t="t"/>
              <a:pathLst>
                <a:path extrusionOk="0" h="274666" w="274666">
                  <a:moveTo>
                    <a:pt x="274667" y="226899"/>
                  </a:moveTo>
                  <a:cubicBezTo>
                    <a:pt x="274667" y="253171"/>
                    <a:pt x="253171" y="274667"/>
                    <a:pt x="226899" y="274667"/>
                  </a:cubicBezTo>
                  <a:lnTo>
                    <a:pt x="47768" y="274667"/>
                  </a:lnTo>
                  <a:cubicBezTo>
                    <a:pt x="21496" y="274667"/>
                    <a:pt x="0" y="253171"/>
                    <a:pt x="0" y="226899"/>
                  </a:cubicBezTo>
                  <a:lnTo>
                    <a:pt x="0" y="47768"/>
                  </a:lnTo>
                  <a:cubicBezTo>
                    <a:pt x="0" y="21496"/>
                    <a:pt x="21496" y="0"/>
                    <a:pt x="47768" y="0"/>
                  </a:cubicBezTo>
                  <a:lnTo>
                    <a:pt x="226899" y="0"/>
                  </a:lnTo>
                  <a:cubicBezTo>
                    <a:pt x="253171" y="0"/>
                    <a:pt x="274667" y="21496"/>
                    <a:pt x="274667" y="47768"/>
                  </a:cubicBezTo>
                  <a:lnTo>
                    <a:pt x="274667" y="226899"/>
                  </a:lnTo>
                  <a:close/>
                </a:path>
              </a:pathLst>
            </a:cu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42"/>
            <p:cNvSpPr/>
            <p:nvPr/>
          </p:nvSpPr>
          <p:spPr>
            <a:xfrm>
              <a:off x="2639466" y="804002"/>
              <a:ext cx="203014" cy="203014"/>
            </a:xfrm>
            <a:custGeom>
              <a:rect b="b" l="l" r="r" t="t"/>
              <a:pathLst>
                <a:path extrusionOk="0" h="203014" w="203014">
                  <a:moveTo>
                    <a:pt x="203015" y="101507"/>
                  </a:moveTo>
                  <a:cubicBezTo>
                    <a:pt x="203015" y="157568"/>
                    <a:pt x="157568" y="203015"/>
                    <a:pt x="101507" y="203015"/>
                  </a:cubicBezTo>
                  <a:cubicBezTo>
                    <a:pt x="45446" y="203015"/>
                    <a:pt x="0" y="157568"/>
                    <a:pt x="0" y="101507"/>
                  </a:cubicBezTo>
                  <a:cubicBezTo>
                    <a:pt x="0" y="45446"/>
                    <a:pt x="45446" y="0"/>
                    <a:pt x="101507" y="0"/>
                  </a:cubicBezTo>
                  <a:cubicBezTo>
                    <a:pt x="157568" y="0"/>
                    <a:pt x="203015" y="45446"/>
                    <a:pt x="203015" y="101507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9" name="Google Shape;899;p42"/>
          <p:cNvGrpSpPr/>
          <p:nvPr/>
        </p:nvGrpSpPr>
        <p:grpSpPr>
          <a:xfrm>
            <a:off x="5474954" y="1157249"/>
            <a:ext cx="146587" cy="146586"/>
            <a:chOff x="2597421" y="1914464"/>
            <a:chExt cx="273924" cy="273923"/>
          </a:xfrm>
        </p:grpSpPr>
        <p:sp>
          <p:nvSpPr>
            <p:cNvPr id="900" name="Google Shape;900;p42"/>
            <p:cNvSpPr/>
            <p:nvPr/>
          </p:nvSpPr>
          <p:spPr>
            <a:xfrm>
              <a:off x="2674835" y="1914464"/>
              <a:ext cx="119097" cy="119097"/>
            </a:xfrm>
            <a:custGeom>
              <a:rect b="b" l="l" r="r" t="t"/>
              <a:pathLst>
                <a:path extrusionOk="0" h="119097" w="119097">
                  <a:moveTo>
                    <a:pt x="59549" y="0"/>
                  </a:moveTo>
                  <a:lnTo>
                    <a:pt x="71458" y="47639"/>
                  </a:lnTo>
                  <a:lnTo>
                    <a:pt x="119097" y="47639"/>
                  </a:lnTo>
                  <a:lnTo>
                    <a:pt x="83368" y="71458"/>
                  </a:lnTo>
                  <a:lnTo>
                    <a:pt x="101233" y="119097"/>
                  </a:lnTo>
                  <a:lnTo>
                    <a:pt x="59549" y="89323"/>
                  </a:lnTo>
                  <a:lnTo>
                    <a:pt x="17865" y="119097"/>
                  </a:lnTo>
                  <a:lnTo>
                    <a:pt x="35729" y="71458"/>
                  </a:lnTo>
                  <a:lnTo>
                    <a:pt x="0" y="47639"/>
                  </a:lnTo>
                  <a:lnTo>
                    <a:pt x="47639" y="47639"/>
                  </a:lnTo>
                  <a:close/>
                </a:path>
              </a:pathLst>
            </a:cu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42"/>
            <p:cNvSpPr/>
            <p:nvPr/>
          </p:nvSpPr>
          <p:spPr>
            <a:xfrm>
              <a:off x="2752248" y="2069290"/>
              <a:ext cx="119097" cy="119097"/>
            </a:xfrm>
            <a:custGeom>
              <a:rect b="b" l="l" r="r" t="t"/>
              <a:pathLst>
                <a:path extrusionOk="0" h="119097" w="119097">
                  <a:moveTo>
                    <a:pt x="59549" y="0"/>
                  </a:moveTo>
                  <a:lnTo>
                    <a:pt x="71458" y="47639"/>
                  </a:lnTo>
                  <a:lnTo>
                    <a:pt x="119097" y="47639"/>
                  </a:lnTo>
                  <a:lnTo>
                    <a:pt x="83368" y="71458"/>
                  </a:lnTo>
                  <a:lnTo>
                    <a:pt x="101233" y="119097"/>
                  </a:lnTo>
                  <a:lnTo>
                    <a:pt x="59549" y="89323"/>
                  </a:lnTo>
                  <a:lnTo>
                    <a:pt x="17865" y="119097"/>
                  </a:lnTo>
                  <a:lnTo>
                    <a:pt x="35729" y="71458"/>
                  </a:lnTo>
                  <a:lnTo>
                    <a:pt x="0" y="47639"/>
                  </a:lnTo>
                  <a:lnTo>
                    <a:pt x="47639" y="47639"/>
                  </a:lnTo>
                  <a:close/>
                </a:path>
              </a:pathLst>
            </a:cu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42"/>
            <p:cNvSpPr/>
            <p:nvPr/>
          </p:nvSpPr>
          <p:spPr>
            <a:xfrm>
              <a:off x="2597421" y="2069290"/>
              <a:ext cx="119097" cy="119097"/>
            </a:xfrm>
            <a:custGeom>
              <a:rect b="b" l="l" r="r" t="t"/>
              <a:pathLst>
                <a:path extrusionOk="0" h="119097" w="119097">
                  <a:moveTo>
                    <a:pt x="59549" y="0"/>
                  </a:moveTo>
                  <a:lnTo>
                    <a:pt x="71458" y="47639"/>
                  </a:lnTo>
                  <a:lnTo>
                    <a:pt x="119097" y="47639"/>
                  </a:lnTo>
                  <a:lnTo>
                    <a:pt x="83368" y="71458"/>
                  </a:lnTo>
                  <a:lnTo>
                    <a:pt x="101233" y="119097"/>
                  </a:lnTo>
                  <a:lnTo>
                    <a:pt x="59549" y="89323"/>
                  </a:lnTo>
                  <a:lnTo>
                    <a:pt x="17865" y="119097"/>
                  </a:lnTo>
                  <a:lnTo>
                    <a:pt x="35729" y="71458"/>
                  </a:lnTo>
                  <a:lnTo>
                    <a:pt x="0" y="47639"/>
                  </a:lnTo>
                  <a:lnTo>
                    <a:pt x="47639" y="47639"/>
                  </a:lnTo>
                  <a:close/>
                </a:path>
              </a:pathLst>
            </a:cu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3" name="Google Shape;903;p42"/>
          <p:cNvGrpSpPr/>
          <p:nvPr/>
        </p:nvGrpSpPr>
        <p:grpSpPr>
          <a:xfrm>
            <a:off x="7283200" y="1152994"/>
            <a:ext cx="114638" cy="155098"/>
            <a:chOff x="4385969" y="5167670"/>
            <a:chExt cx="204359" cy="276485"/>
          </a:xfrm>
        </p:grpSpPr>
        <p:sp>
          <p:nvSpPr>
            <p:cNvPr id="904" name="Google Shape;904;p42"/>
            <p:cNvSpPr/>
            <p:nvPr/>
          </p:nvSpPr>
          <p:spPr>
            <a:xfrm>
              <a:off x="4464106" y="5329955"/>
              <a:ext cx="48084" cy="48084"/>
            </a:xfrm>
            <a:custGeom>
              <a:rect b="b" l="l" r="r" t="t"/>
              <a:pathLst>
                <a:path extrusionOk="0" h="48084" w="48084">
                  <a:moveTo>
                    <a:pt x="48084" y="24042"/>
                  </a:moveTo>
                  <a:cubicBezTo>
                    <a:pt x="48084" y="37320"/>
                    <a:pt x="37321" y="48085"/>
                    <a:pt x="24042" y="48085"/>
                  </a:cubicBezTo>
                  <a:cubicBezTo>
                    <a:pt x="10764" y="48085"/>
                    <a:pt x="0" y="37320"/>
                    <a:pt x="0" y="24042"/>
                  </a:cubicBezTo>
                  <a:cubicBezTo>
                    <a:pt x="0" y="10764"/>
                    <a:pt x="10764" y="0"/>
                    <a:pt x="24042" y="0"/>
                  </a:cubicBezTo>
                  <a:cubicBezTo>
                    <a:pt x="37321" y="0"/>
                    <a:pt x="48084" y="10764"/>
                    <a:pt x="48084" y="24042"/>
                  </a:cubicBezTo>
                  <a:close/>
                </a:path>
              </a:pathLst>
            </a:custGeom>
            <a:noFill/>
            <a:ln cap="rnd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42"/>
            <p:cNvSpPr/>
            <p:nvPr/>
          </p:nvSpPr>
          <p:spPr>
            <a:xfrm>
              <a:off x="4385969" y="5275860"/>
              <a:ext cx="204359" cy="168295"/>
            </a:xfrm>
            <a:custGeom>
              <a:rect b="b" l="l" r="r" t="t"/>
              <a:pathLst>
                <a:path extrusionOk="0" h="168295" w="204359">
                  <a:moveTo>
                    <a:pt x="204359" y="48085"/>
                  </a:moveTo>
                  <a:cubicBezTo>
                    <a:pt x="204359" y="21518"/>
                    <a:pt x="182841" y="0"/>
                    <a:pt x="156275" y="0"/>
                  </a:cubicBezTo>
                  <a:lnTo>
                    <a:pt x="48084" y="0"/>
                  </a:lnTo>
                  <a:cubicBezTo>
                    <a:pt x="21518" y="0"/>
                    <a:pt x="0" y="21518"/>
                    <a:pt x="0" y="48085"/>
                  </a:cubicBezTo>
                  <a:lnTo>
                    <a:pt x="0" y="120211"/>
                  </a:lnTo>
                  <a:cubicBezTo>
                    <a:pt x="0" y="146778"/>
                    <a:pt x="21518" y="168296"/>
                    <a:pt x="48084" y="168296"/>
                  </a:cubicBezTo>
                  <a:lnTo>
                    <a:pt x="156275" y="168296"/>
                  </a:lnTo>
                  <a:cubicBezTo>
                    <a:pt x="182841" y="168296"/>
                    <a:pt x="204359" y="146778"/>
                    <a:pt x="204359" y="120211"/>
                  </a:cubicBezTo>
                  <a:lnTo>
                    <a:pt x="204359" y="48085"/>
                  </a:lnTo>
                  <a:close/>
                </a:path>
              </a:pathLst>
            </a:custGeom>
            <a:noFill/>
            <a:ln cap="rnd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42"/>
            <p:cNvSpPr/>
            <p:nvPr/>
          </p:nvSpPr>
          <p:spPr>
            <a:xfrm>
              <a:off x="4422032" y="5167670"/>
              <a:ext cx="132232" cy="109752"/>
            </a:xfrm>
            <a:custGeom>
              <a:rect b="b" l="l" r="r" t="t"/>
              <a:pathLst>
                <a:path extrusionOk="0" h="109752" w="132232">
                  <a:moveTo>
                    <a:pt x="0" y="66116"/>
                  </a:moveTo>
                  <a:cubicBezTo>
                    <a:pt x="0" y="29572"/>
                    <a:pt x="29572" y="0"/>
                    <a:pt x="66116" y="0"/>
                  </a:cubicBezTo>
                  <a:cubicBezTo>
                    <a:pt x="102661" y="0"/>
                    <a:pt x="132232" y="29572"/>
                    <a:pt x="132232" y="66116"/>
                  </a:cubicBezTo>
                  <a:lnTo>
                    <a:pt x="132232" y="109753"/>
                  </a:lnTo>
                </a:path>
              </a:pathLst>
            </a:custGeom>
            <a:noFill/>
            <a:ln cap="rnd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1" name="Google Shape;911;p43"/>
          <p:cNvGrpSpPr/>
          <p:nvPr/>
        </p:nvGrpSpPr>
        <p:grpSpPr>
          <a:xfrm flipH="1" rot="10800000">
            <a:off x="1425727" y="11213"/>
            <a:ext cx="7718273" cy="3480494"/>
            <a:chOff x="619790" y="1109343"/>
            <a:chExt cx="7718273" cy="3480494"/>
          </a:xfrm>
        </p:grpSpPr>
        <p:sp>
          <p:nvSpPr>
            <p:cNvPr id="912" name="Google Shape;912;p43"/>
            <p:cNvSpPr/>
            <p:nvPr/>
          </p:nvSpPr>
          <p:spPr>
            <a:xfrm rot="-5400000">
              <a:off x="4418072" y="4394070"/>
              <a:ext cx="121685" cy="269847"/>
            </a:xfrm>
            <a:custGeom>
              <a:rect b="b" l="l" r="r" t="t"/>
              <a:pathLst>
                <a:path extrusionOk="0" h="498466" w="194439">
                  <a:moveTo>
                    <a:pt x="0" y="0"/>
                  </a:moveTo>
                  <a:lnTo>
                    <a:pt x="0" y="8914"/>
                  </a:lnTo>
                  <a:cubicBezTo>
                    <a:pt x="103374" y="8914"/>
                    <a:pt x="187486" y="116728"/>
                    <a:pt x="187486" y="249233"/>
                  </a:cubicBezTo>
                  <a:cubicBezTo>
                    <a:pt x="187486" y="381739"/>
                    <a:pt x="103374" y="489552"/>
                    <a:pt x="0" y="489552"/>
                  </a:cubicBezTo>
                  <a:lnTo>
                    <a:pt x="0" y="498466"/>
                  </a:lnTo>
                  <a:cubicBezTo>
                    <a:pt x="107234" y="498466"/>
                    <a:pt x="194440" y="386686"/>
                    <a:pt x="194440" y="249233"/>
                  </a:cubicBezTo>
                  <a:cubicBezTo>
                    <a:pt x="194440" y="111780"/>
                    <a:pt x="107234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13" name="Google Shape;913;p43"/>
            <p:cNvSpPr/>
            <p:nvPr/>
          </p:nvSpPr>
          <p:spPr>
            <a:xfrm rot="-5400000">
              <a:off x="4338102" y="4136760"/>
              <a:ext cx="281625" cy="624528"/>
            </a:xfrm>
            <a:custGeom>
              <a:rect b="b" l="l" r="r" t="t"/>
              <a:pathLst>
                <a:path extrusionOk="0" h="1153639" w="450007">
                  <a:moveTo>
                    <a:pt x="0" y="0"/>
                  </a:moveTo>
                  <a:lnTo>
                    <a:pt x="0" y="8557"/>
                  </a:lnTo>
                  <a:cubicBezTo>
                    <a:pt x="244475" y="8557"/>
                    <a:pt x="443366" y="263495"/>
                    <a:pt x="443366" y="576819"/>
                  </a:cubicBezTo>
                  <a:cubicBezTo>
                    <a:pt x="443366" y="890144"/>
                    <a:pt x="244475" y="1145126"/>
                    <a:pt x="0" y="1145126"/>
                  </a:cubicBezTo>
                  <a:lnTo>
                    <a:pt x="0" y="1153639"/>
                  </a:lnTo>
                  <a:cubicBezTo>
                    <a:pt x="248126" y="1153639"/>
                    <a:pt x="450007" y="894913"/>
                    <a:pt x="450007" y="576819"/>
                  </a:cubicBezTo>
                  <a:cubicBezTo>
                    <a:pt x="450007" y="258726"/>
                    <a:pt x="248126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14" name="Google Shape;914;p43"/>
            <p:cNvSpPr/>
            <p:nvPr/>
          </p:nvSpPr>
          <p:spPr>
            <a:xfrm rot="-5400000">
              <a:off x="4258133" y="3879426"/>
              <a:ext cx="441587" cy="979234"/>
            </a:xfrm>
            <a:custGeom>
              <a:rect b="b" l="l" r="r" t="t"/>
              <a:pathLst>
                <a:path extrusionOk="0" h="1808857" w="705609">
                  <a:moveTo>
                    <a:pt x="0" y="0"/>
                  </a:moveTo>
                  <a:lnTo>
                    <a:pt x="0" y="8156"/>
                  </a:lnTo>
                  <a:cubicBezTo>
                    <a:pt x="385541" y="8156"/>
                    <a:pt x="699211" y="410219"/>
                    <a:pt x="699211" y="904406"/>
                  </a:cubicBezTo>
                  <a:cubicBezTo>
                    <a:pt x="699211" y="1398594"/>
                    <a:pt x="385541" y="1800656"/>
                    <a:pt x="0" y="1800656"/>
                  </a:cubicBezTo>
                  <a:lnTo>
                    <a:pt x="0" y="1808857"/>
                  </a:lnTo>
                  <a:cubicBezTo>
                    <a:pt x="389053" y="1808857"/>
                    <a:pt x="705609" y="1403095"/>
                    <a:pt x="705609" y="904406"/>
                  </a:cubicBezTo>
                  <a:cubicBezTo>
                    <a:pt x="705609" y="405717"/>
                    <a:pt x="38905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15" name="Google Shape;915;p43"/>
            <p:cNvSpPr/>
            <p:nvPr/>
          </p:nvSpPr>
          <p:spPr>
            <a:xfrm rot="-5400000">
              <a:off x="4178163" y="3622115"/>
              <a:ext cx="601527" cy="1333915"/>
            </a:xfrm>
            <a:custGeom>
              <a:rect b="b" l="l" r="r" t="t"/>
              <a:pathLst>
                <a:path extrusionOk="0" h="2464030" w="961176">
                  <a:moveTo>
                    <a:pt x="679635" y="360835"/>
                  </a:moveTo>
                  <a:cubicBezTo>
                    <a:pt x="498095" y="128138"/>
                    <a:pt x="256749" y="0"/>
                    <a:pt x="0" y="0"/>
                  </a:cubicBezTo>
                  <a:lnTo>
                    <a:pt x="0" y="7800"/>
                  </a:lnTo>
                  <a:cubicBezTo>
                    <a:pt x="526642" y="7800"/>
                    <a:pt x="955091" y="556986"/>
                    <a:pt x="955091" y="1231993"/>
                  </a:cubicBezTo>
                  <a:cubicBezTo>
                    <a:pt x="955091" y="1906999"/>
                    <a:pt x="526642" y="2456231"/>
                    <a:pt x="0" y="2456231"/>
                  </a:cubicBezTo>
                  <a:lnTo>
                    <a:pt x="0" y="2464030"/>
                  </a:lnTo>
                  <a:cubicBezTo>
                    <a:pt x="256749" y="2464030"/>
                    <a:pt x="498095" y="2335848"/>
                    <a:pt x="679635" y="2103150"/>
                  </a:cubicBezTo>
                  <a:cubicBezTo>
                    <a:pt x="861175" y="1870452"/>
                    <a:pt x="961176" y="1561095"/>
                    <a:pt x="961176" y="1231993"/>
                  </a:cubicBezTo>
                  <a:cubicBezTo>
                    <a:pt x="961176" y="902891"/>
                    <a:pt x="861175" y="593533"/>
                    <a:pt x="679635" y="360835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16" name="Google Shape;916;p43"/>
            <p:cNvSpPr/>
            <p:nvPr/>
          </p:nvSpPr>
          <p:spPr>
            <a:xfrm rot="-5400000">
              <a:off x="4098193" y="3364805"/>
              <a:ext cx="761467" cy="1688596"/>
            </a:xfrm>
            <a:custGeom>
              <a:rect b="b" l="l" r="r" t="t"/>
              <a:pathLst>
                <a:path extrusionOk="0" h="3119203" w="1216743">
                  <a:moveTo>
                    <a:pt x="860375" y="456794"/>
                  </a:moveTo>
                  <a:cubicBezTo>
                    <a:pt x="630538" y="162233"/>
                    <a:pt x="325005" y="0"/>
                    <a:pt x="0" y="0"/>
                  </a:cubicBezTo>
                  <a:lnTo>
                    <a:pt x="0" y="7399"/>
                  </a:lnTo>
                  <a:cubicBezTo>
                    <a:pt x="667709" y="7399"/>
                    <a:pt x="1210937" y="703709"/>
                    <a:pt x="1210937" y="1559579"/>
                  </a:cubicBezTo>
                  <a:cubicBezTo>
                    <a:pt x="1210937" y="2415449"/>
                    <a:pt x="667709" y="3111760"/>
                    <a:pt x="0" y="3111760"/>
                  </a:cubicBezTo>
                  <a:lnTo>
                    <a:pt x="0" y="3119203"/>
                  </a:lnTo>
                  <a:cubicBezTo>
                    <a:pt x="325005" y="3119203"/>
                    <a:pt x="630538" y="2956970"/>
                    <a:pt x="860375" y="2662410"/>
                  </a:cubicBezTo>
                  <a:cubicBezTo>
                    <a:pt x="1090177" y="2367805"/>
                    <a:pt x="1216744" y="1976172"/>
                    <a:pt x="1216744" y="1559579"/>
                  </a:cubicBezTo>
                  <a:cubicBezTo>
                    <a:pt x="1216744" y="1142987"/>
                    <a:pt x="1090177" y="751354"/>
                    <a:pt x="860375" y="456794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17" name="Google Shape;917;p43"/>
            <p:cNvSpPr/>
            <p:nvPr/>
          </p:nvSpPr>
          <p:spPr>
            <a:xfrm rot="-5400000">
              <a:off x="4018223" y="3107494"/>
              <a:ext cx="921407" cy="2043277"/>
            </a:xfrm>
            <a:custGeom>
              <a:rect b="b" l="l" r="r" t="t"/>
              <a:pathLst>
                <a:path extrusionOk="0" h="3774376" w="1472310">
                  <a:moveTo>
                    <a:pt x="1356593" y="1152614"/>
                  </a:moveTo>
                  <a:cubicBezTo>
                    <a:pt x="1282461" y="927850"/>
                    <a:pt x="1176305" y="726039"/>
                    <a:pt x="1041080" y="552708"/>
                  </a:cubicBezTo>
                  <a:cubicBezTo>
                    <a:pt x="905856" y="379421"/>
                    <a:pt x="748412" y="243350"/>
                    <a:pt x="573097" y="148283"/>
                  </a:cubicBezTo>
                  <a:cubicBezTo>
                    <a:pt x="391592" y="49873"/>
                    <a:pt x="198751" y="0"/>
                    <a:pt x="0" y="0"/>
                  </a:cubicBezTo>
                  <a:lnTo>
                    <a:pt x="0" y="7042"/>
                  </a:lnTo>
                  <a:cubicBezTo>
                    <a:pt x="808810" y="7042"/>
                    <a:pt x="1466782" y="850477"/>
                    <a:pt x="1466782" y="1887166"/>
                  </a:cubicBezTo>
                  <a:cubicBezTo>
                    <a:pt x="1466782" y="2923855"/>
                    <a:pt x="808810" y="3767335"/>
                    <a:pt x="0" y="3767335"/>
                  </a:cubicBezTo>
                  <a:lnTo>
                    <a:pt x="0" y="3774376"/>
                  </a:lnTo>
                  <a:cubicBezTo>
                    <a:pt x="198751" y="3774376"/>
                    <a:pt x="391592" y="3724459"/>
                    <a:pt x="573097" y="3626049"/>
                  </a:cubicBezTo>
                  <a:cubicBezTo>
                    <a:pt x="748412" y="3531027"/>
                    <a:pt x="905856" y="3394955"/>
                    <a:pt x="1041080" y="3221624"/>
                  </a:cubicBezTo>
                  <a:cubicBezTo>
                    <a:pt x="1176305" y="3048293"/>
                    <a:pt x="1282461" y="2846482"/>
                    <a:pt x="1356593" y="2621762"/>
                  </a:cubicBezTo>
                  <a:cubicBezTo>
                    <a:pt x="1433367" y="2389109"/>
                    <a:pt x="1472311" y="2141926"/>
                    <a:pt x="1472311" y="1887166"/>
                  </a:cubicBezTo>
                  <a:cubicBezTo>
                    <a:pt x="1472311" y="1632406"/>
                    <a:pt x="1433367" y="1385267"/>
                    <a:pt x="1356593" y="1152614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18" name="Google Shape;918;p43"/>
            <p:cNvSpPr/>
            <p:nvPr/>
          </p:nvSpPr>
          <p:spPr>
            <a:xfrm rot="-5400000">
              <a:off x="3938240" y="2850171"/>
              <a:ext cx="1081348" cy="2397983"/>
            </a:xfrm>
            <a:custGeom>
              <a:rect b="b" l="l" r="r" t="t"/>
              <a:pathLst>
                <a:path extrusionOk="0" h="4429594" w="1727878">
                  <a:moveTo>
                    <a:pt x="1592097" y="1352732"/>
                  </a:moveTo>
                  <a:cubicBezTo>
                    <a:pt x="1505065" y="1088969"/>
                    <a:pt x="1380481" y="852126"/>
                    <a:pt x="1221785" y="648711"/>
                  </a:cubicBezTo>
                  <a:cubicBezTo>
                    <a:pt x="1063125" y="445295"/>
                    <a:pt x="878317" y="285602"/>
                    <a:pt x="672577" y="174089"/>
                  </a:cubicBezTo>
                  <a:cubicBezTo>
                    <a:pt x="459534" y="58565"/>
                    <a:pt x="233279" y="0"/>
                    <a:pt x="0" y="0"/>
                  </a:cubicBezTo>
                  <a:lnTo>
                    <a:pt x="0" y="6685"/>
                  </a:lnTo>
                  <a:cubicBezTo>
                    <a:pt x="949876" y="6685"/>
                    <a:pt x="1722663" y="997245"/>
                    <a:pt x="1722663" y="2214797"/>
                  </a:cubicBezTo>
                  <a:cubicBezTo>
                    <a:pt x="1722663" y="3432349"/>
                    <a:pt x="949876" y="4422909"/>
                    <a:pt x="0" y="4422909"/>
                  </a:cubicBezTo>
                  <a:lnTo>
                    <a:pt x="0" y="4429595"/>
                  </a:lnTo>
                  <a:cubicBezTo>
                    <a:pt x="233279" y="4429595"/>
                    <a:pt x="459534" y="4371030"/>
                    <a:pt x="672577" y="4255550"/>
                  </a:cubicBezTo>
                  <a:cubicBezTo>
                    <a:pt x="878317" y="4143992"/>
                    <a:pt x="1063125" y="3984299"/>
                    <a:pt x="1221785" y="3780883"/>
                  </a:cubicBezTo>
                  <a:cubicBezTo>
                    <a:pt x="1380481" y="3577512"/>
                    <a:pt x="1505065" y="3340625"/>
                    <a:pt x="1592097" y="3076907"/>
                  </a:cubicBezTo>
                  <a:cubicBezTo>
                    <a:pt x="1682189" y="2803829"/>
                    <a:pt x="1727878" y="2513815"/>
                    <a:pt x="1727878" y="2214797"/>
                  </a:cubicBezTo>
                  <a:cubicBezTo>
                    <a:pt x="1727878" y="1915780"/>
                    <a:pt x="1682189" y="1625765"/>
                    <a:pt x="1592097" y="1352732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19" name="Google Shape;919;p43"/>
            <p:cNvSpPr/>
            <p:nvPr/>
          </p:nvSpPr>
          <p:spPr>
            <a:xfrm rot="-5400000">
              <a:off x="3858271" y="2592860"/>
              <a:ext cx="1241288" cy="2752664"/>
            </a:xfrm>
            <a:custGeom>
              <a:rect b="b" l="l" r="r" t="t"/>
              <a:pathLst>
                <a:path extrusionOk="0" h="5084767" w="1983445">
                  <a:moveTo>
                    <a:pt x="1827567" y="1552805"/>
                  </a:moveTo>
                  <a:cubicBezTo>
                    <a:pt x="1727670" y="1250043"/>
                    <a:pt x="1584656" y="978169"/>
                    <a:pt x="1402491" y="744669"/>
                  </a:cubicBezTo>
                  <a:cubicBezTo>
                    <a:pt x="1220360" y="511168"/>
                    <a:pt x="1008222" y="327854"/>
                    <a:pt x="772057" y="199805"/>
                  </a:cubicBezTo>
                  <a:cubicBezTo>
                    <a:pt x="527512" y="67255"/>
                    <a:pt x="267772" y="0"/>
                    <a:pt x="0" y="0"/>
                  </a:cubicBezTo>
                  <a:lnTo>
                    <a:pt x="0" y="6329"/>
                  </a:lnTo>
                  <a:cubicBezTo>
                    <a:pt x="1090977" y="6329"/>
                    <a:pt x="1978508" y="1144012"/>
                    <a:pt x="1978508" y="2542383"/>
                  </a:cubicBezTo>
                  <a:cubicBezTo>
                    <a:pt x="1978508" y="3940755"/>
                    <a:pt x="1090977" y="5078438"/>
                    <a:pt x="0" y="5078438"/>
                  </a:cubicBezTo>
                  <a:lnTo>
                    <a:pt x="0" y="5084768"/>
                  </a:lnTo>
                  <a:cubicBezTo>
                    <a:pt x="267772" y="5084768"/>
                    <a:pt x="527512" y="5017557"/>
                    <a:pt x="772057" y="4884962"/>
                  </a:cubicBezTo>
                  <a:cubicBezTo>
                    <a:pt x="1008222" y="4756914"/>
                    <a:pt x="1220360" y="4573598"/>
                    <a:pt x="1402491" y="4340143"/>
                  </a:cubicBezTo>
                  <a:cubicBezTo>
                    <a:pt x="1584656" y="4106643"/>
                    <a:pt x="1727670" y="3834768"/>
                    <a:pt x="1827567" y="3532007"/>
                  </a:cubicBezTo>
                  <a:cubicBezTo>
                    <a:pt x="1931011" y="3218549"/>
                    <a:pt x="1983445" y="2885614"/>
                    <a:pt x="1983445" y="2542383"/>
                  </a:cubicBezTo>
                  <a:cubicBezTo>
                    <a:pt x="1983445" y="2199153"/>
                    <a:pt x="1931011" y="1866218"/>
                    <a:pt x="1827567" y="1552805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20" name="Google Shape;920;p43"/>
            <p:cNvSpPr/>
            <p:nvPr/>
          </p:nvSpPr>
          <p:spPr>
            <a:xfrm rot="-5400000">
              <a:off x="3778300" y="2335550"/>
              <a:ext cx="1401228" cy="3107345"/>
            </a:xfrm>
            <a:custGeom>
              <a:rect b="b" l="l" r="r" t="t"/>
              <a:pathLst>
                <a:path extrusionOk="0" h="5739940" w="2239012">
                  <a:moveTo>
                    <a:pt x="2063071" y="1752878"/>
                  </a:moveTo>
                  <a:cubicBezTo>
                    <a:pt x="1950274" y="1411118"/>
                    <a:pt x="1788867" y="1104167"/>
                    <a:pt x="1583231" y="840627"/>
                  </a:cubicBezTo>
                  <a:cubicBezTo>
                    <a:pt x="1377595" y="577042"/>
                    <a:pt x="1138161" y="370106"/>
                    <a:pt x="871537" y="225567"/>
                  </a:cubicBezTo>
                  <a:cubicBezTo>
                    <a:pt x="595489" y="75902"/>
                    <a:pt x="302265" y="0"/>
                    <a:pt x="0" y="0"/>
                  </a:cubicBezTo>
                  <a:lnTo>
                    <a:pt x="0" y="5972"/>
                  </a:lnTo>
                  <a:cubicBezTo>
                    <a:pt x="1232043" y="5972"/>
                    <a:pt x="2234388" y="1290736"/>
                    <a:pt x="2234388" y="2869970"/>
                  </a:cubicBezTo>
                  <a:cubicBezTo>
                    <a:pt x="2234388" y="4449205"/>
                    <a:pt x="1232043" y="5734013"/>
                    <a:pt x="0" y="5734013"/>
                  </a:cubicBezTo>
                  <a:lnTo>
                    <a:pt x="0" y="5739941"/>
                  </a:lnTo>
                  <a:cubicBezTo>
                    <a:pt x="302265" y="5739941"/>
                    <a:pt x="595489" y="5664083"/>
                    <a:pt x="871537" y="5514418"/>
                  </a:cubicBezTo>
                  <a:cubicBezTo>
                    <a:pt x="1138161" y="5369879"/>
                    <a:pt x="1377595" y="5162942"/>
                    <a:pt x="1583231" y="4899358"/>
                  </a:cubicBezTo>
                  <a:cubicBezTo>
                    <a:pt x="1788867" y="4635773"/>
                    <a:pt x="1950274" y="4328867"/>
                    <a:pt x="2063071" y="3987107"/>
                  </a:cubicBezTo>
                  <a:cubicBezTo>
                    <a:pt x="2179832" y="3633269"/>
                    <a:pt x="2239013" y="3257414"/>
                    <a:pt x="2239013" y="2869970"/>
                  </a:cubicBezTo>
                  <a:cubicBezTo>
                    <a:pt x="2239013" y="2482527"/>
                    <a:pt x="2179832" y="2106672"/>
                    <a:pt x="2063071" y="1752878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21" name="Google Shape;921;p43"/>
            <p:cNvSpPr/>
            <p:nvPr/>
          </p:nvSpPr>
          <p:spPr>
            <a:xfrm rot="-5400000">
              <a:off x="3698331" y="2078239"/>
              <a:ext cx="1561168" cy="3462026"/>
            </a:xfrm>
            <a:custGeom>
              <a:rect b="b" l="l" r="r" t="t"/>
              <a:pathLst>
                <a:path extrusionOk="0" h="6395113" w="2494579">
                  <a:moveTo>
                    <a:pt x="2298541" y="1952950"/>
                  </a:moveTo>
                  <a:cubicBezTo>
                    <a:pt x="2172913" y="1572148"/>
                    <a:pt x="1993042" y="1230210"/>
                    <a:pt x="1763936" y="936541"/>
                  </a:cubicBezTo>
                  <a:cubicBezTo>
                    <a:pt x="1534829" y="642872"/>
                    <a:pt x="1268066" y="412358"/>
                    <a:pt x="971017" y="251283"/>
                  </a:cubicBezTo>
                  <a:cubicBezTo>
                    <a:pt x="663467" y="84548"/>
                    <a:pt x="336758" y="0"/>
                    <a:pt x="0" y="0"/>
                  </a:cubicBezTo>
                  <a:lnTo>
                    <a:pt x="0" y="5571"/>
                  </a:lnTo>
                  <a:cubicBezTo>
                    <a:pt x="1373109" y="5571"/>
                    <a:pt x="2490234" y="1437503"/>
                    <a:pt x="2490234" y="3197557"/>
                  </a:cubicBezTo>
                  <a:cubicBezTo>
                    <a:pt x="2490234" y="4957610"/>
                    <a:pt x="1373109" y="6389543"/>
                    <a:pt x="0" y="6389543"/>
                  </a:cubicBezTo>
                  <a:lnTo>
                    <a:pt x="0" y="6395114"/>
                  </a:lnTo>
                  <a:cubicBezTo>
                    <a:pt x="336758" y="6395114"/>
                    <a:pt x="663467" y="6310565"/>
                    <a:pt x="971017" y="6143830"/>
                  </a:cubicBezTo>
                  <a:cubicBezTo>
                    <a:pt x="1268066" y="5982801"/>
                    <a:pt x="1534829" y="5752241"/>
                    <a:pt x="1763936" y="5458573"/>
                  </a:cubicBezTo>
                  <a:cubicBezTo>
                    <a:pt x="1993042" y="5164948"/>
                    <a:pt x="2172913" y="4822966"/>
                    <a:pt x="2298541" y="4442207"/>
                  </a:cubicBezTo>
                  <a:cubicBezTo>
                    <a:pt x="2428619" y="4047989"/>
                    <a:pt x="2494580" y="3629213"/>
                    <a:pt x="2494580" y="3197557"/>
                  </a:cubicBezTo>
                  <a:cubicBezTo>
                    <a:pt x="2494580" y="2765900"/>
                    <a:pt x="2428619" y="2347124"/>
                    <a:pt x="2298541" y="1952950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22" name="Google Shape;922;p43"/>
            <p:cNvSpPr/>
            <p:nvPr/>
          </p:nvSpPr>
          <p:spPr>
            <a:xfrm rot="-5400000">
              <a:off x="3618360" y="1820928"/>
              <a:ext cx="1721108" cy="3816708"/>
            </a:xfrm>
            <a:custGeom>
              <a:rect b="b" l="l" r="r" t="t"/>
              <a:pathLst>
                <a:path extrusionOk="0" h="7050286" w="2750147">
                  <a:moveTo>
                    <a:pt x="2534045" y="2153023"/>
                  </a:moveTo>
                  <a:cubicBezTo>
                    <a:pt x="2395517" y="1733223"/>
                    <a:pt x="2197218" y="1356253"/>
                    <a:pt x="1944641" y="1032499"/>
                  </a:cubicBezTo>
                  <a:cubicBezTo>
                    <a:pt x="1692099" y="708746"/>
                    <a:pt x="1397970" y="454565"/>
                    <a:pt x="1070497" y="277045"/>
                  </a:cubicBezTo>
                  <a:cubicBezTo>
                    <a:pt x="731444" y="93195"/>
                    <a:pt x="371285" y="0"/>
                    <a:pt x="0" y="0"/>
                  </a:cubicBezTo>
                  <a:lnTo>
                    <a:pt x="0" y="5215"/>
                  </a:lnTo>
                  <a:cubicBezTo>
                    <a:pt x="1514210" y="5215"/>
                    <a:pt x="2746114" y="1584226"/>
                    <a:pt x="2746114" y="3525143"/>
                  </a:cubicBezTo>
                  <a:cubicBezTo>
                    <a:pt x="2746114" y="5466060"/>
                    <a:pt x="1514210" y="7045116"/>
                    <a:pt x="0" y="7045116"/>
                  </a:cubicBezTo>
                  <a:lnTo>
                    <a:pt x="0" y="7050287"/>
                  </a:lnTo>
                  <a:cubicBezTo>
                    <a:pt x="371285" y="7050287"/>
                    <a:pt x="731444" y="6957091"/>
                    <a:pt x="1070497" y="6773286"/>
                  </a:cubicBezTo>
                  <a:cubicBezTo>
                    <a:pt x="1397970" y="6595721"/>
                    <a:pt x="1692099" y="6341541"/>
                    <a:pt x="1944641" y="6017832"/>
                  </a:cubicBezTo>
                  <a:cubicBezTo>
                    <a:pt x="2197218" y="5694079"/>
                    <a:pt x="2395517" y="5317064"/>
                    <a:pt x="2534045" y="4897308"/>
                  </a:cubicBezTo>
                  <a:cubicBezTo>
                    <a:pt x="2677441" y="4462710"/>
                    <a:pt x="2750147" y="4001057"/>
                    <a:pt x="2750147" y="3525143"/>
                  </a:cubicBezTo>
                  <a:cubicBezTo>
                    <a:pt x="2750147" y="3049229"/>
                    <a:pt x="2677441" y="2587622"/>
                    <a:pt x="2534045" y="2153023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23" name="Google Shape;923;p43"/>
            <p:cNvSpPr/>
            <p:nvPr/>
          </p:nvSpPr>
          <p:spPr>
            <a:xfrm rot="-5400000">
              <a:off x="3538403" y="1563606"/>
              <a:ext cx="1881048" cy="4171413"/>
            </a:xfrm>
            <a:custGeom>
              <a:rect b="b" l="l" r="r" t="t"/>
              <a:pathLst>
                <a:path extrusionOk="0" h="7705503" w="3005714">
                  <a:moveTo>
                    <a:pt x="2769515" y="2353096"/>
                  </a:moveTo>
                  <a:cubicBezTo>
                    <a:pt x="2618122" y="1894297"/>
                    <a:pt x="2401428" y="1482251"/>
                    <a:pt x="2125381" y="1128458"/>
                  </a:cubicBezTo>
                  <a:cubicBezTo>
                    <a:pt x="1849333" y="774620"/>
                    <a:pt x="1527875" y="496817"/>
                    <a:pt x="1169977" y="302761"/>
                  </a:cubicBezTo>
                  <a:cubicBezTo>
                    <a:pt x="799421" y="101841"/>
                    <a:pt x="405778" y="0"/>
                    <a:pt x="0" y="0"/>
                  </a:cubicBezTo>
                  <a:lnTo>
                    <a:pt x="0" y="4814"/>
                  </a:lnTo>
                  <a:cubicBezTo>
                    <a:pt x="1655276" y="4814"/>
                    <a:pt x="3001959" y="1730994"/>
                    <a:pt x="3001959" y="3852730"/>
                  </a:cubicBezTo>
                  <a:cubicBezTo>
                    <a:pt x="3001959" y="5974466"/>
                    <a:pt x="1655276" y="7700646"/>
                    <a:pt x="0" y="7700646"/>
                  </a:cubicBezTo>
                  <a:lnTo>
                    <a:pt x="0" y="7705504"/>
                  </a:lnTo>
                  <a:cubicBezTo>
                    <a:pt x="405778" y="7705504"/>
                    <a:pt x="799421" y="7603618"/>
                    <a:pt x="1169977" y="7402698"/>
                  </a:cubicBezTo>
                  <a:cubicBezTo>
                    <a:pt x="1527875" y="7208687"/>
                    <a:pt x="1849333" y="6930885"/>
                    <a:pt x="2125381" y="6577046"/>
                  </a:cubicBezTo>
                  <a:cubicBezTo>
                    <a:pt x="2401428" y="6223209"/>
                    <a:pt x="2618122" y="5811163"/>
                    <a:pt x="2769515" y="5352408"/>
                  </a:cubicBezTo>
                  <a:cubicBezTo>
                    <a:pt x="2926263" y="4877430"/>
                    <a:pt x="3005715" y="4372857"/>
                    <a:pt x="3005715" y="3852730"/>
                  </a:cubicBezTo>
                  <a:cubicBezTo>
                    <a:pt x="3005715" y="3332603"/>
                    <a:pt x="2926263" y="2828075"/>
                    <a:pt x="2769515" y="2353096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24" name="Google Shape;924;p43"/>
            <p:cNvSpPr/>
            <p:nvPr/>
          </p:nvSpPr>
          <p:spPr>
            <a:xfrm rot="-5400000">
              <a:off x="3458421" y="1306284"/>
              <a:ext cx="2041010" cy="4526094"/>
            </a:xfrm>
            <a:custGeom>
              <a:rect b="b" l="l" r="r" t="t"/>
              <a:pathLst>
                <a:path extrusionOk="0" h="8360676" w="3261316">
                  <a:moveTo>
                    <a:pt x="3005019" y="2553169"/>
                  </a:moveTo>
                  <a:cubicBezTo>
                    <a:pt x="2840761" y="2055372"/>
                    <a:pt x="2605604" y="1608294"/>
                    <a:pt x="2306086" y="1224371"/>
                  </a:cubicBezTo>
                  <a:cubicBezTo>
                    <a:pt x="2006568" y="840449"/>
                    <a:pt x="1657815" y="539069"/>
                    <a:pt x="1269457" y="328522"/>
                  </a:cubicBezTo>
                  <a:cubicBezTo>
                    <a:pt x="867364" y="110533"/>
                    <a:pt x="440271" y="0"/>
                    <a:pt x="0" y="0"/>
                  </a:cubicBezTo>
                  <a:lnTo>
                    <a:pt x="0" y="4457"/>
                  </a:lnTo>
                  <a:cubicBezTo>
                    <a:pt x="1796377" y="4457"/>
                    <a:pt x="3257840" y="1877717"/>
                    <a:pt x="3257840" y="4180316"/>
                  </a:cubicBezTo>
                  <a:cubicBezTo>
                    <a:pt x="3257840" y="6482916"/>
                    <a:pt x="1796377" y="8356220"/>
                    <a:pt x="0" y="8356220"/>
                  </a:cubicBezTo>
                  <a:lnTo>
                    <a:pt x="0" y="8360677"/>
                  </a:lnTo>
                  <a:cubicBezTo>
                    <a:pt x="440271" y="8360677"/>
                    <a:pt x="867364" y="8250145"/>
                    <a:pt x="1269457" y="8032155"/>
                  </a:cubicBezTo>
                  <a:cubicBezTo>
                    <a:pt x="1657815" y="7821608"/>
                    <a:pt x="2006568" y="7520184"/>
                    <a:pt x="2306086" y="7136261"/>
                  </a:cubicBezTo>
                  <a:cubicBezTo>
                    <a:pt x="2605604" y="6752339"/>
                    <a:pt x="2840761" y="6305306"/>
                    <a:pt x="3005019" y="5807508"/>
                  </a:cubicBezTo>
                  <a:cubicBezTo>
                    <a:pt x="3175084" y="5292150"/>
                    <a:pt x="3261317" y="4744657"/>
                    <a:pt x="3261317" y="4180316"/>
                  </a:cubicBezTo>
                  <a:cubicBezTo>
                    <a:pt x="3261317" y="3615976"/>
                    <a:pt x="3175084" y="3068528"/>
                    <a:pt x="3005019" y="2553169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25" name="Google Shape;925;p43"/>
            <p:cNvSpPr/>
            <p:nvPr/>
          </p:nvSpPr>
          <p:spPr>
            <a:xfrm rot="-5400000">
              <a:off x="3378451" y="1048974"/>
              <a:ext cx="2200950" cy="4880775"/>
            </a:xfrm>
            <a:custGeom>
              <a:rect b="b" l="l" r="r" t="t"/>
              <a:pathLst>
                <a:path extrusionOk="0" h="9015849" w="3516883">
                  <a:moveTo>
                    <a:pt x="3240489" y="2753242"/>
                  </a:moveTo>
                  <a:cubicBezTo>
                    <a:pt x="3063365" y="2216402"/>
                    <a:pt x="2809780" y="1734337"/>
                    <a:pt x="2486791" y="1320330"/>
                  </a:cubicBezTo>
                  <a:cubicBezTo>
                    <a:pt x="2163803" y="906323"/>
                    <a:pt x="1787719" y="581277"/>
                    <a:pt x="1368937" y="354239"/>
                  </a:cubicBezTo>
                  <a:cubicBezTo>
                    <a:pt x="935341" y="119179"/>
                    <a:pt x="474764" y="0"/>
                    <a:pt x="0" y="0"/>
                  </a:cubicBezTo>
                  <a:lnTo>
                    <a:pt x="0" y="4056"/>
                  </a:lnTo>
                  <a:cubicBezTo>
                    <a:pt x="1937443" y="4056"/>
                    <a:pt x="3513685" y="2024485"/>
                    <a:pt x="3513685" y="4507903"/>
                  </a:cubicBezTo>
                  <a:cubicBezTo>
                    <a:pt x="3513685" y="6991321"/>
                    <a:pt x="1937443" y="9011750"/>
                    <a:pt x="0" y="9011750"/>
                  </a:cubicBezTo>
                  <a:lnTo>
                    <a:pt x="0" y="9015850"/>
                  </a:lnTo>
                  <a:cubicBezTo>
                    <a:pt x="474764" y="9015850"/>
                    <a:pt x="935341" y="8896671"/>
                    <a:pt x="1368937" y="8661566"/>
                  </a:cubicBezTo>
                  <a:cubicBezTo>
                    <a:pt x="1787719" y="8434529"/>
                    <a:pt x="2163803" y="8109483"/>
                    <a:pt x="2486791" y="7695520"/>
                  </a:cubicBezTo>
                  <a:cubicBezTo>
                    <a:pt x="2809780" y="7281514"/>
                    <a:pt x="3063365" y="6799405"/>
                    <a:pt x="3240489" y="6262608"/>
                  </a:cubicBezTo>
                  <a:cubicBezTo>
                    <a:pt x="3423871" y="5706825"/>
                    <a:pt x="3516884" y="5116456"/>
                    <a:pt x="3516884" y="4507903"/>
                  </a:cubicBezTo>
                  <a:cubicBezTo>
                    <a:pt x="3516884" y="3899350"/>
                    <a:pt x="3423871" y="3308980"/>
                    <a:pt x="3240489" y="2753242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26" name="Google Shape;926;p43"/>
            <p:cNvSpPr/>
            <p:nvPr/>
          </p:nvSpPr>
          <p:spPr>
            <a:xfrm rot="-5400000">
              <a:off x="3298482" y="791663"/>
              <a:ext cx="2360890" cy="5235456"/>
            </a:xfrm>
            <a:custGeom>
              <a:rect b="b" l="l" r="r" t="t"/>
              <a:pathLst>
                <a:path extrusionOk="0" h="9671022" w="3772450">
                  <a:moveTo>
                    <a:pt x="3475993" y="2953315"/>
                  </a:moveTo>
                  <a:cubicBezTo>
                    <a:pt x="3381451" y="2666777"/>
                    <a:pt x="3264411" y="2390401"/>
                    <a:pt x="3128178" y="2131898"/>
                  </a:cubicBezTo>
                  <a:cubicBezTo>
                    <a:pt x="2993232" y="1875845"/>
                    <a:pt x="2838222" y="1635080"/>
                    <a:pt x="2667531" y="1416288"/>
                  </a:cubicBezTo>
                  <a:cubicBezTo>
                    <a:pt x="2496840" y="1197496"/>
                    <a:pt x="2308972" y="998805"/>
                    <a:pt x="2109212" y="825830"/>
                  </a:cubicBezTo>
                  <a:cubicBezTo>
                    <a:pt x="1907540" y="651162"/>
                    <a:pt x="1691925" y="501185"/>
                    <a:pt x="1468417" y="380000"/>
                  </a:cubicBezTo>
                  <a:cubicBezTo>
                    <a:pt x="1003319" y="127826"/>
                    <a:pt x="509292" y="0"/>
                    <a:pt x="0" y="0"/>
                  </a:cubicBezTo>
                  <a:lnTo>
                    <a:pt x="0" y="3699"/>
                  </a:lnTo>
                  <a:cubicBezTo>
                    <a:pt x="2078544" y="3699"/>
                    <a:pt x="3769530" y="2171253"/>
                    <a:pt x="3769530" y="4835489"/>
                  </a:cubicBezTo>
                  <a:cubicBezTo>
                    <a:pt x="3769530" y="7499726"/>
                    <a:pt x="2078544" y="9667324"/>
                    <a:pt x="0" y="9667324"/>
                  </a:cubicBezTo>
                  <a:lnTo>
                    <a:pt x="0" y="9671023"/>
                  </a:lnTo>
                  <a:cubicBezTo>
                    <a:pt x="509292" y="9671023"/>
                    <a:pt x="1003319" y="9543153"/>
                    <a:pt x="1468417" y="9291023"/>
                  </a:cubicBezTo>
                  <a:cubicBezTo>
                    <a:pt x="1691925" y="9169838"/>
                    <a:pt x="1907540" y="9019817"/>
                    <a:pt x="2109212" y="8845194"/>
                  </a:cubicBezTo>
                  <a:cubicBezTo>
                    <a:pt x="2308972" y="8672219"/>
                    <a:pt x="2496805" y="8473527"/>
                    <a:pt x="2667531" y="8254736"/>
                  </a:cubicBezTo>
                  <a:cubicBezTo>
                    <a:pt x="2838222" y="8035899"/>
                    <a:pt x="2993232" y="7795134"/>
                    <a:pt x="3128178" y="7539082"/>
                  </a:cubicBezTo>
                  <a:cubicBezTo>
                    <a:pt x="3264411" y="7280578"/>
                    <a:pt x="3381451" y="7004246"/>
                    <a:pt x="3475993" y="6717708"/>
                  </a:cubicBezTo>
                  <a:cubicBezTo>
                    <a:pt x="3672693" y="6121545"/>
                    <a:pt x="3772451" y="5488301"/>
                    <a:pt x="3772451" y="4835489"/>
                  </a:cubicBezTo>
                  <a:cubicBezTo>
                    <a:pt x="3772451" y="4182678"/>
                    <a:pt x="3672693" y="3549434"/>
                    <a:pt x="3475993" y="2953315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27" name="Google Shape;927;p43"/>
            <p:cNvSpPr/>
            <p:nvPr/>
          </p:nvSpPr>
          <p:spPr>
            <a:xfrm rot="-5400000">
              <a:off x="3218499" y="534340"/>
              <a:ext cx="2520831" cy="5590162"/>
            </a:xfrm>
            <a:custGeom>
              <a:rect b="b" l="l" r="r" t="t"/>
              <a:pathLst>
                <a:path extrusionOk="0" h="10326240" w="4028018">
                  <a:moveTo>
                    <a:pt x="3711463" y="3153433"/>
                  </a:moveTo>
                  <a:cubicBezTo>
                    <a:pt x="3610522" y="2847463"/>
                    <a:pt x="3485555" y="2552412"/>
                    <a:pt x="3340108" y="2276392"/>
                  </a:cubicBezTo>
                  <a:cubicBezTo>
                    <a:pt x="3195982" y="2003002"/>
                    <a:pt x="3030506" y="1745880"/>
                    <a:pt x="2848237" y="1512246"/>
                  </a:cubicBezTo>
                  <a:cubicBezTo>
                    <a:pt x="2665966" y="1278613"/>
                    <a:pt x="2465407" y="1066506"/>
                    <a:pt x="2252087" y="881809"/>
                  </a:cubicBezTo>
                  <a:cubicBezTo>
                    <a:pt x="2036750" y="695330"/>
                    <a:pt x="1806565" y="535147"/>
                    <a:pt x="1567897" y="405762"/>
                  </a:cubicBezTo>
                  <a:cubicBezTo>
                    <a:pt x="1071296" y="136517"/>
                    <a:pt x="543785" y="0"/>
                    <a:pt x="0" y="0"/>
                  </a:cubicBezTo>
                  <a:lnTo>
                    <a:pt x="0" y="3343"/>
                  </a:lnTo>
                  <a:cubicBezTo>
                    <a:pt x="2219610" y="3343"/>
                    <a:pt x="4025410" y="2318020"/>
                    <a:pt x="4025410" y="5163121"/>
                  </a:cubicBezTo>
                  <a:cubicBezTo>
                    <a:pt x="4025410" y="8008221"/>
                    <a:pt x="2219610" y="10322898"/>
                    <a:pt x="0" y="10322898"/>
                  </a:cubicBezTo>
                  <a:lnTo>
                    <a:pt x="0" y="10326241"/>
                  </a:lnTo>
                  <a:cubicBezTo>
                    <a:pt x="543785" y="10326241"/>
                    <a:pt x="1071296" y="10189724"/>
                    <a:pt x="1567897" y="9920480"/>
                  </a:cubicBezTo>
                  <a:cubicBezTo>
                    <a:pt x="1806565" y="9791094"/>
                    <a:pt x="2036750" y="9630955"/>
                    <a:pt x="2252087" y="9444476"/>
                  </a:cubicBezTo>
                  <a:cubicBezTo>
                    <a:pt x="2465407" y="9259736"/>
                    <a:pt x="2665966" y="9047628"/>
                    <a:pt x="2848237" y="8813995"/>
                  </a:cubicBezTo>
                  <a:cubicBezTo>
                    <a:pt x="3030506" y="8580360"/>
                    <a:pt x="3195982" y="8323283"/>
                    <a:pt x="3340108" y="8049893"/>
                  </a:cubicBezTo>
                  <a:cubicBezTo>
                    <a:pt x="3485555" y="7773874"/>
                    <a:pt x="3610522" y="7478779"/>
                    <a:pt x="3711463" y="7172854"/>
                  </a:cubicBezTo>
                  <a:cubicBezTo>
                    <a:pt x="3921515" y="6536310"/>
                    <a:pt x="4028018" y="5860145"/>
                    <a:pt x="4028018" y="5163121"/>
                  </a:cubicBezTo>
                  <a:cubicBezTo>
                    <a:pt x="4028018" y="4466097"/>
                    <a:pt x="3921515" y="3789931"/>
                    <a:pt x="3711463" y="3153433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28" name="Google Shape;928;p43"/>
            <p:cNvSpPr/>
            <p:nvPr/>
          </p:nvSpPr>
          <p:spPr>
            <a:xfrm rot="-5400000">
              <a:off x="3138529" y="277030"/>
              <a:ext cx="2680771" cy="5944843"/>
            </a:xfrm>
            <a:custGeom>
              <a:rect b="b" l="l" r="r" t="t"/>
              <a:pathLst>
                <a:path extrusionOk="0" h="10981413" w="4283585">
                  <a:moveTo>
                    <a:pt x="3946967" y="3353506"/>
                  </a:moveTo>
                  <a:cubicBezTo>
                    <a:pt x="3839594" y="3028148"/>
                    <a:pt x="3706734" y="2714333"/>
                    <a:pt x="3552003" y="2420798"/>
                  </a:cubicBezTo>
                  <a:cubicBezTo>
                    <a:pt x="3398767" y="2130070"/>
                    <a:pt x="3222790" y="1856680"/>
                    <a:pt x="3028942" y="1608205"/>
                  </a:cubicBezTo>
                  <a:cubicBezTo>
                    <a:pt x="2835128" y="1359729"/>
                    <a:pt x="2621807" y="1134162"/>
                    <a:pt x="2394996" y="937744"/>
                  </a:cubicBezTo>
                  <a:cubicBezTo>
                    <a:pt x="2165994" y="739454"/>
                    <a:pt x="1921171" y="569109"/>
                    <a:pt x="1667377" y="431523"/>
                  </a:cubicBezTo>
                  <a:cubicBezTo>
                    <a:pt x="1139274" y="145208"/>
                    <a:pt x="578277" y="0"/>
                    <a:pt x="0" y="0"/>
                  </a:cubicBezTo>
                  <a:lnTo>
                    <a:pt x="0" y="2986"/>
                  </a:lnTo>
                  <a:cubicBezTo>
                    <a:pt x="2360711" y="2986"/>
                    <a:pt x="4281256" y="2464788"/>
                    <a:pt x="4281256" y="5490707"/>
                  </a:cubicBezTo>
                  <a:cubicBezTo>
                    <a:pt x="4281256" y="8516627"/>
                    <a:pt x="2360711" y="10978428"/>
                    <a:pt x="0" y="10978428"/>
                  </a:cubicBezTo>
                  <a:lnTo>
                    <a:pt x="0" y="10981414"/>
                  </a:lnTo>
                  <a:cubicBezTo>
                    <a:pt x="578277" y="10981414"/>
                    <a:pt x="1139274" y="10836251"/>
                    <a:pt x="1667377" y="10549936"/>
                  </a:cubicBezTo>
                  <a:cubicBezTo>
                    <a:pt x="1921171" y="10412305"/>
                    <a:pt x="2165994" y="10242004"/>
                    <a:pt x="2394996" y="10043714"/>
                  </a:cubicBezTo>
                  <a:cubicBezTo>
                    <a:pt x="2621807" y="9847251"/>
                    <a:pt x="2835128" y="9621685"/>
                    <a:pt x="3028942" y="9373210"/>
                  </a:cubicBezTo>
                  <a:cubicBezTo>
                    <a:pt x="3222790" y="9124779"/>
                    <a:pt x="3398767" y="8851344"/>
                    <a:pt x="3552003" y="8560616"/>
                  </a:cubicBezTo>
                  <a:cubicBezTo>
                    <a:pt x="3706734" y="8267082"/>
                    <a:pt x="3839594" y="7953311"/>
                    <a:pt x="3946967" y="7627953"/>
                  </a:cubicBezTo>
                  <a:cubicBezTo>
                    <a:pt x="4170336" y="6951030"/>
                    <a:pt x="4283586" y="6231944"/>
                    <a:pt x="4283586" y="5490707"/>
                  </a:cubicBezTo>
                  <a:cubicBezTo>
                    <a:pt x="4283586" y="4749470"/>
                    <a:pt x="4170336" y="4030429"/>
                    <a:pt x="3946967" y="3353506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29" name="Google Shape;929;p43"/>
            <p:cNvSpPr/>
            <p:nvPr/>
          </p:nvSpPr>
          <p:spPr>
            <a:xfrm rot="-5400000">
              <a:off x="3058559" y="19719"/>
              <a:ext cx="2840711" cy="6299524"/>
            </a:xfrm>
            <a:custGeom>
              <a:rect b="b" l="l" r="r" t="t"/>
              <a:pathLst>
                <a:path extrusionOk="0" h="11636586" w="4539152">
                  <a:moveTo>
                    <a:pt x="4446940" y="4645712"/>
                  </a:moveTo>
                  <a:cubicBezTo>
                    <a:pt x="4387308" y="4272130"/>
                    <a:pt x="4298329" y="3904698"/>
                    <a:pt x="4182437" y="3553579"/>
                  </a:cubicBezTo>
                  <a:cubicBezTo>
                    <a:pt x="4068701" y="3208788"/>
                    <a:pt x="3927878" y="2876299"/>
                    <a:pt x="3763932" y="2565248"/>
                  </a:cubicBezTo>
                  <a:cubicBezTo>
                    <a:pt x="3601552" y="2257138"/>
                    <a:pt x="3415074" y="1967436"/>
                    <a:pt x="3209682" y="1704163"/>
                  </a:cubicBezTo>
                  <a:cubicBezTo>
                    <a:pt x="3004254" y="1440846"/>
                    <a:pt x="2778242" y="1201819"/>
                    <a:pt x="2537905" y="993679"/>
                  </a:cubicBezTo>
                  <a:cubicBezTo>
                    <a:pt x="2295238" y="783534"/>
                    <a:pt x="2035811" y="603071"/>
                    <a:pt x="1766857" y="457240"/>
                  </a:cubicBezTo>
                  <a:cubicBezTo>
                    <a:pt x="1492895" y="308734"/>
                    <a:pt x="1206243" y="194680"/>
                    <a:pt x="914792" y="118199"/>
                  </a:cubicBezTo>
                  <a:cubicBezTo>
                    <a:pt x="615761" y="39801"/>
                    <a:pt x="307967" y="0"/>
                    <a:pt x="0" y="0"/>
                  </a:cubicBezTo>
                  <a:lnTo>
                    <a:pt x="0" y="2630"/>
                  </a:lnTo>
                  <a:cubicBezTo>
                    <a:pt x="2501778" y="2630"/>
                    <a:pt x="4537136" y="2611511"/>
                    <a:pt x="4537136" y="5818294"/>
                  </a:cubicBezTo>
                  <a:cubicBezTo>
                    <a:pt x="4537136" y="9025076"/>
                    <a:pt x="2501778" y="11634002"/>
                    <a:pt x="0" y="11634002"/>
                  </a:cubicBezTo>
                  <a:lnTo>
                    <a:pt x="0" y="11636587"/>
                  </a:lnTo>
                  <a:cubicBezTo>
                    <a:pt x="307967" y="11636587"/>
                    <a:pt x="615761" y="11596831"/>
                    <a:pt x="914792" y="11518389"/>
                  </a:cubicBezTo>
                  <a:cubicBezTo>
                    <a:pt x="1206243" y="11441952"/>
                    <a:pt x="1492895" y="11327899"/>
                    <a:pt x="1766857" y="11179348"/>
                  </a:cubicBezTo>
                  <a:cubicBezTo>
                    <a:pt x="2035811" y="11033561"/>
                    <a:pt x="2295238" y="10853054"/>
                    <a:pt x="2537905" y="10642908"/>
                  </a:cubicBezTo>
                  <a:cubicBezTo>
                    <a:pt x="2778242" y="10434768"/>
                    <a:pt x="3004254" y="10195742"/>
                    <a:pt x="3209682" y="9932469"/>
                  </a:cubicBezTo>
                  <a:cubicBezTo>
                    <a:pt x="3415074" y="9669151"/>
                    <a:pt x="3601552" y="9379449"/>
                    <a:pt x="3763932" y="9071384"/>
                  </a:cubicBezTo>
                  <a:cubicBezTo>
                    <a:pt x="3927878" y="8760333"/>
                    <a:pt x="4068701" y="8427799"/>
                    <a:pt x="4182437" y="8083054"/>
                  </a:cubicBezTo>
                  <a:cubicBezTo>
                    <a:pt x="4298329" y="7731934"/>
                    <a:pt x="4387308" y="7364458"/>
                    <a:pt x="4446940" y="6990876"/>
                  </a:cubicBezTo>
                  <a:cubicBezTo>
                    <a:pt x="4508137" y="6607577"/>
                    <a:pt x="4539153" y="6213047"/>
                    <a:pt x="4539153" y="5818294"/>
                  </a:cubicBezTo>
                  <a:cubicBezTo>
                    <a:pt x="4539153" y="5423541"/>
                    <a:pt x="4508137" y="5029011"/>
                    <a:pt x="4446940" y="4645712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30" name="Google Shape;930;p43"/>
            <p:cNvSpPr/>
            <p:nvPr/>
          </p:nvSpPr>
          <p:spPr>
            <a:xfrm rot="-5400000">
              <a:off x="2978589" y="-237592"/>
              <a:ext cx="3000651" cy="6654205"/>
            </a:xfrm>
            <a:custGeom>
              <a:rect b="b" l="l" r="r" t="t"/>
              <a:pathLst>
                <a:path extrusionOk="0" h="12291759" w="4794719">
                  <a:moveTo>
                    <a:pt x="4697327" y="4907291"/>
                  </a:moveTo>
                  <a:cubicBezTo>
                    <a:pt x="4634322" y="4512672"/>
                    <a:pt x="4540335" y="4124515"/>
                    <a:pt x="4417941" y="3753651"/>
                  </a:cubicBezTo>
                  <a:cubicBezTo>
                    <a:pt x="4297772" y="3389473"/>
                    <a:pt x="4149022" y="3038220"/>
                    <a:pt x="3975862" y="2709654"/>
                  </a:cubicBezTo>
                  <a:cubicBezTo>
                    <a:pt x="3804336" y="2384251"/>
                    <a:pt x="3607358" y="2078191"/>
                    <a:pt x="3390387" y="1800077"/>
                  </a:cubicBezTo>
                  <a:cubicBezTo>
                    <a:pt x="3173415" y="1521963"/>
                    <a:pt x="2934677" y="1269476"/>
                    <a:pt x="2680779" y="1049614"/>
                  </a:cubicBezTo>
                  <a:cubicBezTo>
                    <a:pt x="2424447" y="827658"/>
                    <a:pt x="2150451" y="636989"/>
                    <a:pt x="1866337" y="483001"/>
                  </a:cubicBezTo>
                  <a:cubicBezTo>
                    <a:pt x="1576972" y="326116"/>
                    <a:pt x="1274151" y="205600"/>
                    <a:pt x="966322" y="124884"/>
                  </a:cubicBezTo>
                  <a:cubicBezTo>
                    <a:pt x="650427" y="42029"/>
                    <a:pt x="325318" y="0"/>
                    <a:pt x="0" y="0"/>
                  </a:cubicBezTo>
                  <a:lnTo>
                    <a:pt x="0" y="2228"/>
                  </a:lnTo>
                  <a:cubicBezTo>
                    <a:pt x="2642879" y="2228"/>
                    <a:pt x="4792982" y="2758279"/>
                    <a:pt x="4792982" y="6145880"/>
                  </a:cubicBezTo>
                  <a:cubicBezTo>
                    <a:pt x="4792982" y="9533482"/>
                    <a:pt x="2642879" y="12289531"/>
                    <a:pt x="0" y="12289531"/>
                  </a:cubicBezTo>
                  <a:lnTo>
                    <a:pt x="0" y="12291760"/>
                  </a:lnTo>
                  <a:cubicBezTo>
                    <a:pt x="325318" y="12291760"/>
                    <a:pt x="650427" y="12249776"/>
                    <a:pt x="966322" y="12166921"/>
                  </a:cubicBezTo>
                  <a:cubicBezTo>
                    <a:pt x="1274151" y="12086161"/>
                    <a:pt x="1576972" y="11965689"/>
                    <a:pt x="1866337" y="11808804"/>
                  </a:cubicBezTo>
                  <a:cubicBezTo>
                    <a:pt x="2150451" y="11654771"/>
                    <a:pt x="2424447" y="11464103"/>
                    <a:pt x="2680779" y="11242146"/>
                  </a:cubicBezTo>
                  <a:cubicBezTo>
                    <a:pt x="2934677" y="11022285"/>
                    <a:pt x="3173415" y="10769797"/>
                    <a:pt x="3390387" y="10491683"/>
                  </a:cubicBezTo>
                  <a:cubicBezTo>
                    <a:pt x="3607358" y="10213570"/>
                    <a:pt x="3804336" y="9907554"/>
                    <a:pt x="3975862" y="9582107"/>
                  </a:cubicBezTo>
                  <a:cubicBezTo>
                    <a:pt x="4149022" y="9253540"/>
                    <a:pt x="4297772" y="8902331"/>
                    <a:pt x="4417941" y="8538153"/>
                  </a:cubicBezTo>
                  <a:cubicBezTo>
                    <a:pt x="4540335" y="8167245"/>
                    <a:pt x="4634322" y="7779089"/>
                    <a:pt x="4697327" y="7384514"/>
                  </a:cubicBezTo>
                  <a:cubicBezTo>
                    <a:pt x="4761966" y="6979599"/>
                    <a:pt x="4794720" y="6562874"/>
                    <a:pt x="4794720" y="6145880"/>
                  </a:cubicBezTo>
                  <a:cubicBezTo>
                    <a:pt x="4794720" y="5728887"/>
                    <a:pt x="4761966" y="5312162"/>
                    <a:pt x="4697327" y="4907291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31" name="Google Shape;931;p43"/>
            <p:cNvSpPr/>
            <p:nvPr/>
          </p:nvSpPr>
          <p:spPr>
            <a:xfrm rot="-5400000">
              <a:off x="2898619" y="-494903"/>
              <a:ext cx="3160591" cy="7008886"/>
            </a:xfrm>
            <a:custGeom>
              <a:rect b="b" l="l" r="r" t="t"/>
              <a:pathLst>
                <a:path extrusionOk="0" h="12946932" w="5050287">
                  <a:moveTo>
                    <a:pt x="4947678" y="5168826"/>
                  </a:moveTo>
                  <a:cubicBezTo>
                    <a:pt x="4881335" y="4753214"/>
                    <a:pt x="4782342" y="4344377"/>
                    <a:pt x="4653411" y="3953724"/>
                  </a:cubicBezTo>
                  <a:cubicBezTo>
                    <a:pt x="4526844" y="3570114"/>
                    <a:pt x="4370200" y="3200142"/>
                    <a:pt x="4187791" y="2854103"/>
                  </a:cubicBezTo>
                  <a:cubicBezTo>
                    <a:pt x="4007121" y="2511319"/>
                    <a:pt x="3799642" y="2188991"/>
                    <a:pt x="3571092" y="1896035"/>
                  </a:cubicBezTo>
                  <a:cubicBezTo>
                    <a:pt x="3342577" y="1603079"/>
                    <a:pt x="3091077" y="1337133"/>
                    <a:pt x="2823688" y="1105549"/>
                  </a:cubicBezTo>
                  <a:cubicBezTo>
                    <a:pt x="2553691" y="871781"/>
                    <a:pt x="2265056" y="670951"/>
                    <a:pt x="1965816" y="508717"/>
                  </a:cubicBezTo>
                  <a:cubicBezTo>
                    <a:pt x="1661013" y="343498"/>
                    <a:pt x="1342059" y="216564"/>
                    <a:pt x="1017818" y="131525"/>
                  </a:cubicBezTo>
                  <a:cubicBezTo>
                    <a:pt x="685094" y="44258"/>
                    <a:pt x="342669" y="0"/>
                    <a:pt x="0" y="0"/>
                  </a:cubicBezTo>
                  <a:lnTo>
                    <a:pt x="0" y="1872"/>
                  </a:lnTo>
                  <a:cubicBezTo>
                    <a:pt x="2783945" y="1872"/>
                    <a:pt x="5048862" y="2905002"/>
                    <a:pt x="5048862" y="6473467"/>
                  </a:cubicBezTo>
                  <a:cubicBezTo>
                    <a:pt x="5048862" y="10041932"/>
                    <a:pt x="2783945" y="12945106"/>
                    <a:pt x="0" y="12945106"/>
                  </a:cubicBezTo>
                  <a:lnTo>
                    <a:pt x="0" y="12946933"/>
                  </a:lnTo>
                  <a:cubicBezTo>
                    <a:pt x="342669" y="12946933"/>
                    <a:pt x="685094" y="12902720"/>
                    <a:pt x="1017818" y="12815453"/>
                  </a:cubicBezTo>
                  <a:cubicBezTo>
                    <a:pt x="1342059" y="12730370"/>
                    <a:pt x="1661013" y="12603480"/>
                    <a:pt x="1965816" y="12438216"/>
                  </a:cubicBezTo>
                  <a:cubicBezTo>
                    <a:pt x="2265056" y="12275983"/>
                    <a:pt x="2553691" y="12075197"/>
                    <a:pt x="2823688" y="11841385"/>
                  </a:cubicBezTo>
                  <a:cubicBezTo>
                    <a:pt x="3091077" y="11609801"/>
                    <a:pt x="3342577" y="11343854"/>
                    <a:pt x="3571092" y="11050898"/>
                  </a:cubicBezTo>
                  <a:cubicBezTo>
                    <a:pt x="3799642" y="10757987"/>
                    <a:pt x="4007121" y="10435659"/>
                    <a:pt x="4187791" y="10092875"/>
                  </a:cubicBezTo>
                  <a:cubicBezTo>
                    <a:pt x="4370200" y="9746792"/>
                    <a:pt x="4526844" y="9376820"/>
                    <a:pt x="4653411" y="8993254"/>
                  </a:cubicBezTo>
                  <a:cubicBezTo>
                    <a:pt x="4782342" y="8602556"/>
                    <a:pt x="4881335" y="8193720"/>
                    <a:pt x="4947678" y="7778108"/>
                  </a:cubicBezTo>
                  <a:cubicBezTo>
                    <a:pt x="5015760" y="7351622"/>
                    <a:pt x="5050287" y="6912700"/>
                    <a:pt x="5050287" y="6473467"/>
                  </a:cubicBezTo>
                  <a:cubicBezTo>
                    <a:pt x="5050287" y="6034234"/>
                    <a:pt x="5015760" y="5595312"/>
                    <a:pt x="4947678" y="5168826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32" name="Google Shape;932;p43"/>
            <p:cNvSpPr/>
            <p:nvPr/>
          </p:nvSpPr>
          <p:spPr>
            <a:xfrm rot="-5400000">
              <a:off x="2818661" y="-752225"/>
              <a:ext cx="3320531" cy="7363592"/>
            </a:xfrm>
            <a:custGeom>
              <a:rect b="b" l="l" r="r" t="t"/>
              <a:pathLst>
                <a:path extrusionOk="0" h="13602150" w="5305854">
                  <a:moveTo>
                    <a:pt x="5198064" y="5430405"/>
                  </a:moveTo>
                  <a:cubicBezTo>
                    <a:pt x="5128349" y="4993756"/>
                    <a:pt x="5024348" y="4564239"/>
                    <a:pt x="4888915" y="4153797"/>
                  </a:cubicBezTo>
                  <a:cubicBezTo>
                    <a:pt x="4755916" y="3750799"/>
                    <a:pt x="4591344" y="3362108"/>
                    <a:pt x="4399721" y="2998509"/>
                  </a:cubicBezTo>
                  <a:cubicBezTo>
                    <a:pt x="4209906" y="2638386"/>
                    <a:pt x="3991926" y="2299747"/>
                    <a:pt x="3751832" y="1991994"/>
                  </a:cubicBezTo>
                  <a:cubicBezTo>
                    <a:pt x="3511703" y="1684241"/>
                    <a:pt x="3247512" y="1404789"/>
                    <a:pt x="2966562" y="1161528"/>
                  </a:cubicBezTo>
                  <a:cubicBezTo>
                    <a:pt x="2682900" y="915861"/>
                    <a:pt x="2379697" y="704913"/>
                    <a:pt x="2065296" y="534479"/>
                  </a:cubicBezTo>
                  <a:cubicBezTo>
                    <a:pt x="1745090" y="360836"/>
                    <a:pt x="1410001" y="227528"/>
                    <a:pt x="1069314" y="138166"/>
                  </a:cubicBezTo>
                  <a:cubicBezTo>
                    <a:pt x="719761" y="46486"/>
                    <a:pt x="359985" y="0"/>
                    <a:pt x="0" y="0"/>
                  </a:cubicBezTo>
                  <a:lnTo>
                    <a:pt x="0" y="1471"/>
                  </a:lnTo>
                  <a:cubicBezTo>
                    <a:pt x="2925046" y="1471"/>
                    <a:pt x="5304707" y="3051770"/>
                    <a:pt x="5304707" y="6801053"/>
                  </a:cubicBezTo>
                  <a:cubicBezTo>
                    <a:pt x="5304707" y="10550337"/>
                    <a:pt x="2925046" y="13600636"/>
                    <a:pt x="0" y="13600636"/>
                  </a:cubicBezTo>
                  <a:lnTo>
                    <a:pt x="0" y="13602151"/>
                  </a:lnTo>
                  <a:cubicBezTo>
                    <a:pt x="359985" y="13602151"/>
                    <a:pt x="719761" y="13555620"/>
                    <a:pt x="1069314" y="13463940"/>
                  </a:cubicBezTo>
                  <a:cubicBezTo>
                    <a:pt x="1410001" y="13374579"/>
                    <a:pt x="1745090" y="13241271"/>
                    <a:pt x="2065296" y="13067672"/>
                  </a:cubicBezTo>
                  <a:cubicBezTo>
                    <a:pt x="2379697" y="12897238"/>
                    <a:pt x="2682900" y="12686245"/>
                    <a:pt x="2966562" y="12440623"/>
                  </a:cubicBezTo>
                  <a:cubicBezTo>
                    <a:pt x="3247512" y="12197317"/>
                    <a:pt x="3511703" y="11917911"/>
                    <a:pt x="3751832" y="11610157"/>
                  </a:cubicBezTo>
                  <a:cubicBezTo>
                    <a:pt x="3991926" y="11302359"/>
                    <a:pt x="4209906" y="10963720"/>
                    <a:pt x="4399721" y="10603598"/>
                  </a:cubicBezTo>
                  <a:cubicBezTo>
                    <a:pt x="4591344" y="10240044"/>
                    <a:pt x="4755916" y="9851352"/>
                    <a:pt x="4888915" y="9448353"/>
                  </a:cubicBezTo>
                  <a:cubicBezTo>
                    <a:pt x="5024348" y="9037913"/>
                    <a:pt x="5128349" y="8608395"/>
                    <a:pt x="5198064" y="8171702"/>
                  </a:cubicBezTo>
                  <a:cubicBezTo>
                    <a:pt x="5269589" y="7723644"/>
                    <a:pt x="5305855" y="7262527"/>
                    <a:pt x="5305855" y="6801053"/>
                  </a:cubicBezTo>
                  <a:cubicBezTo>
                    <a:pt x="5305855" y="6339580"/>
                    <a:pt x="5269589" y="5878463"/>
                    <a:pt x="5198064" y="5430405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33" name="Google Shape;933;p43"/>
            <p:cNvSpPr/>
            <p:nvPr/>
          </p:nvSpPr>
          <p:spPr>
            <a:xfrm rot="-5400000">
              <a:off x="2738680" y="-1009547"/>
              <a:ext cx="3480493" cy="7718273"/>
            </a:xfrm>
            <a:custGeom>
              <a:rect b="b" l="l" r="r" t="t"/>
              <a:pathLst>
                <a:path extrusionOk="0" h="14257323" w="5561456">
                  <a:moveTo>
                    <a:pt x="5448451" y="5691984"/>
                  </a:moveTo>
                  <a:cubicBezTo>
                    <a:pt x="5375397" y="5234299"/>
                    <a:pt x="5266355" y="4784056"/>
                    <a:pt x="5124385" y="4353871"/>
                  </a:cubicBezTo>
                  <a:cubicBezTo>
                    <a:pt x="4985023" y="3931440"/>
                    <a:pt x="4812489" y="3524029"/>
                    <a:pt x="4611651" y="3142959"/>
                  </a:cubicBezTo>
                  <a:cubicBezTo>
                    <a:pt x="4412691" y="2765454"/>
                    <a:pt x="4184210" y="2410502"/>
                    <a:pt x="3932537" y="2087907"/>
                  </a:cubicBezTo>
                  <a:cubicBezTo>
                    <a:pt x="3680864" y="1765357"/>
                    <a:pt x="3403948" y="1472490"/>
                    <a:pt x="3109471" y="1217463"/>
                  </a:cubicBezTo>
                  <a:cubicBezTo>
                    <a:pt x="2812144" y="959985"/>
                    <a:pt x="2494302" y="738875"/>
                    <a:pt x="2164777" y="560195"/>
                  </a:cubicBezTo>
                  <a:cubicBezTo>
                    <a:pt x="1829131" y="378218"/>
                    <a:pt x="1477909" y="238492"/>
                    <a:pt x="1120810" y="144807"/>
                  </a:cubicBezTo>
                  <a:cubicBezTo>
                    <a:pt x="754428" y="48715"/>
                    <a:pt x="377336" y="0"/>
                    <a:pt x="0" y="0"/>
                  </a:cubicBezTo>
                  <a:lnTo>
                    <a:pt x="0" y="1114"/>
                  </a:lnTo>
                  <a:cubicBezTo>
                    <a:pt x="3066112" y="1114"/>
                    <a:pt x="5560588" y="3198493"/>
                    <a:pt x="5560588" y="7128640"/>
                  </a:cubicBezTo>
                  <a:cubicBezTo>
                    <a:pt x="5560588" y="11058787"/>
                    <a:pt x="3066112" y="14256209"/>
                    <a:pt x="0" y="14256209"/>
                  </a:cubicBezTo>
                  <a:lnTo>
                    <a:pt x="0" y="14257324"/>
                  </a:lnTo>
                  <a:cubicBezTo>
                    <a:pt x="377336" y="14257324"/>
                    <a:pt x="754428" y="14208565"/>
                    <a:pt x="1120810" y="14112473"/>
                  </a:cubicBezTo>
                  <a:cubicBezTo>
                    <a:pt x="1477909" y="14018832"/>
                    <a:pt x="1829131" y="13879062"/>
                    <a:pt x="2164777" y="13697084"/>
                  </a:cubicBezTo>
                  <a:cubicBezTo>
                    <a:pt x="2494302" y="13518450"/>
                    <a:pt x="2812144" y="13297295"/>
                    <a:pt x="3109471" y="13039861"/>
                  </a:cubicBezTo>
                  <a:cubicBezTo>
                    <a:pt x="3403948" y="12784834"/>
                    <a:pt x="3680864" y="12491967"/>
                    <a:pt x="3932537" y="12169372"/>
                  </a:cubicBezTo>
                  <a:cubicBezTo>
                    <a:pt x="4184210" y="11846778"/>
                    <a:pt x="4412691" y="11491825"/>
                    <a:pt x="4611651" y="11114365"/>
                  </a:cubicBezTo>
                  <a:cubicBezTo>
                    <a:pt x="4812489" y="10733250"/>
                    <a:pt x="4985023" y="10325840"/>
                    <a:pt x="5124385" y="9903454"/>
                  </a:cubicBezTo>
                  <a:cubicBezTo>
                    <a:pt x="5266355" y="9473223"/>
                    <a:pt x="5375397" y="9023026"/>
                    <a:pt x="5448451" y="8565341"/>
                  </a:cubicBezTo>
                  <a:cubicBezTo>
                    <a:pt x="5523417" y="8095667"/>
                    <a:pt x="5561457" y="7612309"/>
                    <a:pt x="5561457" y="7128640"/>
                  </a:cubicBezTo>
                  <a:cubicBezTo>
                    <a:pt x="5561457" y="6644971"/>
                    <a:pt x="5523417" y="6161613"/>
                    <a:pt x="5448451" y="5691984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934" name="Google Shape;934;p43"/>
          <p:cNvSpPr txBox="1"/>
          <p:nvPr/>
        </p:nvSpPr>
        <p:spPr>
          <a:xfrm>
            <a:off x="561975" y="450533"/>
            <a:ext cx="8020050" cy="387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</a:pPr>
            <a:r>
              <a:rPr b="1" i="0" lang="mn-MN" sz="2800" u="none" cap="none" strike="noStrike">
                <a:solidFill>
                  <a:srgbClr val="7A126B"/>
                </a:solidFill>
                <a:latin typeface="Manrope"/>
                <a:ea typeface="Manrope"/>
                <a:cs typeface="Manrope"/>
                <a:sym typeface="Manrope"/>
              </a:rPr>
              <a:t>Давуу </a:t>
            </a:r>
            <a:r>
              <a:rPr b="1" i="0" lang="mn-MN" sz="28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ба сул тал</a:t>
            </a:r>
            <a:endParaRPr/>
          </a:p>
        </p:txBody>
      </p:sp>
      <p:sp>
        <p:nvSpPr>
          <p:cNvPr id="935" name="Google Shape;935;p43"/>
          <p:cNvSpPr/>
          <p:nvPr/>
        </p:nvSpPr>
        <p:spPr>
          <a:xfrm>
            <a:off x="1258634" y="1172003"/>
            <a:ext cx="7417054" cy="1448443"/>
          </a:xfrm>
          <a:prstGeom prst="roundRect">
            <a:avLst>
              <a:gd fmla="val 6398" name="adj"/>
            </a:avLst>
          </a:prstGeom>
          <a:solidFill>
            <a:schemeClr val="lt1"/>
          </a:solidFill>
          <a:ln>
            <a:noFill/>
          </a:ln>
          <a:effectLst>
            <a:outerShdw blurRad="203200" rotWithShape="0" algn="t" dir="3060000" dist="50800">
              <a:srgbClr val="091450">
                <a:alpha val="2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36" name="Google Shape;936;p43"/>
          <p:cNvSpPr txBox="1"/>
          <p:nvPr/>
        </p:nvSpPr>
        <p:spPr>
          <a:xfrm>
            <a:off x="2251053" y="1899639"/>
            <a:ext cx="1892865" cy="479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</a:pPr>
            <a:r>
              <a:rPr b="0" i="0" lang="mn-MN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Багаараа хамтран шинэ шийдэл хэрэгжүүлнэ. Зах зээлийн судалгаанд үндэслэн шийдвэр гаргана.</a:t>
            </a:r>
            <a:endParaRPr b="0" i="0" sz="900" u="none" cap="none" strike="noStrike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37" name="Google Shape;937;p43"/>
          <p:cNvSpPr txBox="1"/>
          <p:nvPr/>
        </p:nvSpPr>
        <p:spPr>
          <a:xfrm>
            <a:off x="4367558" y="1899639"/>
            <a:ext cx="1892865" cy="479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</a:pPr>
            <a:r>
              <a:rPr b="0" i="0" lang="mn-MN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Дараагийн алхмуудаа тодорхой төлөвлөнө. Өсөлтийг тогтмол хэмжиж, сайжруулна.</a:t>
            </a:r>
            <a:endParaRPr b="0" i="0" sz="900" u="none" cap="none" strike="noStrike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38" name="Google Shape;938;p43"/>
          <p:cNvSpPr txBox="1"/>
          <p:nvPr/>
        </p:nvSpPr>
        <p:spPr>
          <a:xfrm>
            <a:off x="2251053" y="1704528"/>
            <a:ext cx="1892865" cy="159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</a:pPr>
            <a:r>
              <a:rPr b="1" i="0" lang="mn-MN" sz="11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ТОВЧ ТАЙЛБАР ЭНД</a:t>
            </a:r>
            <a:endParaRPr/>
          </a:p>
        </p:txBody>
      </p:sp>
      <p:sp>
        <p:nvSpPr>
          <p:cNvPr id="939" name="Google Shape;939;p43"/>
          <p:cNvSpPr txBox="1"/>
          <p:nvPr/>
        </p:nvSpPr>
        <p:spPr>
          <a:xfrm>
            <a:off x="6484062" y="1704528"/>
            <a:ext cx="1892865" cy="159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</a:pPr>
            <a:r>
              <a:rPr b="1" i="0" lang="mn-MN" sz="11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ЗОРИЛТЫН НЭР ЭНД</a:t>
            </a:r>
            <a:endParaRPr/>
          </a:p>
        </p:txBody>
      </p:sp>
      <p:sp>
        <p:nvSpPr>
          <p:cNvPr id="940" name="Google Shape;940;p43"/>
          <p:cNvSpPr txBox="1"/>
          <p:nvPr/>
        </p:nvSpPr>
        <p:spPr>
          <a:xfrm>
            <a:off x="6484062" y="1899639"/>
            <a:ext cx="1892865" cy="479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</a:pPr>
            <a:r>
              <a:rPr b="0" i="0" lang="mn-MN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Хэрэглэгчийн хэрэгцээг нарийн судална. Чанар, хурд, найдвартай байдлыг эрхэмлэнэ.</a:t>
            </a:r>
            <a:endParaRPr b="0" i="0" sz="900" u="none" cap="none" strike="noStrike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941" name="Google Shape;941;p43"/>
          <p:cNvGrpSpPr/>
          <p:nvPr/>
        </p:nvGrpSpPr>
        <p:grpSpPr>
          <a:xfrm>
            <a:off x="2251053" y="1413454"/>
            <a:ext cx="140400" cy="138532"/>
            <a:chOff x="2251053" y="1413454"/>
            <a:chExt cx="156424" cy="138532"/>
          </a:xfrm>
        </p:grpSpPr>
        <p:sp>
          <p:nvSpPr>
            <p:cNvPr id="942" name="Google Shape;942;p43"/>
            <p:cNvSpPr/>
            <p:nvPr/>
          </p:nvSpPr>
          <p:spPr>
            <a:xfrm>
              <a:off x="2251053" y="1413454"/>
              <a:ext cx="156424" cy="138445"/>
            </a:xfrm>
            <a:custGeom>
              <a:rect b="b" l="l" r="r" t="t"/>
              <a:pathLst>
                <a:path extrusionOk="0" h="191048" w="191168">
                  <a:moveTo>
                    <a:pt x="191168" y="191049"/>
                  </a:moveTo>
                  <a:lnTo>
                    <a:pt x="0" y="0"/>
                  </a:lnTo>
                </a:path>
              </a:pathLst>
            </a:custGeom>
            <a:noFill/>
            <a:ln cap="rnd" cmpd="sng" w="1587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43"/>
            <p:cNvSpPr/>
            <p:nvPr/>
          </p:nvSpPr>
          <p:spPr>
            <a:xfrm>
              <a:off x="2251053" y="1413454"/>
              <a:ext cx="156424" cy="138532"/>
            </a:xfrm>
            <a:custGeom>
              <a:rect b="b" l="l" r="r" t="t"/>
              <a:pathLst>
                <a:path extrusionOk="0" h="191168" w="191168">
                  <a:moveTo>
                    <a:pt x="191169" y="0"/>
                  </a:moveTo>
                  <a:lnTo>
                    <a:pt x="191169" y="191168"/>
                  </a:lnTo>
                  <a:lnTo>
                    <a:pt x="0" y="191168"/>
                  </a:lnTo>
                </a:path>
              </a:pathLst>
            </a:custGeom>
            <a:noFill/>
            <a:ln cap="rnd" cmpd="sng" w="1587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4" name="Google Shape;944;p43"/>
          <p:cNvSpPr/>
          <p:nvPr/>
        </p:nvSpPr>
        <p:spPr>
          <a:xfrm>
            <a:off x="1258634" y="2736732"/>
            <a:ext cx="7417054" cy="1448443"/>
          </a:xfrm>
          <a:prstGeom prst="roundRect">
            <a:avLst>
              <a:gd fmla="val 6398" name="adj"/>
            </a:avLst>
          </a:prstGeom>
          <a:solidFill>
            <a:schemeClr val="lt1"/>
          </a:solidFill>
          <a:ln>
            <a:noFill/>
          </a:ln>
          <a:effectLst>
            <a:outerShdw blurRad="203200" rotWithShape="0" algn="t" dir="3060000" dist="50800">
              <a:srgbClr val="091450">
                <a:alpha val="2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45" name="Google Shape;945;p43"/>
          <p:cNvSpPr txBox="1"/>
          <p:nvPr/>
        </p:nvSpPr>
        <p:spPr>
          <a:xfrm>
            <a:off x="2251053" y="3464368"/>
            <a:ext cx="1892865" cy="479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</a:pPr>
            <a:r>
              <a:rPr b="0" i="0" lang="mn-MN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Шинэ боломжийг цаг алдалгүй ашиглана. Үр дүнд суурилсан шийдлийг санал болгоно.</a:t>
            </a:r>
            <a:endParaRPr b="0" i="0" sz="900" u="none" cap="none" strike="noStrike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46" name="Google Shape;946;p43"/>
          <p:cNvSpPr txBox="1"/>
          <p:nvPr/>
        </p:nvSpPr>
        <p:spPr>
          <a:xfrm>
            <a:off x="4367558" y="3464368"/>
            <a:ext cx="1892865" cy="479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</a:pPr>
            <a:r>
              <a:rPr b="0" i="0" lang="mn-MN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Харилцагчидтайгаа урт хугацааны түншлэл тогтооно.</a:t>
            </a:r>
            <a:endParaRPr b="0" i="0" sz="900" u="none" cap="none" strike="noStrike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47" name="Google Shape;947;p43"/>
          <p:cNvSpPr txBox="1"/>
          <p:nvPr/>
        </p:nvSpPr>
        <p:spPr>
          <a:xfrm>
            <a:off x="2251053" y="3269257"/>
            <a:ext cx="1892865" cy="159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</a:pPr>
            <a:r>
              <a:rPr b="1" i="0" lang="mn-MN" sz="11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ГОЛ САНАА ЭНД</a:t>
            </a:r>
            <a:endParaRPr/>
          </a:p>
        </p:txBody>
      </p:sp>
      <p:sp>
        <p:nvSpPr>
          <p:cNvPr id="948" name="Google Shape;948;p43"/>
          <p:cNvSpPr txBox="1"/>
          <p:nvPr/>
        </p:nvSpPr>
        <p:spPr>
          <a:xfrm>
            <a:off x="4367558" y="3269257"/>
            <a:ext cx="1892865" cy="159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</a:pPr>
            <a:r>
              <a:rPr b="1" i="0" lang="mn-MN" sz="11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ТОВЧ ТАЙЛБАР ЭНД</a:t>
            </a:r>
            <a:endParaRPr/>
          </a:p>
        </p:txBody>
      </p:sp>
      <p:sp>
        <p:nvSpPr>
          <p:cNvPr id="949" name="Google Shape;949;p43"/>
          <p:cNvSpPr txBox="1"/>
          <p:nvPr/>
        </p:nvSpPr>
        <p:spPr>
          <a:xfrm>
            <a:off x="6484062" y="3269257"/>
            <a:ext cx="1892865" cy="159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</a:pPr>
            <a:r>
              <a:rPr b="1" i="0" lang="mn-MN" sz="11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ЗОРИЛТЫН НЭР ЭНД</a:t>
            </a:r>
            <a:endParaRPr/>
          </a:p>
        </p:txBody>
      </p:sp>
      <p:sp>
        <p:nvSpPr>
          <p:cNvPr id="950" name="Google Shape;950;p43"/>
          <p:cNvSpPr txBox="1"/>
          <p:nvPr/>
        </p:nvSpPr>
        <p:spPr>
          <a:xfrm>
            <a:off x="6484062" y="3464368"/>
            <a:ext cx="1892865" cy="479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</a:pPr>
            <a:r>
              <a:rPr b="0" i="0" lang="mn-MN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Үзэгчдэд хэрэгтэй мэдээллийг өгнө. Тоо баримт, жишээ ашиглавал илүү үр дүнтэй.</a:t>
            </a:r>
            <a:endParaRPr b="0" i="0" sz="900" u="none" cap="none" strike="noStrike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51" name="Google Shape;951;p43"/>
          <p:cNvSpPr/>
          <p:nvPr/>
        </p:nvSpPr>
        <p:spPr>
          <a:xfrm rot="5400000">
            <a:off x="823024" y="1062493"/>
            <a:ext cx="601987" cy="1667463"/>
          </a:xfrm>
          <a:prstGeom prst="round2SameRect">
            <a:avLst>
              <a:gd fmla="val 15654" name="adj1"/>
              <a:gd fmla="val 0" name="adj2"/>
            </a:avLst>
          </a:prstGeom>
          <a:solidFill>
            <a:srgbClr val="7A12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2" name="Google Shape;952;p43"/>
          <p:cNvSpPr/>
          <p:nvPr/>
        </p:nvSpPr>
        <p:spPr>
          <a:xfrm rot="5400000">
            <a:off x="823024" y="2627222"/>
            <a:ext cx="601987" cy="1667463"/>
          </a:xfrm>
          <a:prstGeom prst="round2SameRect">
            <a:avLst>
              <a:gd fmla="val 15654" name="adj1"/>
              <a:gd fmla="val 0" name="adj2"/>
            </a:avLst>
          </a:prstGeom>
          <a:solidFill>
            <a:srgbClr val="AFBD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3" name="Google Shape;953;p43"/>
          <p:cNvSpPr txBox="1"/>
          <p:nvPr/>
        </p:nvSpPr>
        <p:spPr>
          <a:xfrm>
            <a:off x="706203" y="3337850"/>
            <a:ext cx="519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mn-M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Сул тал</a:t>
            </a:r>
            <a:endParaRPr/>
          </a:p>
        </p:txBody>
      </p:sp>
      <p:grpSp>
        <p:nvGrpSpPr>
          <p:cNvPr id="954" name="Google Shape;954;p43"/>
          <p:cNvGrpSpPr/>
          <p:nvPr/>
        </p:nvGrpSpPr>
        <p:grpSpPr>
          <a:xfrm>
            <a:off x="1553376" y="3306937"/>
            <a:ext cx="308033" cy="308033"/>
            <a:chOff x="1553376" y="3306937"/>
            <a:chExt cx="308033" cy="308033"/>
          </a:xfrm>
        </p:grpSpPr>
        <p:sp>
          <p:nvSpPr>
            <p:cNvPr id="955" name="Google Shape;955;p43"/>
            <p:cNvSpPr/>
            <p:nvPr/>
          </p:nvSpPr>
          <p:spPr>
            <a:xfrm>
              <a:off x="1553376" y="3306937"/>
              <a:ext cx="308033" cy="30803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956" name="Google Shape;956;p43"/>
            <p:cNvGrpSpPr/>
            <p:nvPr/>
          </p:nvGrpSpPr>
          <p:grpSpPr>
            <a:xfrm>
              <a:off x="1628623" y="3382184"/>
              <a:ext cx="157538" cy="157538"/>
              <a:chOff x="3832134" y="5280850"/>
              <a:chExt cx="275872" cy="275872"/>
            </a:xfrm>
          </p:grpSpPr>
          <p:sp>
            <p:nvSpPr>
              <p:cNvPr id="957" name="Google Shape;957;p43"/>
              <p:cNvSpPr/>
              <p:nvPr/>
            </p:nvSpPr>
            <p:spPr>
              <a:xfrm>
                <a:off x="3832134" y="5280850"/>
                <a:ext cx="275872" cy="275872"/>
              </a:xfrm>
              <a:custGeom>
                <a:rect b="b" l="l" r="r" t="t"/>
                <a:pathLst>
                  <a:path extrusionOk="0" h="275872" w="275872">
                    <a:moveTo>
                      <a:pt x="275872" y="137936"/>
                    </a:moveTo>
                    <a:cubicBezTo>
                      <a:pt x="275872" y="214116"/>
                      <a:pt x="214116" y="275872"/>
                      <a:pt x="137936" y="275872"/>
                    </a:cubicBezTo>
                    <a:cubicBezTo>
                      <a:pt x="61756" y="275872"/>
                      <a:pt x="0" y="214116"/>
                      <a:pt x="0" y="137936"/>
                    </a:cubicBezTo>
                    <a:cubicBezTo>
                      <a:pt x="0" y="61756"/>
                      <a:pt x="61756" y="0"/>
                      <a:pt x="137936" y="0"/>
                    </a:cubicBezTo>
                    <a:cubicBezTo>
                      <a:pt x="214116" y="0"/>
                      <a:pt x="275872" y="61756"/>
                      <a:pt x="275872" y="137936"/>
                    </a:cubicBezTo>
                    <a:close/>
                  </a:path>
                </a:pathLst>
              </a:custGeom>
              <a:noFill/>
              <a:ln cap="rnd" cmpd="sng" w="11975">
                <a:solidFill>
                  <a:srgbClr val="AFBDD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58" name="Google Shape;958;p43"/>
              <p:cNvGrpSpPr/>
              <p:nvPr/>
            </p:nvGrpSpPr>
            <p:grpSpPr>
              <a:xfrm>
                <a:off x="3916095" y="5364691"/>
                <a:ext cx="107950" cy="107950"/>
                <a:chOff x="3383489" y="5364691"/>
                <a:chExt cx="107950" cy="107950"/>
              </a:xfrm>
            </p:grpSpPr>
            <p:sp>
              <p:nvSpPr>
                <p:cNvPr id="959" name="Google Shape;959;p43"/>
                <p:cNvSpPr/>
                <p:nvPr/>
              </p:nvSpPr>
              <p:spPr>
                <a:xfrm>
                  <a:off x="3383489" y="5364691"/>
                  <a:ext cx="107950" cy="107950"/>
                </a:xfrm>
                <a:custGeom>
                  <a:rect b="b" l="l" r="r" t="t"/>
                  <a:pathLst>
                    <a:path extrusionOk="0" h="107950" w="107950">
                      <a:moveTo>
                        <a:pt x="0" y="0"/>
                      </a:moveTo>
                      <a:lnTo>
                        <a:pt x="107950" y="107950"/>
                      </a:lnTo>
                    </a:path>
                  </a:pathLst>
                </a:custGeom>
                <a:noFill/>
                <a:ln cap="rnd" cmpd="sng" w="11975">
                  <a:solidFill>
                    <a:srgbClr val="AFBDD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0" name="Google Shape;960;p43"/>
                <p:cNvSpPr/>
                <p:nvPr/>
              </p:nvSpPr>
              <p:spPr>
                <a:xfrm>
                  <a:off x="3383489" y="5364691"/>
                  <a:ext cx="107950" cy="107950"/>
                </a:xfrm>
                <a:custGeom>
                  <a:rect b="b" l="l" r="r" t="t"/>
                  <a:pathLst>
                    <a:path extrusionOk="0" h="107950" w="107950">
                      <a:moveTo>
                        <a:pt x="107950" y="0"/>
                      </a:moveTo>
                      <a:lnTo>
                        <a:pt x="0" y="107950"/>
                      </a:lnTo>
                    </a:path>
                  </a:pathLst>
                </a:custGeom>
                <a:noFill/>
                <a:ln cap="rnd" cmpd="sng" w="11975">
                  <a:solidFill>
                    <a:srgbClr val="AFBDD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961" name="Google Shape;961;p43"/>
          <p:cNvSpPr txBox="1"/>
          <p:nvPr/>
        </p:nvSpPr>
        <p:spPr>
          <a:xfrm>
            <a:off x="706191" y="1773114"/>
            <a:ext cx="37510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mn-M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Давуу тал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2" name="Google Shape;962;p43"/>
          <p:cNvGrpSpPr/>
          <p:nvPr/>
        </p:nvGrpSpPr>
        <p:grpSpPr>
          <a:xfrm>
            <a:off x="1553376" y="1742208"/>
            <a:ext cx="308033" cy="308033"/>
            <a:chOff x="1553376" y="1742208"/>
            <a:chExt cx="308033" cy="308033"/>
          </a:xfrm>
        </p:grpSpPr>
        <p:sp>
          <p:nvSpPr>
            <p:cNvPr id="963" name="Google Shape;963;p43"/>
            <p:cNvSpPr/>
            <p:nvPr/>
          </p:nvSpPr>
          <p:spPr>
            <a:xfrm>
              <a:off x="1553376" y="1742208"/>
              <a:ext cx="308033" cy="30803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964" name="Google Shape;964;p43"/>
            <p:cNvGrpSpPr/>
            <p:nvPr/>
          </p:nvGrpSpPr>
          <p:grpSpPr>
            <a:xfrm>
              <a:off x="1628623" y="1817455"/>
              <a:ext cx="157538" cy="157538"/>
              <a:chOff x="4340928" y="4704997"/>
              <a:chExt cx="275872" cy="275872"/>
            </a:xfrm>
          </p:grpSpPr>
          <p:sp>
            <p:nvSpPr>
              <p:cNvPr id="965" name="Google Shape;965;p43"/>
              <p:cNvSpPr/>
              <p:nvPr/>
            </p:nvSpPr>
            <p:spPr>
              <a:xfrm>
                <a:off x="4418892" y="4800952"/>
                <a:ext cx="119944" cy="83961"/>
              </a:xfrm>
              <a:custGeom>
                <a:rect b="b" l="l" r="r" t="t"/>
                <a:pathLst>
                  <a:path extrusionOk="0" h="83961" w="119944">
                    <a:moveTo>
                      <a:pt x="119944" y="0"/>
                    </a:moveTo>
                    <a:lnTo>
                      <a:pt x="29986" y="83961"/>
                    </a:lnTo>
                    <a:lnTo>
                      <a:pt x="0" y="53975"/>
                    </a:lnTo>
                  </a:path>
                </a:pathLst>
              </a:custGeom>
              <a:noFill/>
              <a:ln cap="rnd" cmpd="sng" w="11975">
                <a:solidFill>
                  <a:srgbClr val="7A126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6" name="Google Shape;966;p43"/>
              <p:cNvSpPr/>
              <p:nvPr/>
            </p:nvSpPr>
            <p:spPr>
              <a:xfrm>
                <a:off x="4340928" y="4704997"/>
                <a:ext cx="275872" cy="275872"/>
              </a:xfrm>
              <a:custGeom>
                <a:rect b="b" l="l" r="r" t="t"/>
                <a:pathLst>
                  <a:path extrusionOk="0" h="275872" w="275872">
                    <a:moveTo>
                      <a:pt x="275872" y="137936"/>
                    </a:moveTo>
                    <a:cubicBezTo>
                      <a:pt x="275872" y="214116"/>
                      <a:pt x="214116" y="275872"/>
                      <a:pt x="137936" y="275872"/>
                    </a:cubicBezTo>
                    <a:cubicBezTo>
                      <a:pt x="61756" y="275872"/>
                      <a:pt x="0" y="214116"/>
                      <a:pt x="0" y="137936"/>
                    </a:cubicBezTo>
                    <a:cubicBezTo>
                      <a:pt x="0" y="61756"/>
                      <a:pt x="61756" y="0"/>
                      <a:pt x="137936" y="0"/>
                    </a:cubicBezTo>
                    <a:cubicBezTo>
                      <a:pt x="214116" y="0"/>
                      <a:pt x="275872" y="61756"/>
                      <a:pt x="275872" y="137936"/>
                    </a:cubicBezTo>
                    <a:close/>
                  </a:path>
                </a:pathLst>
              </a:custGeom>
              <a:noFill/>
              <a:ln cap="rnd" cmpd="sng" w="11975">
                <a:solidFill>
                  <a:srgbClr val="7A126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67" name="Google Shape;967;p43"/>
          <p:cNvSpPr txBox="1"/>
          <p:nvPr/>
        </p:nvSpPr>
        <p:spPr>
          <a:xfrm>
            <a:off x="4367558" y="1704528"/>
            <a:ext cx="1892865" cy="159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</a:pPr>
            <a:r>
              <a:rPr b="1" i="0" lang="mn-MN" sz="11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ТОВЧ ТАЙЛБАР ЭНД</a:t>
            </a:r>
            <a:endParaRPr/>
          </a:p>
        </p:txBody>
      </p:sp>
      <p:grpSp>
        <p:nvGrpSpPr>
          <p:cNvPr id="968" name="Google Shape;968;p43"/>
          <p:cNvGrpSpPr/>
          <p:nvPr/>
        </p:nvGrpSpPr>
        <p:grpSpPr>
          <a:xfrm>
            <a:off x="2251053" y="2978183"/>
            <a:ext cx="140400" cy="138532"/>
            <a:chOff x="2251053" y="1413454"/>
            <a:chExt cx="156424" cy="138532"/>
          </a:xfrm>
        </p:grpSpPr>
        <p:sp>
          <p:nvSpPr>
            <p:cNvPr id="969" name="Google Shape;969;p43"/>
            <p:cNvSpPr/>
            <p:nvPr/>
          </p:nvSpPr>
          <p:spPr>
            <a:xfrm>
              <a:off x="2251053" y="1413454"/>
              <a:ext cx="156424" cy="138445"/>
            </a:xfrm>
            <a:custGeom>
              <a:rect b="b" l="l" r="r" t="t"/>
              <a:pathLst>
                <a:path extrusionOk="0" h="191048" w="191168">
                  <a:moveTo>
                    <a:pt x="191168" y="191049"/>
                  </a:moveTo>
                  <a:lnTo>
                    <a:pt x="0" y="0"/>
                  </a:lnTo>
                </a:path>
              </a:pathLst>
            </a:custGeom>
            <a:noFill/>
            <a:ln cap="rnd" cmpd="sng" w="15875">
              <a:solidFill>
                <a:srgbClr val="AFB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43"/>
            <p:cNvSpPr/>
            <p:nvPr/>
          </p:nvSpPr>
          <p:spPr>
            <a:xfrm>
              <a:off x="2251053" y="1413454"/>
              <a:ext cx="156424" cy="138532"/>
            </a:xfrm>
            <a:custGeom>
              <a:rect b="b" l="l" r="r" t="t"/>
              <a:pathLst>
                <a:path extrusionOk="0" h="191168" w="191168">
                  <a:moveTo>
                    <a:pt x="191169" y="0"/>
                  </a:moveTo>
                  <a:lnTo>
                    <a:pt x="191169" y="191168"/>
                  </a:lnTo>
                  <a:lnTo>
                    <a:pt x="0" y="191168"/>
                  </a:lnTo>
                </a:path>
              </a:pathLst>
            </a:custGeom>
            <a:noFill/>
            <a:ln cap="rnd" cmpd="sng" w="15875">
              <a:solidFill>
                <a:srgbClr val="AFB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1" name="Google Shape;971;p43"/>
          <p:cNvGrpSpPr/>
          <p:nvPr/>
        </p:nvGrpSpPr>
        <p:grpSpPr>
          <a:xfrm>
            <a:off x="4367558" y="1413454"/>
            <a:ext cx="140400" cy="138532"/>
            <a:chOff x="2251053" y="1413454"/>
            <a:chExt cx="156424" cy="138532"/>
          </a:xfrm>
        </p:grpSpPr>
        <p:sp>
          <p:nvSpPr>
            <p:cNvPr id="972" name="Google Shape;972;p43"/>
            <p:cNvSpPr/>
            <p:nvPr/>
          </p:nvSpPr>
          <p:spPr>
            <a:xfrm>
              <a:off x="2251053" y="1413454"/>
              <a:ext cx="156424" cy="138445"/>
            </a:xfrm>
            <a:custGeom>
              <a:rect b="b" l="l" r="r" t="t"/>
              <a:pathLst>
                <a:path extrusionOk="0" h="191048" w="191168">
                  <a:moveTo>
                    <a:pt x="191168" y="191049"/>
                  </a:moveTo>
                  <a:lnTo>
                    <a:pt x="0" y="0"/>
                  </a:lnTo>
                </a:path>
              </a:pathLst>
            </a:custGeom>
            <a:noFill/>
            <a:ln cap="rnd" cmpd="sng" w="1587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43"/>
            <p:cNvSpPr/>
            <p:nvPr/>
          </p:nvSpPr>
          <p:spPr>
            <a:xfrm>
              <a:off x="2251053" y="1413454"/>
              <a:ext cx="156424" cy="138532"/>
            </a:xfrm>
            <a:custGeom>
              <a:rect b="b" l="l" r="r" t="t"/>
              <a:pathLst>
                <a:path extrusionOk="0" h="191168" w="191168">
                  <a:moveTo>
                    <a:pt x="191169" y="0"/>
                  </a:moveTo>
                  <a:lnTo>
                    <a:pt x="191169" y="191168"/>
                  </a:lnTo>
                  <a:lnTo>
                    <a:pt x="0" y="191168"/>
                  </a:lnTo>
                </a:path>
              </a:pathLst>
            </a:custGeom>
            <a:noFill/>
            <a:ln cap="rnd" cmpd="sng" w="1587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4" name="Google Shape;974;p43"/>
          <p:cNvGrpSpPr/>
          <p:nvPr/>
        </p:nvGrpSpPr>
        <p:grpSpPr>
          <a:xfrm>
            <a:off x="4367558" y="2978183"/>
            <a:ext cx="140400" cy="138532"/>
            <a:chOff x="2251053" y="1413454"/>
            <a:chExt cx="156424" cy="138532"/>
          </a:xfrm>
        </p:grpSpPr>
        <p:sp>
          <p:nvSpPr>
            <p:cNvPr id="975" name="Google Shape;975;p43"/>
            <p:cNvSpPr/>
            <p:nvPr/>
          </p:nvSpPr>
          <p:spPr>
            <a:xfrm>
              <a:off x="2251053" y="1413454"/>
              <a:ext cx="156424" cy="138445"/>
            </a:xfrm>
            <a:custGeom>
              <a:rect b="b" l="l" r="r" t="t"/>
              <a:pathLst>
                <a:path extrusionOk="0" h="191048" w="191168">
                  <a:moveTo>
                    <a:pt x="191168" y="191049"/>
                  </a:moveTo>
                  <a:lnTo>
                    <a:pt x="0" y="0"/>
                  </a:lnTo>
                </a:path>
              </a:pathLst>
            </a:custGeom>
            <a:noFill/>
            <a:ln cap="rnd" cmpd="sng" w="15875">
              <a:solidFill>
                <a:srgbClr val="AFB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43"/>
            <p:cNvSpPr/>
            <p:nvPr/>
          </p:nvSpPr>
          <p:spPr>
            <a:xfrm>
              <a:off x="2251053" y="1413454"/>
              <a:ext cx="156424" cy="138532"/>
            </a:xfrm>
            <a:custGeom>
              <a:rect b="b" l="l" r="r" t="t"/>
              <a:pathLst>
                <a:path extrusionOk="0" h="191168" w="191168">
                  <a:moveTo>
                    <a:pt x="191169" y="0"/>
                  </a:moveTo>
                  <a:lnTo>
                    <a:pt x="191169" y="191168"/>
                  </a:lnTo>
                  <a:lnTo>
                    <a:pt x="0" y="191168"/>
                  </a:lnTo>
                </a:path>
              </a:pathLst>
            </a:custGeom>
            <a:noFill/>
            <a:ln cap="rnd" cmpd="sng" w="15875">
              <a:solidFill>
                <a:srgbClr val="AFB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7" name="Google Shape;977;p43"/>
          <p:cNvGrpSpPr/>
          <p:nvPr/>
        </p:nvGrpSpPr>
        <p:grpSpPr>
          <a:xfrm>
            <a:off x="6484062" y="1413454"/>
            <a:ext cx="140400" cy="138532"/>
            <a:chOff x="2251053" y="1413454"/>
            <a:chExt cx="156424" cy="138532"/>
          </a:xfrm>
        </p:grpSpPr>
        <p:sp>
          <p:nvSpPr>
            <p:cNvPr id="978" name="Google Shape;978;p43"/>
            <p:cNvSpPr/>
            <p:nvPr/>
          </p:nvSpPr>
          <p:spPr>
            <a:xfrm>
              <a:off x="2251053" y="1413454"/>
              <a:ext cx="156424" cy="138445"/>
            </a:xfrm>
            <a:custGeom>
              <a:rect b="b" l="l" r="r" t="t"/>
              <a:pathLst>
                <a:path extrusionOk="0" h="191048" w="191168">
                  <a:moveTo>
                    <a:pt x="191168" y="191049"/>
                  </a:moveTo>
                  <a:lnTo>
                    <a:pt x="0" y="0"/>
                  </a:lnTo>
                </a:path>
              </a:pathLst>
            </a:custGeom>
            <a:noFill/>
            <a:ln cap="rnd" cmpd="sng" w="1587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43"/>
            <p:cNvSpPr/>
            <p:nvPr/>
          </p:nvSpPr>
          <p:spPr>
            <a:xfrm>
              <a:off x="2251053" y="1413454"/>
              <a:ext cx="156424" cy="138532"/>
            </a:xfrm>
            <a:custGeom>
              <a:rect b="b" l="l" r="r" t="t"/>
              <a:pathLst>
                <a:path extrusionOk="0" h="191168" w="191168">
                  <a:moveTo>
                    <a:pt x="191169" y="0"/>
                  </a:moveTo>
                  <a:lnTo>
                    <a:pt x="191169" y="191168"/>
                  </a:lnTo>
                  <a:lnTo>
                    <a:pt x="0" y="191168"/>
                  </a:lnTo>
                </a:path>
              </a:pathLst>
            </a:custGeom>
            <a:noFill/>
            <a:ln cap="rnd" cmpd="sng" w="1587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0" name="Google Shape;980;p43"/>
          <p:cNvGrpSpPr/>
          <p:nvPr/>
        </p:nvGrpSpPr>
        <p:grpSpPr>
          <a:xfrm>
            <a:off x="6484062" y="2978183"/>
            <a:ext cx="140400" cy="138532"/>
            <a:chOff x="2251053" y="1413454"/>
            <a:chExt cx="156424" cy="138532"/>
          </a:xfrm>
        </p:grpSpPr>
        <p:sp>
          <p:nvSpPr>
            <p:cNvPr id="981" name="Google Shape;981;p43"/>
            <p:cNvSpPr/>
            <p:nvPr/>
          </p:nvSpPr>
          <p:spPr>
            <a:xfrm>
              <a:off x="2251053" y="1413454"/>
              <a:ext cx="156424" cy="138445"/>
            </a:xfrm>
            <a:custGeom>
              <a:rect b="b" l="l" r="r" t="t"/>
              <a:pathLst>
                <a:path extrusionOk="0" h="191048" w="191168">
                  <a:moveTo>
                    <a:pt x="191168" y="191049"/>
                  </a:moveTo>
                  <a:lnTo>
                    <a:pt x="0" y="0"/>
                  </a:lnTo>
                </a:path>
              </a:pathLst>
            </a:custGeom>
            <a:noFill/>
            <a:ln cap="rnd" cmpd="sng" w="15875">
              <a:solidFill>
                <a:srgbClr val="AFB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43"/>
            <p:cNvSpPr/>
            <p:nvPr/>
          </p:nvSpPr>
          <p:spPr>
            <a:xfrm>
              <a:off x="2251053" y="1413454"/>
              <a:ext cx="156424" cy="138532"/>
            </a:xfrm>
            <a:custGeom>
              <a:rect b="b" l="l" r="r" t="t"/>
              <a:pathLst>
                <a:path extrusionOk="0" h="191168" w="191168">
                  <a:moveTo>
                    <a:pt x="191169" y="0"/>
                  </a:moveTo>
                  <a:lnTo>
                    <a:pt x="191169" y="191168"/>
                  </a:lnTo>
                  <a:lnTo>
                    <a:pt x="0" y="191168"/>
                  </a:lnTo>
                </a:path>
              </a:pathLst>
            </a:custGeom>
            <a:noFill/>
            <a:ln cap="rnd" cmpd="sng" w="15875">
              <a:solidFill>
                <a:srgbClr val="AFB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7" name="Google Shape;987;p44"/>
          <p:cNvGrpSpPr/>
          <p:nvPr/>
        </p:nvGrpSpPr>
        <p:grpSpPr>
          <a:xfrm flipH="1" rot="10800000">
            <a:off x="1425727" y="11213"/>
            <a:ext cx="7718273" cy="3480494"/>
            <a:chOff x="619790" y="1109343"/>
            <a:chExt cx="7718273" cy="3480494"/>
          </a:xfrm>
        </p:grpSpPr>
        <p:sp>
          <p:nvSpPr>
            <p:cNvPr id="988" name="Google Shape;988;p44"/>
            <p:cNvSpPr/>
            <p:nvPr/>
          </p:nvSpPr>
          <p:spPr>
            <a:xfrm rot="-5400000">
              <a:off x="4418072" y="4394070"/>
              <a:ext cx="121685" cy="269847"/>
            </a:xfrm>
            <a:custGeom>
              <a:rect b="b" l="l" r="r" t="t"/>
              <a:pathLst>
                <a:path extrusionOk="0" h="498466" w="194439">
                  <a:moveTo>
                    <a:pt x="0" y="0"/>
                  </a:moveTo>
                  <a:lnTo>
                    <a:pt x="0" y="8914"/>
                  </a:lnTo>
                  <a:cubicBezTo>
                    <a:pt x="103374" y="8914"/>
                    <a:pt x="187486" y="116728"/>
                    <a:pt x="187486" y="249233"/>
                  </a:cubicBezTo>
                  <a:cubicBezTo>
                    <a:pt x="187486" y="381739"/>
                    <a:pt x="103374" y="489552"/>
                    <a:pt x="0" y="489552"/>
                  </a:cubicBezTo>
                  <a:lnTo>
                    <a:pt x="0" y="498466"/>
                  </a:lnTo>
                  <a:cubicBezTo>
                    <a:pt x="107234" y="498466"/>
                    <a:pt x="194440" y="386686"/>
                    <a:pt x="194440" y="249233"/>
                  </a:cubicBezTo>
                  <a:cubicBezTo>
                    <a:pt x="194440" y="111780"/>
                    <a:pt x="107234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89" name="Google Shape;989;p44"/>
            <p:cNvSpPr/>
            <p:nvPr/>
          </p:nvSpPr>
          <p:spPr>
            <a:xfrm rot="-5400000">
              <a:off x="4338102" y="4136760"/>
              <a:ext cx="281625" cy="624528"/>
            </a:xfrm>
            <a:custGeom>
              <a:rect b="b" l="l" r="r" t="t"/>
              <a:pathLst>
                <a:path extrusionOk="0" h="1153639" w="450007">
                  <a:moveTo>
                    <a:pt x="0" y="0"/>
                  </a:moveTo>
                  <a:lnTo>
                    <a:pt x="0" y="8557"/>
                  </a:lnTo>
                  <a:cubicBezTo>
                    <a:pt x="244475" y="8557"/>
                    <a:pt x="443366" y="263495"/>
                    <a:pt x="443366" y="576819"/>
                  </a:cubicBezTo>
                  <a:cubicBezTo>
                    <a:pt x="443366" y="890144"/>
                    <a:pt x="244475" y="1145126"/>
                    <a:pt x="0" y="1145126"/>
                  </a:cubicBezTo>
                  <a:lnTo>
                    <a:pt x="0" y="1153639"/>
                  </a:lnTo>
                  <a:cubicBezTo>
                    <a:pt x="248126" y="1153639"/>
                    <a:pt x="450007" y="894913"/>
                    <a:pt x="450007" y="576819"/>
                  </a:cubicBezTo>
                  <a:cubicBezTo>
                    <a:pt x="450007" y="258726"/>
                    <a:pt x="248126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90" name="Google Shape;990;p44"/>
            <p:cNvSpPr/>
            <p:nvPr/>
          </p:nvSpPr>
          <p:spPr>
            <a:xfrm rot="-5400000">
              <a:off x="4258133" y="3879426"/>
              <a:ext cx="441587" cy="979234"/>
            </a:xfrm>
            <a:custGeom>
              <a:rect b="b" l="l" r="r" t="t"/>
              <a:pathLst>
                <a:path extrusionOk="0" h="1808857" w="705609">
                  <a:moveTo>
                    <a:pt x="0" y="0"/>
                  </a:moveTo>
                  <a:lnTo>
                    <a:pt x="0" y="8156"/>
                  </a:lnTo>
                  <a:cubicBezTo>
                    <a:pt x="385541" y="8156"/>
                    <a:pt x="699211" y="410219"/>
                    <a:pt x="699211" y="904406"/>
                  </a:cubicBezTo>
                  <a:cubicBezTo>
                    <a:pt x="699211" y="1398594"/>
                    <a:pt x="385541" y="1800656"/>
                    <a:pt x="0" y="1800656"/>
                  </a:cubicBezTo>
                  <a:lnTo>
                    <a:pt x="0" y="1808857"/>
                  </a:lnTo>
                  <a:cubicBezTo>
                    <a:pt x="389053" y="1808857"/>
                    <a:pt x="705609" y="1403095"/>
                    <a:pt x="705609" y="904406"/>
                  </a:cubicBezTo>
                  <a:cubicBezTo>
                    <a:pt x="705609" y="405717"/>
                    <a:pt x="38905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91" name="Google Shape;991;p44"/>
            <p:cNvSpPr/>
            <p:nvPr/>
          </p:nvSpPr>
          <p:spPr>
            <a:xfrm rot="-5400000">
              <a:off x="4178163" y="3622115"/>
              <a:ext cx="601527" cy="1333915"/>
            </a:xfrm>
            <a:custGeom>
              <a:rect b="b" l="l" r="r" t="t"/>
              <a:pathLst>
                <a:path extrusionOk="0" h="2464030" w="961176">
                  <a:moveTo>
                    <a:pt x="679635" y="360835"/>
                  </a:moveTo>
                  <a:cubicBezTo>
                    <a:pt x="498095" y="128138"/>
                    <a:pt x="256749" y="0"/>
                    <a:pt x="0" y="0"/>
                  </a:cubicBezTo>
                  <a:lnTo>
                    <a:pt x="0" y="7800"/>
                  </a:lnTo>
                  <a:cubicBezTo>
                    <a:pt x="526642" y="7800"/>
                    <a:pt x="955091" y="556986"/>
                    <a:pt x="955091" y="1231993"/>
                  </a:cubicBezTo>
                  <a:cubicBezTo>
                    <a:pt x="955091" y="1906999"/>
                    <a:pt x="526642" y="2456231"/>
                    <a:pt x="0" y="2456231"/>
                  </a:cubicBezTo>
                  <a:lnTo>
                    <a:pt x="0" y="2464030"/>
                  </a:lnTo>
                  <a:cubicBezTo>
                    <a:pt x="256749" y="2464030"/>
                    <a:pt x="498095" y="2335848"/>
                    <a:pt x="679635" y="2103150"/>
                  </a:cubicBezTo>
                  <a:cubicBezTo>
                    <a:pt x="861175" y="1870452"/>
                    <a:pt x="961176" y="1561095"/>
                    <a:pt x="961176" y="1231993"/>
                  </a:cubicBezTo>
                  <a:cubicBezTo>
                    <a:pt x="961176" y="902891"/>
                    <a:pt x="861175" y="593533"/>
                    <a:pt x="679635" y="360835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92" name="Google Shape;992;p44"/>
            <p:cNvSpPr/>
            <p:nvPr/>
          </p:nvSpPr>
          <p:spPr>
            <a:xfrm rot="-5400000">
              <a:off x="4098193" y="3364805"/>
              <a:ext cx="761467" cy="1688596"/>
            </a:xfrm>
            <a:custGeom>
              <a:rect b="b" l="l" r="r" t="t"/>
              <a:pathLst>
                <a:path extrusionOk="0" h="3119203" w="1216743">
                  <a:moveTo>
                    <a:pt x="860375" y="456794"/>
                  </a:moveTo>
                  <a:cubicBezTo>
                    <a:pt x="630538" y="162233"/>
                    <a:pt x="325005" y="0"/>
                    <a:pt x="0" y="0"/>
                  </a:cubicBezTo>
                  <a:lnTo>
                    <a:pt x="0" y="7399"/>
                  </a:lnTo>
                  <a:cubicBezTo>
                    <a:pt x="667709" y="7399"/>
                    <a:pt x="1210937" y="703709"/>
                    <a:pt x="1210937" y="1559579"/>
                  </a:cubicBezTo>
                  <a:cubicBezTo>
                    <a:pt x="1210937" y="2415449"/>
                    <a:pt x="667709" y="3111760"/>
                    <a:pt x="0" y="3111760"/>
                  </a:cubicBezTo>
                  <a:lnTo>
                    <a:pt x="0" y="3119203"/>
                  </a:lnTo>
                  <a:cubicBezTo>
                    <a:pt x="325005" y="3119203"/>
                    <a:pt x="630538" y="2956970"/>
                    <a:pt x="860375" y="2662410"/>
                  </a:cubicBezTo>
                  <a:cubicBezTo>
                    <a:pt x="1090177" y="2367805"/>
                    <a:pt x="1216744" y="1976172"/>
                    <a:pt x="1216744" y="1559579"/>
                  </a:cubicBezTo>
                  <a:cubicBezTo>
                    <a:pt x="1216744" y="1142987"/>
                    <a:pt x="1090177" y="751354"/>
                    <a:pt x="860375" y="456794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93" name="Google Shape;993;p44"/>
            <p:cNvSpPr/>
            <p:nvPr/>
          </p:nvSpPr>
          <p:spPr>
            <a:xfrm rot="-5400000">
              <a:off x="4018223" y="3107494"/>
              <a:ext cx="921407" cy="2043277"/>
            </a:xfrm>
            <a:custGeom>
              <a:rect b="b" l="l" r="r" t="t"/>
              <a:pathLst>
                <a:path extrusionOk="0" h="3774376" w="1472310">
                  <a:moveTo>
                    <a:pt x="1356593" y="1152614"/>
                  </a:moveTo>
                  <a:cubicBezTo>
                    <a:pt x="1282461" y="927850"/>
                    <a:pt x="1176305" y="726039"/>
                    <a:pt x="1041080" y="552708"/>
                  </a:cubicBezTo>
                  <a:cubicBezTo>
                    <a:pt x="905856" y="379421"/>
                    <a:pt x="748412" y="243350"/>
                    <a:pt x="573097" y="148283"/>
                  </a:cubicBezTo>
                  <a:cubicBezTo>
                    <a:pt x="391592" y="49873"/>
                    <a:pt x="198751" y="0"/>
                    <a:pt x="0" y="0"/>
                  </a:cubicBezTo>
                  <a:lnTo>
                    <a:pt x="0" y="7042"/>
                  </a:lnTo>
                  <a:cubicBezTo>
                    <a:pt x="808810" y="7042"/>
                    <a:pt x="1466782" y="850477"/>
                    <a:pt x="1466782" y="1887166"/>
                  </a:cubicBezTo>
                  <a:cubicBezTo>
                    <a:pt x="1466782" y="2923855"/>
                    <a:pt x="808810" y="3767335"/>
                    <a:pt x="0" y="3767335"/>
                  </a:cubicBezTo>
                  <a:lnTo>
                    <a:pt x="0" y="3774376"/>
                  </a:lnTo>
                  <a:cubicBezTo>
                    <a:pt x="198751" y="3774376"/>
                    <a:pt x="391592" y="3724459"/>
                    <a:pt x="573097" y="3626049"/>
                  </a:cubicBezTo>
                  <a:cubicBezTo>
                    <a:pt x="748412" y="3531027"/>
                    <a:pt x="905856" y="3394955"/>
                    <a:pt x="1041080" y="3221624"/>
                  </a:cubicBezTo>
                  <a:cubicBezTo>
                    <a:pt x="1176305" y="3048293"/>
                    <a:pt x="1282461" y="2846482"/>
                    <a:pt x="1356593" y="2621762"/>
                  </a:cubicBezTo>
                  <a:cubicBezTo>
                    <a:pt x="1433367" y="2389109"/>
                    <a:pt x="1472311" y="2141926"/>
                    <a:pt x="1472311" y="1887166"/>
                  </a:cubicBezTo>
                  <a:cubicBezTo>
                    <a:pt x="1472311" y="1632406"/>
                    <a:pt x="1433367" y="1385267"/>
                    <a:pt x="1356593" y="1152614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94" name="Google Shape;994;p44"/>
            <p:cNvSpPr/>
            <p:nvPr/>
          </p:nvSpPr>
          <p:spPr>
            <a:xfrm rot="-5400000">
              <a:off x="3938240" y="2850171"/>
              <a:ext cx="1081348" cy="2397983"/>
            </a:xfrm>
            <a:custGeom>
              <a:rect b="b" l="l" r="r" t="t"/>
              <a:pathLst>
                <a:path extrusionOk="0" h="4429594" w="1727878">
                  <a:moveTo>
                    <a:pt x="1592097" y="1352732"/>
                  </a:moveTo>
                  <a:cubicBezTo>
                    <a:pt x="1505065" y="1088969"/>
                    <a:pt x="1380481" y="852126"/>
                    <a:pt x="1221785" y="648711"/>
                  </a:cubicBezTo>
                  <a:cubicBezTo>
                    <a:pt x="1063125" y="445295"/>
                    <a:pt x="878317" y="285602"/>
                    <a:pt x="672577" y="174089"/>
                  </a:cubicBezTo>
                  <a:cubicBezTo>
                    <a:pt x="459534" y="58565"/>
                    <a:pt x="233279" y="0"/>
                    <a:pt x="0" y="0"/>
                  </a:cubicBezTo>
                  <a:lnTo>
                    <a:pt x="0" y="6685"/>
                  </a:lnTo>
                  <a:cubicBezTo>
                    <a:pt x="949876" y="6685"/>
                    <a:pt x="1722663" y="997245"/>
                    <a:pt x="1722663" y="2214797"/>
                  </a:cubicBezTo>
                  <a:cubicBezTo>
                    <a:pt x="1722663" y="3432349"/>
                    <a:pt x="949876" y="4422909"/>
                    <a:pt x="0" y="4422909"/>
                  </a:cubicBezTo>
                  <a:lnTo>
                    <a:pt x="0" y="4429595"/>
                  </a:lnTo>
                  <a:cubicBezTo>
                    <a:pt x="233279" y="4429595"/>
                    <a:pt x="459534" y="4371030"/>
                    <a:pt x="672577" y="4255550"/>
                  </a:cubicBezTo>
                  <a:cubicBezTo>
                    <a:pt x="878317" y="4143992"/>
                    <a:pt x="1063125" y="3984299"/>
                    <a:pt x="1221785" y="3780883"/>
                  </a:cubicBezTo>
                  <a:cubicBezTo>
                    <a:pt x="1380481" y="3577512"/>
                    <a:pt x="1505065" y="3340625"/>
                    <a:pt x="1592097" y="3076907"/>
                  </a:cubicBezTo>
                  <a:cubicBezTo>
                    <a:pt x="1682189" y="2803829"/>
                    <a:pt x="1727878" y="2513815"/>
                    <a:pt x="1727878" y="2214797"/>
                  </a:cubicBezTo>
                  <a:cubicBezTo>
                    <a:pt x="1727878" y="1915780"/>
                    <a:pt x="1682189" y="1625765"/>
                    <a:pt x="1592097" y="1352732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95" name="Google Shape;995;p44"/>
            <p:cNvSpPr/>
            <p:nvPr/>
          </p:nvSpPr>
          <p:spPr>
            <a:xfrm rot="-5400000">
              <a:off x="3858271" y="2592860"/>
              <a:ext cx="1241288" cy="2752664"/>
            </a:xfrm>
            <a:custGeom>
              <a:rect b="b" l="l" r="r" t="t"/>
              <a:pathLst>
                <a:path extrusionOk="0" h="5084767" w="1983445">
                  <a:moveTo>
                    <a:pt x="1827567" y="1552805"/>
                  </a:moveTo>
                  <a:cubicBezTo>
                    <a:pt x="1727670" y="1250043"/>
                    <a:pt x="1584656" y="978169"/>
                    <a:pt x="1402491" y="744669"/>
                  </a:cubicBezTo>
                  <a:cubicBezTo>
                    <a:pt x="1220360" y="511168"/>
                    <a:pt x="1008222" y="327854"/>
                    <a:pt x="772057" y="199805"/>
                  </a:cubicBezTo>
                  <a:cubicBezTo>
                    <a:pt x="527512" y="67255"/>
                    <a:pt x="267772" y="0"/>
                    <a:pt x="0" y="0"/>
                  </a:cubicBezTo>
                  <a:lnTo>
                    <a:pt x="0" y="6329"/>
                  </a:lnTo>
                  <a:cubicBezTo>
                    <a:pt x="1090977" y="6329"/>
                    <a:pt x="1978508" y="1144012"/>
                    <a:pt x="1978508" y="2542383"/>
                  </a:cubicBezTo>
                  <a:cubicBezTo>
                    <a:pt x="1978508" y="3940755"/>
                    <a:pt x="1090977" y="5078438"/>
                    <a:pt x="0" y="5078438"/>
                  </a:cubicBezTo>
                  <a:lnTo>
                    <a:pt x="0" y="5084768"/>
                  </a:lnTo>
                  <a:cubicBezTo>
                    <a:pt x="267772" y="5084768"/>
                    <a:pt x="527512" y="5017557"/>
                    <a:pt x="772057" y="4884962"/>
                  </a:cubicBezTo>
                  <a:cubicBezTo>
                    <a:pt x="1008222" y="4756914"/>
                    <a:pt x="1220360" y="4573598"/>
                    <a:pt x="1402491" y="4340143"/>
                  </a:cubicBezTo>
                  <a:cubicBezTo>
                    <a:pt x="1584656" y="4106643"/>
                    <a:pt x="1727670" y="3834768"/>
                    <a:pt x="1827567" y="3532007"/>
                  </a:cubicBezTo>
                  <a:cubicBezTo>
                    <a:pt x="1931011" y="3218549"/>
                    <a:pt x="1983445" y="2885614"/>
                    <a:pt x="1983445" y="2542383"/>
                  </a:cubicBezTo>
                  <a:cubicBezTo>
                    <a:pt x="1983445" y="2199153"/>
                    <a:pt x="1931011" y="1866218"/>
                    <a:pt x="1827567" y="1552805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96" name="Google Shape;996;p44"/>
            <p:cNvSpPr/>
            <p:nvPr/>
          </p:nvSpPr>
          <p:spPr>
            <a:xfrm rot="-5400000">
              <a:off x="3778300" y="2335550"/>
              <a:ext cx="1401228" cy="3107345"/>
            </a:xfrm>
            <a:custGeom>
              <a:rect b="b" l="l" r="r" t="t"/>
              <a:pathLst>
                <a:path extrusionOk="0" h="5739940" w="2239012">
                  <a:moveTo>
                    <a:pt x="2063071" y="1752878"/>
                  </a:moveTo>
                  <a:cubicBezTo>
                    <a:pt x="1950274" y="1411118"/>
                    <a:pt x="1788867" y="1104167"/>
                    <a:pt x="1583231" y="840627"/>
                  </a:cubicBezTo>
                  <a:cubicBezTo>
                    <a:pt x="1377595" y="577042"/>
                    <a:pt x="1138161" y="370106"/>
                    <a:pt x="871537" y="225567"/>
                  </a:cubicBezTo>
                  <a:cubicBezTo>
                    <a:pt x="595489" y="75902"/>
                    <a:pt x="302265" y="0"/>
                    <a:pt x="0" y="0"/>
                  </a:cubicBezTo>
                  <a:lnTo>
                    <a:pt x="0" y="5972"/>
                  </a:lnTo>
                  <a:cubicBezTo>
                    <a:pt x="1232043" y="5972"/>
                    <a:pt x="2234388" y="1290736"/>
                    <a:pt x="2234388" y="2869970"/>
                  </a:cubicBezTo>
                  <a:cubicBezTo>
                    <a:pt x="2234388" y="4449205"/>
                    <a:pt x="1232043" y="5734013"/>
                    <a:pt x="0" y="5734013"/>
                  </a:cubicBezTo>
                  <a:lnTo>
                    <a:pt x="0" y="5739941"/>
                  </a:lnTo>
                  <a:cubicBezTo>
                    <a:pt x="302265" y="5739941"/>
                    <a:pt x="595489" y="5664083"/>
                    <a:pt x="871537" y="5514418"/>
                  </a:cubicBezTo>
                  <a:cubicBezTo>
                    <a:pt x="1138161" y="5369879"/>
                    <a:pt x="1377595" y="5162942"/>
                    <a:pt x="1583231" y="4899358"/>
                  </a:cubicBezTo>
                  <a:cubicBezTo>
                    <a:pt x="1788867" y="4635773"/>
                    <a:pt x="1950274" y="4328867"/>
                    <a:pt x="2063071" y="3987107"/>
                  </a:cubicBezTo>
                  <a:cubicBezTo>
                    <a:pt x="2179832" y="3633269"/>
                    <a:pt x="2239013" y="3257414"/>
                    <a:pt x="2239013" y="2869970"/>
                  </a:cubicBezTo>
                  <a:cubicBezTo>
                    <a:pt x="2239013" y="2482527"/>
                    <a:pt x="2179832" y="2106672"/>
                    <a:pt x="2063071" y="1752878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97" name="Google Shape;997;p44"/>
            <p:cNvSpPr/>
            <p:nvPr/>
          </p:nvSpPr>
          <p:spPr>
            <a:xfrm rot="-5400000">
              <a:off x="3698331" y="2078239"/>
              <a:ext cx="1561168" cy="3462026"/>
            </a:xfrm>
            <a:custGeom>
              <a:rect b="b" l="l" r="r" t="t"/>
              <a:pathLst>
                <a:path extrusionOk="0" h="6395113" w="2494579">
                  <a:moveTo>
                    <a:pt x="2298541" y="1952950"/>
                  </a:moveTo>
                  <a:cubicBezTo>
                    <a:pt x="2172913" y="1572148"/>
                    <a:pt x="1993042" y="1230210"/>
                    <a:pt x="1763936" y="936541"/>
                  </a:cubicBezTo>
                  <a:cubicBezTo>
                    <a:pt x="1534829" y="642872"/>
                    <a:pt x="1268066" y="412358"/>
                    <a:pt x="971017" y="251283"/>
                  </a:cubicBezTo>
                  <a:cubicBezTo>
                    <a:pt x="663467" y="84548"/>
                    <a:pt x="336758" y="0"/>
                    <a:pt x="0" y="0"/>
                  </a:cubicBezTo>
                  <a:lnTo>
                    <a:pt x="0" y="5571"/>
                  </a:lnTo>
                  <a:cubicBezTo>
                    <a:pt x="1373109" y="5571"/>
                    <a:pt x="2490234" y="1437503"/>
                    <a:pt x="2490234" y="3197557"/>
                  </a:cubicBezTo>
                  <a:cubicBezTo>
                    <a:pt x="2490234" y="4957610"/>
                    <a:pt x="1373109" y="6389543"/>
                    <a:pt x="0" y="6389543"/>
                  </a:cubicBezTo>
                  <a:lnTo>
                    <a:pt x="0" y="6395114"/>
                  </a:lnTo>
                  <a:cubicBezTo>
                    <a:pt x="336758" y="6395114"/>
                    <a:pt x="663467" y="6310565"/>
                    <a:pt x="971017" y="6143830"/>
                  </a:cubicBezTo>
                  <a:cubicBezTo>
                    <a:pt x="1268066" y="5982801"/>
                    <a:pt x="1534829" y="5752241"/>
                    <a:pt x="1763936" y="5458573"/>
                  </a:cubicBezTo>
                  <a:cubicBezTo>
                    <a:pt x="1993042" y="5164948"/>
                    <a:pt x="2172913" y="4822966"/>
                    <a:pt x="2298541" y="4442207"/>
                  </a:cubicBezTo>
                  <a:cubicBezTo>
                    <a:pt x="2428619" y="4047989"/>
                    <a:pt x="2494580" y="3629213"/>
                    <a:pt x="2494580" y="3197557"/>
                  </a:cubicBezTo>
                  <a:cubicBezTo>
                    <a:pt x="2494580" y="2765900"/>
                    <a:pt x="2428619" y="2347124"/>
                    <a:pt x="2298541" y="1952950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98" name="Google Shape;998;p44"/>
            <p:cNvSpPr/>
            <p:nvPr/>
          </p:nvSpPr>
          <p:spPr>
            <a:xfrm rot="-5400000">
              <a:off x="3618360" y="1820928"/>
              <a:ext cx="1721108" cy="3816708"/>
            </a:xfrm>
            <a:custGeom>
              <a:rect b="b" l="l" r="r" t="t"/>
              <a:pathLst>
                <a:path extrusionOk="0" h="7050286" w="2750147">
                  <a:moveTo>
                    <a:pt x="2534045" y="2153023"/>
                  </a:moveTo>
                  <a:cubicBezTo>
                    <a:pt x="2395517" y="1733223"/>
                    <a:pt x="2197218" y="1356253"/>
                    <a:pt x="1944641" y="1032499"/>
                  </a:cubicBezTo>
                  <a:cubicBezTo>
                    <a:pt x="1692099" y="708746"/>
                    <a:pt x="1397970" y="454565"/>
                    <a:pt x="1070497" y="277045"/>
                  </a:cubicBezTo>
                  <a:cubicBezTo>
                    <a:pt x="731444" y="93195"/>
                    <a:pt x="371285" y="0"/>
                    <a:pt x="0" y="0"/>
                  </a:cubicBezTo>
                  <a:lnTo>
                    <a:pt x="0" y="5215"/>
                  </a:lnTo>
                  <a:cubicBezTo>
                    <a:pt x="1514210" y="5215"/>
                    <a:pt x="2746114" y="1584226"/>
                    <a:pt x="2746114" y="3525143"/>
                  </a:cubicBezTo>
                  <a:cubicBezTo>
                    <a:pt x="2746114" y="5466060"/>
                    <a:pt x="1514210" y="7045116"/>
                    <a:pt x="0" y="7045116"/>
                  </a:cubicBezTo>
                  <a:lnTo>
                    <a:pt x="0" y="7050287"/>
                  </a:lnTo>
                  <a:cubicBezTo>
                    <a:pt x="371285" y="7050287"/>
                    <a:pt x="731444" y="6957091"/>
                    <a:pt x="1070497" y="6773286"/>
                  </a:cubicBezTo>
                  <a:cubicBezTo>
                    <a:pt x="1397970" y="6595721"/>
                    <a:pt x="1692099" y="6341541"/>
                    <a:pt x="1944641" y="6017832"/>
                  </a:cubicBezTo>
                  <a:cubicBezTo>
                    <a:pt x="2197218" y="5694079"/>
                    <a:pt x="2395517" y="5317064"/>
                    <a:pt x="2534045" y="4897308"/>
                  </a:cubicBezTo>
                  <a:cubicBezTo>
                    <a:pt x="2677441" y="4462710"/>
                    <a:pt x="2750147" y="4001057"/>
                    <a:pt x="2750147" y="3525143"/>
                  </a:cubicBezTo>
                  <a:cubicBezTo>
                    <a:pt x="2750147" y="3049229"/>
                    <a:pt x="2677441" y="2587622"/>
                    <a:pt x="2534045" y="2153023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99" name="Google Shape;999;p44"/>
            <p:cNvSpPr/>
            <p:nvPr/>
          </p:nvSpPr>
          <p:spPr>
            <a:xfrm rot="-5400000">
              <a:off x="3538403" y="1563606"/>
              <a:ext cx="1881048" cy="4171413"/>
            </a:xfrm>
            <a:custGeom>
              <a:rect b="b" l="l" r="r" t="t"/>
              <a:pathLst>
                <a:path extrusionOk="0" h="7705503" w="3005714">
                  <a:moveTo>
                    <a:pt x="2769515" y="2353096"/>
                  </a:moveTo>
                  <a:cubicBezTo>
                    <a:pt x="2618122" y="1894297"/>
                    <a:pt x="2401428" y="1482251"/>
                    <a:pt x="2125381" y="1128458"/>
                  </a:cubicBezTo>
                  <a:cubicBezTo>
                    <a:pt x="1849333" y="774620"/>
                    <a:pt x="1527875" y="496817"/>
                    <a:pt x="1169977" y="302761"/>
                  </a:cubicBezTo>
                  <a:cubicBezTo>
                    <a:pt x="799421" y="101841"/>
                    <a:pt x="405778" y="0"/>
                    <a:pt x="0" y="0"/>
                  </a:cubicBezTo>
                  <a:lnTo>
                    <a:pt x="0" y="4814"/>
                  </a:lnTo>
                  <a:cubicBezTo>
                    <a:pt x="1655276" y="4814"/>
                    <a:pt x="3001959" y="1730994"/>
                    <a:pt x="3001959" y="3852730"/>
                  </a:cubicBezTo>
                  <a:cubicBezTo>
                    <a:pt x="3001959" y="5974466"/>
                    <a:pt x="1655276" y="7700646"/>
                    <a:pt x="0" y="7700646"/>
                  </a:cubicBezTo>
                  <a:lnTo>
                    <a:pt x="0" y="7705504"/>
                  </a:lnTo>
                  <a:cubicBezTo>
                    <a:pt x="405778" y="7705504"/>
                    <a:pt x="799421" y="7603618"/>
                    <a:pt x="1169977" y="7402698"/>
                  </a:cubicBezTo>
                  <a:cubicBezTo>
                    <a:pt x="1527875" y="7208687"/>
                    <a:pt x="1849333" y="6930885"/>
                    <a:pt x="2125381" y="6577046"/>
                  </a:cubicBezTo>
                  <a:cubicBezTo>
                    <a:pt x="2401428" y="6223209"/>
                    <a:pt x="2618122" y="5811163"/>
                    <a:pt x="2769515" y="5352408"/>
                  </a:cubicBezTo>
                  <a:cubicBezTo>
                    <a:pt x="2926263" y="4877430"/>
                    <a:pt x="3005715" y="4372857"/>
                    <a:pt x="3005715" y="3852730"/>
                  </a:cubicBezTo>
                  <a:cubicBezTo>
                    <a:pt x="3005715" y="3332603"/>
                    <a:pt x="2926263" y="2828075"/>
                    <a:pt x="2769515" y="2353096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00" name="Google Shape;1000;p44"/>
            <p:cNvSpPr/>
            <p:nvPr/>
          </p:nvSpPr>
          <p:spPr>
            <a:xfrm rot="-5400000">
              <a:off x="3458421" y="1306284"/>
              <a:ext cx="2041010" cy="4526094"/>
            </a:xfrm>
            <a:custGeom>
              <a:rect b="b" l="l" r="r" t="t"/>
              <a:pathLst>
                <a:path extrusionOk="0" h="8360676" w="3261316">
                  <a:moveTo>
                    <a:pt x="3005019" y="2553169"/>
                  </a:moveTo>
                  <a:cubicBezTo>
                    <a:pt x="2840761" y="2055372"/>
                    <a:pt x="2605604" y="1608294"/>
                    <a:pt x="2306086" y="1224371"/>
                  </a:cubicBezTo>
                  <a:cubicBezTo>
                    <a:pt x="2006568" y="840449"/>
                    <a:pt x="1657815" y="539069"/>
                    <a:pt x="1269457" y="328522"/>
                  </a:cubicBezTo>
                  <a:cubicBezTo>
                    <a:pt x="867364" y="110533"/>
                    <a:pt x="440271" y="0"/>
                    <a:pt x="0" y="0"/>
                  </a:cubicBezTo>
                  <a:lnTo>
                    <a:pt x="0" y="4457"/>
                  </a:lnTo>
                  <a:cubicBezTo>
                    <a:pt x="1796377" y="4457"/>
                    <a:pt x="3257840" y="1877717"/>
                    <a:pt x="3257840" y="4180316"/>
                  </a:cubicBezTo>
                  <a:cubicBezTo>
                    <a:pt x="3257840" y="6482916"/>
                    <a:pt x="1796377" y="8356220"/>
                    <a:pt x="0" y="8356220"/>
                  </a:cubicBezTo>
                  <a:lnTo>
                    <a:pt x="0" y="8360677"/>
                  </a:lnTo>
                  <a:cubicBezTo>
                    <a:pt x="440271" y="8360677"/>
                    <a:pt x="867364" y="8250145"/>
                    <a:pt x="1269457" y="8032155"/>
                  </a:cubicBezTo>
                  <a:cubicBezTo>
                    <a:pt x="1657815" y="7821608"/>
                    <a:pt x="2006568" y="7520184"/>
                    <a:pt x="2306086" y="7136261"/>
                  </a:cubicBezTo>
                  <a:cubicBezTo>
                    <a:pt x="2605604" y="6752339"/>
                    <a:pt x="2840761" y="6305306"/>
                    <a:pt x="3005019" y="5807508"/>
                  </a:cubicBezTo>
                  <a:cubicBezTo>
                    <a:pt x="3175084" y="5292150"/>
                    <a:pt x="3261317" y="4744657"/>
                    <a:pt x="3261317" y="4180316"/>
                  </a:cubicBezTo>
                  <a:cubicBezTo>
                    <a:pt x="3261317" y="3615976"/>
                    <a:pt x="3175084" y="3068528"/>
                    <a:pt x="3005019" y="2553169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01" name="Google Shape;1001;p44"/>
            <p:cNvSpPr/>
            <p:nvPr/>
          </p:nvSpPr>
          <p:spPr>
            <a:xfrm rot="-5400000">
              <a:off x="3378451" y="1048974"/>
              <a:ext cx="2200950" cy="4880775"/>
            </a:xfrm>
            <a:custGeom>
              <a:rect b="b" l="l" r="r" t="t"/>
              <a:pathLst>
                <a:path extrusionOk="0" h="9015849" w="3516883">
                  <a:moveTo>
                    <a:pt x="3240489" y="2753242"/>
                  </a:moveTo>
                  <a:cubicBezTo>
                    <a:pt x="3063365" y="2216402"/>
                    <a:pt x="2809780" y="1734337"/>
                    <a:pt x="2486791" y="1320330"/>
                  </a:cubicBezTo>
                  <a:cubicBezTo>
                    <a:pt x="2163803" y="906323"/>
                    <a:pt x="1787719" y="581277"/>
                    <a:pt x="1368937" y="354239"/>
                  </a:cubicBezTo>
                  <a:cubicBezTo>
                    <a:pt x="935341" y="119179"/>
                    <a:pt x="474764" y="0"/>
                    <a:pt x="0" y="0"/>
                  </a:cubicBezTo>
                  <a:lnTo>
                    <a:pt x="0" y="4056"/>
                  </a:lnTo>
                  <a:cubicBezTo>
                    <a:pt x="1937443" y="4056"/>
                    <a:pt x="3513685" y="2024485"/>
                    <a:pt x="3513685" y="4507903"/>
                  </a:cubicBezTo>
                  <a:cubicBezTo>
                    <a:pt x="3513685" y="6991321"/>
                    <a:pt x="1937443" y="9011750"/>
                    <a:pt x="0" y="9011750"/>
                  </a:cubicBezTo>
                  <a:lnTo>
                    <a:pt x="0" y="9015850"/>
                  </a:lnTo>
                  <a:cubicBezTo>
                    <a:pt x="474764" y="9015850"/>
                    <a:pt x="935341" y="8896671"/>
                    <a:pt x="1368937" y="8661566"/>
                  </a:cubicBezTo>
                  <a:cubicBezTo>
                    <a:pt x="1787719" y="8434529"/>
                    <a:pt x="2163803" y="8109483"/>
                    <a:pt x="2486791" y="7695520"/>
                  </a:cubicBezTo>
                  <a:cubicBezTo>
                    <a:pt x="2809780" y="7281514"/>
                    <a:pt x="3063365" y="6799405"/>
                    <a:pt x="3240489" y="6262608"/>
                  </a:cubicBezTo>
                  <a:cubicBezTo>
                    <a:pt x="3423871" y="5706825"/>
                    <a:pt x="3516884" y="5116456"/>
                    <a:pt x="3516884" y="4507903"/>
                  </a:cubicBezTo>
                  <a:cubicBezTo>
                    <a:pt x="3516884" y="3899350"/>
                    <a:pt x="3423871" y="3308980"/>
                    <a:pt x="3240489" y="2753242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02" name="Google Shape;1002;p44"/>
            <p:cNvSpPr/>
            <p:nvPr/>
          </p:nvSpPr>
          <p:spPr>
            <a:xfrm rot="-5400000">
              <a:off x="3298482" y="791663"/>
              <a:ext cx="2360890" cy="5235456"/>
            </a:xfrm>
            <a:custGeom>
              <a:rect b="b" l="l" r="r" t="t"/>
              <a:pathLst>
                <a:path extrusionOk="0" h="9671022" w="3772450">
                  <a:moveTo>
                    <a:pt x="3475993" y="2953315"/>
                  </a:moveTo>
                  <a:cubicBezTo>
                    <a:pt x="3381451" y="2666777"/>
                    <a:pt x="3264411" y="2390401"/>
                    <a:pt x="3128178" y="2131898"/>
                  </a:cubicBezTo>
                  <a:cubicBezTo>
                    <a:pt x="2993232" y="1875845"/>
                    <a:pt x="2838222" y="1635080"/>
                    <a:pt x="2667531" y="1416288"/>
                  </a:cubicBezTo>
                  <a:cubicBezTo>
                    <a:pt x="2496840" y="1197496"/>
                    <a:pt x="2308972" y="998805"/>
                    <a:pt x="2109212" y="825830"/>
                  </a:cubicBezTo>
                  <a:cubicBezTo>
                    <a:pt x="1907540" y="651162"/>
                    <a:pt x="1691925" y="501185"/>
                    <a:pt x="1468417" y="380000"/>
                  </a:cubicBezTo>
                  <a:cubicBezTo>
                    <a:pt x="1003319" y="127826"/>
                    <a:pt x="509292" y="0"/>
                    <a:pt x="0" y="0"/>
                  </a:cubicBezTo>
                  <a:lnTo>
                    <a:pt x="0" y="3699"/>
                  </a:lnTo>
                  <a:cubicBezTo>
                    <a:pt x="2078544" y="3699"/>
                    <a:pt x="3769530" y="2171253"/>
                    <a:pt x="3769530" y="4835489"/>
                  </a:cubicBezTo>
                  <a:cubicBezTo>
                    <a:pt x="3769530" y="7499726"/>
                    <a:pt x="2078544" y="9667324"/>
                    <a:pt x="0" y="9667324"/>
                  </a:cubicBezTo>
                  <a:lnTo>
                    <a:pt x="0" y="9671023"/>
                  </a:lnTo>
                  <a:cubicBezTo>
                    <a:pt x="509292" y="9671023"/>
                    <a:pt x="1003319" y="9543153"/>
                    <a:pt x="1468417" y="9291023"/>
                  </a:cubicBezTo>
                  <a:cubicBezTo>
                    <a:pt x="1691925" y="9169838"/>
                    <a:pt x="1907540" y="9019817"/>
                    <a:pt x="2109212" y="8845194"/>
                  </a:cubicBezTo>
                  <a:cubicBezTo>
                    <a:pt x="2308972" y="8672219"/>
                    <a:pt x="2496805" y="8473527"/>
                    <a:pt x="2667531" y="8254736"/>
                  </a:cubicBezTo>
                  <a:cubicBezTo>
                    <a:pt x="2838222" y="8035899"/>
                    <a:pt x="2993232" y="7795134"/>
                    <a:pt x="3128178" y="7539082"/>
                  </a:cubicBezTo>
                  <a:cubicBezTo>
                    <a:pt x="3264411" y="7280578"/>
                    <a:pt x="3381451" y="7004246"/>
                    <a:pt x="3475993" y="6717708"/>
                  </a:cubicBezTo>
                  <a:cubicBezTo>
                    <a:pt x="3672693" y="6121545"/>
                    <a:pt x="3772451" y="5488301"/>
                    <a:pt x="3772451" y="4835489"/>
                  </a:cubicBezTo>
                  <a:cubicBezTo>
                    <a:pt x="3772451" y="4182678"/>
                    <a:pt x="3672693" y="3549434"/>
                    <a:pt x="3475993" y="2953315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03" name="Google Shape;1003;p44"/>
            <p:cNvSpPr/>
            <p:nvPr/>
          </p:nvSpPr>
          <p:spPr>
            <a:xfrm rot="-5400000">
              <a:off x="3218499" y="534340"/>
              <a:ext cx="2520831" cy="5590162"/>
            </a:xfrm>
            <a:custGeom>
              <a:rect b="b" l="l" r="r" t="t"/>
              <a:pathLst>
                <a:path extrusionOk="0" h="10326240" w="4028018">
                  <a:moveTo>
                    <a:pt x="3711463" y="3153433"/>
                  </a:moveTo>
                  <a:cubicBezTo>
                    <a:pt x="3610522" y="2847463"/>
                    <a:pt x="3485555" y="2552412"/>
                    <a:pt x="3340108" y="2276392"/>
                  </a:cubicBezTo>
                  <a:cubicBezTo>
                    <a:pt x="3195982" y="2003002"/>
                    <a:pt x="3030506" y="1745880"/>
                    <a:pt x="2848237" y="1512246"/>
                  </a:cubicBezTo>
                  <a:cubicBezTo>
                    <a:pt x="2665966" y="1278613"/>
                    <a:pt x="2465407" y="1066506"/>
                    <a:pt x="2252087" y="881809"/>
                  </a:cubicBezTo>
                  <a:cubicBezTo>
                    <a:pt x="2036750" y="695330"/>
                    <a:pt x="1806565" y="535147"/>
                    <a:pt x="1567897" y="405762"/>
                  </a:cubicBezTo>
                  <a:cubicBezTo>
                    <a:pt x="1071296" y="136517"/>
                    <a:pt x="543785" y="0"/>
                    <a:pt x="0" y="0"/>
                  </a:cubicBezTo>
                  <a:lnTo>
                    <a:pt x="0" y="3343"/>
                  </a:lnTo>
                  <a:cubicBezTo>
                    <a:pt x="2219610" y="3343"/>
                    <a:pt x="4025410" y="2318020"/>
                    <a:pt x="4025410" y="5163121"/>
                  </a:cubicBezTo>
                  <a:cubicBezTo>
                    <a:pt x="4025410" y="8008221"/>
                    <a:pt x="2219610" y="10322898"/>
                    <a:pt x="0" y="10322898"/>
                  </a:cubicBezTo>
                  <a:lnTo>
                    <a:pt x="0" y="10326241"/>
                  </a:lnTo>
                  <a:cubicBezTo>
                    <a:pt x="543785" y="10326241"/>
                    <a:pt x="1071296" y="10189724"/>
                    <a:pt x="1567897" y="9920480"/>
                  </a:cubicBezTo>
                  <a:cubicBezTo>
                    <a:pt x="1806565" y="9791094"/>
                    <a:pt x="2036750" y="9630955"/>
                    <a:pt x="2252087" y="9444476"/>
                  </a:cubicBezTo>
                  <a:cubicBezTo>
                    <a:pt x="2465407" y="9259736"/>
                    <a:pt x="2665966" y="9047628"/>
                    <a:pt x="2848237" y="8813995"/>
                  </a:cubicBezTo>
                  <a:cubicBezTo>
                    <a:pt x="3030506" y="8580360"/>
                    <a:pt x="3195982" y="8323283"/>
                    <a:pt x="3340108" y="8049893"/>
                  </a:cubicBezTo>
                  <a:cubicBezTo>
                    <a:pt x="3485555" y="7773874"/>
                    <a:pt x="3610522" y="7478779"/>
                    <a:pt x="3711463" y="7172854"/>
                  </a:cubicBezTo>
                  <a:cubicBezTo>
                    <a:pt x="3921515" y="6536310"/>
                    <a:pt x="4028018" y="5860145"/>
                    <a:pt x="4028018" y="5163121"/>
                  </a:cubicBezTo>
                  <a:cubicBezTo>
                    <a:pt x="4028018" y="4466097"/>
                    <a:pt x="3921515" y="3789931"/>
                    <a:pt x="3711463" y="3153433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04" name="Google Shape;1004;p44"/>
            <p:cNvSpPr/>
            <p:nvPr/>
          </p:nvSpPr>
          <p:spPr>
            <a:xfrm rot="-5400000">
              <a:off x="3138529" y="277030"/>
              <a:ext cx="2680771" cy="5944843"/>
            </a:xfrm>
            <a:custGeom>
              <a:rect b="b" l="l" r="r" t="t"/>
              <a:pathLst>
                <a:path extrusionOk="0" h="10981413" w="4283585">
                  <a:moveTo>
                    <a:pt x="3946967" y="3353506"/>
                  </a:moveTo>
                  <a:cubicBezTo>
                    <a:pt x="3839594" y="3028148"/>
                    <a:pt x="3706734" y="2714333"/>
                    <a:pt x="3552003" y="2420798"/>
                  </a:cubicBezTo>
                  <a:cubicBezTo>
                    <a:pt x="3398767" y="2130070"/>
                    <a:pt x="3222790" y="1856680"/>
                    <a:pt x="3028942" y="1608205"/>
                  </a:cubicBezTo>
                  <a:cubicBezTo>
                    <a:pt x="2835128" y="1359729"/>
                    <a:pt x="2621807" y="1134162"/>
                    <a:pt x="2394996" y="937744"/>
                  </a:cubicBezTo>
                  <a:cubicBezTo>
                    <a:pt x="2165994" y="739454"/>
                    <a:pt x="1921171" y="569109"/>
                    <a:pt x="1667377" y="431523"/>
                  </a:cubicBezTo>
                  <a:cubicBezTo>
                    <a:pt x="1139274" y="145208"/>
                    <a:pt x="578277" y="0"/>
                    <a:pt x="0" y="0"/>
                  </a:cubicBezTo>
                  <a:lnTo>
                    <a:pt x="0" y="2986"/>
                  </a:lnTo>
                  <a:cubicBezTo>
                    <a:pt x="2360711" y="2986"/>
                    <a:pt x="4281256" y="2464788"/>
                    <a:pt x="4281256" y="5490707"/>
                  </a:cubicBezTo>
                  <a:cubicBezTo>
                    <a:pt x="4281256" y="8516627"/>
                    <a:pt x="2360711" y="10978428"/>
                    <a:pt x="0" y="10978428"/>
                  </a:cubicBezTo>
                  <a:lnTo>
                    <a:pt x="0" y="10981414"/>
                  </a:lnTo>
                  <a:cubicBezTo>
                    <a:pt x="578277" y="10981414"/>
                    <a:pt x="1139274" y="10836251"/>
                    <a:pt x="1667377" y="10549936"/>
                  </a:cubicBezTo>
                  <a:cubicBezTo>
                    <a:pt x="1921171" y="10412305"/>
                    <a:pt x="2165994" y="10242004"/>
                    <a:pt x="2394996" y="10043714"/>
                  </a:cubicBezTo>
                  <a:cubicBezTo>
                    <a:pt x="2621807" y="9847251"/>
                    <a:pt x="2835128" y="9621685"/>
                    <a:pt x="3028942" y="9373210"/>
                  </a:cubicBezTo>
                  <a:cubicBezTo>
                    <a:pt x="3222790" y="9124779"/>
                    <a:pt x="3398767" y="8851344"/>
                    <a:pt x="3552003" y="8560616"/>
                  </a:cubicBezTo>
                  <a:cubicBezTo>
                    <a:pt x="3706734" y="8267082"/>
                    <a:pt x="3839594" y="7953311"/>
                    <a:pt x="3946967" y="7627953"/>
                  </a:cubicBezTo>
                  <a:cubicBezTo>
                    <a:pt x="4170336" y="6951030"/>
                    <a:pt x="4283586" y="6231944"/>
                    <a:pt x="4283586" y="5490707"/>
                  </a:cubicBezTo>
                  <a:cubicBezTo>
                    <a:pt x="4283586" y="4749470"/>
                    <a:pt x="4170336" y="4030429"/>
                    <a:pt x="3946967" y="3353506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05" name="Google Shape;1005;p44"/>
            <p:cNvSpPr/>
            <p:nvPr/>
          </p:nvSpPr>
          <p:spPr>
            <a:xfrm rot="-5400000">
              <a:off x="3058559" y="19719"/>
              <a:ext cx="2840711" cy="6299524"/>
            </a:xfrm>
            <a:custGeom>
              <a:rect b="b" l="l" r="r" t="t"/>
              <a:pathLst>
                <a:path extrusionOk="0" h="11636586" w="4539152">
                  <a:moveTo>
                    <a:pt x="4446940" y="4645712"/>
                  </a:moveTo>
                  <a:cubicBezTo>
                    <a:pt x="4387308" y="4272130"/>
                    <a:pt x="4298329" y="3904698"/>
                    <a:pt x="4182437" y="3553579"/>
                  </a:cubicBezTo>
                  <a:cubicBezTo>
                    <a:pt x="4068701" y="3208788"/>
                    <a:pt x="3927878" y="2876299"/>
                    <a:pt x="3763932" y="2565248"/>
                  </a:cubicBezTo>
                  <a:cubicBezTo>
                    <a:pt x="3601552" y="2257138"/>
                    <a:pt x="3415074" y="1967436"/>
                    <a:pt x="3209682" y="1704163"/>
                  </a:cubicBezTo>
                  <a:cubicBezTo>
                    <a:pt x="3004254" y="1440846"/>
                    <a:pt x="2778242" y="1201819"/>
                    <a:pt x="2537905" y="993679"/>
                  </a:cubicBezTo>
                  <a:cubicBezTo>
                    <a:pt x="2295238" y="783534"/>
                    <a:pt x="2035811" y="603071"/>
                    <a:pt x="1766857" y="457240"/>
                  </a:cubicBezTo>
                  <a:cubicBezTo>
                    <a:pt x="1492895" y="308734"/>
                    <a:pt x="1206243" y="194680"/>
                    <a:pt x="914792" y="118199"/>
                  </a:cubicBezTo>
                  <a:cubicBezTo>
                    <a:pt x="615761" y="39801"/>
                    <a:pt x="307967" y="0"/>
                    <a:pt x="0" y="0"/>
                  </a:cubicBezTo>
                  <a:lnTo>
                    <a:pt x="0" y="2630"/>
                  </a:lnTo>
                  <a:cubicBezTo>
                    <a:pt x="2501778" y="2630"/>
                    <a:pt x="4537136" y="2611511"/>
                    <a:pt x="4537136" y="5818294"/>
                  </a:cubicBezTo>
                  <a:cubicBezTo>
                    <a:pt x="4537136" y="9025076"/>
                    <a:pt x="2501778" y="11634002"/>
                    <a:pt x="0" y="11634002"/>
                  </a:cubicBezTo>
                  <a:lnTo>
                    <a:pt x="0" y="11636587"/>
                  </a:lnTo>
                  <a:cubicBezTo>
                    <a:pt x="307967" y="11636587"/>
                    <a:pt x="615761" y="11596831"/>
                    <a:pt x="914792" y="11518389"/>
                  </a:cubicBezTo>
                  <a:cubicBezTo>
                    <a:pt x="1206243" y="11441952"/>
                    <a:pt x="1492895" y="11327899"/>
                    <a:pt x="1766857" y="11179348"/>
                  </a:cubicBezTo>
                  <a:cubicBezTo>
                    <a:pt x="2035811" y="11033561"/>
                    <a:pt x="2295238" y="10853054"/>
                    <a:pt x="2537905" y="10642908"/>
                  </a:cubicBezTo>
                  <a:cubicBezTo>
                    <a:pt x="2778242" y="10434768"/>
                    <a:pt x="3004254" y="10195742"/>
                    <a:pt x="3209682" y="9932469"/>
                  </a:cubicBezTo>
                  <a:cubicBezTo>
                    <a:pt x="3415074" y="9669151"/>
                    <a:pt x="3601552" y="9379449"/>
                    <a:pt x="3763932" y="9071384"/>
                  </a:cubicBezTo>
                  <a:cubicBezTo>
                    <a:pt x="3927878" y="8760333"/>
                    <a:pt x="4068701" y="8427799"/>
                    <a:pt x="4182437" y="8083054"/>
                  </a:cubicBezTo>
                  <a:cubicBezTo>
                    <a:pt x="4298329" y="7731934"/>
                    <a:pt x="4387308" y="7364458"/>
                    <a:pt x="4446940" y="6990876"/>
                  </a:cubicBezTo>
                  <a:cubicBezTo>
                    <a:pt x="4508137" y="6607577"/>
                    <a:pt x="4539153" y="6213047"/>
                    <a:pt x="4539153" y="5818294"/>
                  </a:cubicBezTo>
                  <a:cubicBezTo>
                    <a:pt x="4539153" y="5423541"/>
                    <a:pt x="4508137" y="5029011"/>
                    <a:pt x="4446940" y="4645712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06" name="Google Shape;1006;p44"/>
            <p:cNvSpPr/>
            <p:nvPr/>
          </p:nvSpPr>
          <p:spPr>
            <a:xfrm rot="-5400000">
              <a:off x="2978589" y="-237592"/>
              <a:ext cx="3000651" cy="6654205"/>
            </a:xfrm>
            <a:custGeom>
              <a:rect b="b" l="l" r="r" t="t"/>
              <a:pathLst>
                <a:path extrusionOk="0" h="12291759" w="4794719">
                  <a:moveTo>
                    <a:pt x="4697327" y="4907291"/>
                  </a:moveTo>
                  <a:cubicBezTo>
                    <a:pt x="4634322" y="4512672"/>
                    <a:pt x="4540335" y="4124515"/>
                    <a:pt x="4417941" y="3753651"/>
                  </a:cubicBezTo>
                  <a:cubicBezTo>
                    <a:pt x="4297772" y="3389473"/>
                    <a:pt x="4149022" y="3038220"/>
                    <a:pt x="3975862" y="2709654"/>
                  </a:cubicBezTo>
                  <a:cubicBezTo>
                    <a:pt x="3804336" y="2384251"/>
                    <a:pt x="3607358" y="2078191"/>
                    <a:pt x="3390387" y="1800077"/>
                  </a:cubicBezTo>
                  <a:cubicBezTo>
                    <a:pt x="3173415" y="1521963"/>
                    <a:pt x="2934677" y="1269476"/>
                    <a:pt x="2680779" y="1049614"/>
                  </a:cubicBezTo>
                  <a:cubicBezTo>
                    <a:pt x="2424447" y="827658"/>
                    <a:pt x="2150451" y="636989"/>
                    <a:pt x="1866337" y="483001"/>
                  </a:cubicBezTo>
                  <a:cubicBezTo>
                    <a:pt x="1576972" y="326116"/>
                    <a:pt x="1274151" y="205600"/>
                    <a:pt x="966322" y="124884"/>
                  </a:cubicBezTo>
                  <a:cubicBezTo>
                    <a:pt x="650427" y="42029"/>
                    <a:pt x="325318" y="0"/>
                    <a:pt x="0" y="0"/>
                  </a:cubicBezTo>
                  <a:lnTo>
                    <a:pt x="0" y="2228"/>
                  </a:lnTo>
                  <a:cubicBezTo>
                    <a:pt x="2642879" y="2228"/>
                    <a:pt x="4792982" y="2758279"/>
                    <a:pt x="4792982" y="6145880"/>
                  </a:cubicBezTo>
                  <a:cubicBezTo>
                    <a:pt x="4792982" y="9533482"/>
                    <a:pt x="2642879" y="12289531"/>
                    <a:pt x="0" y="12289531"/>
                  </a:cubicBezTo>
                  <a:lnTo>
                    <a:pt x="0" y="12291760"/>
                  </a:lnTo>
                  <a:cubicBezTo>
                    <a:pt x="325318" y="12291760"/>
                    <a:pt x="650427" y="12249776"/>
                    <a:pt x="966322" y="12166921"/>
                  </a:cubicBezTo>
                  <a:cubicBezTo>
                    <a:pt x="1274151" y="12086161"/>
                    <a:pt x="1576972" y="11965689"/>
                    <a:pt x="1866337" y="11808804"/>
                  </a:cubicBezTo>
                  <a:cubicBezTo>
                    <a:pt x="2150451" y="11654771"/>
                    <a:pt x="2424447" y="11464103"/>
                    <a:pt x="2680779" y="11242146"/>
                  </a:cubicBezTo>
                  <a:cubicBezTo>
                    <a:pt x="2934677" y="11022285"/>
                    <a:pt x="3173415" y="10769797"/>
                    <a:pt x="3390387" y="10491683"/>
                  </a:cubicBezTo>
                  <a:cubicBezTo>
                    <a:pt x="3607358" y="10213570"/>
                    <a:pt x="3804336" y="9907554"/>
                    <a:pt x="3975862" y="9582107"/>
                  </a:cubicBezTo>
                  <a:cubicBezTo>
                    <a:pt x="4149022" y="9253540"/>
                    <a:pt x="4297772" y="8902331"/>
                    <a:pt x="4417941" y="8538153"/>
                  </a:cubicBezTo>
                  <a:cubicBezTo>
                    <a:pt x="4540335" y="8167245"/>
                    <a:pt x="4634322" y="7779089"/>
                    <a:pt x="4697327" y="7384514"/>
                  </a:cubicBezTo>
                  <a:cubicBezTo>
                    <a:pt x="4761966" y="6979599"/>
                    <a:pt x="4794720" y="6562874"/>
                    <a:pt x="4794720" y="6145880"/>
                  </a:cubicBezTo>
                  <a:cubicBezTo>
                    <a:pt x="4794720" y="5728887"/>
                    <a:pt x="4761966" y="5312162"/>
                    <a:pt x="4697327" y="4907291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07" name="Google Shape;1007;p44"/>
            <p:cNvSpPr/>
            <p:nvPr/>
          </p:nvSpPr>
          <p:spPr>
            <a:xfrm rot="-5400000">
              <a:off x="2898619" y="-494903"/>
              <a:ext cx="3160591" cy="7008886"/>
            </a:xfrm>
            <a:custGeom>
              <a:rect b="b" l="l" r="r" t="t"/>
              <a:pathLst>
                <a:path extrusionOk="0" h="12946932" w="5050287">
                  <a:moveTo>
                    <a:pt x="4947678" y="5168826"/>
                  </a:moveTo>
                  <a:cubicBezTo>
                    <a:pt x="4881335" y="4753214"/>
                    <a:pt x="4782342" y="4344377"/>
                    <a:pt x="4653411" y="3953724"/>
                  </a:cubicBezTo>
                  <a:cubicBezTo>
                    <a:pt x="4526844" y="3570114"/>
                    <a:pt x="4370200" y="3200142"/>
                    <a:pt x="4187791" y="2854103"/>
                  </a:cubicBezTo>
                  <a:cubicBezTo>
                    <a:pt x="4007121" y="2511319"/>
                    <a:pt x="3799642" y="2188991"/>
                    <a:pt x="3571092" y="1896035"/>
                  </a:cubicBezTo>
                  <a:cubicBezTo>
                    <a:pt x="3342577" y="1603079"/>
                    <a:pt x="3091077" y="1337133"/>
                    <a:pt x="2823688" y="1105549"/>
                  </a:cubicBezTo>
                  <a:cubicBezTo>
                    <a:pt x="2553691" y="871781"/>
                    <a:pt x="2265056" y="670951"/>
                    <a:pt x="1965816" y="508717"/>
                  </a:cubicBezTo>
                  <a:cubicBezTo>
                    <a:pt x="1661013" y="343498"/>
                    <a:pt x="1342059" y="216564"/>
                    <a:pt x="1017818" y="131525"/>
                  </a:cubicBezTo>
                  <a:cubicBezTo>
                    <a:pt x="685094" y="44258"/>
                    <a:pt x="342669" y="0"/>
                    <a:pt x="0" y="0"/>
                  </a:cubicBezTo>
                  <a:lnTo>
                    <a:pt x="0" y="1872"/>
                  </a:lnTo>
                  <a:cubicBezTo>
                    <a:pt x="2783945" y="1872"/>
                    <a:pt x="5048862" y="2905002"/>
                    <a:pt x="5048862" y="6473467"/>
                  </a:cubicBezTo>
                  <a:cubicBezTo>
                    <a:pt x="5048862" y="10041932"/>
                    <a:pt x="2783945" y="12945106"/>
                    <a:pt x="0" y="12945106"/>
                  </a:cubicBezTo>
                  <a:lnTo>
                    <a:pt x="0" y="12946933"/>
                  </a:lnTo>
                  <a:cubicBezTo>
                    <a:pt x="342669" y="12946933"/>
                    <a:pt x="685094" y="12902720"/>
                    <a:pt x="1017818" y="12815453"/>
                  </a:cubicBezTo>
                  <a:cubicBezTo>
                    <a:pt x="1342059" y="12730370"/>
                    <a:pt x="1661013" y="12603480"/>
                    <a:pt x="1965816" y="12438216"/>
                  </a:cubicBezTo>
                  <a:cubicBezTo>
                    <a:pt x="2265056" y="12275983"/>
                    <a:pt x="2553691" y="12075197"/>
                    <a:pt x="2823688" y="11841385"/>
                  </a:cubicBezTo>
                  <a:cubicBezTo>
                    <a:pt x="3091077" y="11609801"/>
                    <a:pt x="3342577" y="11343854"/>
                    <a:pt x="3571092" y="11050898"/>
                  </a:cubicBezTo>
                  <a:cubicBezTo>
                    <a:pt x="3799642" y="10757987"/>
                    <a:pt x="4007121" y="10435659"/>
                    <a:pt x="4187791" y="10092875"/>
                  </a:cubicBezTo>
                  <a:cubicBezTo>
                    <a:pt x="4370200" y="9746792"/>
                    <a:pt x="4526844" y="9376820"/>
                    <a:pt x="4653411" y="8993254"/>
                  </a:cubicBezTo>
                  <a:cubicBezTo>
                    <a:pt x="4782342" y="8602556"/>
                    <a:pt x="4881335" y="8193720"/>
                    <a:pt x="4947678" y="7778108"/>
                  </a:cubicBezTo>
                  <a:cubicBezTo>
                    <a:pt x="5015760" y="7351622"/>
                    <a:pt x="5050287" y="6912700"/>
                    <a:pt x="5050287" y="6473467"/>
                  </a:cubicBezTo>
                  <a:cubicBezTo>
                    <a:pt x="5050287" y="6034234"/>
                    <a:pt x="5015760" y="5595312"/>
                    <a:pt x="4947678" y="5168826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08" name="Google Shape;1008;p44"/>
            <p:cNvSpPr/>
            <p:nvPr/>
          </p:nvSpPr>
          <p:spPr>
            <a:xfrm rot="-5400000">
              <a:off x="2818661" y="-752225"/>
              <a:ext cx="3320531" cy="7363592"/>
            </a:xfrm>
            <a:custGeom>
              <a:rect b="b" l="l" r="r" t="t"/>
              <a:pathLst>
                <a:path extrusionOk="0" h="13602150" w="5305854">
                  <a:moveTo>
                    <a:pt x="5198064" y="5430405"/>
                  </a:moveTo>
                  <a:cubicBezTo>
                    <a:pt x="5128349" y="4993756"/>
                    <a:pt x="5024348" y="4564239"/>
                    <a:pt x="4888915" y="4153797"/>
                  </a:cubicBezTo>
                  <a:cubicBezTo>
                    <a:pt x="4755916" y="3750799"/>
                    <a:pt x="4591344" y="3362108"/>
                    <a:pt x="4399721" y="2998509"/>
                  </a:cubicBezTo>
                  <a:cubicBezTo>
                    <a:pt x="4209906" y="2638386"/>
                    <a:pt x="3991926" y="2299747"/>
                    <a:pt x="3751832" y="1991994"/>
                  </a:cubicBezTo>
                  <a:cubicBezTo>
                    <a:pt x="3511703" y="1684241"/>
                    <a:pt x="3247512" y="1404789"/>
                    <a:pt x="2966562" y="1161528"/>
                  </a:cubicBezTo>
                  <a:cubicBezTo>
                    <a:pt x="2682900" y="915861"/>
                    <a:pt x="2379697" y="704913"/>
                    <a:pt x="2065296" y="534479"/>
                  </a:cubicBezTo>
                  <a:cubicBezTo>
                    <a:pt x="1745090" y="360836"/>
                    <a:pt x="1410001" y="227528"/>
                    <a:pt x="1069314" y="138166"/>
                  </a:cubicBezTo>
                  <a:cubicBezTo>
                    <a:pt x="719761" y="46486"/>
                    <a:pt x="359985" y="0"/>
                    <a:pt x="0" y="0"/>
                  </a:cubicBezTo>
                  <a:lnTo>
                    <a:pt x="0" y="1471"/>
                  </a:lnTo>
                  <a:cubicBezTo>
                    <a:pt x="2925046" y="1471"/>
                    <a:pt x="5304707" y="3051770"/>
                    <a:pt x="5304707" y="6801053"/>
                  </a:cubicBezTo>
                  <a:cubicBezTo>
                    <a:pt x="5304707" y="10550337"/>
                    <a:pt x="2925046" y="13600636"/>
                    <a:pt x="0" y="13600636"/>
                  </a:cubicBezTo>
                  <a:lnTo>
                    <a:pt x="0" y="13602151"/>
                  </a:lnTo>
                  <a:cubicBezTo>
                    <a:pt x="359985" y="13602151"/>
                    <a:pt x="719761" y="13555620"/>
                    <a:pt x="1069314" y="13463940"/>
                  </a:cubicBezTo>
                  <a:cubicBezTo>
                    <a:pt x="1410001" y="13374579"/>
                    <a:pt x="1745090" y="13241271"/>
                    <a:pt x="2065296" y="13067672"/>
                  </a:cubicBezTo>
                  <a:cubicBezTo>
                    <a:pt x="2379697" y="12897238"/>
                    <a:pt x="2682900" y="12686245"/>
                    <a:pt x="2966562" y="12440623"/>
                  </a:cubicBezTo>
                  <a:cubicBezTo>
                    <a:pt x="3247512" y="12197317"/>
                    <a:pt x="3511703" y="11917911"/>
                    <a:pt x="3751832" y="11610157"/>
                  </a:cubicBezTo>
                  <a:cubicBezTo>
                    <a:pt x="3991926" y="11302359"/>
                    <a:pt x="4209906" y="10963720"/>
                    <a:pt x="4399721" y="10603598"/>
                  </a:cubicBezTo>
                  <a:cubicBezTo>
                    <a:pt x="4591344" y="10240044"/>
                    <a:pt x="4755916" y="9851352"/>
                    <a:pt x="4888915" y="9448353"/>
                  </a:cubicBezTo>
                  <a:cubicBezTo>
                    <a:pt x="5024348" y="9037913"/>
                    <a:pt x="5128349" y="8608395"/>
                    <a:pt x="5198064" y="8171702"/>
                  </a:cubicBezTo>
                  <a:cubicBezTo>
                    <a:pt x="5269589" y="7723644"/>
                    <a:pt x="5305855" y="7262527"/>
                    <a:pt x="5305855" y="6801053"/>
                  </a:cubicBezTo>
                  <a:cubicBezTo>
                    <a:pt x="5305855" y="6339580"/>
                    <a:pt x="5269589" y="5878463"/>
                    <a:pt x="5198064" y="5430405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09" name="Google Shape;1009;p44"/>
            <p:cNvSpPr/>
            <p:nvPr/>
          </p:nvSpPr>
          <p:spPr>
            <a:xfrm rot="-5400000">
              <a:off x="2738680" y="-1009547"/>
              <a:ext cx="3480493" cy="7718273"/>
            </a:xfrm>
            <a:custGeom>
              <a:rect b="b" l="l" r="r" t="t"/>
              <a:pathLst>
                <a:path extrusionOk="0" h="14257323" w="5561456">
                  <a:moveTo>
                    <a:pt x="5448451" y="5691984"/>
                  </a:moveTo>
                  <a:cubicBezTo>
                    <a:pt x="5375397" y="5234299"/>
                    <a:pt x="5266355" y="4784056"/>
                    <a:pt x="5124385" y="4353871"/>
                  </a:cubicBezTo>
                  <a:cubicBezTo>
                    <a:pt x="4985023" y="3931440"/>
                    <a:pt x="4812489" y="3524029"/>
                    <a:pt x="4611651" y="3142959"/>
                  </a:cubicBezTo>
                  <a:cubicBezTo>
                    <a:pt x="4412691" y="2765454"/>
                    <a:pt x="4184210" y="2410502"/>
                    <a:pt x="3932537" y="2087907"/>
                  </a:cubicBezTo>
                  <a:cubicBezTo>
                    <a:pt x="3680864" y="1765357"/>
                    <a:pt x="3403948" y="1472490"/>
                    <a:pt x="3109471" y="1217463"/>
                  </a:cubicBezTo>
                  <a:cubicBezTo>
                    <a:pt x="2812144" y="959985"/>
                    <a:pt x="2494302" y="738875"/>
                    <a:pt x="2164777" y="560195"/>
                  </a:cubicBezTo>
                  <a:cubicBezTo>
                    <a:pt x="1829131" y="378218"/>
                    <a:pt x="1477909" y="238492"/>
                    <a:pt x="1120810" y="144807"/>
                  </a:cubicBezTo>
                  <a:cubicBezTo>
                    <a:pt x="754428" y="48715"/>
                    <a:pt x="377336" y="0"/>
                    <a:pt x="0" y="0"/>
                  </a:cubicBezTo>
                  <a:lnTo>
                    <a:pt x="0" y="1114"/>
                  </a:lnTo>
                  <a:cubicBezTo>
                    <a:pt x="3066112" y="1114"/>
                    <a:pt x="5560588" y="3198493"/>
                    <a:pt x="5560588" y="7128640"/>
                  </a:cubicBezTo>
                  <a:cubicBezTo>
                    <a:pt x="5560588" y="11058787"/>
                    <a:pt x="3066112" y="14256209"/>
                    <a:pt x="0" y="14256209"/>
                  </a:cubicBezTo>
                  <a:lnTo>
                    <a:pt x="0" y="14257324"/>
                  </a:lnTo>
                  <a:cubicBezTo>
                    <a:pt x="377336" y="14257324"/>
                    <a:pt x="754428" y="14208565"/>
                    <a:pt x="1120810" y="14112473"/>
                  </a:cubicBezTo>
                  <a:cubicBezTo>
                    <a:pt x="1477909" y="14018832"/>
                    <a:pt x="1829131" y="13879062"/>
                    <a:pt x="2164777" y="13697084"/>
                  </a:cubicBezTo>
                  <a:cubicBezTo>
                    <a:pt x="2494302" y="13518450"/>
                    <a:pt x="2812144" y="13297295"/>
                    <a:pt x="3109471" y="13039861"/>
                  </a:cubicBezTo>
                  <a:cubicBezTo>
                    <a:pt x="3403948" y="12784834"/>
                    <a:pt x="3680864" y="12491967"/>
                    <a:pt x="3932537" y="12169372"/>
                  </a:cubicBezTo>
                  <a:cubicBezTo>
                    <a:pt x="4184210" y="11846778"/>
                    <a:pt x="4412691" y="11491825"/>
                    <a:pt x="4611651" y="11114365"/>
                  </a:cubicBezTo>
                  <a:cubicBezTo>
                    <a:pt x="4812489" y="10733250"/>
                    <a:pt x="4985023" y="10325840"/>
                    <a:pt x="5124385" y="9903454"/>
                  </a:cubicBezTo>
                  <a:cubicBezTo>
                    <a:pt x="5266355" y="9473223"/>
                    <a:pt x="5375397" y="9023026"/>
                    <a:pt x="5448451" y="8565341"/>
                  </a:cubicBezTo>
                  <a:cubicBezTo>
                    <a:pt x="5523417" y="8095667"/>
                    <a:pt x="5561457" y="7612309"/>
                    <a:pt x="5561457" y="7128640"/>
                  </a:cubicBezTo>
                  <a:cubicBezTo>
                    <a:pt x="5561457" y="6644971"/>
                    <a:pt x="5523417" y="6161613"/>
                    <a:pt x="5448451" y="5691984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010" name="Google Shape;1010;p44"/>
          <p:cNvSpPr txBox="1"/>
          <p:nvPr/>
        </p:nvSpPr>
        <p:spPr>
          <a:xfrm>
            <a:off x="561975" y="450533"/>
            <a:ext cx="8020050" cy="387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</a:pPr>
            <a:r>
              <a:rPr b="1" i="0" lang="mn-MN" sz="2800" u="none" cap="none" strike="noStrike">
                <a:solidFill>
                  <a:srgbClr val="7A126B"/>
                </a:solidFill>
                <a:latin typeface="Manrope"/>
                <a:ea typeface="Manrope"/>
                <a:cs typeface="Manrope"/>
                <a:sym typeface="Manrope"/>
              </a:rPr>
              <a:t>Технологийн </a:t>
            </a:r>
            <a:r>
              <a:rPr b="1" i="0" lang="mn-MN" sz="28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стекийн тойм</a:t>
            </a:r>
            <a:endParaRPr/>
          </a:p>
        </p:txBody>
      </p:sp>
      <p:sp>
        <p:nvSpPr>
          <p:cNvPr id="1011" name="Google Shape;1011;p44"/>
          <p:cNvSpPr/>
          <p:nvPr/>
        </p:nvSpPr>
        <p:spPr>
          <a:xfrm>
            <a:off x="539750" y="1203325"/>
            <a:ext cx="2741930" cy="2989264"/>
          </a:xfrm>
          <a:prstGeom prst="roundRect">
            <a:avLst>
              <a:gd fmla="val 5971" name="adj"/>
            </a:avLst>
          </a:prstGeom>
          <a:gradFill>
            <a:gsLst>
              <a:gs pos="0">
                <a:srgbClr val="EAD5E6">
                  <a:alpha val="0"/>
                </a:srgbClr>
              </a:gs>
              <a:gs pos="25000">
                <a:srgbClr val="EAD5E6">
                  <a:alpha val="0"/>
                </a:srgbClr>
              </a:gs>
              <a:gs pos="100000">
                <a:srgbClr val="FFF6F9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2" name="Google Shape;1012;p44"/>
          <p:cNvCxnSpPr/>
          <p:nvPr/>
        </p:nvCxnSpPr>
        <p:spPr>
          <a:xfrm>
            <a:off x="4409345" y="1967529"/>
            <a:ext cx="2383890" cy="0"/>
          </a:xfrm>
          <a:prstGeom prst="straightConnector1">
            <a:avLst/>
          </a:prstGeom>
          <a:noFill/>
          <a:ln cap="flat" cmpd="sng" w="9525">
            <a:solidFill>
              <a:srgbClr val="7A12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3" name="Google Shape;1013;p44"/>
          <p:cNvSpPr/>
          <p:nvPr/>
        </p:nvSpPr>
        <p:spPr>
          <a:xfrm>
            <a:off x="2526891" y="2507782"/>
            <a:ext cx="1882454" cy="53538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7A1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7200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</a:pPr>
            <a:r>
              <a:rPr b="1" i="0" lang="mn-MN" sz="11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XHTML, CSS, XML, PHP</a:t>
            </a:r>
            <a:endParaRPr/>
          </a:p>
        </p:txBody>
      </p:sp>
      <p:sp>
        <p:nvSpPr>
          <p:cNvPr id="1014" name="Google Shape;1014;p44"/>
          <p:cNvSpPr/>
          <p:nvPr/>
        </p:nvSpPr>
        <p:spPr>
          <a:xfrm>
            <a:off x="4660064" y="2507782"/>
            <a:ext cx="1882454" cy="53538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7A1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7200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</a:pPr>
            <a:r>
              <a:rPr b="1" i="0" lang="mn-MN" sz="11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IT удирдлагын хэрэгсэл</a:t>
            </a:r>
            <a:endParaRPr/>
          </a:p>
        </p:txBody>
      </p:sp>
      <p:sp>
        <p:nvSpPr>
          <p:cNvPr id="1015" name="Google Shape;1015;p44"/>
          <p:cNvSpPr/>
          <p:nvPr/>
        </p:nvSpPr>
        <p:spPr>
          <a:xfrm>
            <a:off x="6793235" y="2507782"/>
            <a:ext cx="1882454" cy="53538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7A1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7200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</a:pPr>
            <a:r>
              <a:rPr b="1" i="0" lang="en-ID" sz="11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Linux, Windows</a:t>
            </a:r>
            <a:endParaRPr/>
          </a:p>
        </p:txBody>
      </p:sp>
      <p:sp>
        <p:nvSpPr>
          <p:cNvPr id="1016" name="Google Shape;1016;p44"/>
          <p:cNvSpPr/>
          <p:nvPr/>
        </p:nvSpPr>
        <p:spPr>
          <a:xfrm>
            <a:off x="2526891" y="3160695"/>
            <a:ext cx="1882454" cy="53538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7A1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7200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</a:pPr>
            <a:r>
              <a:rPr b="1" i="0" lang="mn-MN" sz="11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Java, Kotlin, Swift</a:t>
            </a:r>
            <a:endParaRPr/>
          </a:p>
        </p:txBody>
      </p:sp>
      <p:sp>
        <p:nvSpPr>
          <p:cNvPr id="1017" name="Google Shape;1017;p44"/>
          <p:cNvSpPr/>
          <p:nvPr/>
        </p:nvSpPr>
        <p:spPr>
          <a:xfrm>
            <a:off x="4660064" y="3160695"/>
            <a:ext cx="1882454" cy="53538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7A1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7200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</a:pPr>
            <a:r>
              <a:rPr b="1" i="0" lang="mn-MN" sz="11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Үүлэн</a:t>
            </a:r>
            <a:endParaRPr/>
          </a:p>
        </p:txBody>
      </p:sp>
      <p:sp>
        <p:nvSpPr>
          <p:cNvPr id="1018" name="Google Shape;1018;p44"/>
          <p:cNvSpPr/>
          <p:nvPr/>
        </p:nvSpPr>
        <p:spPr>
          <a:xfrm>
            <a:off x="6793235" y="3160695"/>
            <a:ext cx="1882454" cy="53538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7A1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7200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</a:pPr>
            <a:r>
              <a:rPr b="1" i="0" lang="en-ID" sz="11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Android / iOS</a:t>
            </a:r>
            <a:endParaRPr/>
          </a:p>
        </p:txBody>
      </p:sp>
      <p:sp>
        <p:nvSpPr>
          <p:cNvPr id="1019" name="Google Shape;1019;p44"/>
          <p:cNvSpPr/>
          <p:nvPr/>
        </p:nvSpPr>
        <p:spPr>
          <a:xfrm>
            <a:off x="2526891" y="1699839"/>
            <a:ext cx="1882454" cy="535380"/>
          </a:xfrm>
          <a:prstGeom prst="roundRect">
            <a:avLst>
              <a:gd fmla="val 16667" name="adj"/>
            </a:avLst>
          </a:prstGeom>
          <a:solidFill>
            <a:srgbClr val="7A126B"/>
          </a:solidFill>
          <a:ln cap="flat" cmpd="sng" w="9525">
            <a:solidFill>
              <a:srgbClr val="7A1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0" spcFirstLastPara="1" rIns="7200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</a:pPr>
            <a:r>
              <a:rPr b="1" i="0" lang="mn-MN" sz="11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Интерфэйс</a:t>
            </a:r>
            <a:endParaRPr/>
          </a:p>
        </p:txBody>
      </p:sp>
      <p:sp>
        <p:nvSpPr>
          <p:cNvPr id="1020" name="Google Shape;1020;p44"/>
          <p:cNvSpPr/>
          <p:nvPr/>
        </p:nvSpPr>
        <p:spPr>
          <a:xfrm>
            <a:off x="4660064" y="1699839"/>
            <a:ext cx="1882454" cy="535380"/>
          </a:xfrm>
          <a:prstGeom prst="roundRect">
            <a:avLst>
              <a:gd fmla="val 16667" name="adj"/>
            </a:avLst>
          </a:prstGeom>
          <a:solidFill>
            <a:srgbClr val="7A126B"/>
          </a:solidFill>
          <a:ln cap="flat" cmpd="sng" w="9525">
            <a:solidFill>
              <a:srgbClr val="7A1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0" spcFirstLastPara="1" rIns="7200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</a:pPr>
            <a:r>
              <a:rPr b="1" i="0" lang="mn-MN" sz="11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Үйлчилгээ</a:t>
            </a:r>
            <a:endParaRPr b="1" i="0" sz="1100" u="none" cap="none" strike="noStrike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21" name="Google Shape;1021;p44"/>
          <p:cNvSpPr/>
          <p:nvPr/>
        </p:nvSpPr>
        <p:spPr>
          <a:xfrm>
            <a:off x="6793235" y="1699839"/>
            <a:ext cx="1882454" cy="535380"/>
          </a:xfrm>
          <a:prstGeom prst="roundRect">
            <a:avLst>
              <a:gd fmla="val 16667" name="adj"/>
            </a:avLst>
          </a:prstGeom>
          <a:solidFill>
            <a:srgbClr val="7A126B"/>
          </a:solidFill>
          <a:ln cap="flat" cmpd="sng" w="9525">
            <a:solidFill>
              <a:srgbClr val="7A1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0" spcFirstLastPara="1" rIns="7200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</a:pPr>
            <a:r>
              <a:rPr b="1" i="0" lang="mn-MN" sz="11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Үйлдлийн систем</a:t>
            </a:r>
            <a:endParaRPr/>
          </a:p>
        </p:txBody>
      </p:sp>
      <p:grpSp>
        <p:nvGrpSpPr>
          <p:cNvPr id="1022" name="Google Shape;1022;p44"/>
          <p:cNvGrpSpPr/>
          <p:nvPr/>
        </p:nvGrpSpPr>
        <p:grpSpPr>
          <a:xfrm>
            <a:off x="2667861" y="1805063"/>
            <a:ext cx="324932" cy="324932"/>
            <a:chOff x="2667861" y="1805063"/>
            <a:chExt cx="324932" cy="324932"/>
          </a:xfrm>
        </p:grpSpPr>
        <p:sp>
          <p:nvSpPr>
            <p:cNvPr id="1023" name="Google Shape;1023;p44"/>
            <p:cNvSpPr/>
            <p:nvPr/>
          </p:nvSpPr>
          <p:spPr>
            <a:xfrm>
              <a:off x="2667861" y="1805063"/>
              <a:ext cx="324932" cy="32493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024" name="Google Shape;1024;p44"/>
            <p:cNvGrpSpPr/>
            <p:nvPr/>
          </p:nvGrpSpPr>
          <p:grpSpPr>
            <a:xfrm>
              <a:off x="2757040" y="1890736"/>
              <a:ext cx="146574" cy="160263"/>
              <a:chOff x="882420" y="771129"/>
              <a:chExt cx="261418" cy="285833"/>
            </a:xfrm>
          </p:grpSpPr>
          <p:sp>
            <p:nvSpPr>
              <p:cNvPr id="1025" name="Google Shape;1025;p44"/>
              <p:cNvSpPr/>
              <p:nvPr/>
            </p:nvSpPr>
            <p:spPr>
              <a:xfrm>
                <a:off x="882420" y="1045053"/>
                <a:ext cx="261418" cy="11909"/>
              </a:xfrm>
              <a:custGeom>
                <a:rect b="b" l="l" r="r" t="t"/>
                <a:pathLst>
                  <a:path extrusionOk="0" h="11909" w="261418">
                    <a:moveTo>
                      <a:pt x="0" y="0"/>
                    </a:moveTo>
                    <a:lnTo>
                      <a:pt x="261419" y="0"/>
                    </a:lnTo>
                  </a:path>
                </a:pathLst>
              </a:custGeom>
              <a:noFill/>
              <a:ln cap="rnd" cmpd="sng" w="9525">
                <a:solidFill>
                  <a:srgbClr val="7A126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6" name="Google Shape;1026;p44"/>
              <p:cNvSpPr/>
              <p:nvPr/>
            </p:nvSpPr>
            <p:spPr>
              <a:xfrm>
                <a:off x="1013189" y="985505"/>
                <a:ext cx="11909" cy="59548"/>
              </a:xfrm>
              <a:custGeom>
                <a:rect b="b" l="l" r="r" t="t"/>
                <a:pathLst>
                  <a:path extrusionOk="0" h="59548" w="11909">
                    <a:moveTo>
                      <a:pt x="0" y="59549"/>
                    </a:move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rgbClr val="7A126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27" name="Google Shape;1027;p44"/>
              <p:cNvGrpSpPr/>
              <p:nvPr/>
            </p:nvGrpSpPr>
            <p:grpSpPr>
              <a:xfrm>
                <a:off x="906001" y="771129"/>
                <a:ext cx="214375" cy="214375"/>
                <a:chOff x="906001" y="771129"/>
                <a:chExt cx="214375" cy="214375"/>
              </a:xfrm>
            </p:grpSpPr>
            <p:sp>
              <p:nvSpPr>
                <p:cNvPr id="1028" name="Google Shape;1028;p44"/>
                <p:cNvSpPr/>
                <p:nvPr/>
              </p:nvSpPr>
              <p:spPr>
                <a:xfrm>
                  <a:off x="906001" y="771129"/>
                  <a:ext cx="214375" cy="214375"/>
                </a:xfrm>
                <a:custGeom>
                  <a:rect b="b" l="l" r="r" t="t"/>
                  <a:pathLst>
                    <a:path extrusionOk="0" h="214375" w="214375">
                      <a:moveTo>
                        <a:pt x="214375" y="106830"/>
                      </a:moveTo>
                      <a:cubicBezTo>
                        <a:pt x="214375" y="166260"/>
                        <a:pt x="166260" y="214375"/>
                        <a:pt x="106830" y="214375"/>
                      </a:cubicBezTo>
                      <a:cubicBezTo>
                        <a:pt x="47401" y="214375"/>
                        <a:pt x="0" y="164235"/>
                        <a:pt x="0" y="104806"/>
                      </a:cubicBezTo>
                      <a:cubicBezTo>
                        <a:pt x="0" y="46924"/>
                        <a:pt x="45376" y="2382"/>
                        <a:pt x="102543" y="119"/>
                      </a:cubicBezTo>
                      <a:cubicBezTo>
                        <a:pt x="104091" y="119"/>
                        <a:pt x="105639" y="0"/>
                        <a:pt x="107188" y="0"/>
                      </a:cubicBezTo>
                      <a:cubicBezTo>
                        <a:pt x="166617" y="0"/>
                        <a:pt x="214375" y="47401"/>
                        <a:pt x="214375" y="106830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rgbClr val="7A126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9" name="Google Shape;1029;p44"/>
                <p:cNvSpPr/>
                <p:nvPr/>
              </p:nvSpPr>
              <p:spPr>
                <a:xfrm>
                  <a:off x="966562" y="771248"/>
                  <a:ext cx="41981" cy="214137"/>
                </a:xfrm>
                <a:custGeom>
                  <a:rect b="b" l="l" r="r" t="t"/>
                  <a:pathLst>
                    <a:path extrusionOk="0" h="214137" w="41981">
                      <a:moveTo>
                        <a:pt x="41982" y="0"/>
                      </a:moveTo>
                      <a:cubicBezTo>
                        <a:pt x="-13994" y="60621"/>
                        <a:pt x="-13994" y="139582"/>
                        <a:pt x="41982" y="214137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7A126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0" name="Google Shape;1030;p44"/>
                <p:cNvSpPr/>
                <p:nvPr/>
              </p:nvSpPr>
              <p:spPr>
                <a:xfrm>
                  <a:off x="1017952" y="771248"/>
                  <a:ext cx="41981" cy="214137"/>
                </a:xfrm>
                <a:custGeom>
                  <a:rect b="b" l="l" r="r" t="t"/>
                  <a:pathLst>
                    <a:path extrusionOk="0" h="214137" w="41981">
                      <a:moveTo>
                        <a:pt x="0" y="0"/>
                      </a:moveTo>
                      <a:cubicBezTo>
                        <a:pt x="55976" y="60621"/>
                        <a:pt x="55976" y="139582"/>
                        <a:pt x="0" y="214137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7A126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1" name="Google Shape;1031;p44"/>
                <p:cNvSpPr/>
                <p:nvPr/>
              </p:nvSpPr>
              <p:spPr>
                <a:xfrm>
                  <a:off x="917911" y="925956"/>
                  <a:ext cx="191151" cy="11909"/>
                </a:xfrm>
                <a:custGeom>
                  <a:rect b="b" l="l" r="r" t="t"/>
                  <a:pathLst>
                    <a:path extrusionOk="0" h="11909" w="191151">
                      <a:moveTo>
                        <a:pt x="0" y="0"/>
                      </a:moveTo>
                      <a:lnTo>
                        <a:pt x="191151" y="0"/>
                      </a:lnTo>
                    </a:path>
                  </a:pathLst>
                </a:custGeom>
                <a:noFill/>
                <a:ln cap="flat" cmpd="sng" w="9525">
                  <a:solidFill>
                    <a:srgbClr val="7A126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2" name="Google Shape;1032;p44"/>
                <p:cNvSpPr/>
                <p:nvPr/>
              </p:nvSpPr>
              <p:spPr>
                <a:xfrm>
                  <a:off x="923866" y="818768"/>
                  <a:ext cx="178646" cy="11909"/>
                </a:xfrm>
                <a:custGeom>
                  <a:rect b="b" l="l" r="r" t="t"/>
                  <a:pathLst>
                    <a:path extrusionOk="0" h="11909" w="178646">
                      <a:moveTo>
                        <a:pt x="0" y="0"/>
                      </a:moveTo>
                      <a:lnTo>
                        <a:pt x="178646" y="0"/>
                      </a:lnTo>
                    </a:path>
                  </a:pathLst>
                </a:custGeom>
                <a:noFill/>
                <a:ln cap="flat" cmpd="sng" w="9525">
                  <a:solidFill>
                    <a:srgbClr val="7A126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3" name="Google Shape;1033;p44"/>
                <p:cNvSpPr/>
                <p:nvPr/>
              </p:nvSpPr>
              <p:spPr>
                <a:xfrm>
                  <a:off x="906001" y="878317"/>
                  <a:ext cx="214375" cy="11909"/>
                </a:xfrm>
                <a:custGeom>
                  <a:rect b="b" l="l" r="r" t="t"/>
                  <a:pathLst>
                    <a:path extrusionOk="0" h="11909" w="214375">
                      <a:moveTo>
                        <a:pt x="0" y="0"/>
                      </a:moveTo>
                      <a:lnTo>
                        <a:pt x="214375" y="0"/>
                      </a:lnTo>
                    </a:path>
                  </a:pathLst>
                </a:custGeom>
                <a:noFill/>
                <a:ln cap="flat" cmpd="sng" w="9525">
                  <a:solidFill>
                    <a:srgbClr val="7A126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034" name="Google Shape;1034;p44"/>
          <p:cNvGrpSpPr/>
          <p:nvPr/>
        </p:nvGrpSpPr>
        <p:grpSpPr>
          <a:xfrm>
            <a:off x="4801034" y="1805063"/>
            <a:ext cx="324932" cy="324932"/>
            <a:chOff x="4801034" y="1805063"/>
            <a:chExt cx="324932" cy="324932"/>
          </a:xfrm>
        </p:grpSpPr>
        <p:sp>
          <p:nvSpPr>
            <p:cNvPr id="1035" name="Google Shape;1035;p44"/>
            <p:cNvSpPr/>
            <p:nvPr/>
          </p:nvSpPr>
          <p:spPr>
            <a:xfrm>
              <a:off x="4801034" y="1805063"/>
              <a:ext cx="324932" cy="32493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036" name="Google Shape;1036;p44"/>
            <p:cNvGrpSpPr/>
            <p:nvPr/>
          </p:nvGrpSpPr>
          <p:grpSpPr>
            <a:xfrm>
              <a:off x="4882110" y="1888037"/>
              <a:ext cx="162781" cy="158982"/>
              <a:chOff x="4882109" y="1888037"/>
              <a:chExt cx="162781" cy="158982"/>
            </a:xfrm>
          </p:grpSpPr>
          <p:grpSp>
            <p:nvGrpSpPr>
              <p:cNvPr id="1037" name="Google Shape;1037;p44"/>
              <p:cNvGrpSpPr/>
              <p:nvPr/>
            </p:nvGrpSpPr>
            <p:grpSpPr>
              <a:xfrm>
                <a:off x="4970462" y="1955525"/>
                <a:ext cx="74428" cy="86395"/>
                <a:chOff x="4473956" y="5080405"/>
                <a:chExt cx="125350" cy="145507"/>
              </a:xfrm>
            </p:grpSpPr>
            <p:sp>
              <p:nvSpPr>
                <p:cNvPr id="1038" name="Google Shape;1038;p44"/>
                <p:cNvSpPr/>
                <p:nvPr/>
              </p:nvSpPr>
              <p:spPr>
                <a:xfrm>
                  <a:off x="4526434" y="5080405"/>
                  <a:ext cx="72872" cy="51762"/>
                </a:xfrm>
                <a:custGeom>
                  <a:rect b="b" l="l" r="r" t="t"/>
                  <a:pathLst>
                    <a:path extrusionOk="0" h="51762" w="72872">
                      <a:moveTo>
                        <a:pt x="72873" y="45203"/>
                      </a:moveTo>
                      <a:lnTo>
                        <a:pt x="32083" y="0"/>
                      </a:lnTo>
                      <a:lnTo>
                        <a:pt x="0" y="51763"/>
                      </a:lnTo>
                    </a:path>
                  </a:pathLst>
                </a:custGeom>
                <a:noFill/>
                <a:ln cap="rnd" cmpd="sng" w="9525">
                  <a:solidFill>
                    <a:srgbClr val="7A126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9" name="Google Shape;1039;p44"/>
                <p:cNvSpPr/>
                <p:nvPr/>
              </p:nvSpPr>
              <p:spPr>
                <a:xfrm>
                  <a:off x="4473956" y="5081001"/>
                  <a:ext cx="88037" cy="144911"/>
                </a:xfrm>
                <a:custGeom>
                  <a:rect b="b" l="l" r="r" t="t"/>
                  <a:pathLst>
                    <a:path extrusionOk="0" h="144911" w="88037">
                      <a:moveTo>
                        <a:pt x="84323" y="0"/>
                      </a:moveTo>
                      <a:cubicBezTo>
                        <a:pt x="100305" y="63332"/>
                        <a:pt x="63332" y="128810"/>
                        <a:pt x="0" y="144911"/>
                      </a:cubicBezTo>
                    </a:path>
                  </a:pathLst>
                </a:custGeom>
                <a:noFill/>
                <a:ln cap="rnd" cmpd="sng" w="9525">
                  <a:solidFill>
                    <a:srgbClr val="7A126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40" name="Google Shape;1040;p44"/>
              <p:cNvGrpSpPr/>
              <p:nvPr/>
            </p:nvGrpSpPr>
            <p:grpSpPr>
              <a:xfrm>
                <a:off x="4906656" y="1888037"/>
                <a:ext cx="99638" cy="40790"/>
                <a:chOff x="4366495" y="4966742"/>
                <a:chExt cx="167810" cy="68698"/>
              </a:xfrm>
            </p:grpSpPr>
            <p:sp>
              <p:nvSpPr>
                <p:cNvPr id="1041" name="Google Shape;1041;p44"/>
                <p:cNvSpPr/>
                <p:nvPr/>
              </p:nvSpPr>
              <p:spPr>
                <a:xfrm>
                  <a:off x="4366495" y="4966742"/>
                  <a:ext cx="60588" cy="62496"/>
                </a:xfrm>
                <a:custGeom>
                  <a:rect b="b" l="l" r="r" t="t"/>
                  <a:pathLst>
                    <a:path extrusionOk="0" h="62496" w="60588">
                      <a:moveTo>
                        <a:pt x="22780" y="0"/>
                      </a:moveTo>
                      <a:lnTo>
                        <a:pt x="0" y="56533"/>
                      </a:lnTo>
                      <a:lnTo>
                        <a:pt x="60588" y="62497"/>
                      </a:lnTo>
                    </a:path>
                  </a:pathLst>
                </a:custGeom>
                <a:noFill/>
                <a:ln cap="rnd" cmpd="sng" w="9525">
                  <a:solidFill>
                    <a:srgbClr val="7A126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2" name="Google Shape;1042;p44"/>
                <p:cNvSpPr/>
                <p:nvPr/>
              </p:nvSpPr>
              <p:spPr>
                <a:xfrm>
                  <a:off x="4366733" y="4994438"/>
                  <a:ext cx="167572" cy="41002"/>
                </a:xfrm>
                <a:custGeom>
                  <a:rect b="b" l="l" r="r" t="t"/>
                  <a:pathLst>
                    <a:path extrusionOk="0" h="41002" w="167572">
                      <a:moveTo>
                        <a:pt x="0" y="28718"/>
                      </a:moveTo>
                      <a:cubicBezTo>
                        <a:pt x="49855" y="-13503"/>
                        <a:pt x="125351" y="-8971"/>
                        <a:pt x="167572" y="41003"/>
                      </a:cubicBezTo>
                    </a:path>
                  </a:pathLst>
                </a:custGeom>
                <a:noFill/>
                <a:ln cap="rnd" cmpd="sng" w="9525">
                  <a:solidFill>
                    <a:srgbClr val="7A126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43" name="Google Shape;1043;p44"/>
              <p:cNvGrpSpPr/>
              <p:nvPr/>
            </p:nvGrpSpPr>
            <p:grpSpPr>
              <a:xfrm>
                <a:off x="4882109" y="1952126"/>
                <a:ext cx="47987" cy="94893"/>
                <a:chOff x="4325153" y="5074680"/>
                <a:chExt cx="80819" cy="159819"/>
              </a:xfrm>
            </p:grpSpPr>
            <p:sp>
              <p:nvSpPr>
                <p:cNvPr id="1044" name="Google Shape;1044;p44"/>
                <p:cNvSpPr/>
                <p:nvPr/>
              </p:nvSpPr>
              <p:spPr>
                <a:xfrm>
                  <a:off x="4345623" y="5170333"/>
                  <a:ext cx="60349" cy="64166"/>
                </a:xfrm>
                <a:custGeom>
                  <a:rect b="b" l="l" r="r" t="t"/>
                  <a:pathLst>
                    <a:path extrusionOk="0" h="64166" w="60349">
                      <a:moveTo>
                        <a:pt x="0" y="64166"/>
                      </a:moveTo>
                      <a:lnTo>
                        <a:pt x="60350" y="55341"/>
                      </a:lnTo>
                      <a:lnTo>
                        <a:pt x="34946" y="0"/>
                      </a:lnTo>
                    </a:path>
                  </a:pathLst>
                </a:custGeom>
                <a:noFill/>
                <a:ln cap="rnd" cmpd="sng" w="9525">
                  <a:solidFill>
                    <a:srgbClr val="7A126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5" name="Google Shape;1045;p44"/>
                <p:cNvSpPr/>
                <p:nvPr/>
              </p:nvSpPr>
              <p:spPr>
                <a:xfrm>
                  <a:off x="4325153" y="5074680"/>
                  <a:ext cx="79984" cy="150516"/>
                </a:xfrm>
                <a:custGeom>
                  <a:rect b="b" l="l" r="r" t="t"/>
                  <a:pathLst>
                    <a:path extrusionOk="0" h="150516" w="79984">
                      <a:moveTo>
                        <a:pt x="79985" y="150517"/>
                      </a:moveTo>
                      <a:cubicBezTo>
                        <a:pt x="18323" y="128691"/>
                        <a:pt x="-15072" y="61543"/>
                        <a:pt x="6635" y="0"/>
                      </a:cubicBezTo>
                    </a:path>
                  </a:pathLst>
                </a:custGeom>
                <a:noFill/>
                <a:ln cap="rnd" cmpd="sng" w="9525">
                  <a:solidFill>
                    <a:srgbClr val="7A126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046" name="Google Shape;1046;p44"/>
          <p:cNvGrpSpPr/>
          <p:nvPr/>
        </p:nvGrpSpPr>
        <p:grpSpPr>
          <a:xfrm>
            <a:off x="6934205" y="1805063"/>
            <a:ext cx="324932" cy="324932"/>
            <a:chOff x="6934205" y="1805063"/>
            <a:chExt cx="324932" cy="324932"/>
          </a:xfrm>
        </p:grpSpPr>
        <p:sp>
          <p:nvSpPr>
            <p:cNvPr id="1047" name="Google Shape;1047;p44"/>
            <p:cNvSpPr/>
            <p:nvPr/>
          </p:nvSpPr>
          <p:spPr>
            <a:xfrm>
              <a:off x="6934205" y="1805063"/>
              <a:ext cx="324932" cy="32493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048" name="Google Shape;1048;p44"/>
            <p:cNvGrpSpPr/>
            <p:nvPr/>
          </p:nvGrpSpPr>
          <p:grpSpPr>
            <a:xfrm>
              <a:off x="7025342" y="1905504"/>
              <a:ext cx="142657" cy="124050"/>
              <a:chOff x="3750075" y="5366436"/>
              <a:chExt cx="274666" cy="238840"/>
            </a:xfrm>
          </p:grpSpPr>
          <p:sp>
            <p:nvSpPr>
              <p:cNvPr id="1049" name="Google Shape;1049;p44"/>
              <p:cNvSpPr/>
              <p:nvPr/>
            </p:nvSpPr>
            <p:spPr>
              <a:xfrm>
                <a:off x="3900170" y="5450030"/>
                <a:ext cx="123440" cy="155246"/>
              </a:xfrm>
              <a:custGeom>
                <a:rect b="b" l="l" r="r" t="t"/>
                <a:pathLst>
                  <a:path extrusionOk="0" h="155246" w="123440">
                    <a:moveTo>
                      <a:pt x="41097" y="11942"/>
                    </a:moveTo>
                    <a:cubicBezTo>
                      <a:pt x="41097" y="5374"/>
                      <a:pt x="46471" y="0"/>
                      <a:pt x="53039" y="0"/>
                    </a:cubicBezTo>
                    <a:cubicBezTo>
                      <a:pt x="59607" y="0"/>
                      <a:pt x="64981" y="5374"/>
                      <a:pt x="64981" y="11942"/>
                    </a:cubicBezTo>
                    <a:lnTo>
                      <a:pt x="64981" y="68667"/>
                    </a:lnTo>
                    <a:lnTo>
                      <a:pt x="112391" y="82400"/>
                    </a:lnTo>
                    <a:cubicBezTo>
                      <a:pt x="120153" y="84669"/>
                      <a:pt x="124930" y="92670"/>
                      <a:pt x="123019" y="100552"/>
                    </a:cubicBezTo>
                    <a:lnTo>
                      <a:pt x="122064" y="104970"/>
                    </a:lnTo>
                    <a:lnTo>
                      <a:pt x="112988" y="155246"/>
                    </a:lnTo>
                    <a:lnTo>
                      <a:pt x="39903" y="155246"/>
                    </a:lnTo>
                    <a:lnTo>
                      <a:pt x="3360" y="100433"/>
                    </a:lnTo>
                    <a:cubicBezTo>
                      <a:pt x="-11089" y="78220"/>
                      <a:pt x="24737" y="70816"/>
                      <a:pt x="41216" y="107717"/>
                    </a:cubicBezTo>
                    <a:lnTo>
                      <a:pt x="41216" y="1194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rgbClr val="7A126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50" name="Google Shape;1050;p44"/>
              <p:cNvGrpSpPr/>
              <p:nvPr/>
            </p:nvGrpSpPr>
            <p:grpSpPr>
              <a:xfrm>
                <a:off x="3750075" y="5366436"/>
                <a:ext cx="274666" cy="226899"/>
                <a:chOff x="3750075" y="5366436"/>
                <a:chExt cx="274666" cy="226899"/>
              </a:xfrm>
            </p:grpSpPr>
            <p:sp>
              <p:nvSpPr>
                <p:cNvPr id="1051" name="Google Shape;1051;p44"/>
                <p:cNvSpPr/>
                <p:nvPr/>
              </p:nvSpPr>
              <p:spPr>
                <a:xfrm>
                  <a:off x="3750075" y="5366436"/>
                  <a:ext cx="274666" cy="179130"/>
                </a:xfrm>
                <a:custGeom>
                  <a:rect b="b" l="l" r="r" t="t"/>
                  <a:pathLst>
                    <a:path extrusionOk="0" h="179130" w="274666">
                      <a:moveTo>
                        <a:pt x="131362" y="179131"/>
                      </a:moveTo>
                      <a:lnTo>
                        <a:pt x="11942" y="179131"/>
                      </a:lnTo>
                      <a:cubicBezTo>
                        <a:pt x="5374" y="179131"/>
                        <a:pt x="0" y="173757"/>
                        <a:pt x="0" y="167189"/>
                      </a:cubicBezTo>
                      <a:lnTo>
                        <a:pt x="0" y="11942"/>
                      </a:lnTo>
                      <a:cubicBezTo>
                        <a:pt x="0" y="5374"/>
                        <a:pt x="5374" y="0"/>
                        <a:pt x="11942" y="0"/>
                      </a:cubicBezTo>
                      <a:lnTo>
                        <a:pt x="262725" y="0"/>
                      </a:lnTo>
                      <a:cubicBezTo>
                        <a:pt x="269293" y="0"/>
                        <a:pt x="274667" y="5374"/>
                        <a:pt x="274667" y="11942"/>
                      </a:cubicBezTo>
                      <a:lnTo>
                        <a:pt x="274667" y="143304"/>
                      </a:lnTo>
                    </a:path>
                  </a:pathLst>
                </a:custGeom>
                <a:noFill/>
                <a:ln cap="rnd" cmpd="sng" w="9525">
                  <a:solidFill>
                    <a:srgbClr val="7A126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2" name="Google Shape;1052;p44"/>
                <p:cNvSpPr/>
                <p:nvPr/>
              </p:nvSpPr>
              <p:spPr>
                <a:xfrm>
                  <a:off x="3773959" y="5390320"/>
                  <a:ext cx="226898" cy="131362"/>
                </a:xfrm>
                <a:custGeom>
                  <a:rect b="b" l="l" r="r" t="t"/>
                  <a:pathLst>
                    <a:path extrusionOk="0" h="131362" w="226898">
                      <a:moveTo>
                        <a:pt x="107478" y="131362"/>
                      </a:moveTo>
                      <a:lnTo>
                        <a:pt x="0" y="131362"/>
                      </a:lnTo>
                      <a:lnTo>
                        <a:pt x="0" y="0"/>
                      </a:lnTo>
                      <a:lnTo>
                        <a:pt x="226899" y="0"/>
                      </a:lnTo>
                      <a:lnTo>
                        <a:pt x="226899" y="107478"/>
                      </a:lnTo>
                    </a:path>
                  </a:pathLst>
                </a:custGeom>
                <a:noFill/>
                <a:ln cap="rnd" cmpd="sng" w="9525">
                  <a:solidFill>
                    <a:srgbClr val="7A126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3" name="Google Shape;1053;p44"/>
                <p:cNvSpPr/>
                <p:nvPr/>
              </p:nvSpPr>
              <p:spPr>
                <a:xfrm>
                  <a:off x="3827698" y="5581393"/>
                  <a:ext cx="59710" cy="11942"/>
                </a:xfrm>
                <a:custGeom>
                  <a:rect b="b" l="l" r="r" t="t"/>
                  <a:pathLst>
                    <a:path extrusionOk="0" h="11942" w="59710">
                      <a:moveTo>
                        <a:pt x="0" y="0"/>
                      </a:moveTo>
                      <a:lnTo>
                        <a:pt x="59710" y="0"/>
                      </a:lnTo>
                    </a:path>
                  </a:pathLst>
                </a:custGeom>
                <a:noFill/>
                <a:ln cap="rnd" cmpd="sng" w="9525">
                  <a:solidFill>
                    <a:srgbClr val="7A126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4" name="Google Shape;1054;p44"/>
                <p:cNvSpPr/>
                <p:nvPr/>
              </p:nvSpPr>
              <p:spPr>
                <a:xfrm>
                  <a:off x="3869496" y="5545567"/>
                  <a:ext cx="11942" cy="35826"/>
                </a:xfrm>
                <a:custGeom>
                  <a:rect b="b" l="l" r="r" t="t"/>
                  <a:pathLst>
                    <a:path extrusionOk="0" h="35826" w="11942">
                      <a:moveTo>
                        <a:pt x="0" y="0"/>
                      </a:moveTo>
                      <a:lnTo>
                        <a:pt x="0" y="35826"/>
                      </a:lnTo>
                    </a:path>
                  </a:pathLst>
                </a:custGeom>
                <a:noFill/>
                <a:ln cap="rnd" cmpd="sng" w="9525">
                  <a:solidFill>
                    <a:srgbClr val="7A126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1055" name="Google Shape;1055;p44"/>
          <p:cNvSpPr txBox="1"/>
          <p:nvPr/>
        </p:nvSpPr>
        <p:spPr>
          <a:xfrm>
            <a:off x="815180" y="1699839"/>
            <a:ext cx="993862" cy="535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</a:pPr>
            <a:r>
              <a:rPr b="1" i="0" lang="mn-MN" sz="1400" u="none" cap="none" strike="noStrike">
                <a:solidFill>
                  <a:srgbClr val="050404"/>
                </a:solidFill>
                <a:latin typeface="Manrope"/>
                <a:ea typeface="Manrope"/>
                <a:cs typeface="Manrope"/>
                <a:sym typeface="Manrope"/>
              </a:rPr>
              <a:t>Технологийн стек</a:t>
            </a:r>
            <a:endParaRPr/>
          </a:p>
        </p:txBody>
      </p:sp>
      <p:sp>
        <p:nvSpPr>
          <p:cNvPr id="1056" name="Google Shape;1056;p44"/>
          <p:cNvSpPr txBox="1"/>
          <p:nvPr/>
        </p:nvSpPr>
        <p:spPr>
          <a:xfrm>
            <a:off x="815180" y="2507783"/>
            <a:ext cx="993862" cy="11882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</a:pPr>
            <a:r>
              <a:rPr b="1" i="0" lang="mn-MN" sz="1400" u="none" cap="none" strike="noStrike">
                <a:solidFill>
                  <a:srgbClr val="050404"/>
                </a:solidFill>
                <a:latin typeface="Manrope"/>
                <a:ea typeface="Manrope"/>
                <a:cs typeface="Manrope"/>
                <a:sym typeface="Manrope"/>
              </a:rPr>
              <a:t>Стекийн </a:t>
            </a:r>
            <a:br>
              <a:rPr b="1" i="0" lang="mn-MN" sz="1400" u="none" cap="none" strike="noStrike">
                <a:solidFill>
                  <a:srgbClr val="050404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1" i="0" lang="mn-MN" sz="1400" u="none" cap="none" strike="noStrike">
                <a:solidFill>
                  <a:srgbClr val="050404"/>
                </a:solidFill>
                <a:latin typeface="Manrope"/>
                <a:ea typeface="Manrope"/>
                <a:cs typeface="Manrope"/>
                <a:sym typeface="Manrope"/>
              </a:rPr>
              <a:t>жишээ</a:t>
            </a:r>
            <a:endParaRPr/>
          </a:p>
        </p:txBody>
      </p:sp>
      <p:cxnSp>
        <p:nvCxnSpPr>
          <p:cNvPr id="1057" name="Google Shape;1057;p44"/>
          <p:cNvCxnSpPr/>
          <p:nvPr/>
        </p:nvCxnSpPr>
        <p:spPr>
          <a:xfrm>
            <a:off x="4534704" y="1967528"/>
            <a:ext cx="0" cy="1728546"/>
          </a:xfrm>
          <a:prstGeom prst="straightConnector1">
            <a:avLst/>
          </a:prstGeom>
          <a:noFill/>
          <a:ln cap="flat" cmpd="sng" w="9525">
            <a:solidFill>
              <a:srgbClr val="AFBDD7">
                <a:alpha val="90196"/>
              </a:srgbClr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58" name="Google Shape;1058;p44"/>
          <p:cNvCxnSpPr/>
          <p:nvPr/>
        </p:nvCxnSpPr>
        <p:spPr>
          <a:xfrm>
            <a:off x="6667876" y="1967528"/>
            <a:ext cx="0" cy="1728546"/>
          </a:xfrm>
          <a:prstGeom prst="straightConnector1">
            <a:avLst/>
          </a:prstGeom>
          <a:noFill/>
          <a:ln cap="flat" cmpd="sng" w="9525">
            <a:solidFill>
              <a:srgbClr val="AFBDD7">
                <a:alpha val="90196"/>
              </a:srgbClr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1059" name="Google Shape;1059;p44"/>
          <p:cNvGrpSpPr/>
          <p:nvPr/>
        </p:nvGrpSpPr>
        <p:grpSpPr>
          <a:xfrm>
            <a:off x="1950673" y="1749632"/>
            <a:ext cx="434055" cy="434055"/>
            <a:chOff x="2001865" y="1749632"/>
            <a:chExt cx="434055" cy="434055"/>
          </a:xfrm>
        </p:grpSpPr>
        <p:sp>
          <p:nvSpPr>
            <p:cNvPr id="1060" name="Google Shape;1060;p44"/>
            <p:cNvSpPr/>
            <p:nvPr/>
          </p:nvSpPr>
          <p:spPr>
            <a:xfrm rot="2700000">
              <a:off x="2065431" y="1813198"/>
              <a:ext cx="306923" cy="306923"/>
            </a:xfrm>
            <a:prstGeom prst="ellipse">
              <a:avLst/>
            </a:prstGeom>
            <a:noFill/>
            <a:ln cap="flat" cmpd="sng" w="9525">
              <a:solidFill>
                <a:srgbClr val="7A126B">
                  <a:alpha val="5803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61" name="Google Shape;1061;p44"/>
            <p:cNvGrpSpPr/>
            <p:nvPr/>
          </p:nvGrpSpPr>
          <p:grpSpPr>
            <a:xfrm>
              <a:off x="2164175" y="1928044"/>
              <a:ext cx="109676" cy="77364"/>
              <a:chOff x="1362642" y="1641228"/>
              <a:chExt cx="1045800" cy="737700"/>
            </a:xfrm>
          </p:grpSpPr>
          <p:sp>
            <p:nvSpPr>
              <p:cNvPr id="1062" name="Google Shape;1062;p44"/>
              <p:cNvSpPr/>
              <p:nvPr/>
            </p:nvSpPr>
            <p:spPr>
              <a:xfrm>
                <a:off x="2012744" y="1641228"/>
                <a:ext cx="395698" cy="737700"/>
              </a:xfrm>
              <a:prstGeom prst="chevron">
                <a:avLst>
                  <a:gd fmla="val 100000" name="adj"/>
                </a:avLst>
              </a:prstGeom>
              <a:solidFill>
                <a:schemeClr val="accent1"/>
              </a:solidFill>
              <a:ln cap="flat" cmpd="sng" w="12700">
                <a:solidFill>
                  <a:srgbClr val="7A126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25700" lIns="51425" spcFirstLastPara="1" rIns="51425" wrap="square" tIns="2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Manrope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63" name="Google Shape;1063;p44"/>
              <p:cNvCxnSpPr>
                <a:stCxn id="1062" idx="1"/>
              </p:cNvCxnSpPr>
              <p:nvPr/>
            </p:nvCxnSpPr>
            <p:spPr>
              <a:xfrm flipH="1">
                <a:off x="1362642" y="2010078"/>
                <a:ext cx="1045800" cy="19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7A126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1064" name="Google Shape;1064;p44"/>
            <p:cNvSpPr/>
            <p:nvPr/>
          </p:nvSpPr>
          <p:spPr>
            <a:xfrm rot="1534588">
              <a:off x="2065963" y="1814937"/>
              <a:ext cx="306923" cy="306923"/>
            </a:xfrm>
            <a:prstGeom prst="arc">
              <a:avLst>
                <a:gd fmla="val 16200000" name="adj1"/>
                <a:gd fmla="val 2547781" name="adj2"/>
              </a:avLst>
            </a:prstGeom>
            <a:noFill/>
            <a:ln cap="flat" cmpd="sng" w="25400">
              <a:solidFill>
                <a:srgbClr val="7A126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5" name="Google Shape;1065;p44"/>
          <p:cNvGrpSpPr/>
          <p:nvPr/>
        </p:nvGrpSpPr>
        <p:grpSpPr>
          <a:xfrm>
            <a:off x="1950673" y="2884031"/>
            <a:ext cx="434055" cy="434055"/>
            <a:chOff x="2001865" y="1749632"/>
            <a:chExt cx="434055" cy="434055"/>
          </a:xfrm>
        </p:grpSpPr>
        <p:sp>
          <p:nvSpPr>
            <p:cNvPr id="1066" name="Google Shape;1066;p44"/>
            <p:cNvSpPr/>
            <p:nvPr/>
          </p:nvSpPr>
          <p:spPr>
            <a:xfrm rot="2700000">
              <a:off x="2065431" y="1813198"/>
              <a:ext cx="306923" cy="306923"/>
            </a:xfrm>
            <a:prstGeom prst="ellipse">
              <a:avLst/>
            </a:prstGeom>
            <a:noFill/>
            <a:ln cap="flat" cmpd="sng" w="9525">
              <a:solidFill>
                <a:srgbClr val="7A126B">
                  <a:alpha val="5803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67" name="Google Shape;1067;p44"/>
            <p:cNvGrpSpPr/>
            <p:nvPr/>
          </p:nvGrpSpPr>
          <p:grpSpPr>
            <a:xfrm>
              <a:off x="2164175" y="1928044"/>
              <a:ext cx="109676" cy="77364"/>
              <a:chOff x="1362642" y="1641228"/>
              <a:chExt cx="1045800" cy="737700"/>
            </a:xfrm>
          </p:grpSpPr>
          <p:sp>
            <p:nvSpPr>
              <p:cNvPr id="1068" name="Google Shape;1068;p44"/>
              <p:cNvSpPr/>
              <p:nvPr/>
            </p:nvSpPr>
            <p:spPr>
              <a:xfrm>
                <a:off x="2012744" y="1641228"/>
                <a:ext cx="395698" cy="737700"/>
              </a:xfrm>
              <a:prstGeom prst="chevron">
                <a:avLst>
                  <a:gd fmla="val 100000" name="adj"/>
                </a:avLst>
              </a:prstGeom>
              <a:solidFill>
                <a:schemeClr val="accent1"/>
              </a:solidFill>
              <a:ln cap="flat" cmpd="sng" w="12700">
                <a:solidFill>
                  <a:srgbClr val="7A126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25700" lIns="51425" spcFirstLastPara="1" rIns="51425" wrap="square" tIns="2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Manrope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69" name="Google Shape;1069;p44"/>
              <p:cNvCxnSpPr>
                <a:stCxn id="1068" idx="1"/>
              </p:cNvCxnSpPr>
              <p:nvPr/>
            </p:nvCxnSpPr>
            <p:spPr>
              <a:xfrm flipH="1">
                <a:off x="1362642" y="2010078"/>
                <a:ext cx="1045800" cy="19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7A126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1070" name="Google Shape;1070;p44"/>
            <p:cNvSpPr/>
            <p:nvPr/>
          </p:nvSpPr>
          <p:spPr>
            <a:xfrm rot="1534588">
              <a:off x="2065963" y="1814937"/>
              <a:ext cx="306923" cy="306923"/>
            </a:xfrm>
            <a:prstGeom prst="arc">
              <a:avLst>
                <a:gd fmla="val 16200000" name="adj1"/>
                <a:gd fmla="val 2547781" name="adj2"/>
              </a:avLst>
            </a:prstGeom>
            <a:noFill/>
            <a:ln cap="flat" cmpd="sng" w="25400">
              <a:solidFill>
                <a:srgbClr val="7A126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5" name="Google Shape;1075;p45"/>
          <p:cNvGrpSpPr/>
          <p:nvPr/>
        </p:nvGrpSpPr>
        <p:grpSpPr>
          <a:xfrm flipH="1" rot="10800000">
            <a:off x="1425727" y="5796"/>
            <a:ext cx="7718273" cy="3480494"/>
            <a:chOff x="619790" y="1109343"/>
            <a:chExt cx="7718273" cy="3480494"/>
          </a:xfrm>
        </p:grpSpPr>
        <p:sp>
          <p:nvSpPr>
            <p:cNvPr id="1076" name="Google Shape;1076;p45"/>
            <p:cNvSpPr/>
            <p:nvPr/>
          </p:nvSpPr>
          <p:spPr>
            <a:xfrm rot="-5400000">
              <a:off x="4418072" y="4394070"/>
              <a:ext cx="121685" cy="269847"/>
            </a:xfrm>
            <a:custGeom>
              <a:rect b="b" l="l" r="r" t="t"/>
              <a:pathLst>
                <a:path extrusionOk="0" h="498466" w="194439">
                  <a:moveTo>
                    <a:pt x="0" y="0"/>
                  </a:moveTo>
                  <a:lnTo>
                    <a:pt x="0" y="8914"/>
                  </a:lnTo>
                  <a:cubicBezTo>
                    <a:pt x="103374" y="8914"/>
                    <a:pt x="187486" y="116728"/>
                    <a:pt x="187486" y="249233"/>
                  </a:cubicBezTo>
                  <a:cubicBezTo>
                    <a:pt x="187486" y="381739"/>
                    <a:pt x="103374" y="489552"/>
                    <a:pt x="0" y="489552"/>
                  </a:cubicBezTo>
                  <a:lnTo>
                    <a:pt x="0" y="498466"/>
                  </a:lnTo>
                  <a:cubicBezTo>
                    <a:pt x="107234" y="498466"/>
                    <a:pt x="194440" y="386686"/>
                    <a:pt x="194440" y="249233"/>
                  </a:cubicBezTo>
                  <a:cubicBezTo>
                    <a:pt x="194440" y="111780"/>
                    <a:pt x="107234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77" name="Google Shape;1077;p45"/>
            <p:cNvSpPr/>
            <p:nvPr/>
          </p:nvSpPr>
          <p:spPr>
            <a:xfrm rot="-5400000">
              <a:off x="4338102" y="4136760"/>
              <a:ext cx="281625" cy="624528"/>
            </a:xfrm>
            <a:custGeom>
              <a:rect b="b" l="l" r="r" t="t"/>
              <a:pathLst>
                <a:path extrusionOk="0" h="1153639" w="450007">
                  <a:moveTo>
                    <a:pt x="0" y="0"/>
                  </a:moveTo>
                  <a:lnTo>
                    <a:pt x="0" y="8557"/>
                  </a:lnTo>
                  <a:cubicBezTo>
                    <a:pt x="244475" y="8557"/>
                    <a:pt x="443366" y="263495"/>
                    <a:pt x="443366" y="576819"/>
                  </a:cubicBezTo>
                  <a:cubicBezTo>
                    <a:pt x="443366" y="890144"/>
                    <a:pt x="244475" y="1145126"/>
                    <a:pt x="0" y="1145126"/>
                  </a:cubicBezTo>
                  <a:lnTo>
                    <a:pt x="0" y="1153639"/>
                  </a:lnTo>
                  <a:cubicBezTo>
                    <a:pt x="248126" y="1153639"/>
                    <a:pt x="450007" y="894913"/>
                    <a:pt x="450007" y="576819"/>
                  </a:cubicBezTo>
                  <a:cubicBezTo>
                    <a:pt x="450007" y="258726"/>
                    <a:pt x="248126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78" name="Google Shape;1078;p45"/>
            <p:cNvSpPr/>
            <p:nvPr/>
          </p:nvSpPr>
          <p:spPr>
            <a:xfrm rot="-5400000">
              <a:off x="4258133" y="3879426"/>
              <a:ext cx="441587" cy="979234"/>
            </a:xfrm>
            <a:custGeom>
              <a:rect b="b" l="l" r="r" t="t"/>
              <a:pathLst>
                <a:path extrusionOk="0" h="1808857" w="705609">
                  <a:moveTo>
                    <a:pt x="0" y="0"/>
                  </a:moveTo>
                  <a:lnTo>
                    <a:pt x="0" y="8156"/>
                  </a:lnTo>
                  <a:cubicBezTo>
                    <a:pt x="385541" y="8156"/>
                    <a:pt x="699211" y="410219"/>
                    <a:pt x="699211" y="904406"/>
                  </a:cubicBezTo>
                  <a:cubicBezTo>
                    <a:pt x="699211" y="1398594"/>
                    <a:pt x="385541" y="1800656"/>
                    <a:pt x="0" y="1800656"/>
                  </a:cubicBezTo>
                  <a:lnTo>
                    <a:pt x="0" y="1808857"/>
                  </a:lnTo>
                  <a:cubicBezTo>
                    <a:pt x="389053" y="1808857"/>
                    <a:pt x="705609" y="1403095"/>
                    <a:pt x="705609" y="904406"/>
                  </a:cubicBezTo>
                  <a:cubicBezTo>
                    <a:pt x="705609" y="405717"/>
                    <a:pt x="38905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79" name="Google Shape;1079;p45"/>
            <p:cNvSpPr/>
            <p:nvPr/>
          </p:nvSpPr>
          <p:spPr>
            <a:xfrm rot="-5400000">
              <a:off x="4178163" y="3622115"/>
              <a:ext cx="601527" cy="1333915"/>
            </a:xfrm>
            <a:custGeom>
              <a:rect b="b" l="l" r="r" t="t"/>
              <a:pathLst>
                <a:path extrusionOk="0" h="2464030" w="961176">
                  <a:moveTo>
                    <a:pt x="679635" y="360835"/>
                  </a:moveTo>
                  <a:cubicBezTo>
                    <a:pt x="498095" y="128138"/>
                    <a:pt x="256749" y="0"/>
                    <a:pt x="0" y="0"/>
                  </a:cubicBezTo>
                  <a:lnTo>
                    <a:pt x="0" y="7800"/>
                  </a:lnTo>
                  <a:cubicBezTo>
                    <a:pt x="526642" y="7800"/>
                    <a:pt x="955091" y="556986"/>
                    <a:pt x="955091" y="1231993"/>
                  </a:cubicBezTo>
                  <a:cubicBezTo>
                    <a:pt x="955091" y="1906999"/>
                    <a:pt x="526642" y="2456231"/>
                    <a:pt x="0" y="2456231"/>
                  </a:cubicBezTo>
                  <a:lnTo>
                    <a:pt x="0" y="2464030"/>
                  </a:lnTo>
                  <a:cubicBezTo>
                    <a:pt x="256749" y="2464030"/>
                    <a:pt x="498095" y="2335848"/>
                    <a:pt x="679635" y="2103150"/>
                  </a:cubicBezTo>
                  <a:cubicBezTo>
                    <a:pt x="861175" y="1870452"/>
                    <a:pt x="961176" y="1561095"/>
                    <a:pt x="961176" y="1231993"/>
                  </a:cubicBezTo>
                  <a:cubicBezTo>
                    <a:pt x="961176" y="902891"/>
                    <a:pt x="861175" y="593533"/>
                    <a:pt x="679635" y="360835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80" name="Google Shape;1080;p45"/>
            <p:cNvSpPr/>
            <p:nvPr/>
          </p:nvSpPr>
          <p:spPr>
            <a:xfrm rot="-5400000">
              <a:off x="4098193" y="3364805"/>
              <a:ext cx="761467" cy="1688596"/>
            </a:xfrm>
            <a:custGeom>
              <a:rect b="b" l="l" r="r" t="t"/>
              <a:pathLst>
                <a:path extrusionOk="0" h="3119203" w="1216743">
                  <a:moveTo>
                    <a:pt x="860375" y="456794"/>
                  </a:moveTo>
                  <a:cubicBezTo>
                    <a:pt x="630538" y="162233"/>
                    <a:pt x="325005" y="0"/>
                    <a:pt x="0" y="0"/>
                  </a:cubicBezTo>
                  <a:lnTo>
                    <a:pt x="0" y="7399"/>
                  </a:lnTo>
                  <a:cubicBezTo>
                    <a:pt x="667709" y="7399"/>
                    <a:pt x="1210937" y="703709"/>
                    <a:pt x="1210937" y="1559579"/>
                  </a:cubicBezTo>
                  <a:cubicBezTo>
                    <a:pt x="1210937" y="2415449"/>
                    <a:pt x="667709" y="3111760"/>
                    <a:pt x="0" y="3111760"/>
                  </a:cubicBezTo>
                  <a:lnTo>
                    <a:pt x="0" y="3119203"/>
                  </a:lnTo>
                  <a:cubicBezTo>
                    <a:pt x="325005" y="3119203"/>
                    <a:pt x="630538" y="2956970"/>
                    <a:pt x="860375" y="2662410"/>
                  </a:cubicBezTo>
                  <a:cubicBezTo>
                    <a:pt x="1090177" y="2367805"/>
                    <a:pt x="1216744" y="1976172"/>
                    <a:pt x="1216744" y="1559579"/>
                  </a:cubicBezTo>
                  <a:cubicBezTo>
                    <a:pt x="1216744" y="1142987"/>
                    <a:pt x="1090177" y="751354"/>
                    <a:pt x="860375" y="456794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81" name="Google Shape;1081;p45"/>
            <p:cNvSpPr/>
            <p:nvPr/>
          </p:nvSpPr>
          <p:spPr>
            <a:xfrm rot="-5400000">
              <a:off x="4018223" y="3107494"/>
              <a:ext cx="921407" cy="2043277"/>
            </a:xfrm>
            <a:custGeom>
              <a:rect b="b" l="l" r="r" t="t"/>
              <a:pathLst>
                <a:path extrusionOk="0" h="3774376" w="1472310">
                  <a:moveTo>
                    <a:pt x="1356593" y="1152614"/>
                  </a:moveTo>
                  <a:cubicBezTo>
                    <a:pt x="1282461" y="927850"/>
                    <a:pt x="1176305" y="726039"/>
                    <a:pt x="1041080" y="552708"/>
                  </a:cubicBezTo>
                  <a:cubicBezTo>
                    <a:pt x="905856" y="379421"/>
                    <a:pt x="748412" y="243350"/>
                    <a:pt x="573097" y="148283"/>
                  </a:cubicBezTo>
                  <a:cubicBezTo>
                    <a:pt x="391592" y="49873"/>
                    <a:pt x="198751" y="0"/>
                    <a:pt x="0" y="0"/>
                  </a:cubicBezTo>
                  <a:lnTo>
                    <a:pt x="0" y="7042"/>
                  </a:lnTo>
                  <a:cubicBezTo>
                    <a:pt x="808810" y="7042"/>
                    <a:pt x="1466782" y="850477"/>
                    <a:pt x="1466782" y="1887166"/>
                  </a:cubicBezTo>
                  <a:cubicBezTo>
                    <a:pt x="1466782" y="2923855"/>
                    <a:pt x="808810" y="3767335"/>
                    <a:pt x="0" y="3767335"/>
                  </a:cubicBezTo>
                  <a:lnTo>
                    <a:pt x="0" y="3774376"/>
                  </a:lnTo>
                  <a:cubicBezTo>
                    <a:pt x="198751" y="3774376"/>
                    <a:pt x="391592" y="3724459"/>
                    <a:pt x="573097" y="3626049"/>
                  </a:cubicBezTo>
                  <a:cubicBezTo>
                    <a:pt x="748412" y="3531027"/>
                    <a:pt x="905856" y="3394955"/>
                    <a:pt x="1041080" y="3221624"/>
                  </a:cubicBezTo>
                  <a:cubicBezTo>
                    <a:pt x="1176305" y="3048293"/>
                    <a:pt x="1282461" y="2846482"/>
                    <a:pt x="1356593" y="2621762"/>
                  </a:cubicBezTo>
                  <a:cubicBezTo>
                    <a:pt x="1433367" y="2389109"/>
                    <a:pt x="1472311" y="2141926"/>
                    <a:pt x="1472311" y="1887166"/>
                  </a:cubicBezTo>
                  <a:cubicBezTo>
                    <a:pt x="1472311" y="1632406"/>
                    <a:pt x="1433367" y="1385267"/>
                    <a:pt x="1356593" y="1152614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82" name="Google Shape;1082;p45"/>
            <p:cNvSpPr/>
            <p:nvPr/>
          </p:nvSpPr>
          <p:spPr>
            <a:xfrm rot="-5400000">
              <a:off x="3938240" y="2850171"/>
              <a:ext cx="1081348" cy="2397983"/>
            </a:xfrm>
            <a:custGeom>
              <a:rect b="b" l="l" r="r" t="t"/>
              <a:pathLst>
                <a:path extrusionOk="0" h="4429594" w="1727878">
                  <a:moveTo>
                    <a:pt x="1592097" y="1352732"/>
                  </a:moveTo>
                  <a:cubicBezTo>
                    <a:pt x="1505065" y="1088969"/>
                    <a:pt x="1380481" y="852126"/>
                    <a:pt x="1221785" y="648711"/>
                  </a:cubicBezTo>
                  <a:cubicBezTo>
                    <a:pt x="1063125" y="445295"/>
                    <a:pt x="878317" y="285602"/>
                    <a:pt x="672577" y="174089"/>
                  </a:cubicBezTo>
                  <a:cubicBezTo>
                    <a:pt x="459534" y="58565"/>
                    <a:pt x="233279" y="0"/>
                    <a:pt x="0" y="0"/>
                  </a:cubicBezTo>
                  <a:lnTo>
                    <a:pt x="0" y="6685"/>
                  </a:lnTo>
                  <a:cubicBezTo>
                    <a:pt x="949876" y="6685"/>
                    <a:pt x="1722663" y="997245"/>
                    <a:pt x="1722663" y="2214797"/>
                  </a:cubicBezTo>
                  <a:cubicBezTo>
                    <a:pt x="1722663" y="3432349"/>
                    <a:pt x="949876" y="4422909"/>
                    <a:pt x="0" y="4422909"/>
                  </a:cubicBezTo>
                  <a:lnTo>
                    <a:pt x="0" y="4429595"/>
                  </a:lnTo>
                  <a:cubicBezTo>
                    <a:pt x="233279" y="4429595"/>
                    <a:pt x="459534" y="4371030"/>
                    <a:pt x="672577" y="4255550"/>
                  </a:cubicBezTo>
                  <a:cubicBezTo>
                    <a:pt x="878317" y="4143992"/>
                    <a:pt x="1063125" y="3984299"/>
                    <a:pt x="1221785" y="3780883"/>
                  </a:cubicBezTo>
                  <a:cubicBezTo>
                    <a:pt x="1380481" y="3577512"/>
                    <a:pt x="1505065" y="3340625"/>
                    <a:pt x="1592097" y="3076907"/>
                  </a:cubicBezTo>
                  <a:cubicBezTo>
                    <a:pt x="1682189" y="2803829"/>
                    <a:pt x="1727878" y="2513815"/>
                    <a:pt x="1727878" y="2214797"/>
                  </a:cubicBezTo>
                  <a:cubicBezTo>
                    <a:pt x="1727878" y="1915780"/>
                    <a:pt x="1682189" y="1625765"/>
                    <a:pt x="1592097" y="1352732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83" name="Google Shape;1083;p45"/>
            <p:cNvSpPr/>
            <p:nvPr/>
          </p:nvSpPr>
          <p:spPr>
            <a:xfrm rot="-5400000">
              <a:off x="3858271" y="2592860"/>
              <a:ext cx="1241288" cy="2752664"/>
            </a:xfrm>
            <a:custGeom>
              <a:rect b="b" l="l" r="r" t="t"/>
              <a:pathLst>
                <a:path extrusionOk="0" h="5084767" w="1983445">
                  <a:moveTo>
                    <a:pt x="1827567" y="1552805"/>
                  </a:moveTo>
                  <a:cubicBezTo>
                    <a:pt x="1727670" y="1250043"/>
                    <a:pt x="1584656" y="978169"/>
                    <a:pt x="1402491" y="744669"/>
                  </a:cubicBezTo>
                  <a:cubicBezTo>
                    <a:pt x="1220360" y="511168"/>
                    <a:pt x="1008222" y="327854"/>
                    <a:pt x="772057" y="199805"/>
                  </a:cubicBezTo>
                  <a:cubicBezTo>
                    <a:pt x="527512" y="67255"/>
                    <a:pt x="267772" y="0"/>
                    <a:pt x="0" y="0"/>
                  </a:cubicBezTo>
                  <a:lnTo>
                    <a:pt x="0" y="6329"/>
                  </a:lnTo>
                  <a:cubicBezTo>
                    <a:pt x="1090977" y="6329"/>
                    <a:pt x="1978508" y="1144012"/>
                    <a:pt x="1978508" y="2542383"/>
                  </a:cubicBezTo>
                  <a:cubicBezTo>
                    <a:pt x="1978508" y="3940755"/>
                    <a:pt x="1090977" y="5078438"/>
                    <a:pt x="0" y="5078438"/>
                  </a:cubicBezTo>
                  <a:lnTo>
                    <a:pt x="0" y="5084768"/>
                  </a:lnTo>
                  <a:cubicBezTo>
                    <a:pt x="267772" y="5084768"/>
                    <a:pt x="527512" y="5017557"/>
                    <a:pt x="772057" y="4884962"/>
                  </a:cubicBezTo>
                  <a:cubicBezTo>
                    <a:pt x="1008222" y="4756914"/>
                    <a:pt x="1220360" y="4573598"/>
                    <a:pt x="1402491" y="4340143"/>
                  </a:cubicBezTo>
                  <a:cubicBezTo>
                    <a:pt x="1584656" y="4106643"/>
                    <a:pt x="1727670" y="3834768"/>
                    <a:pt x="1827567" y="3532007"/>
                  </a:cubicBezTo>
                  <a:cubicBezTo>
                    <a:pt x="1931011" y="3218549"/>
                    <a:pt x="1983445" y="2885614"/>
                    <a:pt x="1983445" y="2542383"/>
                  </a:cubicBezTo>
                  <a:cubicBezTo>
                    <a:pt x="1983445" y="2199153"/>
                    <a:pt x="1931011" y="1866218"/>
                    <a:pt x="1827567" y="1552805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84" name="Google Shape;1084;p45"/>
            <p:cNvSpPr/>
            <p:nvPr/>
          </p:nvSpPr>
          <p:spPr>
            <a:xfrm rot="-5400000">
              <a:off x="3778300" y="2335550"/>
              <a:ext cx="1401228" cy="3107345"/>
            </a:xfrm>
            <a:custGeom>
              <a:rect b="b" l="l" r="r" t="t"/>
              <a:pathLst>
                <a:path extrusionOk="0" h="5739940" w="2239012">
                  <a:moveTo>
                    <a:pt x="2063071" y="1752878"/>
                  </a:moveTo>
                  <a:cubicBezTo>
                    <a:pt x="1950274" y="1411118"/>
                    <a:pt x="1788867" y="1104167"/>
                    <a:pt x="1583231" y="840627"/>
                  </a:cubicBezTo>
                  <a:cubicBezTo>
                    <a:pt x="1377595" y="577042"/>
                    <a:pt x="1138161" y="370106"/>
                    <a:pt x="871537" y="225567"/>
                  </a:cubicBezTo>
                  <a:cubicBezTo>
                    <a:pt x="595489" y="75902"/>
                    <a:pt x="302265" y="0"/>
                    <a:pt x="0" y="0"/>
                  </a:cubicBezTo>
                  <a:lnTo>
                    <a:pt x="0" y="5972"/>
                  </a:lnTo>
                  <a:cubicBezTo>
                    <a:pt x="1232043" y="5972"/>
                    <a:pt x="2234388" y="1290736"/>
                    <a:pt x="2234388" y="2869970"/>
                  </a:cubicBezTo>
                  <a:cubicBezTo>
                    <a:pt x="2234388" y="4449205"/>
                    <a:pt x="1232043" y="5734013"/>
                    <a:pt x="0" y="5734013"/>
                  </a:cubicBezTo>
                  <a:lnTo>
                    <a:pt x="0" y="5739941"/>
                  </a:lnTo>
                  <a:cubicBezTo>
                    <a:pt x="302265" y="5739941"/>
                    <a:pt x="595489" y="5664083"/>
                    <a:pt x="871537" y="5514418"/>
                  </a:cubicBezTo>
                  <a:cubicBezTo>
                    <a:pt x="1138161" y="5369879"/>
                    <a:pt x="1377595" y="5162942"/>
                    <a:pt x="1583231" y="4899358"/>
                  </a:cubicBezTo>
                  <a:cubicBezTo>
                    <a:pt x="1788867" y="4635773"/>
                    <a:pt x="1950274" y="4328867"/>
                    <a:pt x="2063071" y="3987107"/>
                  </a:cubicBezTo>
                  <a:cubicBezTo>
                    <a:pt x="2179832" y="3633269"/>
                    <a:pt x="2239013" y="3257414"/>
                    <a:pt x="2239013" y="2869970"/>
                  </a:cubicBezTo>
                  <a:cubicBezTo>
                    <a:pt x="2239013" y="2482527"/>
                    <a:pt x="2179832" y="2106672"/>
                    <a:pt x="2063071" y="1752878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85" name="Google Shape;1085;p45"/>
            <p:cNvSpPr/>
            <p:nvPr/>
          </p:nvSpPr>
          <p:spPr>
            <a:xfrm rot="-5400000">
              <a:off x="3698331" y="2078239"/>
              <a:ext cx="1561168" cy="3462026"/>
            </a:xfrm>
            <a:custGeom>
              <a:rect b="b" l="l" r="r" t="t"/>
              <a:pathLst>
                <a:path extrusionOk="0" h="6395113" w="2494579">
                  <a:moveTo>
                    <a:pt x="2298541" y="1952950"/>
                  </a:moveTo>
                  <a:cubicBezTo>
                    <a:pt x="2172913" y="1572148"/>
                    <a:pt x="1993042" y="1230210"/>
                    <a:pt x="1763936" y="936541"/>
                  </a:cubicBezTo>
                  <a:cubicBezTo>
                    <a:pt x="1534829" y="642872"/>
                    <a:pt x="1268066" y="412358"/>
                    <a:pt x="971017" y="251283"/>
                  </a:cubicBezTo>
                  <a:cubicBezTo>
                    <a:pt x="663467" y="84548"/>
                    <a:pt x="336758" y="0"/>
                    <a:pt x="0" y="0"/>
                  </a:cubicBezTo>
                  <a:lnTo>
                    <a:pt x="0" y="5571"/>
                  </a:lnTo>
                  <a:cubicBezTo>
                    <a:pt x="1373109" y="5571"/>
                    <a:pt x="2490234" y="1437503"/>
                    <a:pt x="2490234" y="3197557"/>
                  </a:cubicBezTo>
                  <a:cubicBezTo>
                    <a:pt x="2490234" y="4957610"/>
                    <a:pt x="1373109" y="6389543"/>
                    <a:pt x="0" y="6389543"/>
                  </a:cubicBezTo>
                  <a:lnTo>
                    <a:pt x="0" y="6395114"/>
                  </a:lnTo>
                  <a:cubicBezTo>
                    <a:pt x="336758" y="6395114"/>
                    <a:pt x="663467" y="6310565"/>
                    <a:pt x="971017" y="6143830"/>
                  </a:cubicBezTo>
                  <a:cubicBezTo>
                    <a:pt x="1268066" y="5982801"/>
                    <a:pt x="1534829" y="5752241"/>
                    <a:pt x="1763936" y="5458573"/>
                  </a:cubicBezTo>
                  <a:cubicBezTo>
                    <a:pt x="1993042" y="5164948"/>
                    <a:pt x="2172913" y="4822966"/>
                    <a:pt x="2298541" y="4442207"/>
                  </a:cubicBezTo>
                  <a:cubicBezTo>
                    <a:pt x="2428619" y="4047989"/>
                    <a:pt x="2494580" y="3629213"/>
                    <a:pt x="2494580" y="3197557"/>
                  </a:cubicBezTo>
                  <a:cubicBezTo>
                    <a:pt x="2494580" y="2765900"/>
                    <a:pt x="2428619" y="2347124"/>
                    <a:pt x="2298541" y="1952950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86" name="Google Shape;1086;p45"/>
            <p:cNvSpPr/>
            <p:nvPr/>
          </p:nvSpPr>
          <p:spPr>
            <a:xfrm rot="-5400000">
              <a:off x="3618360" y="1820928"/>
              <a:ext cx="1721108" cy="3816708"/>
            </a:xfrm>
            <a:custGeom>
              <a:rect b="b" l="l" r="r" t="t"/>
              <a:pathLst>
                <a:path extrusionOk="0" h="7050286" w="2750147">
                  <a:moveTo>
                    <a:pt x="2534045" y="2153023"/>
                  </a:moveTo>
                  <a:cubicBezTo>
                    <a:pt x="2395517" y="1733223"/>
                    <a:pt x="2197218" y="1356253"/>
                    <a:pt x="1944641" y="1032499"/>
                  </a:cubicBezTo>
                  <a:cubicBezTo>
                    <a:pt x="1692099" y="708746"/>
                    <a:pt x="1397970" y="454565"/>
                    <a:pt x="1070497" y="277045"/>
                  </a:cubicBezTo>
                  <a:cubicBezTo>
                    <a:pt x="731444" y="93195"/>
                    <a:pt x="371285" y="0"/>
                    <a:pt x="0" y="0"/>
                  </a:cubicBezTo>
                  <a:lnTo>
                    <a:pt x="0" y="5215"/>
                  </a:lnTo>
                  <a:cubicBezTo>
                    <a:pt x="1514210" y="5215"/>
                    <a:pt x="2746114" y="1584226"/>
                    <a:pt x="2746114" y="3525143"/>
                  </a:cubicBezTo>
                  <a:cubicBezTo>
                    <a:pt x="2746114" y="5466060"/>
                    <a:pt x="1514210" y="7045116"/>
                    <a:pt x="0" y="7045116"/>
                  </a:cubicBezTo>
                  <a:lnTo>
                    <a:pt x="0" y="7050287"/>
                  </a:lnTo>
                  <a:cubicBezTo>
                    <a:pt x="371285" y="7050287"/>
                    <a:pt x="731444" y="6957091"/>
                    <a:pt x="1070497" y="6773286"/>
                  </a:cubicBezTo>
                  <a:cubicBezTo>
                    <a:pt x="1397970" y="6595721"/>
                    <a:pt x="1692099" y="6341541"/>
                    <a:pt x="1944641" y="6017832"/>
                  </a:cubicBezTo>
                  <a:cubicBezTo>
                    <a:pt x="2197218" y="5694079"/>
                    <a:pt x="2395517" y="5317064"/>
                    <a:pt x="2534045" y="4897308"/>
                  </a:cubicBezTo>
                  <a:cubicBezTo>
                    <a:pt x="2677441" y="4462710"/>
                    <a:pt x="2750147" y="4001057"/>
                    <a:pt x="2750147" y="3525143"/>
                  </a:cubicBezTo>
                  <a:cubicBezTo>
                    <a:pt x="2750147" y="3049229"/>
                    <a:pt x="2677441" y="2587622"/>
                    <a:pt x="2534045" y="2153023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87" name="Google Shape;1087;p45"/>
            <p:cNvSpPr/>
            <p:nvPr/>
          </p:nvSpPr>
          <p:spPr>
            <a:xfrm rot="-5400000">
              <a:off x="3538403" y="1563606"/>
              <a:ext cx="1881048" cy="4171413"/>
            </a:xfrm>
            <a:custGeom>
              <a:rect b="b" l="l" r="r" t="t"/>
              <a:pathLst>
                <a:path extrusionOk="0" h="7705503" w="3005714">
                  <a:moveTo>
                    <a:pt x="2769515" y="2353096"/>
                  </a:moveTo>
                  <a:cubicBezTo>
                    <a:pt x="2618122" y="1894297"/>
                    <a:pt x="2401428" y="1482251"/>
                    <a:pt x="2125381" y="1128458"/>
                  </a:cubicBezTo>
                  <a:cubicBezTo>
                    <a:pt x="1849333" y="774620"/>
                    <a:pt x="1527875" y="496817"/>
                    <a:pt x="1169977" y="302761"/>
                  </a:cubicBezTo>
                  <a:cubicBezTo>
                    <a:pt x="799421" y="101841"/>
                    <a:pt x="405778" y="0"/>
                    <a:pt x="0" y="0"/>
                  </a:cubicBezTo>
                  <a:lnTo>
                    <a:pt x="0" y="4814"/>
                  </a:lnTo>
                  <a:cubicBezTo>
                    <a:pt x="1655276" y="4814"/>
                    <a:pt x="3001959" y="1730994"/>
                    <a:pt x="3001959" y="3852730"/>
                  </a:cubicBezTo>
                  <a:cubicBezTo>
                    <a:pt x="3001959" y="5974466"/>
                    <a:pt x="1655276" y="7700646"/>
                    <a:pt x="0" y="7700646"/>
                  </a:cubicBezTo>
                  <a:lnTo>
                    <a:pt x="0" y="7705504"/>
                  </a:lnTo>
                  <a:cubicBezTo>
                    <a:pt x="405778" y="7705504"/>
                    <a:pt x="799421" y="7603618"/>
                    <a:pt x="1169977" y="7402698"/>
                  </a:cubicBezTo>
                  <a:cubicBezTo>
                    <a:pt x="1527875" y="7208687"/>
                    <a:pt x="1849333" y="6930885"/>
                    <a:pt x="2125381" y="6577046"/>
                  </a:cubicBezTo>
                  <a:cubicBezTo>
                    <a:pt x="2401428" y="6223209"/>
                    <a:pt x="2618122" y="5811163"/>
                    <a:pt x="2769515" y="5352408"/>
                  </a:cubicBezTo>
                  <a:cubicBezTo>
                    <a:pt x="2926263" y="4877430"/>
                    <a:pt x="3005715" y="4372857"/>
                    <a:pt x="3005715" y="3852730"/>
                  </a:cubicBezTo>
                  <a:cubicBezTo>
                    <a:pt x="3005715" y="3332603"/>
                    <a:pt x="2926263" y="2828075"/>
                    <a:pt x="2769515" y="2353096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88" name="Google Shape;1088;p45"/>
            <p:cNvSpPr/>
            <p:nvPr/>
          </p:nvSpPr>
          <p:spPr>
            <a:xfrm rot="-5400000">
              <a:off x="3458421" y="1306284"/>
              <a:ext cx="2041010" cy="4526094"/>
            </a:xfrm>
            <a:custGeom>
              <a:rect b="b" l="l" r="r" t="t"/>
              <a:pathLst>
                <a:path extrusionOk="0" h="8360676" w="3261316">
                  <a:moveTo>
                    <a:pt x="3005019" y="2553169"/>
                  </a:moveTo>
                  <a:cubicBezTo>
                    <a:pt x="2840761" y="2055372"/>
                    <a:pt x="2605604" y="1608294"/>
                    <a:pt x="2306086" y="1224371"/>
                  </a:cubicBezTo>
                  <a:cubicBezTo>
                    <a:pt x="2006568" y="840449"/>
                    <a:pt x="1657815" y="539069"/>
                    <a:pt x="1269457" y="328522"/>
                  </a:cubicBezTo>
                  <a:cubicBezTo>
                    <a:pt x="867364" y="110533"/>
                    <a:pt x="440271" y="0"/>
                    <a:pt x="0" y="0"/>
                  </a:cubicBezTo>
                  <a:lnTo>
                    <a:pt x="0" y="4457"/>
                  </a:lnTo>
                  <a:cubicBezTo>
                    <a:pt x="1796377" y="4457"/>
                    <a:pt x="3257840" y="1877717"/>
                    <a:pt x="3257840" y="4180316"/>
                  </a:cubicBezTo>
                  <a:cubicBezTo>
                    <a:pt x="3257840" y="6482916"/>
                    <a:pt x="1796377" y="8356220"/>
                    <a:pt x="0" y="8356220"/>
                  </a:cubicBezTo>
                  <a:lnTo>
                    <a:pt x="0" y="8360677"/>
                  </a:lnTo>
                  <a:cubicBezTo>
                    <a:pt x="440271" y="8360677"/>
                    <a:pt x="867364" y="8250145"/>
                    <a:pt x="1269457" y="8032155"/>
                  </a:cubicBezTo>
                  <a:cubicBezTo>
                    <a:pt x="1657815" y="7821608"/>
                    <a:pt x="2006568" y="7520184"/>
                    <a:pt x="2306086" y="7136261"/>
                  </a:cubicBezTo>
                  <a:cubicBezTo>
                    <a:pt x="2605604" y="6752339"/>
                    <a:pt x="2840761" y="6305306"/>
                    <a:pt x="3005019" y="5807508"/>
                  </a:cubicBezTo>
                  <a:cubicBezTo>
                    <a:pt x="3175084" y="5292150"/>
                    <a:pt x="3261317" y="4744657"/>
                    <a:pt x="3261317" y="4180316"/>
                  </a:cubicBezTo>
                  <a:cubicBezTo>
                    <a:pt x="3261317" y="3615976"/>
                    <a:pt x="3175084" y="3068528"/>
                    <a:pt x="3005019" y="2553169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89" name="Google Shape;1089;p45"/>
            <p:cNvSpPr/>
            <p:nvPr/>
          </p:nvSpPr>
          <p:spPr>
            <a:xfrm rot="-5400000">
              <a:off x="3378451" y="1048974"/>
              <a:ext cx="2200950" cy="4880775"/>
            </a:xfrm>
            <a:custGeom>
              <a:rect b="b" l="l" r="r" t="t"/>
              <a:pathLst>
                <a:path extrusionOk="0" h="9015849" w="3516883">
                  <a:moveTo>
                    <a:pt x="3240489" y="2753242"/>
                  </a:moveTo>
                  <a:cubicBezTo>
                    <a:pt x="3063365" y="2216402"/>
                    <a:pt x="2809780" y="1734337"/>
                    <a:pt x="2486791" y="1320330"/>
                  </a:cubicBezTo>
                  <a:cubicBezTo>
                    <a:pt x="2163803" y="906323"/>
                    <a:pt x="1787719" y="581277"/>
                    <a:pt x="1368937" y="354239"/>
                  </a:cubicBezTo>
                  <a:cubicBezTo>
                    <a:pt x="935341" y="119179"/>
                    <a:pt x="474764" y="0"/>
                    <a:pt x="0" y="0"/>
                  </a:cubicBezTo>
                  <a:lnTo>
                    <a:pt x="0" y="4056"/>
                  </a:lnTo>
                  <a:cubicBezTo>
                    <a:pt x="1937443" y="4056"/>
                    <a:pt x="3513685" y="2024485"/>
                    <a:pt x="3513685" y="4507903"/>
                  </a:cubicBezTo>
                  <a:cubicBezTo>
                    <a:pt x="3513685" y="6991321"/>
                    <a:pt x="1937443" y="9011750"/>
                    <a:pt x="0" y="9011750"/>
                  </a:cubicBezTo>
                  <a:lnTo>
                    <a:pt x="0" y="9015850"/>
                  </a:lnTo>
                  <a:cubicBezTo>
                    <a:pt x="474764" y="9015850"/>
                    <a:pt x="935341" y="8896671"/>
                    <a:pt x="1368937" y="8661566"/>
                  </a:cubicBezTo>
                  <a:cubicBezTo>
                    <a:pt x="1787719" y="8434529"/>
                    <a:pt x="2163803" y="8109483"/>
                    <a:pt x="2486791" y="7695520"/>
                  </a:cubicBezTo>
                  <a:cubicBezTo>
                    <a:pt x="2809780" y="7281514"/>
                    <a:pt x="3063365" y="6799405"/>
                    <a:pt x="3240489" y="6262608"/>
                  </a:cubicBezTo>
                  <a:cubicBezTo>
                    <a:pt x="3423871" y="5706825"/>
                    <a:pt x="3516884" y="5116456"/>
                    <a:pt x="3516884" y="4507903"/>
                  </a:cubicBezTo>
                  <a:cubicBezTo>
                    <a:pt x="3516884" y="3899350"/>
                    <a:pt x="3423871" y="3308980"/>
                    <a:pt x="3240489" y="2753242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90" name="Google Shape;1090;p45"/>
            <p:cNvSpPr/>
            <p:nvPr/>
          </p:nvSpPr>
          <p:spPr>
            <a:xfrm rot="-5400000">
              <a:off x="3298482" y="791663"/>
              <a:ext cx="2360890" cy="5235456"/>
            </a:xfrm>
            <a:custGeom>
              <a:rect b="b" l="l" r="r" t="t"/>
              <a:pathLst>
                <a:path extrusionOk="0" h="9671022" w="3772450">
                  <a:moveTo>
                    <a:pt x="3475993" y="2953315"/>
                  </a:moveTo>
                  <a:cubicBezTo>
                    <a:pt x="3381451" y="2666777"/>
                    <a:pt x="3264411" y="2390401"/>
                    <a:pt x="3128178" y="2131898"/>
                  </a:cubicBezTo>
                  <a:cubicBezTo>
                    <a:pt x="2993232" y="1875845"/>
                    <a:pt x="2838222" y="1635080"/>
                    <a:pt x="2667531" y="1416288"/>
                  </a:cubicBezTo>
                  <a:cubicBezTo>
                    <a:pt x="2496840" y="1197496"/>
                    <a:pt x="2308972" y="998805"/>
                    <a:pt x="2109212" y="825830"/>
                  </a:cubicBezTo>
                  <a:cubicBezTo>
                    <a:pt x="1907540" y="651162"/>
                    <a:pt x="1691925" y="501185"/>
                    <a:pt x="1468417" y="380000"/>
                  </a:cubicBezTo>
                  <a:cubicBezTo>
                    <a:pt x="1003319" y="127826"/>
                    <a:pt x="509292" y="0"/>
                    <a:pt x="0" y="0"/>
                  </a:cubicBezTo>
                  <a:lnTo>
                    <a:pt x="0" y="3699"/>
                  </a:lnTo>
                  <a:cubicBezTo>
                    <a:pt x="2078544" y="3699"/>
                    <a:pt x="3769530" y="2171253"/>
                    <a:pt x="3769530" y="4835489"/>
                  </a:cubicBezTo>
                  <a:cubicBezTo>
                    <a:pt x="3769530" y="7499726"/>
                    <a:pt x="2078544" y="9667324"/>
                    <a:pt x="0" y="9667324"/>
                  </a:cubicBezTo>
                  <a:lnTo>
                    <a:pt x="0" y="9671023"/>
                  </a:lnTo>
                  <a:cubicBezTo>
                    <a:pt x="509292" y="9671023"/>
                    <a:pt x="1003319" y="9543153"/>
                    <a:pt x="1468417" y="9291023"/>
                  </a:cubicBezTo>
                  <a:cubicBezTo>
                    <a:pt x="1691925" y="9169838"/>
                    <a:pt x="1907540" y="9019817"/>
                    <a:pt x="2109212" y="8845194"/>
                  </a:cubicBezTo>
                  <a:cubicBezTo>
                    <a:pt x="2308972" y="8672219"/>
                    <a:pt x="2496805" y="8473527"/>
                    <a:pt x="2667531" y="8254736"/>
                  </a:cubicBezTo>
                  <a:cubicBezTo>
                    <a:pt x="2838222" y="8035899"/>
                    <a:pt x="2993232" y="7795134"/>
                    <a:pt x="3128178" y="7539082"/>
                  </a:cubicBezTo>
                  <a:cubicBezTo>
                    <a:pt x="3264411" y="7280578"/>
                    <a:pt x="3381451" y="7004246"/>
                    <a:pt x="3475993" y="6717708"/>
                  </a:cubicBezTo>
                  <a:cubicBezTo>
                    <a:pt x="3672693" y="6121545"/>
                    <a:pt x="3772451" y="5488301"/>
                    <a:pt x="3772451" y="4835489"/>
                  </a:cubicBezTo>
                  <a:cubicBezTo>
                    <a:pt x="3772451" y="4182678"/>
                    <a:pt x="3672693" y="3549434"/>
                    <a:pt x="3475993" y="2953315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91" name="Google Shape;1091;p45"/>
            <p:cNvSpPr/>
            <p:nvPr/>
          </p:nvSpPr>
          <p:spPr>
            <a:xfrm rot="-5400000">
              <a:off x="3218499" y="534340"/>
              <a:ext cx="2520831" cy="5590162"/>
            </a:xfrm>
            <a:custGeom>
              <a:rect b="b" l="l" r="r" t="t"/>
              <a:pathLst>
                <a:path extrusionOk="0" h="10326240" w="4028018">
                  <a:moveTo>
                    <a:pt x="3711463" y="3153433"/>
                  </a:moveTo>
                  <a:cubicBezTo>
                    <a:pt x="3610522" y="2847463"/>
                    <a:pt x="3485555" y="2552412"/>
                    <a:pt x="3340108" y="2276392"/>
                  </a:cubicBezTo>
                  <a:cubicBezTo>
                    <a:pt x="3195982" y="2003002"/>
                    <a:pt x="3030506" y="1745880"/>
                    <a:pt x="2848237" y="1512246"/>
                  </a:cubicBezTo>
                  <a:cubicBezTo>
                    <a:pt x="2665966" y="1278613"/>
                    <a:pt x="2465407" y="1066506"/>
                    <a:pt x="2252087" y="881809"/>
                  </a:cubicBezTo>
                  <a:cubicBezTo>
                    <a:pt x="2036750" y="695330"/>
                    <a:pt x="1806565" y="535147"/>
                    <a:pt x="1567897" y="405762"/>
                  </a:cubicBezTo>
                  <a:cubicBezTo>
                    <a:pt x="1071296" y="136517"/>
                    <a:pt x="543785" y="0"/>
                    <a:pt x="0" y="0"/>
                  </a:cubicBezTo>
                  <a:lnTo>
                    <a:pt x="0" y="3343"/>
                  </a:lnTo>
                  <a:cubicBezTo>
                    <a:pt x="2219610" y="3343"/>
                    <a:pt x="4025410" y="2318020"/>
                    <a:pt x="4025410" y="5163121"/>
                  </a:cubicBezTo>
                  <a:cubicBezTo>
                    <a:pt x="4025410" y="8008221"/>
                    <a:pt x="2219610" y="10322898"/>
                    <a:pt x="0" y="10322898"/>
                  </a:cubicBezTo>
                  <a:lnTo>
                    <a:pt x="0" y="10326241"/>
                  </a:lnTo>
                  <a:cubicBezTo>
                    <a:pt x="543785" y="10326241"/>
                    <a:pt x="1071296" y="10189724"/>
                    <a:pt x="1567897" y="9920480"/>
                  </a:cubicBezTo>
                  <a:cubicBezTo>
                    <a:pt x="1806565" y="9791094"/>
                    <a:pt x="2036750" y="9630955"/>
                    <a:pt x="2252087" y="9444476"/>
                  </a:cubicBezTo>
                  <a:cubicBezTo>
                    <a:pt x="2465407" y="9259736"/>
                    <a:pt x="2665966" y="9047628"/>
                    <a:pt x="2848237" y="8813995"/>
                  </a:cubicBezTo>
                  <a:cubicBezTo>
                    <a:pt x="3030506" y="8580360"/>
                    <a:pt x="3195982" y="8323283"/>
                    <a:pt x="3340108" y="8049893"/>
                  </a:cubicBezTo>
                  <a:cubicBezTo>
                    <a:pt x="3485555" y="7773874"/>
                    <a:pt x="3610522" y="7478779"/>
                    <a:pt x="3711463" y="7172854"/>
                  </a:cubicBezTo>
                  <a:cubicBezTo>
                    <a:pt x="3921515" y="6536310"/>
                    <a:pt x="4028018" y="5860145"/>
                    <a:pt x="4028018" y="5163121"/>
                  </a:cubicBezTo>
                  <a:cubicBezTo>
                    <a:pt x="4028018" y="4466097"/>
                    <a:pt x="3921515" y="3789931"/>
                    <a:pt x="3711463" y="3153433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92" name="Google Shape;1092;p45"/>
            <p:cNvSpPr/>
            <p:nvPr/>
          </p:nvSpPr>
          <p:spPr>
            <a:xfrm rot="-5400000">
              <a:off x="3138529" y="277030"/>
              <a:ext cx="2680771" cy="5944843"/>
            </a:xfrm>
            <a:custGeom>
              <a:rect b="b" l="l" r="r" t="t"/>
              <a:pathLst>
                <a:path extrusionOk="0" h="10981413" w="4283585">
                  <a:moveTo>
                    <a:pt x="3946967" y="3353506"/>
                  </a:moveTo>
                  <a:cubicBezTo>
                    <a:pt x="3839594" y="3028148"/>
                    <a:pt x="3706734" y="2714333"/>
                    <a:pt x="3552003" y="2420798"/>
                  </a:cubicBezTo>
                  <a:cubicBezTo>
                    <a:pt x="3398767" y="2130070"/>
                    <a:pt x="3222790" y="1856680"/>
                    <a:pt x="3028942" y="1608205"/>
                  </a:cubicBezTo>
                  <a:cubicBezTo>
                    <a:pt x="2835128" y="1359729"/>
                    <a:pt x="2621807" y="1134162"/>
                    <a:pt x="2394996" y="937744"/>
                  </a:cubicBezTo>
                  <a:cubicBezTo>
                    <a:pt x="2165994" y="739454"/>
                    <a:pt x="1921171" y="569109"/>
                    <a:pt x="1667377" y="431523"/>
                  </a:cubicBezTo>
                  <a:cubicBezTo>
                    <a:pt x="1139274" y="145208"/>
                    <a:pt x="578277" y="0"/>
                    <a:pt x="0" y="0"/>
                  </a:cubicBezTo>
                  <a:lnTo>
                    <a:pt x="0" y="2986"/>
                  </a:lnTo>
                  <a:cubicBezTo>
                    <a:pt x="2360711" y="2986"/>
                    <a:pt x="4281256" y="2464788"/>
                    <a:pt x="4281256" y="5490707"/>
                  </a:cubicBezTo>
                  <a:cubicBezTo>
                    <a:pt x="4281256" y="8516627"/>
                    <a:pt x="2360711" y="10978428"/>
                    <a:pt x="0" y="10978428"/>
                  </a:cubicBezTo>
                  <a:lnTo>
                    <a:pt x="0" y="10981414"/>
                  </a:lnTo>
                  <a:cubicBezTo>
                    <a:pt x="578277" y="10981414"/>
                    <a:pt x="1139274" y="10836251"/>
                    <a:pt x="1667377" y="10549936"/>
                  </a:cubicBezTo>
                  <a:cubicBezTo>
                    <a:pt x="1921171" y="10412305"/>
                    <a:pt x="2165994" y="10242004"/>
                    <a:pt x="2394996" y="10043714"/>
                  </a:cubicBezTo>
                  <a:cubicBezTo>
                    <a:pt x="2621807" y="9847251"/>
                    <a:pt x="2835128" y="9621685"/>
                    <a:pt x="3028942" y="9373210"/>
                  </a:cubicBezTo>
                  <a:cubicBezTo>
                    <a:pt x="3222790" y="9124779"/>
                    <a:pt x="3398767" y="8851344"/>
                    <a:pt x="3552003" y="8560616"/>
                  </a:cubicBezTo>
                  <a:cubicBezTo>
                    <a:pt x="3706734" y="8267082"/>
                    <a:pt x="3839594" y="7953311"/>
                    <a:pt x="3946967" y="7627953"/>
                  </a:cubicBezTo>
                  <a:cubicBezTo>
                    <a:pt x="4170336" y="6951030"/>
                    <a:pt x="4283586" y="6231944"/>
                    <a:pt x="4283586" y="5490707"/>
                  </a:cubicBezTo>
                  <a:cubicBezTo>
                    <a:pt x="4283586" y="4749470"/>
                    <a:pt x="4170336" y="4030429"/>
                    <a:pt x="3946967" y="3353506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93" name="Google Shape;1093;p45"/>
            <p:cNvSpPr/>
            <p:nvPr/>
          </p:nvSpPr>
          <p:spPr>
            <a:xfrm rot="-5400000">
              <a:off x="3058559" y="19719"/>
              <a:ext cx="2840711" cy="6299524"/>
            </a:xfrm>
            <a:custGeom>
              <a:rect b="b" l="l" r="r" t="t"/>
              <a:pathLst>
                <a:path extrusionOk="0" h="11636586" w="4539152">
                  <a:moveTo>
                    <a:pt x="4446940" y="4645712"/>
                  </a:moveTo>
                  <a:cubicBezTo>
                    <a:pt x="4387308" y="4272130"/>
                    <a:pt x="4298329" y="3904698"/>
                    <a:pt x="4182437" y="3553579"/>
                  </a:cubicBezTo>
                  <a:cubicBezTo>
                    <a:pt x="4068701" y="3208788"/>
                    <a:pt x="3927878" y="2876299"/>
                    <a:pt x="3763932" y="2565248"/>
                  </a:cubicBezTo>
                  <a:cubicBezTo>
                    <a:pt x="3601552" y="2257138"/>
                    <a:pt x="3415074" y="1967436"/>
                    <a:pt x="3209682" y="1704163"/>
                  </a:cubicBezTo>
                  <a:cubicBezTo>
                    <a:pt x="3004254" y="1440846"/>
                    <a:pt x="2778242" y="1201819"/>
                    <a:pt x="2537905" y="993679"/>
                  </a:cubicBezTo>
                  <a:cubicBezTo>
                    <a:pt x="2295238" y="783534"/>
                    <a:pt x="2035811" y="603071"/>
                    <a:pt x="1766857" y="457240"/>
                  </a:cubicBezTo>
                  <a:cubicBezTo>
                    <a:pt x="1492895" y="308734"/>
                    <a:pt x="1206243" y="194680"/>
                    <a:pt x="914792" y="118199"/>
                  </a:cubicBezTo>
                  <a:cubicBezTo>
                    <a:pt x="615761" y="39801"/>
                    <a:pt x="307967" y="0"/>
                    <a:pt x="0" y="0"/>
                  </a:cubicBezTo>
                  <a:lnTo>
                    <a:pt x="0" y="2630"/>
                  </a:lnTo>
                  <a:cubicBezTo>
                    <a:pt x="2501778" y="2630"/>
                    <a:pt x="4537136" y="2611511"/>
                    <a:pt x="4537136" y="5818294"/>
                  </a:cubicBezTo>
                  <a:cubicBezTo>
                    <a:pt x="4537136" y="9025076"/>
                    <a:pt x="2501778" y="11634002"/>
                    <a:pt x="0" y="11634002"/>
                  </a:cubicBezTo>
                  <a:lnTo>
                    <a:pt x="0" y="11636587"/>
                  </a:lnTo>
                  <a:cubicBezTo>
                    <a:pt x="307967" y="11636587"/>
                    <a:pt x="615761" y="11596831"/>
                    <a:pt x="914792" y="11518389"/>
                  </a:cubicBezTo>
                  <a:cubicBezTo>
                    <a:pt x="1206243" y="11441952"/>
                    <a:pt x="1492895" y="11327899"/>
                    <a:pt x="1766857" y="11179348"/>
                  </a:cubicBezTo>
                  <a:cubicBezTo>
                    <a:pt x="2035811" y="11033561"/>
                    <a:pt x="2295238" y="10853054"/>
                    <a:pt x="2537905" y="10642908"/>
                  </a:cubicBezTo>
                  <a:cubicBezTo>
                    <a:pt x="2778242" y="10434768"/>
                    <a:pt x="3004254" y="10195742"/>
                    <a:pt x="3209682" y="9932469"/>
                  </a:cubicBezTo>
                  <a:cubicBezTo>
                    <a:pt x="3415074" y="9669151"/>
                    <a:pt x="3601552" y="9379449"/>
                    <a:pt x="3763932" y="9071384"/>
                  </a:cubicBezTo>
                  <a:cubicBezTo>
                    <a:pt x="3927878" y="8760333"/>
                    <a:pt x="4068701" y="8427799"/>
                    <a:pt x="4182437" y="8083054"/>
                  </a:cubicBezTo>
                  <a:cubicBezTo>
                    <a:pt x="4298329" y="7731934"/>
                    <a:pt x="4387308" y="7364458"/>
                    <a:pt x="4446940" y="6990876"/>
                  </a:cubicBezTo>
                  <a:cubicBezTo>
                    <a:pt x="4508137" y="6607577"/>
                    <a:pt x="4539153" y="6213047"/>
                    <a:pt x="4539153" y="5818294"/>
                  </a:cubicBezTo>
                  <a:cubicBezTo>
                    <a:pt x="4539153" y="5423541"/>
                    <a:pt x="4508137" y="5029011"/>
                    <a:pt x="4446940" y="4645712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94" name="Google Shape;1094;p45"/>
            <p:cNvSpPr/>
            <p:nvPr/>
          </p:nvSpPr>
          <p:spPr>
            <a:xfrm rot="-5400000">
              <a:off x="2978589" y="-237592"/>
              <a:ext cx="3000651" cy="6654205"/>
            </a:xfrm>
            <a:custGeom>
              <a:rect b="b" l="l" r="r" t="t"/>
              <a:pathLst>
                <a:path extrusionOk="0" h="12291759" w="4794719">
                  <a:moveTo>
                    <a:pt x="4697327" y="4907291"/>
                  </a:moveTo>
                  <a:cubicBezTo>
                    <a:pt x="4634322" y="4512672"/>
                    <a:pt x="4540335" y="4124515"/>
                    <a:pt x="4417941" y="3753651"/>
                  </a:cubicBezTo>
                  <a:cubicBezTo>
                    <a:pt x="4297772" y="3389473"/>
                    <a:pt x="4149022" y="3038220"/>
                    <a:pt x="3975862" y="2709654"/>
                  </a:cubicBezTo>
                  <a:cubicBezTo>
                    <a:pt x="3804336" y="2384251"/>
                    <a:pt x="3607358" y="2078191"/>
                    <a:pt x="3390387" y="1800077"/>
                  </a:cubicBezTo>
                  <a:cubicBezTo>
                    <a:pt x="3173415" y="1521963"/>
                    <a:pt x="2934677" y="1269476"/>
                    <a:pt x="2680779" y="1049614"/>
                  </a:cubicBezTo>
                  <a:cubicBezTo>
                    <a:pt x="2424447" y="827658"/>
                    <a:pt x="2150451" y="636989"/>
                    <a:pt x="1866337" y="483001"/>
                  </a:cubicBezTo>
                  <a:cubicBezTo>
                    <a:pt x="1576972" y="326116"/>
                    <a:pt x="1274151" y="205600"/>
                    <a:pt x="966322" y="124884"/>
                  </a:cubicBezTo>
                  <a:cubicBezTo>
                    <a:pt x="650427" y="42029"/>
                    <a:pt x="325318" y="0"/>
                    <a:pt x="0" y="0"/>
                  </a:cubicBezTo>
                  <a:lnTo>
                    <a:pt x="0" y="2228"/>
                  </a:lnTo>
                  <a:cubicBezTo>
                    <a:pt x="2642879" y="2228"/>
                    <a:pt x="4792982" y="2758279"/>
                    <a:pt x="4792982" y="6145880"/>
                  </a:cubicBezTo>
                  <a:cubicBezTo>
                    <a:pt x="4792982" y="9533482"/>
                    <a:pt x="2642879" y="12289531"/>
                    <a:pt x="0" y="12289531"/>
                  </a:cubicBezTo>
                  <a:lnTo>
                    <a:pt x="0" y="12291760"/>
                  </a:lnTo>
                  <a:cubicBezTo>
                    <a:pt x="325318" y="12291760"/>
                    <a:pt x="650427" y="12249776"/>
                    <a:pt x="966322" y="12166921"/>
                  </a:cubicBezTo>
                  <a:cubicBezTo>
                    <a:pt x="1274151" y="12086161"/>
                    <a:pt x="1576972" y="11965689"/>
                    <a:pt x="1866337" y="11808804"/>
                  </a:cubicBezTo>
                  <a:cubicBezTo>
                    <a:pt x="2150451" y="11654771"/>
                    <a:pt x="2424447" y="11464103"/>
                    <a:pt x="2680779" y="11242146"/>
                  </a:cubicBezTo>
                  <a:cubicBezTo>
                    <a:pt x="2934677" y="11022285"/>
                    <a:pt x="3173415" y="10769797"/>
                    <a:pt x="3390387" y="10491683"/>
                  </a:cubicBezTo>
                  <a:cubicBezTo>
                    <a:pt x="3607358" y="10213570"/>
                    <a:pt x="3804336" y="9907554"/>
                    <a:pt x="3975862" y="9582107"/>
                  </a:cubicBezTo>
                  <a:cubicBezTo>
                    <a:pt x="4149022" y="9253540"/>
                    <a:pt x="4297772" y="8902331"/>
                    <a:pt x="4417941" y="8538153"/>
                  </a:cubicBezTo>
                  <a:cubicBezTo>
                    <a:pt x="4540335" y="8167245"/>
                    <a:pt x="4634322" y="7779089"/>
                    <a:pt x="4697327" y="7384514"/>
                  </a:cubicBezTo>
                  <a:cubicBezTo>
                    <a:pt x="4761966" y="6979599"/>
                    <a:pt x="4794720" y="6562874"/>
                    <a:pt x="4794720" y="6145880"/>
                  </a:cubicBezTo>
                  <a:cubicBezTo>
                    <a:pt x="4794720" y="5728887"/>
                    <a:pt x="4761966" y="5312162"/>
                    <a:pt x="4697327" y="4907291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95" name="Google Shape;1095;p45"/>
            <p:cNvSpPr/>
            <p:nvPr/>
          </p:nvSpPr>
          <p:spPr>
            <a:xfrm rot="-5400000">
              <a:off x="2898619" y="-494903"/>
              <a:ext cx="3160591" cy="7008886"/>
            </a:xfrm>
            <a:custGeom>
              <a:rect b="b" l="l" r="r" t="t"/>
              <a:pathLst>
                <a:path extrusionOk="0" h="12946932" w="5050287">
                  <a:moveTo>
                    <a:pt x="4947678" y="5168826"/>
                  </a:moveTo>
                  <a:cubicBezTo>
                    <a:pt x="4881335" y="4753214"/>
                    <a:pt x="4782342" y="4344377"/>
                    <a:pt x="4653411" y="3953724"/>
                  </a:cubicBezTo>
                  <a:cubicBezTo>
                    <a:pt x="4526844" y="3570114"/>
                    <a:pt x="4370200" y="3200142"/>
                    <a:pt x="4187791" y="2854103"/>
                  </a:cubicBezTo>
                  <a:cubicBezTo>
                    <a:pt x="4007121" y="2511319"/>
                    <a:pt x="3799642" y="2188991"/>
                    <a:pt x="3571092" y="1896035"/>
                  </a:cubicBezTo>
                  <a:cubicBezTo>
                    <a:pt x="3342577" y="1603079"/>
                    <a:pt x="3091077" y="1337133"/>
                    <a:pt x="2823688" y="1105549"/>
                  </a:cubicBezTo>
                  <a:cubicBezTo>
                    <a:pt x="2553691" y="871781"/>
                    <a:pt x="2265056" y="670951"/>
                    <a:pt x="1965816" y="508717"/>
                  </a:cubicBezTo>
                  <a:cubicBezTo>
                    <a:pt x="1661013" y="343498"/>
                    <a:pt x="1342059" y="216564"/>
                    <a:pt x="1017818" y="131525"/>
                  </a:cubicBezTo>
                  <a:cubicBezTo>
                    <a:pt x="685094" y="44258"/>
                    <a:pt x="342669" y="0"/>
                    <a:pt x="0" y="0"/>
                  </a:cubicBezTo>
                  <a:lnTo>
                    <a:pt x="0" y="1872"/>
                  </a:lnTo>
                  <a:cubicBezTo>
                    <a:pt x="2783945" y="1872"/>
                    <a:pt x="5048862" y="2905002"/>
                    <a:pt x="5048862" y="6473467"/>
                  </a:cubicBezTo>
                  <a:cubicBezTo>
                    <a:pt x="5048862" y="10041932"/>
                    <a:pt x="2783945" y="12945106"/>
                    <a:pt x="0" y="12945106"/>
                  </a:cubicBezTo>
                  <a:lnTo>
                    <a:pt x="0" y="12946933"/>
                  </a:lnTo>
                  <a:cubicBezTo>
                    <a:pt x="342669" y="12946933"/>
                    <a:pt x="685094" y="12902720"/>
                    <a:pt x="1017818" y="12815453"/>
                  </a:cubicBezTo>
                  <a:cubicBezTo>
                    <a:pt x="1342059" y="12730370"/>
                    <a:pt x="1661013" y="12603480"/>
                    <a:pt x="1965816" y="12438216"/>
                  </a:cubicBezTo>
                  <a:cubicBezTo>
                    <a:pt x="2265056" y="12275983"/>
                    <a:pt x="2553691" y="12075197"/>
                    <a:pt x="2823688" y="11841385"/>
                  </a:cubicBezTo>
                  <a:cubicBezTo>
                    <a:pt x="3091077" y="11609801"/>
                    <a:pt x="3342577" y="11343854"/>
                    <a:pt x="3571092" y="11050898"/>
                  </a:cubicBezTo>
                  <a:cubicBezTo>
                    <a:pt x="3799642" y="10757987"/>
                    <a:pt x="4007121" y="10435659"/>
                    <a:pt x="4187791" y="10092875"/>
                  </a:cubicBezTo>
                  <a:cubicBezTo>
                    <a:pt x="4370200" y="9746792"/>
                    <a:pt x="4526844" y="9376820"/>
                    <a:pt x="4653411" y="8993254"/>
                  </a:cubicBezTo>
                  <a:cubicBezTo>
                    <a:pt x="4782342" y="8602556"/>
                    <a:pt x="4881335" y="8193720"/>
                    <a:pt x="4947678" y="7778108"/>
                  </a:cubicBezTo>
                  <a:cubicBezTo>
                    <a:pt x="5015760" y="7351622"/>
                    <a:pt x="5050287" y="6912700"/>
                    <a:pt x="5050287" y="6473467"/>
                  </a:cubicBezTo>
                  <a:cubicBezTo>
                    <a:pt x="5050287" y="6034234"/>
                    <a:pt x="5015760" y="5595312"/>
                    <a:pt x="4947678" y="5168826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96" name="Google Shape;1096;p45"/>
            <p:cNvSpPr/>
            <p:nvPr/>
          </p:nvSpPr>
          <p:spPr>
            <a:xfrm rot="-5400000">
              <a:off x="2818661" y="-752225"/>
              <a:ext cx="3320531" cy="7363592"/>
            </a:xfrm>
            <a:custGeom>
              <a:rect b="b" l="l" r="r" t="t"/>
              <a:pathLst>
                <a:path extrusionOk="0" h="13602150" w="5305854">
                  <a:moveTo>
                    <a:pt x="5198064" y="5430405"/>
                  </a:moveTo>
                  <a:cubicBezTo>
                    <a:pt x="5128349" y="4993756"/>
                    <a:pt x="5024348" y="4564239"/>
                    <a:pt x="4888915" y="4153797"/>
                  </a:cubicBezTo>
                  <a:cubicBezTo>
                    <a:pt x="4755916" y="3750799"/>
                    <a:pt x="4591344" y="3362108"/>
                    <a:pt x="4399721" y="2998509"/>
                  </a:cubicBezTo>
                  <a:cubicBezTo>
                    <a:pt x="4209906" y="2638386"/>
                    <a:pt x="3991926" y="2299747"/>
                    <a:pt x="3751832" y="1991994"/>
                  </a:cubicBezTo>
                  <a:cubicBezTo>
                    <a:pt x="3511703" y="1684241"/>
                    <a:pt x="3247512" y="1404789"/>
                    <a:pt x="2966562" y="1161528"/>
                  </a:cubicBezTo>
                  <a:cubicBezTo>
                    <a:pt x="2682900" y="915861"/>
                    <a:pt x="2379697" y="704913"/>
                    <a:pt x="2065296" y="534479"/>
                  </a:cubicBezTo>
                  <a:cubicBezTo>
                    <a:pt x="1745090" y="360836"/>
                    <a:pt x="1410001" y="227528"/>
                    <a:pt x="1069314" y="138166"/>
                  </a:cubicBezTo>
                  <a:cubicBezTo>
                    <a:pt x="719761" y="46486"/>
                    <a:pt x="359985" y="0"/>
                    <a:pt x="0" y="0"/>
                  </a:cubicBezTo>
                  <a:lnTo>
                    <a:pt x="0" y="1471"/>
                  </a:lnTo>
                  <a:cubicBezTo>
                    <a:pt x="2925046" y="1471"/>
                    <a:pt x="5304707" y="3051770"/>
                    <a:pt x="5304707" y="6801053"/>
                  </a:cubicBezTo>
                  <a:cubicBezTo>
                    <a:pt x="5304707" y="10550337"/>
                    <a:pt x="2925046" y="13600636"/>
                    <a:pt x="0" y="13600636"/>
                  </a:cubicBezTo>
                  <a:lnTo>
                    <a:pt x="0" y="13602151"/>
                  </a:lnTo>
                  <a:cubicBezTo>
                    <a:pt x="359985" y="13602151"/>
                    <a:pt x="719761" y="13555620"/>
                    <a:pt x="1069314" y="13463940"/>
                  </a:cubicBezTo>
                  <a:cubicBezTo>
                    <a:pt x="1410001" y="13374579"/>
                    <a:pt x="1745090" y="13241271"/>
                    <a:pt x="2065296" y="13067672"/>
                  </a:cubicBezTo>
                  <a:cubicBezTo>
                    <a:pt x="2379697" y="12897238"/>
                    <a:pt x="2682900" y="12686245"/>
                    <a:pt x="2966562" y="12440623"/>
                  </a:cubicBezTo>
                  <a:cubicBezTo>
                    <a:pt x="3247512" y="12197317"/>
                    <a:pt x="3511703" y="11917911"/>
                    <a:pt x="3751832" y="11610157"/>
                  </a:cubicBezTo>
                  <a:cubicBezTo>
                    <a:pt x="3991926" y="11302359"/>
                    <a:pt x="4209906" y="10963720"/>
                    <a:pt x="4399721" y="10603598"/>
                  </a:cubicBezTo>
                  <a:cubicBezTo>
                    <a:pt x="4591344" y="10240044"/>
                    <a:pt x="4755916" y="9851352"/>
                    <a:pt x="4888915" y="9448353"/>
                  </a:cubicBezTo>
                  <a:cubicBezTo>
                    <a:pt x="5024348" y="9037913"/>
                    <a:pt x="5128349" y="8608395"/>
                    <a:pt x="5198064" y="8171702"/>
                  </a:cubicBezTo>
                  <a:cubicBezTo>
                    <a:pt x="5269589" y="7723644"/>
                    <a:pt x="5305855" y="7262527"/>
                    <a:pt x="5305855" y="6801053"/>
                  </a:cubicBezTo>
                  <a:cubicBezTo>
                    <a:pt x="5305855" y="6339580"/>
                    <a:pt x="5269589" y="5878463"/>
                    <a:pt x="5198064" y="5430405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97" name="Google Shape;1097;p45"/>
            <p:cNvSpPr/>
            <p:nvPr/>
          </p:nvSpPr>
          <p:spPr>
            <a:xfrm rot="-5400000">
              <a:off x="2738680" y="-1009547"/>
              <a:ext cx="3480493" cy="7718273"/>
            </a:xfrm>
            <a:custGeom>
              <a:rect b="b" l="l" r="r" t="t"/>
              <a:pathLst>
                <a:path extrusionOk="0" h="14257323" w="5561456">
                  <a:moveTo>
                    <a:pt x="5448451" y="5691984"/>
                  </a:moveTo>
                  <a:cubicBezTo>
                    <a:pt x="5375397" y="5234299"/>
                    <a:pt x="5266355" y="4784056"/>
                    <a:pt x="5124385" y="4353871"/>
                  </a:cubicBezTo>
                  <a:cubicBezTo>
                    <a:pt x="4985023" y="3931440"/>
                    <a:pt x="4812489" y="3524029"/>
                    <a:pt x="4611651" y="3142959"/>
                  </a:cubicBezTo>
                  <a:cubicBezTo>
                    <a:pt x="4412691" y="2765454"/>
                    <a:pt x="4184210" y="2410502"/>
                    <a:pt x="3932537" y="2087907"/>
                  </a:cubicBezTo>
                  <a:cubicBezTo>
                    <a:pt x="3680864" y="1765357"/>
                    <a:pt x="3403948" y="1472490"/>
                    <a:pt x="3109471" y="1217463"/>
                  </a:cubicBezTo>
                  <a:cubicBezTo>
                    <a:pt x="2812144" y="959985"/>
                    <a:pt x="2494302" y="738875"/>
                    <a:pt x="2164777" y="560195"/>
                  </a:cubicBezTo>
                  <a:cubicBezTo>
                    <a:pt x="1829131" y="378218"/>
                    <a:pt x="1477909" y="238492"/>
                    <a:pt x="1120810" y="144807"/>
                  </a:cubicBezTo>
                  <a:cubicBezTo>
                    <a:pt x="754428" y="48715"/>
                    <a:pt x="377336" y="0"/>
                    <a:pt x="0" y="0"/>
                  </a:cubicBezTo>
                  <a:lnTo>
                    <a:pt x="0" y="1114"/>
                  </a:lnTo>
                  <a:cubicBezTo>
                    <a:pt x="3066112" y="1114"/>
                    <a:pt x="5560588" y="3198493"/>
                    <a:pt x="5560588" y="7128640"/>
                  </a:cubicBezTo>
                  <a:cubicBezTo>
                    <a:pt x="5560588" y="11058787"/>
                    <a:pt x="3066112" y="14256209"/>
                    <a:pt x="0" y="14256209"/>
                  </a:cubicBezTo>
                  <a:lnTo>
                    <a:pt x="0" y="14257324"/>
                  </a:lnTo>
                  <a:cubicBezTo>
                    <a:pt x="377336" y="14257324"/>
                    <a:pt x="754428" y="14208565"/>
                    <a:pt x="1120810" y="14112473"/>
                  </a:cubicBezTo>
                  <a:cubicBezTo>
                    <a:pt x="1477909" y="14018832"/>
                    <a:pt x="1829131" y="13879062"/>
                    <a:pt x="2164777" y="13697084"/>
                  </a:cubicBezTo>
                  <a:cubicBezTo>
                    <a:pt x="2494302" y="13518450"/>
                    <a:pt x="2812144" y="13297295"/>
                    <a:pt x="3109471" y="13039861"/>
                  </a:cubicBezTo>
                  <a:cubicBezTo>
                    <a:pt x="3403948" y="12784834"/>
                    <a:pt x="3680864" y="12491967"/>
                    <a:pt x="3932537" y="12169372"/>
                  </a:cubicBezTo>
                  <a:cubicBezTo>
                    <a:pt x="4184210" y="11846778"/>
                    <a:pt x="4412691" y="11491825"/>
                    <a:pt x="4611651" y="11114365"/>
                  </a:cubicBezTo>
                  <a:cubicBezTo>
                    <a:pt x="4812489" y="10733250"/>
                    <a:pt x="4985023" y="10325840"/>
                    <a:pt x="5124385" y="9903454"/>
                  </a:cubicBezTo>
                  <a:cubicBezTo>
                    <a:pt x="5266355" y="9473223"/>
                    <a:pt x="5375397" y="9023026"/>
                    <a:pt x="5448451" y="8565341"/>
                  </a:cubicBezTo>
                  <a:cubicBezTo>
                    <a:pt x="5523417" y="8095667"/>
                    <a:pt x="5561457" y="7612309"/>
                    <a:pt x="5561457" y="7128640"/>
                  </a:cubicBezTo>
                  <a:cubicBezTo>
                    <a:pt x="5561457" y="6644971"/>
                    <a:pt x="5523417" y="6161613"/>
                    <a:pt x="5448451" y="5691984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pic>
        <p:nvPicPr>
          <p:cNvPr id="1098" name="Google Shape;109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7689" y="828133"/>
            <a:ext cx="6857041" cy="4131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9" name="Google Shape;1099;p45"/>
          <p:cNvPicPr preferRelativeResize="0"/>
          <p:nvPr/>
        </p:nvPicPr>
        <p:blipFill rotWithShape="1">
          <a:blip r:embed="rId4">
            <a:alphaModFix/>
          </a:blip>
          <a:srcRect b="0" l="17735" r="17735" t="0"/>
          <a:stretch/>
        </p:blipFill>
        <p:spPr>
          <a:xfrm>
            <a:off x="5011815" y="1022405"/>
            <a:ext cx="4384325" cy="3397146"/>
          </a:xfrm>
          <a:prstGeom prst="round2SameRect">
            <a:avLst>
              <a:gd fmla="val 3099" name="adj1"/>
              <a:gd fmla="val 0" name="adj2"/>
            </a:avLst>
          </a:prstGeom>
          <a:noFill/>
          <a:ln>
            <a:noFill/>
          </a:ln>
        </p:spPr>
      </p:pic>
      <p:sp>
        <p:nvSpPr>
          <p:cNvPr id="1100" name="Google Shape;1100;p45"/>
          <p:cNvSpPr txBox="1"/>
          <p:nvPr/>
        </p:nvSpPr>
        <p:spPr>
          <a:xfrm>
            <a:off x="561975" y="1595065"/>
            <a:ext cx="3819956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</a:pPr>
            <a:r>
              <a:rPr b="1" i="0" lang="mn-MN" sz="3200" u="none" cap="none" strike="noStrike">
                <a:solidFill>
                  <a:srgbClr val="7A126B"/>
                </a:solidFill>
                <a:latin typeface="Manrope"/>
                <a:ea typeface="Manrope"/>
                <a:cs typeface="Manrope"/>
                <a:sym typeface="Manrope"/>
              </a:rPr>
              <a:t>Эцсийн </a:t>
            </a:r>
            <a:br>
              <a:rPr b="1" i="0" lang="mn-MN" sz="32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1" i="0" lang="mn-MN" sz="32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зөвлөмж</a:t>
            </a:r>
            <a:endParaRPr/>
          </a:p>
        </p:txBody>
      </p:sp>
      <p:sp>
        <p:nvSpPr>
          <p:cNvPr id="1101" name="Google Shape;1101;p45"/>
          <p:cNvSpPr txBox="1"/>
          <p:nvPr/>
        </p:nvSpPr>
        <p:spPr>
          <a:xfrm>
            <a:off x="561975" y="2678077"/>
            <a:ext cx="3819956" cy="116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</a:pPr>
            <a:r>
              <a:rPr b="0" i="0" lang="mn-MN" sz="14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Төслийн явц, үр дүнг энд харуулна. Багаараа хамтран шинэ шийдэл хэрэгжүүлнэ.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</a:pPr>
            <a:r>
              <a:rPr b="0" i="0" lang="mn-MN" sz="14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Зах зээлийн судалгаанд үндэслэн шийдвэр гаргана.</a:t>
            </a:r>
            <a:endParaRPr/>
          </a:p>
        </p:txBody>
      </p:sp>
      <p:grpSp>
        <p:nvGrpSpPr>
          <p:cNvPr id="1102" name="Google Shape;1102;p45"/>
          <p:cNvGrpSpPr/>
          <p:nvPr/>
        </p:nvGrpSpPr>
        <p:grpSpPr>
          <a:xfrm>
            <a:off x="462693" y="675356"/>
            <a:ext cx="838475" cy="838474"/>
            <a:chOff x="462693" y="675356"/>
            <a:chExt cx="838475" cy="838474"/>
          </a:xfrm>
        </p:grpSpPr>
        <p:grpSp>
          <p:nvGrpSpPr>
            <p:cNvPr id="1103" name="Google Shape;1103;p45"/>
            <p:cNvGrpSpPr/>
            <p:nvPr/>
          </p:nvGrpSpPr>
          <p:grpSpPr>
            <a:xfrm rot="-5630581">
              <a:off x="488198" y="700860"/>
              <a:ext cx="787466" cy="787467"/>
              <a:chOff x="2487025" y="947988"/>
              <a:chExt cx="402161" cy="402161"/>
            </a:xfrm>
          </p:grpSpPr>
          <p:sp>
            <p:nvSpPr>
              <p:cNvPr id="1104" name="Google Shape;1104;p45"/>
              <p:cNvSpPr/>
              <p:nvPr/>
            </p:nvSpPr>
            <p:spPr>
              <a:xfrm rot="5191475">
                <a:off x="2532905" y="996139"/>
                <a:ext cx="306923" cy="306923"/>
              </a:xfrm>
              <a:prstGeom prst="ellipse">
                <a:avLst/>
              </a:prstGeom>
              <a:noFill/>
              <a:ln cap="flat" cmpd="sng" w="9525">
                <a:solidFill>
                  <a:srgbClr val="D8D8D8">
                    <a:alpha val="58039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25700" lIns="51425" spcFirstLastPara="1" rIns="51425" wrap="square" tIns="2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Manrope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5" name="Google Shape;1105;p45"/>
              <p:cNvSpPr/>
              <p:nvPr/>
            </p:nvSpPr>
            <p:spPr>
              <a:xfrm rot="4026063">
                <a:off x="2534644" y="995607"/>
                <a:ext cx="306923" cy="306923"/>
              </a:xfrm>
              <a:prstGeom prst="arc">
                <a:avLst>
                  <a:gd fmla="val 16200000" name="adj1"/>
                  <a:gd fmla="val 2547781" name="adj2"/>
                </a:avLst>
              </a:prstGeom>
              <a:noFill/>
              <a:ln cap="flat" cmpd="sng" w="25400">
                <a:solidFill>
                  <a:srgbClr val="7A126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25700" lIns="51425" spcFirstLastPara="1" rIns="51425" wrap="square" tIns="2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Manrope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06" name="Google Shape;1106;p45"/>
            <p:cNvGrpSpPr/>
            <p:nvPr/>
          </p:nvGrpSpPr>
          <p:grpSpPr>
            <a:xfrm>
              <a:off x="745231" y="958864"/>
              <a:ext cx="274666" cy="274786"/>
              <a:chOff x="11603830" y="1341188"/>
              <a:chExt cx="274666" cy="274786"/>
            </a:xfrm>
          </p:grpSpPr>
          <p:sp>
            <p:nvSpPr>
              <p:cNvPr id="1107" name="Google Shape;1107;p45"/>
              <p:cNvSpPr/>
              <p:nvPr/>
            </p:nvSpPr>
            <p:spPr>
              <a:xfrm>
                <a:off x="11603830" y="1341188"/>
                <a:ext cx="274666" cy="274786"/>
              </a:xfrm>
              <a:custGeom>
                <a:rect b="b" l="l" r="r" t="t"/>
                <a:pathLst>
                  <a:path extrusionOk="0" h="274786" w="274666">
                    <a:moveTo>
                      <a:pt x="190117" y="50754"/>
                    </a:moveTo>
                    <a:cubicBezTo>
                      <a:pt x="181280" y="45380"/>
                      <a:pt x="165636" y="41319"/>
                      <a:pt x="155246" y="38812"/>
                    </a:cubicBezTo>
                    <a:lnTo>
                      <a:pt x="155246" y="0"/>
                    </a:lnTo>
                    <a:lnTo>
                      <a:pt x="119420" y="0"/>
                    </a:lnTo>
                    <a:lnTo>
                      <a:pt x="119420" y="38812"/>
                    </a:lnTo>
                    <a:cubicBezTo>
                      <a:pt x="109031" y="41319"/>
                      <a:pt x="93387" y="45380"/>
                      <a:pt x="84549" y="50754"/>
                    </a:cubicBezTo>
                    <a:lnTo>
                      <a:pt x="57083" y="23287"/>
                    </a:lnTo>
                    <a:lnTo>
                      <a:pt x="23287" y="57083"/>
                    </a:lnTo>
                    <a:lnTo>
                      <a:pt x="50754" y="84550"/>
                    </a:lnTo>
                    <a:cubicBezTo>
                      <a:pt x="45380" y="93387"/>
                      <a:pt x="41319" y="109031"/>
                      <a:pt x="38812" y="119420"/>
                    </a:cubicBezTo>
                    <a:lnTo>
                      <a:pt x="0" y="119420"/>
                    </a:lnTo>
                    <a:lnTo>
                      <a:pt x="0" y="155246"/>
                    </a:lnTo>
                    <a:lnTo>
                      <a:pt x="38812" y="155246"/>
                    </a:lnTo>
                    <a:cubicBezTo>
                      <a:pt x="41319" y="165636"/>
                      <a:pt x="45380" y="181280"/>
                      <a:pt x="50754" y="190117"/>
                    </a:cubicBezTo>
                    <a:lnTo>
                      <a:pt x="23287" y="217584"/>
                    </a:lnTo>
                    <a:lnTo>
                      <a:pt x="57083" y="251380"/>
                    </a:lnTo>
                    <a:lnTo>
                      <a:pt x="84549" y="223913"/>
                    </a:lnTo>
                    <a:cubicBezTo>
                      <a:pt x="93387" y="229287"/>
                      <a:pt x="109031" y="233467"/>
                      <a:pt x="119420" y="235975"/>
                    </a:cubicBezTo>
                    <a:lnTo>
                      <a:pt x="119420" y="274786"/>
                    </a:lnTo>
                    <a:lnTo>
                      <a:pt x="155246" y="274786"/>
                    </a:lnTo>
                    <a:lnTo>
                      <a:pt x="155246" y="235975"/>
                    </a:lnTo>
                    <a:cubicBezTo>
                      <a:pt x="165636" y="233467"/>
                      <a:pt x="181280" y="229406"/>
                      <a:pt x="190117" y="224033"/>
                    </a:cubicBezTo>
                    <a:lnTo>
                      <a:pt x="217584" y="251499"/>
                    </a:lnTo>
                    <a:lnTo>
                      <a:pt x="251380" y="217703"/>
                    </a:lnTo>
                    <a:lnTo>
                      <a:pt x="223913" y="190237"/>
                    </a:lnTo>
                    <a:cubicBezTo>
                      <a:pt x="229287" y="181399"/>
                      <a:pt x="233347" y="165755"/>
                      <a:pt x="235855" y="155366"/>
                    </a:cubicBezTo>
                    <a:lnTo>
                      <a:pt x="274667" y="155366"/>
                    </a:lnTo>
                    <a:lnTo>
                      <a:pt x="274667" y="119540"/>
                    </a:lnTo>
                    <a:lnTo>
                      <a:pt x="235855" y="119540"/>
                    </a:lnTo>
                    <a:cubicBezTo>
                      <a:pt x="234422" y="113569"/>
                      <a:pt x="232392" y="105806"/>
                      <a:pt x="230004" y="98641"/>
                    </a:cubicBezTo>
                  </a:path>
                </a:pathLst>
              </a:custGeom>
              <a:noFill/>
              <a:ln cap="rnd" cmpd="sng" w="11925">
                <a:solidFill>
                  <a:srgbClr val="7A126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8" name="Google Shape;1108;p45"/>
              <p:cNvSpPr/>
              <p:nvPr/>
            </p:nvSpPr>
            <p:spPr>
              <a:xfrm>
                <a:off x="11693395" y="1341188"/>
                <a:ext cx="185101" cy="167188"/>
              </a:xfrm>
              <a:custGeom>
                <a:rect b="b" l="l" r="r" t="t"/>
                <a:pathLst>
                  <a:path extrusionOk="0" h="167188" w="185101">
                    <a:moveTo>
                      <a:pt x="185102" y="0"/>
                    </a:moveTo>
                    <a:lnTo>
                      <a:pt x="47768" y="167188"/>
                    </a:lnTo>
                    <a:lnTo>
                      <a:pt x="0" y="113449"/>
                    </a:lnTo>
                  </a:path>
                </a:pathLst>
              </a:custGeom>
              <a:noFill/>
              <a:ln cap="rnd" cmpd="sng" w="11925">
                <a:solidFill>
                  <a:srgbClr val="7A126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