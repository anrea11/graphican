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1"/>
  </p:sldMasterIdLst>
  <p:notesMasterIdLst>
    <p:notesMasterId r:id="rId13"/>
  </p:notesMasterIdLst>
  <p:sldIdLst>
    <p:sldId id="257" r:id="rId3"/>
    <p:sldId id="259" r:id="rId4"/>
    <p:sldId id="265" r:id="rId5"/>
    <p:sldId id="266" r:id="rId6"/>
    <p:sldId id="276" r:id="rId7"/>
    <p:sldId id="289" r:id="rId8"/>
    <p:sldId id="345" r:id="rId9"/>
    <p:sldId id="305" r:id="rId10"/>
    <p:sldId id="313" r:id="rId11"/>
    <p:sldId id="339" r:id="rId12"/>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3840">
          <p15:clr>
            <a:srgbClr val="A4A3A4"/>
          </p15:clr>
        </p15:guide>
        <p15:guide id="5"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29"/>
    <p:restoredTop sz="94683"/>
  </p:normalViewPr>
  <p:slideViewPr>
    <p:cSldViewPr snapToGrid="0" snapToObjects="1">
      <p:cViewPr varScale="1">
        <p:scale>
          <a:sx n="147" d="100"/>
          <a:sy n="147" d="100"/>
        </p:scale>
        <p:origin x="1824" y="19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ACC2BB-77D2-5443-847E-999DC9F6DAC6}" type="doc">
      <dgm:prSet loTypeId="urn:microsoft.com/office/officeart/2005/8/layout/cycle2" loCatId="" qsTypeId="urn:microsoft.com/office/officeart/2005/8/quickstyle/simple4" qsCatId="simple" csTypeId="urn:microsoft.com/office/officeart/2005/8/colors/accent1_2" csCatId="accent1" phldr="1"/>
      <dgm:spPr/>
      <dgm:t>
        <a:bodyPr/>
        <a:lstStyle/>
        <a:p>
          <a:endParaRPr lang="en-US"/>
        </a:p>
      </dgm:t>
    </dgm:pt>
    <dgm:pt modelId="{4716E7A1-ED3F-9B4B-8C6F-3B8165A25B11}">
      <dgm:prSet phldrT="[Text]" custT="1"/>
      <dgm:spPr>
        <a:solidFill>
          <a:schemeClr val="accent1"/>
        </a:solidFill>
      </dgm:spPr>
      <dgm:t>
        <a:bodyPr/>
        <a:lstStyle/>
        <a:p>
          <a:r>
            <a:rPr lang="mn-MN" sz="1200" b="1" i="0" noProof="0" dirty="0">
              <a:solidFill>
                <a:schemeClr val="tx1"/>
              </a:solidFill>
              <a:latin typeface="Open Sans" charset="0"/>
              <a:ea typeface="Open Sans" charset="0"/>
              <a:cs typeface="Open Sans" charset="0"/>
            </a:rPr>
            <a:t>Хэсэг #1</a:t>
          </a:r>
        </a:p>
      </dgm:t>
    </dgm:pt>
    <dgm:pt modelId="{A1B27E07-4CEA-2449-875A-13F796924B0A}" type="parTrans" cxnId="{C32F5CB0-1FF7-3A4E-874A-6B5C2DAFA06B}">
      <dgm:prSet/>
      <dgm:spPr/>
      <dgm:t>
        <a:bodyPr/>
        <a:lstStyle/>
        <a:p>
          <a:endParaRPr lang="en-US" sz="1200" b="1" i="0" noProof="0" dirty="0">
            <a:latin typeface="Open Sans" charset="0"/>
            <a:ea typeface="Open Sans" charset="0"/>
            <a:cs typeface="Open Sans" charset="0"/>
          </a:endParaRPr>
        </a:p>
      </dgm:t>
    </dgm:pt>
    <dgm:pt modelId="{5575E51D-2DB0-B647-9160-ED30AA524F61}" type="sibTrans" cxnId="{C32F5CB0-1FF7-3A4E-874A-6B5C2DAFA06B}">
      <dgm:prSet custT="1"/>
      <dgm:spPr>
        <a:solidFill>
          <a:schemeClr val="tx1">
            <a:alpha val="10000"/>
          </a:schemeClr>
        </a:solidFill>
      </dgm:spPr>
      <dgm:t>
        <a:bodyPr/>
        <a:lstStyle/>
        <a:p>
          <a:endParaRPr lang="en-US" sz="1200" b="1" i="0" noProof="0" dirty="0">
            <a:latin typeface="Open Sans" charset="0"/>
            <a:ea typeface="Open Sans" charset="0"/>
            <a:cs typeface="Open Sans" charset="0"/>
          </a:endParaRPr>
        </a:p>
      </dgm:t>
    </dgm:pt>
    <dgm:pt modelId="{BC125942-6CFC-C04B-A691-FD2826DB2610}">
      <dgm:prSet phldrT="[Text]" custT="1"/>
      <dgm:spPr>
        <a:solidFill>
          <a:schemeClr val="tx1">
            <a:alpha val="80000"/>
          </a:schemeClr>
        </a:solidFill>
      </dgm:spPr>
      <dgm:t>
        <a:bodyPr/>
        <a:lstStyle/>
        <a:p>
          <a:r>
            <a:rPr lang="mn-MN" sz="1200" b="1" i="0" noProof="0" dirty="0">
              <a:latin typeface="Open Sans" charset="0"/>
              <a:ea typeface="Open Sans" charset="0"/>
              <a:cs typeface="Open Sans" charset="0"/>
            </a:rPr>
            <a:t>Хэсэг #2</a:t>
          </a:r>
        </a:p>
      </dgm:t>
    </dgm:pt>
    <dgm:pt modelId="{B4D88C48-E8CE-3C41-8435-472B9CE83908}" type="parTrans" cxnId="{83490A8C-42DC-E64D-909A-196A5CFB2135}">
      <dgm:prSet/>
      <dgm:spPr/>
      <dgm:t>
        <a:bodyPr/>
        <a:lstStyle/>
        <a:p>
          <a:endParaRPr lang="en-US" sz="1200" b="1" i="0" noProof="0" dirty="0">
            <a:latin typeface="Open Sans" charset="0"/>
            <a:ea typeface="Open Sans" charset="0"/>
            <a:cs typeface="Open Sans" charset="0"/>
          </a:endParaRPr>
        </a:p>
      </dgm:t>
    </dgm:pt>
    <dgm:pt modelId="{E7F92082-69AA-C843-B261-831913503CAF}" type="sibTrans" cxnId="{83490A8C-42DC-E64D-909A-196A5CFB2135}">
      <dgm:prSet custT="1"/>
      <dgm:spPr>
        <a:solidFill>
          <a:schemeClr val="tx1">
            <a:alpha val="10000"/>
          </a:schemeClr>
        </a:solidFill>
      </dgm:spPr>
      <dgm:t>
        <a:bodyPr/>
        <a:lstStyle/>
        <a:p>
          <a:endParaRPr lang="en-US" sz="1200" b="1" i="0" noProof="0" dirty="0">
            <a:latin typeface="Open Sans" charset="0"/>
            <a:ea typeface="Open Sans" charset="0"/>
            <a:cs typeface="Open Sans" charset="0"/>
          </a:endParaRPr>
        </a:p>
      </dgm:t>
    </dgm:pt>
    <dgm:pt modelId="{2CDA1792-E905-1F4E-9AFF-F1DA9895DC58}">
      <dgm:prSet phldrT="[Text]" custT="1"/>
      <dgm:spPr>
        <a:solidFill>
          <a:schemeClr val="tx1">
            <a:alpha val="80000"/>
          </a:schemeClr>
        </a:solidFill>
      </dgm:spPr>
      <dgm:t>
        <a:bodyPr/>
        <a:lstStyle/>
        <a:p>
          <a:r>
            <a:rPr lang="mn-MN" sz="1200" b="1" i="0" noProof="0" dirty="0">
              <a:latin typeface="Open Sans" charset="0"/>
              <a:ea typeface="Open Sans" charset="0"/>
              <a:cs typeface="Open Sans" charset="0"/>
            </a:rPr>
            <a:t>Хэсэг #3</a:t>
          </a:r>
        </a:p>
      </dgm:t>
    </dgm:pt>
    <dgm:pt modelId="{C77E98CC-C83A-524F-B711-1C1BCEF899C8}" type="parTrans" cxnId="{03D9DE9C-8141-1843-8B62-40DA146A4979}">
      <dgm:prSet/>
      <dgm:spPr/>
      <dgm:t>
        <a:bodyPr/>
        <a:lstStyle/>
        <a:p>
          <a:endParaRPr lang="en-US" sz="1200" b="1" i="0" noProof="0" dirty="0">
            <a:latin typeface="Open Sans" charset="0"/>
            <a:ea typeface="Open Sans" charset="0"/>
            <a:cs typeface="Open Sans" charset="0"/>
          </a:endParaRPr>
        </a:p>
      </dgm:t>
    </dgm:pt>
    <dgm:pt modelId="{10011AD3-D3A6-7146-A9B0-D749D42353EA}" type="sibTrans" cxnId="{03D9DE9C-8141-1843-8B62-40DA146A4979}">
      <dgm:prSet custT="1"/>
      <dgm:spPr>
        <a:solidFill>
          <a:schemeClr val="tx1">
            <a:alpha val="10000"/>
          </a:schemeClr>
        </a:solidFill>
      </dgm:spPr>
      <dgm:t>
        <a:bodyPr/>
        <a:lstStyle/>
        <a:p>
          <a:endParaRPr lang="en-US" sz="1200" b="1" i="0" noProof="0" dirty="0">
            <a:latin typeface="Open Sans" charset="0"/>
            <a:ea typeface="Open Sans" charset="0"/>
            <a:cs typeface="Open Sans" charset="0"/>
          </a:endParaRPr>
        </a:p>
      </dgm:t>
    </dgm:pt>
    <dgm:pt modelId="{468A5305-C682-4349-AAC5-FEE1F1C23821}">
      <dgm:prSet phldrT="[Text]" custT="1"/>
      <dgm:spPr>
        <a:solidFill>
          <a:schemeClr val="tx1">
            <a:alpha val="80000"/>
          </a:schemeClr>
        </a:solidFill>
      </dgm:spPr>
      <dgm:t>
        <a:bodyPr/>
        <a:lstStyle/>
        <a:p>
          <a:r>
            <a:rPr lang="mn-MN" sz="1200" b="1" i="0" noProof="0" dirty="0">
              <a:latin typeface="Open Sans" charset="0"/>
              <a:ea typeface="Open Sans" charset="0"/>
              <a:cs typeface="Open Sans" charset="0"/>
            </a:rPr>
            <a:t>Хэсэг #4</a:t>
          </a:r>
        </a:p>
      </dgm:t>
    </dgm:pt>
    <dgm:pt modelId="{726FFD26-739D-5F44-8424-52084004CC48}" type="parTrans" cxnId="{DE300ECD-9CA8-B249-881A-C699926BBAFB}">
      <dgm:prSet/>
      <dgm:spPr/>
      <dgm:t>
        <a:bodyPr/>
        <a:lstStyle/>
        <a:p>
          <a:endParaRPr lang="en-US" sz="1200" b="1" i="0" noProof="0" dirty="0">
            <a:latin typeface="Open Sans" charset="0"/>
            <a:ea typeface="Open Sans" charset="0"/>
            <a:cs typeface="Open Sans" charset="0"/>
          </a:endParaRPr>
        </a:p>
      </dgm:t>
    </dgm:pt>
    <dgm:pt modelId="{F0274A88-5F97-C54C-A392-B2BB6144DF1C}" type="sibTrans" cxnId="{DE300ECD-9CA8-B249-881A-C699926BBAFB}">
      <dgm:prSet custT="1"/>
      <dgm:spPr>
        <a:solidFill>
          <a:schemeClr val="tx1">
            <a:alpha val="10000"/>
          </a:schemeClr>
        </a:solidFill>
      </dgm:spPr>
      <dgm:t>
        <a:bodyPr/>
        <a:lstStyle/>
        <a:p>
          <a:endParaRPr lang="en-US" sz="1200" b="1" i="0" noProof="0" dirty="0">
            <a:latin typeface="Open Sans" charset="0"/>
            <a:ea typeface="Open Sans" charset="0"/>
            <a:cs typeface="Open Sans" charset="0"/>
          </a:endParaRPr>
        </a:p>
      </dgm:t>
    </dgm:pt>
    <dgm:pt modelId="{0D30E0D3-4A0B-1349-9502-FC6ABF615E76}">
      <dgm:prSet phldrT="[Text]" custT="1"/>
      <dgm:spPr>
        <a:solidFill>
          <a:schemeClr val="tx1">
            <a:alpha val="80000"/>
          </a:schemeClr>
        </a:solidFill>
      </dgm:spPr>
      <dgm:t>
        <a:bodyPr/>
        <a:lstStyle/>
        <a:p>
          <a:r>
            <a:rPr lang="mn-MN" sz="1200" b="1" i="0" noProof="0" dirty="0">
              <a:latin typeface="Open Sans" charset="0"/>
              <a:ea typeface="Open Sans" charset="0"/>
              <a:cs typeface="Open Sans" charset="0"/>
            </a:rPr>
            <a:t>Хэсэг #5</a:t>
          </a:r>
        </a:p>
      </dgm:t>
    </dgm:pt>
    <dgm:pt modelId="{967072A7-6F81-A542-9C29-10C63EDED48E}" type="parTrans" cxnId="{6E78DC6E-E3F5-DE49-8944-DE2F2D46E3C2}">
      <dgm:prSet/>
      <dgm:spPr/>
      <dgm:t>
        <a:bodyPr/>
        <a:lstStyle/>
        <a:p>
          <a:endParaRPr lang="en-US" sz="1200" b="1" i="0" noProof="0" dirty="0">
            <a:latin typeface="Open Sans" charset="0"/>
            <a:ea typeface="Open Sans" charset="0"/>
            <a:cs typeface="Open Sans" charset="0"/>
          </a:endParaRPr>
        </a:p>
      </dgm:t>
    </dgm:pt>
    <dgm:pt modelId="{A4314637-1252-6446-8E9E-6D373C91AFEA}" type="sibTrans" cxnId="{6E78DC6E-E3F5-DE49-8944-DE2F2D46E3C2}">
      <dgm:prSet custT="1"/>
      <dgm:spPr>
        <a:solidFill>
          <a:schemeClr val="tx1">
            <a:alpha val="10000"/>
          </a:schemeClr>
        </a:solidFill>
      </dgm:spPr>
      <dgm:t>
        <a:bodyPr/>
        <a:lstStyle/>
        <a:p>
          <a:endParaRPr lang="en-US" sz="1200" b="1" i="0" noProof="0" dirty="0">
            <a:latin typeface="Open Sans" charset="0"/>
            <a:ea typeface="Open Sans" charset="0"/>
            <a:cs typeface="Open Sans" charset="0"/>
          </a:endParaRPr>
        </a:p>
      </dgm:t>
    </dgm:pt>
    <dgm:pt modelId="{6186F85D-9C77-0C4C-8321-1EC05BAA6FC0}" type="pres">
      <dgm:prSet presAssocID="{42ACC2BB-77D2-5443-847E-999DC9F6DAC6}" presName="cycle" presStyleCnt="0">
        <dgm:presLayoutVars>
          <dgm:dir/>
          <dgm:resizeHandles val="exact"/>
        </dgm:presLayoutVars>
      </dgm:prSet>
      <dgm:spPr/>
    </dgm:pt>
    <dgm:pt modelId="{0B399530-A43F-834A-BD57-615AF5897F6A}" type="pres">
      <dgm:prSet presAssocID="{4716E7A1-ED3F-9B4B-8C6F-3B8165A25B11}" presName="node" presStyleLbl="node1" presStyleIdx="0" presStyleCnt="5">
        <dgm:presLayoutVars>
          <dgm:bulletEnabled val="1"/>
        </dgm:presLayoutVars>
      </dgm:prSet>
      <dgm:spPr/>
    </dgm:pt>
    <dgm:pt modelId="{F721AC20-9E37-3F4E-8259-81B133F55010}" type="pres">
      <dgm:prSet presAssocID="{5575E51D-2DB0-B647-9160-ED30AA524F61}" presName="sibTrans" presStyleLbl="sibTrans2D1" presStyleIdx="0" presStyleCnt="5" custScaleY="48017"/>
      <dgm:spPr/>
    </dgm:pt>
    <dgm:pt modelId="{4EB81360-BA20-154F-AC93-83165CBF848D}" type="pres">
      <dgm:prSet presAssocID="{5575E51D-2DB0-B647-9160-ED30AA524F61}" presName="connectorText" presStyleLbl="sibTrans2D1" presStyleIdx="0" presStyleCnt="5"/>
      <dgm:spPr/>
    </dgm:pt>
    <dgm:pt modelId="{6E3E0ECA-979F-C842-84AF-B9C95AAFEE09}" type="pres">
      <dgm:prSet presAssocID="{BC125942-6CFC-C04B-A691-FD2826DB2610}" presName="node" presStyleLbl="node1" presStyleIdx="1" presStyleCnt="5">
        <dgm:presLayoutVars>
          <dgm:bulletEnabled val="1"/>
        </dgm:presLayoutVars>
      </dgm:prSet>
      <dgm:spPr/>
    </dgm:pt>
    <dgm:pt modelId="{9D5BD706-825F-8342-A9E6-71E9F112EA77}" type="pres">
      <dgm:prSet presAssocID="{E7F92082-69AA-C843-B261-831913503CAF}" presName="sibTrans" presStyleLbl="sibTrans2D1" presStyleIdx="1" presStyleCnt="5" custScaleY="45712"/>
      <dgm:spPr/>
    </dgm:pt>
    <dgm:pt modelId="{3121B62C-0043-4E43-A7EA-2B4B4D9B71F6}" type="pres">
      <dgm:prSet presAssocID="{E7F92082-69AA-C843-B261-831913503CAF}" presName="connectorText" presStyleLbl="sibTrans2D1" presStyleIdx="1" presStyleCnt="5"/>
      <dgm:spPr/>
    </dgm:pt>
    <dgm:pt modelId="{D80EB7B2-57D2-6243-BA32-CA322223A7EB}" type="pres">
      <dgm:prSet presAssocID="{2CDA1792-E905-1F4E-9AFF-F1DA9895DC58}" presName="node" presStyleLbl="node1" presStyleIdx="2" presStyleCnt="5">
        <dgm:presLayoutVars>
          <dgm:bulletEnabled val="1"/>
        </dgm:presLayoutVars>
      </dgm:prSet>
      <dgm:spPr/>
    </dgm:pt>
    <dgm:pt modelId="{9BD1825C-2260-9F4F-8C2D-F638397C73CA}" type="pres">
      <dgm:prSet presAssocID="{10011AD3-D3A6-7146-A9B0-D749D42353EA}" presName="sibTrans" presStyleLbl="sibTrans2D1" presStyleIdx="2" presStyleCnt="5" custScaleY="45712"/>
      <dgm:spPr/>
    </dgm:pt>
    <dgm:pt modelId="{36DDB031-F304-BA44-BF1D-216E2177A6BB}" type="pres">
      <dgm:prSet presAssocID="{10011AD3-D3A6-7146-A9B0-D749D42353EA}" presName="connectorText" presStyleLbl="sibTrans2D1" presStyleIdx="2" presStyleCnt="5"/>
      <dgm:spPr/>
    </dgm:pt>
    <dgm:pt modelId="{127D618E-79C9-564C-B0D8-290D6499E916}" type="pres">
      <dgm:prSet presAssocID="{468A5305-C682-4349-AAC5-FEE1F1C23821}" presName="node" presStyleLbl="node1" presStyleIdx="3" presStyleCnt="5">
        <dgm:presLayoutVars>
          <dgm:bulletEnabled val="1"/>
        </dgm:presLayoutVars>
      </dgm:prSet>
      <dgm:spPr/>
    </dgm:pt>
    <dgm:pt modelId="{8E6E1547-23FE-BA4C-B910-582614A07F5F}" type="pres">
      <dgm:prSet presAssocID="{F0274A88-5F97-C54C-A392-B2BB6144DF1C}" presName="sibTrans" presStyleLbl="sibTrans2D1" presStyleIdx="3" presStyleCnt="5" custScaleY="45712"/>
      <dgm:spPr/>
    </dgm:pt>
    <dgm:pt modelId="{6919E781-F15A-EF48-A402-B73D3A6A6D15}" type="pres">
      <dgm:prSet presAssocID="{F0274A88-5F97-C54C-A392-B2BB6144DF1C}" presName="connectorText" presStyleLbl="sibTrans2D1" presStyleIdx="3" presStyleCnt="5"/>
      <dgm:spPr/>
    </dgm:pt>
    <dgm:pt modelId="{46E8956E-978C-384B-8347-E1CAECB03032}" type="pres">
      <dgm:prSet presAssocID="{0D30E0D3-4A0B-1349-9502-FC6ABF615E76}" presName="node" presStyleLbl="node1" presStyleIdx="4" presStyleCnt="5">
        <dgm:presLayoutVars>
          <dgm:bulletEnabled val="1"/>
        </dgm:presLayoutVars>
      </dgm:prSet>
      <dgm:spPr/>
    </dgm:pt>
    <dgm:pt modelId="{5C2FE1D6-259C-A842-B62D-876CBCE1E8C2}" type="pres">
      <dgm:prSet presAssocID="{A4314637-1252-6446-8E9E-6D373C91AFEA}" presName="sibTrans" presStyleLbl="sibTrans2D1" presStyleIdx="4" presStyleCnt="5" custScaleY="49045"/>
      <dgm:spPr/>
    </dgm:pt>
    <dgm:pt modelId="{FE59E9C9-4605-E248-879B-4AF8C95558DA}" type="pres">
      <dgm:prSet presAssocID="{A4314637-1252-6446-8E9E-6D373C91AFEA}" presName="connectorText" presStyleLbl="sibTrans2D1" presStyleIdx="4" presStyleCnt="5"/>
      <dgm:spPr/>
    </dgm:pt>
  </dgm:ptLst>
  <dgm:cxnLst>
    <dgm:cxn modelId="{78F9A207-EC35-A642-B097-75AD42DF77F5}" type="presOf" srcId="{A4314637-1252-6446-8E9E-6D373C91AFEA}" destId="{5C2FE1D6-259C-A842-B62D-876CBCE1E8C2}" srcOrd="0" destOrd="0" presId="urn:microsoft.com/office/officeart/2005/8/layout/cycle2"/>
    <dgm:cxn modelId="{43866F0F-C859-1F4A-AEA9-3C3341F0C9B5}" type="presOf" srcId="{10011AD3-D3A6-7146-A9B0-D749D42353EA}" destId="{9BD1825C-2260-9F4F-8C2D-F638397C73CA}" srcOrd="0" destOrd="0" presId="urn:microsoft.com/office/officeart/2005/8/layout/cycle2"/>
    <dgm:cxn modelId="{55F4261B-ACCC-C948-A94A-3518D1B59875}" type="presOf" srcId="{BC125942-6CFC-C04B-A691-FD2826DB2610}" destId="{6E3E0ECA-979F-C842-84AF-B9C95AAFEE09}" srcOrd="0" destOrd="0" presId="urn:microsoft.com/office/officeart/2005/8/layout/cycle2"/>
    <dgm:cxn modelId="{6F276D1F-5894-B543-8094-8E311F441359}" type="presOf" srcId="{42ACC2BB-77D2-5443-847E-999DC9F6DAC6}" destId="{6186F85D-9C77-0C4C-8321-1EC05BAA6FC0}" srcOrd="0" destOrd="0" presId="urn:microsoft.com/office/officeart/2005/8/layout/cycle2"/>
    <dgm:cxn modelId="{D8EDED23-9CFE-0F49-8943-71795825CEC6}" type="presOf" srcId="{0D30E0D3-4A0B-1349-9502-FC6ABF615E76}" destId="{46E8956E-978C-384B-8347-E1CAECB03032}" srcOrd="0" destOrd="0" presId="urn:microsoft.com/office/officeart/2005/8/layout/cycle2"/>
    <dgm:cxn modelId="{25B38A31-5176-7645-99D4-A29BDA73AE08}" type="presOf" srcId="{2CDA1792-E905-1F4E-9AFF-F1DA9895DC58}" destId="{D80EB7B2-57D2-6243-BA32-CA322223A7EB}" srcOrd="0" destOrd="0" presId="urn:microsoft.com/office/officeart/2005/8/layout/cycle2"/>
    <dgm:cxn modelId="{91100954-0879-8743-B023-1565DDD19194}" type="presOf" srcId="{A4314637-1252-6446-8E9E-6D373C91AFEA}" destId="{FE59E9C9-4605-E248-879B-4AF8C95558DA}" srcOrd="1" destOrd="0" presId="urn:microsoft.com/office/officeart/2005/8/layout/cycle2"/>
    <dgm:cxn modelId="{92196F5B-5A95-B04D-B1D5-4319D1817C6F}" type="presOf" srcId="{4716E7A1-ED3F-9B4B-8C6F-3B8165A25B11}" destId="{0B399530-A43F-834A-BD57-615AF5897F6A}" srcOrd="0" destOrd="0" presId="urn:microsoft.com/office/officeart/2005/8/layout/cycle2"/>
    <dgm:cxn modelId="{99D6AD65-4FBA-DD48-B3DF-95C02A52F0BE}" type="presOf" srcId="{F0274A88-5F97-C54C-A392-B2BB6144DF1C}" destId="{6919E781-F15A-EF48-A402-B73D3A6A6D15}" srcOrd="1" destOrd="0" presId="urn:microsoft.com/office/officeart/2005/8/layout/cycle2"/>
    <dgm:cxn modelId="{6E78DC6E-E3F5-DE49-8944-DE2F2D46E3C2}" srcId="{42ACC2BB-77D2-5443-847E-999DC9F6DAC6}" destId="{0D30E0D3-4A0B-1349-9502-FC6ABF615E76}" srcOrd="4" destOrd="0" parTransId="{967072A7-6F81-A542-9C29-10C63EDED48E}" sibTransId="{A4314637-1252-6446-8E9E-6D373C91AFEA}"/>
    <dgm:cxn modelId="{0F66D582-E04F-C645-A3A6-8B14D6F0C530}" type="presOf" srcId="{F0274A88-5F97-C54C-A392-B2BB6144DF1C}" destId="{8E6E1547-23FE-BA4C-B910-582614A07F5F}" srcOrd="0" destOrd="0" presId="urn:microsoft.com/office/officeart/2005/8/layout/cycle2"/>
    <dgm:cxn modelId="{21BB2C89-18F8-234F-9815-AAE41DAEC85E}" type="presOf" srcId="{5575E51D-2DB0-B647-9160-ED30AA524F61}" destId="{F721AC20-9E37-3F4E-8259-81B133F55010}" srcOrd="0" destOrd="0" presId="urn:microsoft.com/office/officeart/2005/8/layout/cycle2"/>
    <dgm:cxn modelId="{83490A8C-42DC-E64D-909A-196A5CFB2135}" srcId="{42ACC2BB-77D2-5443-847E-999DC9F6DAC6}" destId="{BC125942-6CFC-C04B-A691-FD2826DB2610}" srcOrd="1" destOrd="0" parTransId="{B4D88C48-E8CE-3C41-8435-472B9CE83908}" sibTransId="{E7F92082-69AA-C843-B261-831913503CAF}"/>
    <dgm:cxn modelId="{7E8D5E8C-7DFE-2C49-BCAF-77BCC286BEC6}" type="presOf" srcId="{468A5305-C682-4349-AAC5-FEE1F1C23821}" destId="{127D618E-79C9-564C-B0D8-290D6499E916}" srcOrd="0" destOrd="0" presId="urn:microsoft.com/office/officeart/2005/8/layout/cycle2"/>
    <dgm:cxn modelId="{03D9DE9C-8141-1843-8B62-40DA146A4979}" srcId="{42ACC2BB-77D2-5443-847E-999DC9F6DAC6}" destId="{2CDA1792-E905-1F4E-9AFF-F1DA9895DC58}" srcOrd="2" destOrd="0" parTransId="{C77E98CC-C83A-524F-B711-1C1BCEF899C8}" sibTransId="{10011AD3-D3A6-7146-A9B0-D749D42353EA}"/>
    <dgm:cxn modelId="{65C417A7-9054-7A44-B2B7-105E4DA47F62}" type="presOf" srcId="{E7F92082-69AA-C843-B261-831913503CAF}" destId="{9D5BD706-825F-8342-A9E6-71E9F112EA77}" srcOrd="0" destOrd="0" presId="urn:microsoft.com/office/officeart/2005/8/layout/cycle2"/>
    <dgm:cxn modelId="{C32F5CB0-1FF7-3A4E-874A-6B5C2DAFA06B}" srcId="{42ACC2BB-77D2-5443-847E-999DC9F6DAC6}" destId="{4716E7A1-ED3F-9B4B-8C6F-3B8165A25B11}" srcOrd="0" destOrd="0" parTransId="{A1B27E07-4CEA-2449-875A-13F796924B0A}" sibTransId="{5575E51D-2DB0-B647-9160-ED30AA524F61}"/>
    <dgm:cxn modelId="{082160B9-F8B7-FD44-BBDD-CD8068E1137A}" type="presOf" srcId="{E7F92082-69AA-C843-B261-831913503CAF}" destId="{3121B62C-0043-4E43-A7EA-2B4B4D9B71F6}" srcOrd="1" destOrd="0" presId="urn:microsoft.com/office/officeart/2005/8/layout/cycle2"/>
    <dgm:cxn modelId="{C6A888C3-5BB5-5444-AD4E-CD1443E785F6}" type="presOf" srcId="{10011AD3-D3A6-7146-A9B0-D749D42353EA}" destId="{36DDB031-F304-BA44-BF1D-216E2177A6BB}" srcOrd="1" destOrd="0" presId="urn:microsoft.com/office/officeart/2005/8/layout/cycle2"/>
    <dgm:cxn modelId="{DE300ECD-9CA8-B249-881A-C699926BBAFB}" srcId="{42ACC2BB-77D2-5443-847E-999DC9F6DAC6}" destId="{468A5305-C682-4349-AAC5-FEE1F1C23821}" srcOrd="3" destOrd="0" parTransId="{726FFD26-739D-5F44-8424-52084004CC48}" sibTransId="{F0274A88-5F97-C54C-A392-B2BB6144DF1C}"/>
    <dgm:cxn modelId="{B77209FB-5924-9B45-9C4D-4B86E0311848}" type="presOf" srcId="{5575E51D-2DB0-B647-9160-ED30AA524F61}" destId="{4EB81360-BA20-154F-AC93-83165CBF848D}" srcOrd="1" destOrd="0" presId="urn:microsoft.com/office/officeart/2005/8/layout/cycle2"/>
    <dgm:cxn modelId="{A51C5DC2-5728-EA44-BA58-021E973F7FBD}" type="presParOf" srcId="{6186F85D-9C77-0C4C-8321-1EC05BAA6FC0}" destId="{0B399530-A43F-834A-BD57-615AF5897F6A}" srcOrd="0" destOrd="0" presId="urn:microsoft.com/office/officeart/2005/8/layout/cycle2"/>
    <dgm:cxn modelId="{3CB71EF7-1B09-F640-B54B-08CD52659184}" type="presParOf" srcId="{6186F85D-9C77-0C4C-8321-1EC05BAA6FC0}" destId="{F721AC20-9E37-3F4E-8259-81B133F55010}" srcOrd="1" destOrd="0" presId="urn:microsoft.com/office/officeart/2005/8/layout/cycle2"/>
    <dgm:cxn modelId="{66735BBD-2AA9-044B-9E59-3165695C6CFF}" type="presParOf" srcId="{F721AC20-9E37-3F4E-8259-81B133F55010}" destId="{4EB81360-BA20-154F-AC93-83165CBF848D}" srcOrd="0" destOrd="0" presId="urn:microsoft.com/office/officeart/2005/8/layout/cycle2"/>
    <dgm:cxn modelId="{B78906CE-41DA-264D-8D6B-5FFEB547971A}" type="presParOf" srcId="{6186F85D-9C77-0C4C-8321-1EC05BAA6FC0}" destId="{6E3E0ECA-979F-C842-84AF-B9C95AAFEE09}" srcOrd="2" destOrd="0" presId="urn:microsoft.com/office/officeart/2005/8/layout/cycle2"/>
    <dgm:cxn modelId="{90FEB679-B748-674B-AAE1-F983CCB6F316}" type="presParOf" srcId="{6186F85D-9C77-0C4C-8321-1EC05BAA6FC0}" destId="{9D5BD706-825F-8342-A9E6-71E9F112EA77}" srcOrd="3" destOrd="0" presId="urn:microsoft.com/office/officeart/2005/8/layout/cycle2"/>
    <dgm:cxn modelId="{72353284-B3DD-D248-9327-C81A40587868}" type="presParOf" srcId="{9D5BD706-825F-8342-A9E6-71E9F112EA77}" destId="{3121B62C-0043-4E43-A7EA-2B4B4D9B71F6}" srcOrd="0" destOrd="0" presId="urn:microsoft.com/office/officeart/2005/8/layout/cycle2"/>
    <dgm:cxn modelId="{B9391090-E388-EB4D-9119-F600CBECFFA4}" type="presParOf" srcId="{6186F85D-9C77-0C4C-8321-1EC05BAA6FC0}" destId="{D80EB7B2-57D2-6243-BA32-CA322223A7EB}" srcOrd="4" destOrd="0" presId="urn:microsoft.com/office/officeart/2005/8/layout/cycle2"/>
    <dgm:cxn modelId="{EB97DC79-6A6B-A244-9D4D-AE3D04CECC2C}" type="presParOf" srcId="{6186F85D-9C77-0C4C-8321-1EC05BAA6FC0}" destId="{9BD1825C-2260-9F4F-8C2D-F638397C73CA}" srcOrd="5" destOrd="0" presId="urn:microsoft.com/office/officeart/2005/8/layout/cycle2"/>
    <dgm:cxn modelId="{F672E464-1276-E14F-A59C-841635D9CF52}" type="presParOf" srcId="{9BD1825C-2260-9F4F-8C2D-F638397C73CA}" destId="{36DDB031-F304-BA44-BF1D-216E2177A6BB}" srcOrd="0" destOrd="0" presId="urn:microsoft.com/office/officeart/2005/8/layout/cycle2"/>
    <dgm:cxn modelId="{43C6340D-CE38-5845-9CD1-B53DAC981858}" type="presParOf" srcId="{6186F85D-9C77-0C4C-8321-1EC05BAA6FC0}" destId="{127D618E-79C9-564C-B0D8-290D6499E916}" srcOrd="6" destOrd="0" presId="urn:microsoft.com/office/officeart/2005/8/layout/cycle2"/>
    <dgm:cxn modelId="{421C33A8-AAE9-9848-8314-DDA4B53B7CBB}" type="presParOf" srcId="{6186F85D-9C77-0C4C-8321-1EC05BAA6FC0}" destId="{8E6E1547-23FE-BA4C-B910-582614A07F5F}" srcOrd="7" destOrd="0" presId="urn:microsoft.com/office/officeart/2005/8/layout/cycle2"/>
    <dgm:cxn modelId="{BEFA0AB2-DE29-2B4F-910D-D41A770BBDBD}" type="presParOf" srcId="{8E6E1547-23FE-BA4C-B910-582614A07F5F}" destId="{6919E781-F15A-EF48-A402-B73D3A6A6D15}" srcOrd="0" destOrd="0" presId="urn:microsoft.com/office/officeart/2005/8/layout/cycle2"/>
    <dgm:cxn modelId="{6EB01544-73A9-DF48-B3BE-9856571F704A}" type="presParOf" srcId="{6186F85D-9C77-0C4C-8321-1EC05BAA6FC0}" destId="{46E8956E-978C-384B-8347-E1CAECB03032}" srcOrd="8" destOrd="0" presId="urn:microsoft.com/office/officeart/2005/8/layout/cycle2"/>
    <dgm:cxn modelId="{E8C74D44-8AED-3F40-838E-B86DEF1FFE71}" type="presParOf" srcId="{6186F85D-9C77-0C4C-8321-1EC05BAA6FC0}" destId="{5C2FE1D6-259C-A842-B62D-876CBCE1E8C2}" srcOrd="9" destOrd="0" presId="urn:microsoft.com/office/officeart/2005/8/layout/cycle2"/>
    <dgm:cxn modelId="{75F207B6-6D46-7845-A97B-E390B4B3A88A}" type="presParOf" srcId="{5C2FE1D6-259C-A842-B62D-876CBCE1E8C2}" destId="{FE59E9C9-4605-E248-879B-4AF8C95558DA}"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399530-A43F-834A-BD57-615AF5897F6A}">
      <dsp:nvSpPr>
        <dsp:cNvPr id="0" name=""/>
        <dsp:cNvSpPr/>
      </dsp:nvSpPr>
      <dsp:spPr>
        <a:xfrm>
          <a:off x="2928551" y="482"/>
          <a:ext cx="1475016" cy="1475016"/>
        </a:xfrm>
        <a:prstGeom prst="ellipse">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i="0" kern="1200" noProof="0" dirty="0">
              <a:solidFill>
                <a:schemeClr val="tx1"/>
              </a:solidFill>
              <a:latin typeface="Open Sans" charset="0"/>
              <a:ea typeface="Open Sans" charset="0"/>
              <a:cs typeface="Open Sans" charset="0"/>
            </a:rPr>
            <a:t>Хэсэг #1</a:t>
          </a:r>
        </a:p>
      </dsp:txBody>
      <dsp:txXfrm>
        <a:off x="3144562" y="216493"/>
        <a:ext cx="1042994" cy="1042994"/>
      </dsp:txXfrm>
    </dsp:sp>
    <dsp:sp modelId="{F721AC20-9E37-3F4E-8259-81B133F55010}">
      <dsp:nvSpPr>
        <dsp:cNvPr id="0" name=""/>
        <dsp:cNvSpPr/>
      </dsp:nvSpPr>
      <dsp:spPr>
        <a:xfrm rot="2160000">
          <a:off x="4357265" y="1263579"/>
          <a:ext cx="393418" cy="239037"/>
        </a:xfrm>
        <a:prstGeom prst="rightArrow">
          <a:avLst>
            <a:gd name="adj1" fmla="val 60000"/>
            <a:gd name="adj2" fmla="val 50000"/>
          </a:avLst>
        </a:prstGeom>
        <a:solidFill>
          <a:schemeClr val="tx1">
            <a:alpha val="1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b="1" i="0" kern="1200" noProof="0" dirty="0">
            <a:latin typeface="Open Sans" charset="0"/>
            <a:ea typeface="Open Sans" charset="0"/>
            <a:cs typeface="Open Sans" charset="0"/>
          </a:endParaRPr>
        </a:p>
      </dsp:txBody>
      <dsp:txXfrm>
        <a:off x="4364113" y="1290311"/>
        <a:ext cx="321707" cy="143423"/>
      </dsp:txXfrm>
    </dsp:sp>
    <dsp:sp modelId="{6E3E0ECA-979F-C842-84AF-B9C95AAFEE09}">
      <dsp:nvSpPr>
        <dsp:cNvPr id="0" name=""/>
        <dsp:cNvSpPr/>
      </dsp:nvSpPr>
      <dsp:spPr>
        <a:xfrm>
          <a:off x="4722397" y="1303787"/>
          <a:ext cx="1475016" cy="1475016"/>
        </a:xfrm>
        <a:prstGeom prst="ellipse">
          <a:avLst/>
        </a:prstGeom>
        <a:solidFill>
          <a:schemeClr val="tx1">
            <a:alpha val="8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i="0" kern="1200" noProof="0" dirty="0">
              <a:latin typeface="Open Sans" charset="0"/>
              <a:ea typeface="Open Sans" charset="0"/>
              <a:cs typeface="Open Sans" charset="0"/>
            </a:rPr>
            <a:t>Хэсэг #2</a:t>
          </a:r>
        </a:p>
      </dsp:txBody>
      <dsp:txXfrm>
        <a:off x="4938408" y="1519798"/>
        <a:ext cx="1042994" cy="1042994"/>
      </dsp:txXfrm>
    </dsp:sp>
    <dsp:sp modelId="{9D5BD706-825F-8342-A9E6-71E9F112EA77}">
      <dsp:nvSpPr>
        <dsp:cNvPr id="0" name=""/>
        <dsp:cNvSpPr/>
      </dsp:nvSpPr>
      <dsp:spPr>
        <a:xfrm rot="6480000">
          <a:off x="4924042" y="2971320"/>
          <a:ext cx="393418" cy="227562"/>
        </a:xfrm>
        <a:prstGeom prst="rightArrow">
          <a:avLst>
            <a:gd name="adj1" fmla="val 60000"/>
            <a:gd name="adj2" fmla="val 50000"/>
          </a:avLst>
        </a:prstGeom>
        <a:solidFill>
          <a:schemeClr val="tx1">
            <a:alpha val="1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b="1" i="0" kern="1200" noProof="0" dirty="0">
            <a:latin typeface="Open Sans" charset="0"/>
            <a:ea typeface="Open Sans" charset="0"/>
            <a:cs typeface="Open Sans" charset="0"/>
          </a:endParaRPr>
        </a:p>
      </dsp:txBody>
      <dsp:txXfrm rot="10800000">
        <a:off x="4968725" y="2984368"/>
        <a:ext cx="325149" cy="136538"/>
      </dsp:txXfrm>
    </dsp:sp>
    <dsp:sp modelId="{D80EB7B2-57D2-6243-BA32-CA322223A7EB}">
      <dsp:nvSpPr>
        <dsp:cNvPr id="0" name=""/>
        <dsp:cNvSpPr/>
      </dsp:nvSpPr>
      <dsp:spPr>
        <a:xfrm>
          <a:off x="4037209" y="3412579"/>
          <a:ext cx="1475016" cy="1475016"/>
        </a:xfrm>
        <a:prstGeom prst="ellipse">
          <a:avLst/>
        </a:prstGeom>
        <a:solidFill>
          <a:schemeClr val="tx1">
            <a:alpha val="8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i="0" kern="1200" noProof="0" dirty="0">
              <a:latin typeface="Open Sans" charset="0"/>
              <a:ea typeface="Open Sans" charset="0"/>
              <a:cs typeface="Open Sans" charset="0"/>
            </a:rPr>
            <a:t>Хэсэг #3</a:t>
          </a:r>
        </a:p>
      </dsp:txBody>
      <dsp:txXfrm>
        <a:off x="4253220" y="3628590"/>
        <a:ext cx="1042994" cy="1042994"/>
      </dsp:txXfrm>
    </dsp:sp>
    <dsp:sp modelId="{9BD1825C-2260-9F4F-8C2D-F638397C73CA}">
      <dsp:nvSpPr>
        <dsp:cNvPr id="0" name=""/>
        <dsp:cNvSpPr/>
      </dsp:nvSpPr>
      <dsp:spPr>
        <a:xfrm rot="10800000">
          <a:off x="3480484" y="4036306"/>
          <a:ext cx="393418" cy="227562"/>
        </a:xfrm>
        <a:prstGeom prst="rightArrow">
          <a:avLst>
            <a:gd name="adj1" fmla="val 60000"/>
            <a:gd name="adj2" fmla="val 50000"/>
          </a:avLst>
        </a:prstGeom>
        <a:solidFill>
          <a:schemeClr val="tx1">
            <a:alpha val="1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b="1" i="0" kern="1200" noProof="0" dirty="0">
            <a:latin typeface="Open Sans" charset="0"/>
            <a:ea typeface="Open Sans" charset="0"/>
            <a:cs typeface="Open Sans" charset="0"/>
          </a:endParaRPr>
        </a:p>
      </dsp:txBody>
      <dsp:txXfrm rot="10800000">
        <a:off x="3548753" y="4081818"/>
        <a:ext cx="325149" cy="136538"/>
      </dsp:txXfrm>
    </dsp:sp>
    <dsp:sp modelId="{127D618E-79C9-564C-B0D8-290D6499E916}">
      <dsp:nvSpPr>
        <dsp:cNvPr id="0" name=""/>
        <dsp:cNvSpPr/>
      </dsp:nvSpPr>
      <dsp:spPr>
        <a:xfrm>
          <a:off x="1819893" y="3412579"/>
          <a:ext cx="1475016" cy="1475016"/>
        </a:xfrm>
        <a:prstGeom prst="ellipse">
          <a:avLst/>
        </a:prstGeom>
        <a:solidFill>
          <a:schemeClr val="tx1">
            <a:alpha val="8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i="0" kern="1200" noProof="0" dirty="0">
              <a:latin typeface="Open Sans" charset="0"/>
              <a:ea typeface="Open Sans" charset="0"/>
              <a:cs typeface="Open Sans" charset="0"/>
            </a:rPr>
            <a:t>Хэсэг #4</a:t>
          </a:r>
        </a:p>
      </dsp:txBody>
      <dsp:txXfrm>
        <a:off x="2035904" y="3628590"/>
        <a:ext cx="1042994" cy="1042994"/>
      </dsp:txXfrm>
    </dsp:sp>
    <dsp:sp modelId="{8E6E1547-23FE-BA4C-B910-582614A07F5F}">
      <dsp:nvSpPr>
        <dsp:cNvPr id="0" name=""/>
        <dsp:cNvSpPr/>
      </dsp:nvSpPr>
      <dsp:spPr>
        <a:xfrm rot="15120000">
          <a:off x="2021539" y="2992499"/>
          <a:ext cx="393418" cy="227562"/>
        </a:xfrm>
        <a:prstGeom prst="rightArrow">
          <a:avLst>
            <a:gd name="adj1" fmla="val 60000"/>
            <a:gd name="adj2" fmla="val 50000"/>
          </a:avLst>
        </a:prstGeom>
        <a:solidFill>
          <a:schemeClr val="tx1">
            <a:alpha val="1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b="1" i="0" kern="1200" noProof="0" dirty="0">
            <a:latin typeface="Open Sans" charset="0"/>
            <a:ea typeface="Open Sans" charset="0"/>
            <a:cs typeface="Open Sans" charset="0"/>
          </a:endParaRPr>
        </a:p>
      </dsp:txBody>
      <dsp:txXfrm rot="10800000">
        <a:off x="2066222" y="3070475"/>
        <a:ext cx="325149" cy="136538"/>
      </dsp:txXfrm>
    </dsp:sp>
    <dsp:sp modelId="{46E8956E-978C-384B-8347-E1CAECB03032}">
      <dsp:nvSpPr>
        <dsp:cNvPr id="0" name=""/>
        <dsp:cNvSpPr/>
      </dsp:nvSpPr>
      <dsp:spPr>
        <a:xfrm>
          <a:off x="1134705" y="1303787"/>
          <a:ext cx="1475016" cy="1475016"/>
        </a:xfrm>
        <a:prstGeom prst="ellipse">
          <a:avLst/>
        </a:prstGeom>
        <a:solidFill>
          <a:schemeClr val="tx1">
            <a:alpha val="8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mn-MN" sz="1200" b="1" i="0" kern="1200" noProof="0" dirty="0">
              <a:latin typeface="Open Sans" charset="0"/>
              <a:ea typeface="Open Sans" charset="0"/>
              <a:cs typeface="Open Sans" charset="0"/>
            </a:rPr>
            <a:t>Хэсэг #5</a:t>
          </a:r>
        </a:p>
      </dsp:txBody>
      <dsp:txXfrm>
        <a:off x="1350716" y="1519798"/>
        <a:ext cx="1042994" cy="1042994"/>
      </dsp:txXfrm>
    </dsp:sp>
    <dsp:sp modelId="{5C2FE1D6-259C-A842-B62D-876CBCE1E8C2}">
      <dsp:nvSpPr>
        <dsp:cNvPr id="0" name=""/>
        <dsp:cNvSpPr/>
      </dsp:nvSpPr>
      <dsp:spPr>
        <a:xfrm rot="19440000">
          <a:off x="2563419" y="1274110"/>
          <a:ext cx="393418" cy="244154"/>
        </a:xfrm>
        <a:prstGeom prst="rightArrow">
          <a:avLst>
            <a:gd name="adj1" fmla="val 60000"/>
            <a:gd name="adj2" fmla="val 50000"/>
          </a:avLst>
        </a:prstGeom>
        <a:solidFill>
          <a:schemeClr val="tx1">
            <a:alpha val="1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b="1" i="0" kern="1200" noProof="0" dirty="0">
            <a:latin typeface="Open Sans" charset="0"/>
            <a:ea typeface="Open Sans" charset="0"/>
            <a:cs typeface="Open Sans" charset="0"/>
          </a:endParaRPr>
        </a:p>
      </dsp:txBody>
      <dsp:txXfrm>
        <a:off x="2570413" y="1344467"/>
        <a:ext cx="320172" cy="14649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7707A-55F4-3D4E-B0C4-ACB831BA7CCF}" type="datetimeFigureOut">
              <a:rPr lang="en-US" smtClean="0"/>
              <a:t>3/28/19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BED9E-78BD-4C4E-B037-F792E5B37933}" type="slidenum">
              <a:rPr lang="en-US" smtClean="0"/>
              <a:t>‹#›</a:t>
            </a:fld>
            <a:endParaRPr lang="en-US"/>
          </a:p>
        </p:txBody>
      </p:sp>
    </p:spTree>
    <p:extLst>
      <p:ext uri="{BB962C8B-B14F-4D97-AF65-F5344CB8AC3E}">
        <p14:creationId xmlns:p14="http://schemas.microsoft.com/office/powerpoint/2010/main" val="885164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596571" y="2389412"/>
            <a:ext cx="4187371" cy="1783443"/>
          </a:xfrm>
        </p:spPr>
        <p:txBody>
          <a:bodyPr/>
          <a:lstStyle>
            <a:lvl1pPr>
              <a:lnSpc>
                <a:spcPct val="75000"/>
              </a:lnSpc>
              <a:defRPr sz="4000"/>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ext Placeholder 13"/>
          <p:cNvSpPr>
            <a:spLocks noGrp="1"/>
          </p:cNvSpPr>
          <p:nvPr>
            <p:ph type="body" sz="quarter" idx="11"/>
          </p:nvPr>
        </p:nvSpPr>
        <p:spPr>
          <a:xfrm>
            <a:off x="1596572" y="471526"/>
            <a:ext cx="3006425" cy="914400"/>
          </a:xfrm>
        </p:spPr>
        <p:txBody>
          <a:bodyPr>
            <a:normAutofit/>
          </a:bodyPr>
          <a:lstStyle>
            <a:lvl1pPr>
              <a:lnSpc>
                <a:spcPct val="100000"/>
              </a:lnSpc>
              <a:defRPr sz="900" b="0" i="1">
                <a:solidFill>
                  <a:schemeClr val="tx1">
                    <a:alpha val="70000"/>
                  </a:schemeClr>
                </a:solidFill>
                <a:latin typeface="Open Sans" charset="0"/>
                <a:ea typeface="Open Sans" charset="0"/>
                <a:cs typeface="Open Sans" charset="0"/>
              </a:defRPr>
            </a:lvl1pPr>
          </a:lstStyle>
          <a:p>
            <a:pPr lvl="0"/>
            <a:r>
              <a:rPr lang="en-US" dirty="0"/>
              <a:t>Click to edit Master text styles</a:t>
            </a:r>
          </a:p>
        </p:txBody>
      </p:sp>
    </p:spTree>
    <p:extLst>
      <p:ext uri="{BB962C8B-B14F-4D97-AF65-F5344CB8AC3E}">
        <p14:creationId xmlns:p14="http://schemas.microsoft.com/office/powerpoint/2010/main" val="1595227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ext Placeholder 13"/>
          <p:cNvSpPr>
            <a:spLocks noGrp="1"/>
          </p:cNvSpPr>
          <p:nvPr>
            <p:ph type="body" sz="quarter" idx="11"/>
          </p:nvPr>
        </p:nvSpPr>
        <p:spPr>
          <a:xfrm>
            <a:off x="1596572" y="471526"/>
            <a:ext cx="3006425" cy="914400"/>
          </a:xfrm>
        </p:spPr>
        <p:txBody>
          <a:bodyPr>
            <a:normAutofit/>
          </a:bodyPr>
          <a:lstStyle>
            <a:lvl1pPr>
              <a:lnSpc>
                <a:spcPct val="100000"/>
              </a:lnSpc>
              <a:defRPr sz="900" b="0" i="1">
                <a:solidFill>
                  <a:schemeClr val="tx1">
                    <a:alpha val="70000"/>
                  </a:schemeClr>
                </a:solidFill>
                <a:latin typeface="Open Sans" charset="0"/>
                <a:ea typeface="Open Sans" charset="0"/>
                <a:cs typeface="Open Sans" charset="0"/>
              </a:defRPr>
            </a:lvl1pPr>
          </a:lstStyle>
          <a:p>
            <a:pPr lvl="0"/>
            <a:r>
              <a:rPr lang="en-US" dirty="0"/>
              <a:t>Click to edit Master text styles</a:t>
            </a:r>
          </a:p>
        </p:txBody>
      </p:sp>
    </p:spTree>
    <p:extLst>
      <p:ext uri="{BB962C8B-B14F-4D97-AF65-F5344CB8AC3E}">
        <p14:creationId xmlns:p14="http://schemas.microsoft.com/office/powerpoint/2010/main" val="2001823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8325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596572" y="1432831"/>
            <a:ext cx="5069272" cy="1028700"/>
          </a:xfrm>
        </p:spPr>
        <p:txBody>
          <a:bodyPr/>
          <a:lstStyle>
            <a:lvl1pPr>
              <a:defRPr sz="3600"/>
            </a:lvl1pPr>
          </a:lstStyle>
          <a:p>
            <a:r>
              <a:rPr lang="en-US"/>
              <a:t>Click to edit Master title style</a:t>
            </a:r>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ext Placeholder 13"/>
          <p:cNvSpPr>
            <a:spLocks noGrp="1"/>
          </p:cNvSpPr>
          <p:nvPr>
            <p:ph type="body" sz="quarter" idx="11"/>
          </p:nvPr>
        </p:nvSpPr>
        <p:spPr>
          <a:xfrm>
            <a:off x="1596572" y="471526"/>
            <a:ext cx="3006425" cy="914400"/>
          </a:xfrm>
        </p:spPr>
        <p:txBody>
          <a:bodyPr>
            <a:normAutofit/>
          </a:bodyPr>
          <a:lstStyle>
            <a:lvl1pPr>
              <a:lnSpc>
                <a:spcPct val="100000"/>
              </a:lnSpc>
              <a:defRPr sz="900" b="0" i="1">
                <a:solidFill>
                  <a:schemeClr val="tx1">
                    <a:alpha val="70000"/>
                  </a:schemeClr>
                </a:solidFill>
                <a:latin typeface="Open Sans" charset="0"/>
                <a:ea typeface="Open Sans" charset="0"/>
                <a:cs typeface="Open Sans" charset="0"/>
              </a:defRPr>
            </a:lvl1pPr>
          </a:lstStyle>
          <a:p>
            <a:pPr lvl="0"/>
            <a:r>
              <a:rPr lang="en-US" dirty="0"/>
              <a:t>Click to edit Master text styles</a:t>
            </a:r>
          </a:p>
        </p:txBody>
      </p:sp>
      <p:sp>
        <p:nvSpPr>
          <p:cNvPr id="8" name="Picture Placeholder 7"/>
          <p:cNvSpPr>
            <a:spLocks noGrp="1"/>
          </p:cNvSpPr>
          <p:nvPr>
            <p:ph type="pic" sz="quarter" idx="12"/>
          </p:nvPr>
        </p:nvSpPr>
        <p:spPr>
          <a:xfrm>
            <a:off x="7074639" y="0"/>
            <a:ext cx="5117361" cy="6858000"/>
          </a:xfrm>
          <a:custGeom>
            <a:avLst/>
            <a:gdLst>
              <a:gd name="connsiteX0" fmla="*/ 1551265 w 5117361"/>
              <a:gd name="connsiteY0" fmla="*/ 0 h 6858000"/>
              <a:gd name="connsiteX1" fmla="*/ 5117361 w 5117361"/>
              <a:gd name="connsiteY1" fmla="*/ 0 h 6858000"/>
              <a:gd name="connsiteX2" fmla="*/ 5117361 w 5117361"/>
              <a:gd name="connsiteY2" fmla="*/ 6858000 h 6858000"/>
              <a:gd name="connsiteX3" fmla="*/ 1551265 w 5117361"/>
              <a:gd name="connsiteY3" fmla="*/ 6858000 h 6858000"/>
              <a:gd name="connsiteX4" fmla="*/ 1496804 w 5117361"/>
              <a:gd name="connsiteY4" fmla="*/ 6810825 h 6858000"/>
              <a:gd name="connsiteX5" fmla="*/ 0 w 5117361"/>
              <a:gd name="connsiteY5" fmla="*/ 3429000 h 6858000"/>
              <a:gd name="connsiteX6" fmla="*/ 1496804 w 5117361"/>
              <a:gd name="connsiteY6" fmla="*/ 471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17361" h="6858000">
                <a:moveTo>
                  <a:pt x="1551265" y="0"/>
                </a:moveTo>
                <a:lnTo>
                  <a:pt x="5117361" y="0"/>
                </a:lnTo>
                <a:lnTo>
                  <a:pt x="5117361" y="6858000"/>
                </a:lnTo>
                <a:lnTo>
                  <a:pt x="1551265" y="6858000"/>
                </a:lnTo>
                <a:lnTo>
                  <a:pt x="1496804" y="6810825"/>
                </a:lnTo>
                <a:cubicBezTo>
                  <a:pt x="577286" y="5975085"/>
                  <a:pt x="0" y="4769459"/>
                  <a:pt x="0" y="3429000"/>
                </a:cubicBezTo>
                <a:cubicBezTo>
                  <a:pt x="0" y="2088542"/>
                  <a:pt x="577286" y="882916"/>
                  <a:pt x="1496804" y="47175"/>
                </a:cubicBezTo>
                <a:close/>
              </a:path>
            </a:pathLst>
          </a:custGeom>
          <a:gradFill>
            <a:gsLst>
              <a:gs pos="0">
                <a:schemeClr val="bg1">
                  <a:lumMod val="85000"/>
                </a:schemeClr>
              </a:gs>
              <a:gs pos="99000">
                <a:schemeClr val="bg1">
                  <a:lumMod val="75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0" name="Oval 9"/>
          <p:cNvSpPr/>
          <p:nvPr userDrawn="1"/>
        </p:nvSpPr>
        <p:spPr>
          <a:xfrm>
            <a:off x="2139931" y="-529198"/>
            <a:ext cx="7916398" cy="7916396"/>
          </a:xfrm>
          <a:prstGeom prst="ellipse">
            <a:avLst/>
          </a:prstGeom>
          <a:noFill/>
          <a:ln w="6350">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userDrawn="1"/>
        </p:nvSpPr>
        <p:spPr>
          <a:xfrm>
            <a:off x="2795723" y="689198"/>
            <a:ext cx="4288934" cy="42889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7"/>
          <p:cNvSpPr>
            <a:spLocks noGrp="1"/>
          </p:cNvSpPr>
          <p:nvPr>
            <p:ph type="pic" sz="quarter" idx="12"/>
          </p:nvPr>
        </p:nvSpPr>
        <p:spPr>
          <a:xfrm>
            <a:off x="4034972" y="1355682"/>
            <a:ext cx="4126316" cy="4126316"/>
          </a:xfrm>
          <a:prstGeom prst="ellipse">
            <a:avLst/>
          </a:prstGeom>
          <a:gradFill>
            <a:gsLst>
              <a:gs pos="0">
                <a:schemeClr val="bg1">
                  <a:lumMod val="85000"/>
                </a:schemeClr>
              </a:gs>
              <a:gs pos="99000">
                <a:schemeClr val="bg1">
                  <a:lumMod val="75000"/>
                </a:schemeClr>
              </a:gs>
            </a:gsLst>
            <a:lin ang="5400000" scaled="1"/>
          </a:gradFill>
          <a:ln>
            <a:noFill/>
          </a:ln>
        </p:spPr>
        <p:txBody>
          <a:bodyPr anchor="ctr">
            <a:normAutofit/>
          </a:bodyPr>
          <a:lstStyle>
            <a:lvl1pPr algn="ctr">
              <a:defRPr sz="1200">
                <a:solidFill>
                  <a:schemeClr val="tx1"/>
                </a:solidFill>
              </a:defRPr>
            </a:lvl1pPr>
          </a:lstStyle>
          <a:p>
            <a:endParaRPr lang="en-US"/>
          </a:p>
        </p:txBody>
      </p:sp>
      <p:sp>
        <p:nvSpPr>
          <p:cNvPr id="6" name="Picture Placeholder 7"/>
          <p:cNvSpPr>
            <a:spLocks noGrp="1"/>
          </p:cNvSpPr>
          <p:nvPr>
            <p:ph type="pic" sz="quarter" idx="13"/>
          </p:nvPr>
        </p:nvSpPr>
        <p:spPr>
          <a:xfrm>
            <a:off x="1729093" y="606879"/>
            <a:ext cx="2305879" cy="2305879"/>
          </a:xfrm>
          <a:prstGeom prst="ellipse">
            <a:avLst/>
          </a:prstGeom>
          <a:gradFill>
            <a:gsLst>
              <a:gs pos="0">
                <a:schemeClr val="bg1">
                  <a:lumMod val="85000"/>
                </a:schemeClr>
              </a:gs>
              <a:gs pos="99000">
                <a:schemeClr val="bg1">
                  <a:lumMod val="75000"/>
                </a:schemeClr>
              </a:gs>
            </a:gsLst>
            <a:lin ang="5400000" scaled="1"/>
          </a:gradFill>
          <a:ln>
            <a:noFill/>
          </a:ln>
        </p:spPr>
        <p:txBody>
          <a:bodyPr anchor="ctr">
            <a:normAutofit/>
          </a:bodyPr>
          <a:lstStyle>
            <a:lvl1pPr algn="ctr">
              <a:defRPr sz="1200">
                <a:solidFill>
                  <a:schemeClr val="tx1"/>
                </a:solidFill>
              </a:defRPr>
            </a:lvl1pPr>
          </a:lstStyle>
          <a:p>
            <a:endParaRPr lang="en-US"/>
          </a:p>
        </p:txBody>
      </p:sp>
      <p:sp>
        <p:nvSpPr>
          <p:cNvPr id="7" name="Picture Placeholder 7"/>
          <p:cNvSpPr>
            <a:spLocks noGrp="1"/>
          </p:cNvSpPr>
          <p:nvPr>
            <p:ph type="pic" sz="quarter" idx="14"/>
          </p:nvPr>
        </p:nvSpPr>
        <p:spPr>
          <a:xfrm>
            <a:off x="8161288" y="3924922"/>
            <a:ext cx="2305879" cy="2305879"/>
          </a:xfrm>
          <a:prstGeom prst="ellipse">
            <a:avLst/>
          </a:prstGeom>
          <a:gradFill>
            <a:gsLst>
              <a:gs pos="0">
                <a:schemeClr val="bg1">
                  <a:lumMod val="85000"/>
                </a:schemeClr>
              </a:gs>
              <a:gs pos="99000">
                <a:schemeClr val="bg1">
                  <a:lumMod val="75000"/>
                </a:schemeClr>
              </a:gs>
            </a:gsLst>
            <a:lin ang="5400000" scaled="1"/>
          </a:gradFill>
          <a:ln>
            <a:noFill/>
          </a:ln>
        </p:spPr>
        <p:txBody>
          <a:bodyPr anchor="ctr">
            <a:normAutofit/>
          </a:bodyPr>
          <a:lstStyle>
            <a:lvl1pPr algn="ctr">
              <a:defRPr sz="1200">
                <a:solidFill>
                  <a:schemeClr val="tx1"/>
                </a:solidFill>
              </a:defRPr>
            </a:lvl1pPr>
          </a:lstStyle>
          <a:p>
            <a:endParaRPr lang="en-US"/>
          </a:p>
        </p:txBody>
      </p:sp>
      <p:sp>
        <p:nvSpPr>
          <p:cNvPr id="8" name="Picture Placeholder 7"/>
          <p:cNvSpPr>
            <a:spLocks noGrp="1"/>
          </p:cNvSpPr>
          <p:nvPr>
            <p:ph type="pic" sz="quarter" idx="15"/>
          </p:nvPr>
        </p:nvSpPr>
        <p:spPr>
          <a:xfrm>
            <a:off x="10480419" y="5238072"/>
            <a:ext cx="1486294" cy="1486294"/>
          </a:xfrm>
          <a:prstGeom prst="ellipse">
            <a:avLst/>
          </a:prstGeom>
          <a:gradFill>
            <a:gsLst>
              <a:gs pos="0">
                <a:schemeClr val="bg1">
                  <a:lumMod val="85000"/>
                </a:schemeClr>
              </a:gs>
              <a:gs pos="99000">
                <a:schemeClr val="bg1">
                  <a:lumMod val="75000"/>
                </a:schemeClr>
              </a:gs>
            </a:gsLst>
            <a:lin ang="5400000" scaled="1"/>
          </a:gradFill>
          <a:ln>
            <a:noFill/>
          </a:ln>
        </p:spPr>
        <p:txBody>
          <a:bodyPr anchor="ctr">
            <a:normAutofit/>
          </a:bodyPr>
          <a:lstStyle>
            <a:lvl1pPr algn="ctr">
              <a:defRPr sz="1200">
                <a:solidFill>
                  <a:schemeClr val="tx1"/>
                </a:solidFill>
              </a:defRPr>
            </a:lvl1pPr>
          </a:lstStyle>
          <a:p>
            <a:endParaRPr lang="en-US"/>
          </a:p>
        </p:txBody>
      </p:sp>
      <p:sp>
        <p:nvSpPr>
          <p:cNvPr id="9" name="Picture Placeholder 7"/>
          <p:cNvSpPr>
            <a:spLocks noGrp="1"/>
          </p:cNvSpPr>
          <p:nvPr>
            <p:ph type="pic" sz="quarter" idx="16"/>
          </p:nvPr>
        </p:nvSpPr>
        <p:spPr>
          <a:xfrm>
            <a:off x="242799" y="135985"/>
            <a:ext cx="1486294" cy="1486294"/>
          </a:xfrm>
          <a:prstGeom prst="ellipse">
            <a:avLst/>
          </a:prstGeom>
          <a:gradFill>
            <a:gsLst>
              <a:gs pos="0">
                <a:schemeClr val="bg1">
                  <a:lumMod val="85000"/>
                </a:schemeClr>
              </a:gs>
              <a:gs pos="99000">
                <a:schemeClr val="bg1">
                  <a:lumMod val="75000"/>
                </a:schemeClr>
              </a:gs>
            </a:gsLst>
            <a:lin ang="5400000" scaled="1"/>
          </a:gradFill>
          <a:ln>
            <a:noFill/>
          </a:ln>
        </p:spPr>
        <p:txBody>
          <a:bodyPr anchor="ctr">
            <a:norm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418813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1_Custom Layout">
    <p:spTree>
      <p:nvGrpSpPr>
        <p:cNvPr id="1" name=""/>
        <p:cNvGrpSpPr/>
        <p:nvPr/>
      </p:nvGrpSpPr>
      <p:grpSpPr>
        <a:xfrm>
          <a:off x="0" y="0"/>
          <a:ext cx="0" cy="0"/>
          <a:chOff x="0" y="0"/>
          <a:chExt cx="0" cy="0"/>
        </a:xfrm>
      </p:grpSpPr>
      <p:sp>
        <p:nvSpPr>
          <p:cNvPr id="23" name="Oval 22"/>
          <p:cNvSpPr/>
          <p:nvPr userDrawn="1"/>
        </p:nvSpPr>
        <p:spPr>
          <a:xfrm>
            <a:off x="3252337" y="1789041"/>
            <a:ext cx="5687326" cy="56873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3"/>
          <p:cNvSpPr>
            <a:spLocks noGrp="1"/>
          </p:cNvSpPr>
          <p:nvPr>
            <p:ph type="body" sz="quarter" idx="11"/>
          </p:nvPr>
        </p:nvSpPr>
        <p:spPr>
          <a:xfrm>
            <a:off x="1596572" y="471526"/>
            <a:ext cx="3006425" cy="914400"/>
          </a:xfrm>
        </p:spPr>
        <p:txBody>
          <a:bodyPr>
            <a:normAutofit/>
          </a:bodyPr>
          <a:lstStyle>
            <a:lvl1pPr>
              <a:lnSpc>
                <a:spcPct val="100000"/>
              </a:lnSpc>
              <a:defRPr sz="900" b="0" i="1">
                <a:solidFill>
                  <a:schemeClr val="tx1">
                    <a:alpha val="70000"/>
                  </a:schemeClr>
                </a:solidFill>
                <a:latin typeface="Open Sans" charset="0"/>
                <a:ea typeface="Open Sans" charset="0"/>
                <a:cs typeface="Open Sans" charset="0"/>
              </a:defRPr>
            </a:lvl1pPr>
          </a:lstStyle>
          <a:p>
            <a:pPr lvl="0"/>
            <a:r>
              <a:rPr lang="en-US" dirty="0"/>
              <a:t>Click to edit Master text styles</a:t>
            </a:r>
          </a:p>
        </p:txBody>
      </p:sp>
      <p:sp>
        <p:nvSpPr>
          <p:cNvPr id="22" name="Picture Placeholder 21"/>
          <p:cNvSpPr>
            <a:spLocks noGrp="1"/>
          </p:cNvSpPr>
          <p:nvPr>
            <p:ph type="pic" sz="quarter" idx="14"/>
          </p:nvPr>
        </p:nvSpPr>
        <p:spPr>
          <a:xfrm>
            <a:off x="2478156" y="1014863"/>
            <a:ext cx="3617844" cy="7235682"/>
          </a:xfrm>
          <a:custGeom>
            <a:avLst/>
            <a:gdLst>
              <a:gd name="connsiteX0" fmla="*/ 3617844 w 3617844"/>
              <a:gd name="connsiteY0" fmla="*/ 0 h 7235682"/>
              <a:gd name="connsiteX1" fmla="*/ 3617844 w 3617844"/>
              <a:gd name="connsiteY1" fmla="*/ 7235682 h 7235682"/>
              <a:gd name="connsiteX2" fmla="*/ 0 w 3617844"/>
              <a:gd name="connsiteY2" fmla="*/ 3617841 h 7235682"/>
              <a:gd name="connsiteX3" fmla="*/ 3617844 w 3617844"/>
              <a:gd name="connsiteY3" fmla="*/ 0 h 7235682"/>
            </a:gdLst>
            <a:ahLst/>
            <a:cxnLst>
              <a:cxn ang="0">
                <a:pos x="connsiteX0" y="connsiteY0"/>
              </a:cxn>
              <a:cxn ang="0">
                <a:pos x="connsiteX1" y="connsiteY1"/>
              </a:cxn>
              <a:cxn ang="0">
                <a:pos x="connsiteX2" y="connsiteY2"/>
              </a:cxn>
              <a:cxn ang="0">
                <a:pos x="connsiteX3" y="connsiteY3"/>
              </a:cxn>
            </a:cxnLst>
            <a:rect l="l" t="t" r="r" b="b"/>
            <a:pathLst>
              <a:path w="3617844" h="7235682">
                <a:moveTo>
                  <a:pt x="3617844" y="0"/>
                </a:moveTo>
                <a:lnTo>
                  <a:pt x="3617844" y="7235682"/>
                </a:lnTo>
                <a:cubicBezTo>
                  <a:pt x="1619764" y="7235682"/>
                  <a:pt x="0" y="5615919"/>
                  <a:pt x="0" y="3617841"/>
                </a:cubicBezTo>
                <a:cubicBezTo>
                  <a:pt x="0" y="1619763"/>
                  <a:pt x="1619764" y="0"/>
                  <a:pt x="3617844" y="0"/>
                </a:cubicBezTo>
                <a:close/>
              </a:path>
            </a:pathLst>
          </a:custGeom>
          <a:gradFill>
            <a:gsLst>
              <a:gs pos="0">
                <a:schemeClr val="bg1">
                  <a:lumMod val="85000"/>
                </a:schemeClr>
              </a:gs>
              <a:gs pos="99000">
                <a:schemeClr val="bg1">
                  <a:lumMod val="75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24" name="Title 1"/>
          <p:cNvSpPr>
            <a:spLocks noGrp="1"/>
          </p:cNvSpPr>
          <p:nvPr>
            <p:ph type="title"/>
          </p:nvPr>
        </p:nvSpPr>
        <p:spPr>
          <a:xfrm>
            <a:off x="6977584" y="2966198"/>
            <a:ext cx="4187371" cy="1783443"/>
          </a:xfrm>
        </p:spPr>
        <p:txBody>
          <a:bodyPr/>
          <a:lstStyle>
            <a:lvl1pPr>
              <a:lnSpc>
                <a:spcPct val="75000"/>
              </a:lnSpc>
              <a:defRPr sz="4000"/>
            </a:lvl1pPr>
          </a:lstStyle>
          <a:p>
            <a:r>
              <a:rPr lang="en-US" dirty="0"/>
              <a:t>Click to edit Master title style</a:t>
            </a:r>
          </a:p>
        </p:txBody>
      </p:sp>
    </p:spTree>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4"/>
          </p:nvPr>
        </p:nvSpPr>
        <p:spPr>
          <a:xfrm>
            <a:off x="0" y="0"/>
            <a:ext cx="12192000" cy="6858000"/>
          </a:xfrm>
          <a:prstGeom prst="rect">
            <a:avLst/>
          </a:prstGeom>
          <a:gradFill>
            <a:gsLst>
              <a:gs pos="0">
                <a:schemeClr val="bg1">
                  <a:lumMod val="85000"/>
                </a:schemeClr>
              </a:gs>
              <a:gs pos="99000">
                <a:schemeClr val="bg1">
                  <a:lumMod val="75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309325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7_Custom Layout">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3174775" y="760652"/>
            <a:ext cx="5842450" cy="3985327"/>
          </a:xfrm>
          <a:prstGeom prst="rect">
            <a:avLst/>
          </a:prstGeom>
          <a:gradFill>
            <a:gsLst>
              <a:gs pos="0">
                <a:schemeClr val="bg1">
                  <a:lumMod val="85000"/>
                </a:schemeClr>
              </a:gs>
              <a:gs pos="99000">
                <a:schemeClr val="bg1">
                  <a:lumMod val="75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961929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96571" y="1432831"/>
            <a:ext cx="9833429" cy="1028700"/>
          </a:xfrm>
          <a:prstGeom prst="rect">
            <a:avLst/>
          </a:prstGeom>
          <a:effectLst/>
        </p:spPr>
        <p:txBody>
          <a:bodyPr vert="horz" lIns="0" tIns="192024" rIns="0" bIns="0" rtlCol="0" anchor="t" anchorCtr="0">
            <a:noAutofit/>
          </a:bodyPr>
          <a:lstStyle/>
          <a:p>
            <a:r>
              <a:rPr lang="en-US" dirty="0"/>
              <a:t>Your title here</a:t>
            </a:r>
          </a:p>
        </p:txBody>
      </p:sp>
      <p:sp>
        <p:nvSpPr>
          <p:cNvPr id="3" name="Текст 2"/>
          <p:cNvSpPr>
            <a:spLocks noGrp="1"/>
          </p:cNvSpPr>
          <p:nvPr>
            <p:ph type="body" idx="1"/>
          </p:nvPr>
        </p:nvSpPr>
        <p:spPr>
          <a:xfrm>
            <a:off x="1596571" y="2675617"/>
            <a:ext cx="9833429" cy="3429000"/>
          </a:xfrm>
          <a:prstGeom prst="rect">
            <a:avLst/>
          </a:prstGeom>
        </p:spPr>
        <p:txBody>
          <a:bodyPr vert="horz" lIns="0" tIns="0" rIns="0" bIns="0" rtlCol="0">
            <a:normAutofit/>
          </a:bodyPr>
          <a:lstStyle/>
          <a:p>
            <a:pPr lvl="0"/>
            <a:r>
              <a:rPr lang="en-US" dirty="0"/>
              <a:t>Write here subtitle</a:t>
            </a:r>
          </a:p>
          <a:p>
            <a:pPr lvl="1"/>
            <a:r>
              <a:rPr lang="en-US" dirty="0"/>
              <a:t>Write here subtitle</a:t>
            </a:r>
          </a:p>
          <a:p>
            <a:pPr lvl="1"/>
            <a:endParaRPr lang="en-US" dirty="0"/>
          </a:p>
          <a:p>
            <a:pPr lvl="2"/>
            <a:r>
              <a:rPr lang="en-US" dirty="0"/>
              <a:t>Write here text</a:t>
            </a:r>
          </a:p>
          <a:p>
            <a:pPr lvl="3"/>
            <a:r>
              <a:rPr lang="en-US" dirty="0"/>
              <a:t>Write here text</a:t>
            </a:r>
          </a:p>
          <a:p>
            <a:pPr lvl="4"/>
            <a:r>
              <a:rPr lang="en-US" dirty="0"/>
              <a:t>Write here text </a:t>
            </a:r>
          </a:p>
        </p:txBody>
      </p:sp>
      <p:sp>
        <p:nvSpPr>
          <p:cNvPr id="6" name="Номер слайда 21"/>
          <p:cNvSpPr>
            <a:spLocks noGrp="1"/>
          </p:cNvSpPr>
          <p:nvPr>
            <p:ph type="sldNum" sz="quarter" idx="4"/>
          </p:nvPr>
        </p:nvSpPr>
        <p:spPr>
          <a:xfrm>
            <a:off x="11386457" y="379715"/>
            <a:ext cx="513735" cy="227164"/>
          </a:xfrm>
          <a:prstGeom prst="rect">
            <a:avLst/>
          </a:prstGeom>
          <a:noFill/>
        </p:spPr>
        <p:txBody>
          <a:bodyPr vert="horz" lIns="0" tIns="0" rIns="0" bIns="0" rtlCol="0" anchor="ctr"/>
          <a:lstStyle>
            <a:lvl1pPr algn="ctr">
              <a:defRPr sz="803" b="0" i="0">
                <a:solidFill>
                  <a:schemeClr val="tx1"/>
                </a:solidFill>
                <a:latin typeface="Open Sans" charset="0"/>
                <a:ea typeface="Open Sans" charset="0"/>
                <a:cs typeface="Open Sans" charset="0"/>
              </a:defRPr>
            </a:lvl1pPr>
          </a:lstStyle>
          <a:p>
            <a:fld id="{D8D877B3-D348-4611-9BDB-C5374591D951}" type="slidenum">
              <a:rPr lang="en-US" smtClean="0"/>
              <a:pPr/>
              <a:t>‹#›</a:t>
            </a:fld>
            <a:endParaRPr lang="en-US" dirty="0"/>
          </a:p>
        </p:txBody>
      </p:sp>
      <p:sp>
        <p:nvSpPr>
          <p:cNvPr id="5" name="Oval 4"/>
          <p:cNvSpPr/>
          <p:nvPr userDrawn="1"/>
        </p:nvSpPr>
        <p:spPr>
          <a:xfrm>
            <a:off x="11458267" y="308240"/>
            <a:ext cx="370114" cy="370114"/>
          </a:xfrm>
          <a:prstGeom prst="ellipse">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07" r:id="rId1"/>
    <p:sldLayoutId id="2147484009" r:id="rId2"/>
    <p:sldLayoutId id="2147484008" r:id="rId3"/>
    <p:sldLayoutId id="2147484014" r:id="rId4"/>
    <p:sldLayoutId id="2147484024" r:id="rId5"/>
    <p:sldLayoutId id="2147484038" r:id="rId6"/>
    <p:sldLayoutId id="2147484041" r:id="rId7"/>
    <p:sldLayoutId id="2147484054" r:id="rId8"/>
  </p:sldLayoutIdLst>
  <p:hf hdr="0" ftr="0" dt="0"/>
  <p:txStyles>
    <p:titleStyle>
      <a:lvl1pPr algn="l" defTabSz="914318" rtl="0" eaLnBrk="1" latinLnBrk="0" hangingPunct="1">
        <a:lnSpc>
          <a:spcPct val="75000"/>
        </a:lnSpc>
        <a:spcBef>
          <a:spcPct val="0"/>
        </a:spcBef>
        <a:buNone/>
        <a:defRPr sz="4400" kern="1200" spc="-151" baseline="0">
          <a:solidFill>
            <a:schemeClr val="tx1"/>
          </a:solidFill>
          <a:latin typeface="+mj-lt"/>
          <a:ea typeface="+mj-ea"/>
          <a:cs typeface="+mj-cs"/>
        </a:defRPr>
      </a:lvl1pPr>
    </p:titleStyle>
    <p:bodyStyle>
      <a:lvl1pPr marL="0" indent="0" algn="l" defTabSz="914318" rtl="0" eaLnBrk="1" latinLnBrk="0" hangingPunct="1">
        <a:lnSpc>
          <a:spcPct val="150000"/>
        </a:lnSpc>
        <a:spcBef>
          <a:spcPts val="1000"/>
        </a:spcBef>
        <a:buFont typeface="Arial" panose="020B0604020202020204" pitchFamily="34" charset="0"/>
        <a:buNone/>
        <a:defRPr sz="2800" kern="1200">
          <a:solidFill>
            <a:schemeClr val="tx1"/>
          </a:solidFill>
          <a:latin typeface="+mn-lt"/>
          <a:ea typeface="+mn-ea"/>
          <a:cs typeface="+mn-cs"/>
        </a:defRPr>
      </a:lvl1pPr>
      <a:lvl2pPr marL="0" indent="0" algn="l" defTabSz="914318" rtl="0" eaLnBrk="1" latinLnBrk="0" hangingPunct="1">
        <a:lnSpc>
          <a:spcPct val="150000"/>
        </a:lnSpc>
        <a:spcBef>
          <a:spcPts val="499"/>
        </a:spcBef>
        <a:buFont typeface="Arial" panose="020B0604020202020204" pitchFamily="34" charset="0"/>
        <a:buNone/>
        <a:defRPr sz="1800" kern="1200">
          <a:solidFill>
            <a:schemeClr val="tx1"/>
          </a:solidFill>
          <a:latin typeface="+mn-lt"/>
          <a:ea typeface="+mn-ea"/>
          <a:cs typeface="+mn-cs"/>
        </a:defRPr>
      </a:lvl2pPr>
      <a:lvl3pPr marL="0" indent="0" algn="l" defTabSz="914318" rtl="0" eaLnBrk="1" latinLnBrk="0" hangingPunct="1">
        <a:lnSpc>
          <a:spcPct val="150000"/>
        </a:lnSpc>
        <a:spcBef>
          <a:spcPts val="499"/>
        </a:spcBef>
        <a:buFont typeface="Arial" panose="020B0604020202020204" pitchFamily="34" charset="0"/>
        <a:buNone/>
        <a:defRPr sz="1200" kern="1200">
          <a:solidFill>
            <a:schemeClr val="tx1"/>
          </a:solidFill>
          <a:latin typeface="+mn-lt"/>
          <a:ea typeface="+mn-ea"/>
          <a:cs typeface="+mn-cs"/>
        </a:defRPr>
      </a:lvl3pPr>
      <a:lvl4pPr marL="0" indent="0" algn="l" defTabSz="914318" rtl="0" eaLnBrk="1" latinLnBrk="0" hangingPunct="1">
        <a:lnSpc>
          <a:spcPct val="150000"/>
        </a:lnSpc>
        <a:spcBef>
          <a:spcPts val="499"/>
        </a:spcBef>
        <a:buFont typeface="Arial" panose="020B0604020202020204" pitchFamily="34" charset="0"/>
        <a:buNone/>
        <a:defRPr sz="1000" kern="1200">
          <a:solidFill>
            <a:schemeClr val="tx1">
              <a:alpha val="70000"/>
            </a:schemeClr>
          </a:solidFill>
          <a:latin typeface="+mn-lt"/>
          <a:ea typeface="+mn-ea"/>
          <a:cs typeface="+mn-cs"/>
        </a:defRPr>
      </a:lvl4pPr>
      <a:lvl5pPr marL="0" indent="0" algn="l" defTabSz="914318" rtl="0" eaLnBrk="1" latinLnBrk="0" hangingPunct="1">
        <a:lnSpc>
          <a:spcPct val="150000"/>
        </a:lnSpc>
        <a:spcBef>
          <a:spcPts val="499"/>
        </a:spcBef>
        <a:buFont typeface="Arial" panose="020B0604020202020204" pitchFamily="34" charset="0"/>
        <a:buNone/>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0" pos="3840">
          <p15:clr>
            <a:srgbClr val="F26B43"/>
          </p15:clr>
        </p15:guide>
        <p15:guide id="1" orient="horz" pos="2160">
          <p15:clr>
            <a:srgbClr val="F26B43"/>
          </p15:clr>
        </p15:guide>
        <p15:guide id="29" pos="7200">
          <p15:clr>
            <a:srgbClr val="F26B43"/>
          </p15:clr>
        </p15:guide>
        <p15:guide id="48" pos="1005" userDrawn="1">
          <p15:clr>
            <a:srgbClr val="F26B43"/>
          </p15:clr>
        </p15:guide>
        <p15:guide id="51" orient="horz" pos="1003" userDrawn="1">
          <p15:clr>
            <a:srgbClr val="F26B43"/>
          </p15:clr>
        </p15:guide>
      </p15:sldGuideLst>
    </p:ext>
  </p:extLst>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4992060" y="2325061"/>
            <a:ext cx="2207880" cy="220787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429836" y="3244334"/>
            <a:ext cx="1386919" cy="369332"/>
          </a:xfrm>
          <a:prstGeom prst="rect">
            <a:avLst/>
          </a:prstGeom>
          <a:noFill/>
        </p:spPr>
        <p:txBody>
          <a:bodyPr wrap="none" rtlCol="0">
            <a:spAutoFit/>
          </a:bodyPr>
          <a:lstStyle/>
          <a:p>
            <a:pPr algn="ctr"/>
            <a:r>
              <a:rPr lang="en-US" spc="1200">
                <a:solidFill>
                  <a:schemeClr val="bg1"/>
                </a:solidFill>
                <a:latin typeface="+mj-lt"/>
              </a:rPr>
              <a:t>RAVI</a:t>
            </a:r>
          </a:p>
        </p:txBody>
      </p:sp>
    </p:spTree>
    <p:extLst>
      <p:ext uri="{BB962C8B-B14F-4D97-AF65-F5344CB8AC3E}">
        <p14:creationId xmlns:p14="http://schemas.microsoft.com/office/powerpoint/2010/main" val="1022951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1593083" y="5490339"/>
            <a:ext cx="333027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1391920" y="5283200"/>
            <a:ext cx="416560" cy="4165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mn-MN"/>
              <a:t>Бидний</a:t>
            </a:r>
            <a:br>
              <a:rPr lang="mn-MN"/>
            </a:br>
            <a:r>
              <a:rPr lang="mn-MN"/>
              <a:t>үнэт</a:t>
            </a:r>
            <a:br>
              <a:rPr lang="mn-MN"/>
            </a:br>
            <a:r>
              <a:rPr lang="mn-MN"/>
              <a:t>зүйл #1</a:t>
            </a:r>
            <a:endParaRPr lang="en-US" dirty="0"/>
          </a:p>
        </p:txBody>
      </p:sp>
      <p:sp>
        <p:nvSpPr>
          <p:cNvPr id="3" name="Slide Number Placeholder 2"/>
          <p:cNvSpPr>
            <a:spLocks noGrp="1"/>
          </p:cNvSpPr>
          <p:nvPr>
            <p:ph type="sldNum" sz="quarter" idx="10"/>
          </p:nvPr>
        </p:nvSpPr>
        <p:spPr/>
        <p:txBody>
          <a:bodyPr/>
          <a:lstStyle/>
          <a:p>
            <a:fld id="{D8D877B3-D348-4611-9BDB-C5374591D951}" type="slidenum">
              <a:rPr lang="en-US" smtClean="0"/>
              <a:pPr/>
              <a:t>3</a:t>
            </a:fld>
            <a:endParaRPr lang="en-US" dirty="0"/>
          </a:p>
        </p:txBody>
      </p:sp>
      <p:sp>
        <p:nvSpPr>
          <p:cNvPr id="4" name="Text Placeholder 3"/>
          <p:cNvSpPr>
            <a:spLocks noGrp="1"/>
          </p:cNvSpPr>
          <p:nvPr>
            <p:ph type="body" sz="quarter" idx="11"/>
          </p:nvPr>
        </p:nvSpPr>
        <p:spPr/>
        <p:txBody>
          <a:bodyPr/>
          <a:lstStyle/>
          <a:p>
            <a:r>
              <a:rPr lang="mn-MN"/>
              <a:t>Алсын одыг ажиглах нь сэтгэлийг ариун хөгжим мэт сэргээж, бодлыг тунгалаг болгодог.</a:t>
            </a:r>
            <a:endParaRPr lang="en-US" dirty="0"/>
          </a:p>
        </p:txBody>
      </p:sp>
      <p:sp>
        <p:nvSpPr>
          <p:cNvPr id="6" name="TextBox 5"/>
          <p:cNvSpPr txBox="1"/>
          <p:nvPr/>
        </p:nvSpPr>
        <p:spPr>
          <a:xfrm>
            <a:off x="1596571" y="5176341"/>
            <a:ext cx="520976" cy="246221"/>
          </a:xfrm>
          <a:prstGeom prst="rect">
            <a:avLst/>
          </a:prstGeom>
          <a:noFill/>
        </p:spPr>
        <p:txBody>
          <a:bodyPr wrap="none" lIns="0" rIns="0" rtlCol="0">
            <a:spAutoFit/>
          </a:bodyPr>
          <a:lstStyle/>
          <a:p>
            <a:r>
              <a:rPr lang="mn-MN" sz="1000" dirty="0">
                <a:solidFill>
                  <a:schemeClr val="tx1">
                    <a:alpha val="70000"/>
                  </a:schemeClr>
                </a:solidFill>
              </a:rPr>
              <a:t>Үнэт зүйл #1</a:t>
            </a:r>
          </a:p>
        </p:txBody>
      </p:sp>
      <p:sp>
        <p:nvSpPr>
          <p:cNvPr id="7" name="TextBox 6"/>
          <p:cNvSpPr txBox="1"/>
          <p:nvPr/>
        </p:nvSpPr>
        <p:spPr>
          <a:xfrm>
            <a:off x="1596571" y="5544931"/>
            <a:ext cx="873765" cy="461665"/>
          </a:xfrm>
          <a:prstGeom prst="rect">
            <a:avLst/>
          </a:prstGeom>
          <a:noFill/>
        </p:spPr>
        <p:txBody>
          <a:bodyPr wrap="none" lIns="0" rIns="0" rtlCol="0">
            <a:spAutoFit/>
          </a:bodyPr>
          <a:lstStyle/>
          <a:p>
            <a:r>
              <a:rPr lang="mn-MN" sz="1200" b="1" dirty="0">
                <a:latin typeface="Open Sans" charset="0"/>
                <a:ea typeface="Open Sans" charset="0"/>
                <a:cs typeface="Open Sans" charset="0"/>
              </a:rPr>
              <a:t>Цоо шинэ</a:t>
            </a:r>
          </a:p>
          <a:p>
            <a:r>
              <a:rPr lang="mn-MN" sz="1200" b="1" dirty="0">
                <a:latin typeface="Open Sans" charset="0"/>
                <a:ea typeface="Open Sans" charset="0"/>
                <a:cs typeface="Open Sans" charset="0"/>
              </a:rPr>
              <a:t>хурал</a:t>
            </a:r>
          </a:p>
        </p:txBody>
      </p:sp>
      <p:sp>
        <p:nvSpPr>
          <p:cNvPr id="10" name="TextBox 9"/>
          <p:cNvSpPr txBox="1"/>
          <p:nvPr/>
        </p:nvSpPr>
        <p:spPr>
          <a:xfrm>
            <a:off x="3248058" y="5176341"/>
            <a:ext cx="520976" cy="246221"/>
          </a:xfrm>
          <a:prstGeom prst="rect">
            <a:avLst/>
          </a:prstGeom>
          <a:noFill/>
        </p:spPr>
        <p:txBody>
          <a:bodyPr wrap="none" lIns="0" rIns="0" rtlCol="0">
            <a:spAutoFit/>
          </a:bodyPr>
          <a:lstStyle/>
          <a:p>
            <a:r>
              <a:rPr lang="mn-MN" sz="1000" dirty="0">
                <a:solidFill>
                  <a:schemeClr val="tx1">
                    <a:alpha val="70000"/>
                  </a:schemeClr>
                </a:solidFill>
              </a:rPr>
              <a:t>Үнэт зүйл #2</a:t>
            </a:r>
          </a:p>
        </p:txBody>
      </p:sp>
      <p:sp>
        <p:nvSpPr>
          <p:cNvPr id="11" name="TextBox 10"/>
          <p:cNvSpPr txBox="1"/>
          <p:nvPr/>
        </p:nvSpPr>
        <p:spPr>
          <a:xfrm>
            <a:off x="3248058" y="5544931"/>
            <a:ext cx="987578" cy="461665"/>
          </a:xfrm>
          <a:prstGeom prst="rect">
            <a:avLst/>
          </a:prstGeom>
          <a:noFill/>
        </p:spPr>
        <p:txBody>
          <a:bodyPr wrap="none" lIns="0" rIns="0" rtlCol="0">
            <a:spAutoFit/>
          </a:bodyPr>
          <a:lstStyle/>
          <a:p>
            <a:r>
              <a:rPr lang="mn-MN" sz="1200" b="1" dirty="0">
                <a:latin typeface="Open Sans" charset="0"/>
                <a:ea typeface="Open Sans" charset="0"/>
                <a:cs typeface="Open Sans" charset="0"/>
              </a:rPr>
              <a:t>Гоё</a:t>
            </a:r>
          </a:p>
          <a:p>
            <a:r>
              <a:rPr lang="mn-MN" sz="1200" b="1" dirty="0">
                <a:latin typeface="Open Sans" charset="0"/>
                <a:ea typeface="Open Sans" charset="0"/>
                <a:cs typeface="Open Sans" charset="0"/>
              </a:rPr>
              <a:t>гэрэл зураг</a:t>
            </a:r>
          </a:p>
        </p:txBody>
      </p:sp>
      <p:sp>
        <p:nvSpPr>
          <p:cNvPr id="12" name="TextBox 11"/>
          <p:cNvSpPr txBox="1"/>
          <p:nvPr/>
        </p:nvSpPr>
        <p:spPr>
          <a:xfrm>
            <a:off x="4920926" y="5176341"/>
            <a:ext cx="520976" cy="246221"/>
          </a:xfrm>
          <a:prstGeom prst="rect">
            <a:avLst/>
          </a:prstGeom>
          <a:noFill/>
        </p:spPr>
        <p:txBody>
          <a:bodyPr wrap="none" lIns="0" rIns="0" rtlCol="0">
            <a:spAutoFit/>
          </a:bodyPr>
          <a:lstStyle/>
          <a:p>
            <a:r>
              <a:rPr lang="mn-MN" sz="1000" dirty="0">
                <a:solidFill>
                  <a:schemeClr val="tx1">
                    <a:alpha val="70000"/>
                  </a:schemeClr>
                </a:solidFill>
              </a:rPr>
              <a:t>Үнэт зүйл #3</a:t>
            </a:r>
          </a:p>
        </p:txBody>
      </p:sp>
      <p:sp>
        <p:nvSpPr>
          <p:cNvPr id="13" name="TextBox 12"/>
          <p:cNvSpPr txBox="1"/>
          <p:nvPr/>
        </p:nvSpPr>
        <p:spPr>
          <a:xfrm>
            <a:off x="4920926" y="5544931"/>
            <a:ext cx="888192" cy="461665"/>
          </a:xfrm>
          <a:prstGeom prst="rect">
            <a:avLst/>
          </a:prstGeom>
          <a:noFill/>
        </p:spPr>
        <p:txBody>
          <a:bodyPr wrap="none" lIns="0" rIns="0" rtlCol="0">
            <a:spAutoFit/>
          </a:bodyPr>
          <a:lstStyle/>
          <a:p>
            <a:r>
              <a:rPr lang="mn-MN" sz="1200" b="1" dirty="0">
                <a:latin typeface="Open Sans" charset="0"/>
                <a:ea typeface="Open Sans" charset="0"/>
                <a:cs typeface="Open Sans" charset="0"/>
              </a:rPr>
              <a:t>Дизайн</a:t>
            </a:r>
          </a:p>
          <a:p>
            <a:r>
              <a:rPr lang="mn-MN" sz="1200" b="1" dirty="0" err="1">
                <a:latin typeface="Open Sans" charset="0"/>
                <a:ea typeface="Open Sans" charset="0"/>
                <a:cs typeface="Open Sans" charset="0"/>
              </a:rPr>
              <a:t>илтгэл</a:t>
            </a:r>
            <a:endParaRPr lang="en-US" sz="1200" b="1" dirty="0">
              <a:latin typeface="Open Sans" charset="0"/>
              <a:ea typeface="Open Sans" charset="0"/>
              <a:cs typeface="Open Sans" charset="0"/>
            </a:endParaRPr>
          </a:p>
        </p:txBody>
      </p:sp>
      <p:sp>
        <p:nvSpPr>
          <p:cNvPr id="15" name="Oval 14"/>
          <p:cNvSpPr/>
          <p:nvPr/>
        </p:nvSpPr>
        <p:spPr>
          <a:xfrm>
            <a:off x="3249652" y="5461000"/>
            <a:ext cx="60960" cy="6096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928235" y="5463183"/>
            <a:ext cx="60960" cy="6096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288695" y="1942663"/>
            <a:ext cx="2676940" cy="26769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795"/>
          <p:cNvSpPr>
            <a:spLocks noEditPoints="1"/>
          </p:cNvSpPr>
          <p:nvPr/>
        </p:nvSpPr>
        <p:spPr bwMode="auto">
          <a:xfrm>
            <a:off x="8346446" y="2997753"/>
            <a:ext cx="561438" cy="566760"/>
          </a:xfrm>
          <a:custGeom>
            <a:avLst/>
            <a:gdLst>
              <a:gd name="T0" fmla="*/ 16 w 96"/>
              <a:gd name="T1" fmla="*/ 20 h 96"/>
              <a:gd name="T2" fmla="*/ 24 w 96"/>
              <a:gd name="T3" fmla="*/ 20 h 96"/>
              <a:gd name="T4" fmla="*/ 20 w 96"/>
              <a:gd name="T5" fmla="*/ 64 h 96"/>
              <a:gd name="T6" fmla="*/ 36 w 96"/>
              <a:gd name="T7" fmla="*/ 64 h 96"/>
              <a:gd name="T8" fmla="*/ 40 w 96"/>
              <a:gd name="T9" fmla="*/ 20 h 96"/>
              <a:gd name="T10" fmla="*/ 32 w 96"/>
              <a:gd name="T11" fmla="*/ 20 h 96"/>
              <a:gd name="T12" fmla="*/ 36 w 96"/>
              <a:gd name="T13" fmla="*/ 64 h 96"/>
              <a:gd name="T14" fmla="*/ 96 w 96"/>
              <a:gd name="T15" fmla="*/ 92 h 96"/>
              <a:gd name="T16" fmla="*/ 80 w 96"/>
              <a:gd name="T17" fmla="*/ 96 h 96"/>
              <a:gd name="T18" fmla="*/ 52 w 96"/>
              <a:gd name="T19" fmla="*/ 96 h 96"/>
              <a:gd name="T20" fmla="*/ 20 w 96"/>
              <a:gd name="T21" fmla="*/ 96 h 96"/>
              <a:gd name="T22" fmla="*/ 0 w 96"/>
              <a:gd name="T23" fmla="*/ 92 h 96"/>
              <a:gd name="T24" fmla="*/ 4 w 96"/>
              <a:gd name="T25" fmla="*/ 0 h 96"/>
              <a:gd name="T26" fmla="*/ 56 w 96"/>
              <a:gd name="T27" fmla="*/ 4 h 96"/>
              <a:gd name="T28" fmla="*/ 92 w 96"/>
              <a:gd name="T29" fmla="*/ 24 h 96"/>
              <a:gd name="T30" fmla="*/ 8 w 96"/>
              <a:gd name="T31" fmla="*/ 88 h 96"/>
              <a:gd name="T32" fmla="*/ 16 w 96"/>
              <a:gd name="T33" fmla="*/ 76 h 96"/>
              <a:gd name="T34" fmla="*/ 36 w 96"/>
              <a:gd name="T35" fmla="*/ 72 h 96"/>
              <a:gd name="T36" fmla="*/ 40 w 96"/>
              <a:gd name="T37" fmla="*/ 88 h 96"/>
              <a:gd name="T38" fmla="*/ 48 w 96"/>
              <a:gd name="T39" fmla="*/ 28 h 96"/>
              <a:gd name="T40" fmla="*/ 8 w 96"/>
              <a:gd name="T41" fmla="*/ 8 h 96"/>
              <a:gd name="T42" fmla="*/ 32 w 96"/>
              <a:gd name="T43" fmla="*/ 88 h 96"/>
              <a:gd name="T44" fmla="*/ 24 w 96"/>
              <a:gd name="T45" fmla="*/ 80 h 96"/>
              <a:gd name="T46" fmla="*/ 32 w 96"/>
              <a:gd name="T47" fmla="*/ 88 h 96"/>
              <a:gd name="T48" fmla="*/ 76 w 96"/>
              <a:gd name="T49" fmla="*/ 80 h 96"/>
              <a:gd name="T50" fmla="*/ 68 w 96"/>
              <a:gd name="T51" fmla="*/ 88 h 96"/>
              <a:gd name="T52" fmla="*/ 88 w 96"/>
              <a:gd name="T53" fmla="*/ 32 h 96"/>
              <a:gd name="T54" fmla="*/ 56 w 96"/>
              <a:gd name="T55" fmla="*/ 88 h 96"/>
              <a:gd name="T56" fmla="*/ 60 w 96"/>
              <a:gd name="T57" fmla="*/ 76 h 96"/>
              <a:gd name="T58" fmla="*/ 80 w 96"/>
              <a:gd name="T59" fmla="*/ 72 h 96"/>
              <a:gd name="T60" fmla="*/ 84 w 96"/>
              <a:gd name="T61" fmla="*/ 88 h 96"/>
              <a:gd name="T62" fmla="*/ 88 w 96"/>
              <a:gd name="T63" fmla="*/ 32 h 96"/>
              <a:gd name="T64" fmla="*/ 80 w 96"/>
              <a:gd name="T65" fmla="*/ 48 h 96"/>
              <a:gd name="T66" fmla="*/ 80 w 96"/>
              <a:gd name="T67" fmla="*/ 40 h 96"/>
              <a:gd name="T68" fmla="*/ 60 w 96"/>
              <a:gd name="T69" fmla="*/ 44 h 96"/>
              <a:gd name="T70" fmla="*/ 64 w 96"/>
              <a:gd name="T71" fmla="*/ 64 h 96"/>
              <a:gd name="T72" fmla="*/ 84 w 96"/>
              <a:gd name="T73" fmla="*/ 60 h 96"/>
              <a:gd name="T74" fmla="*/ 64 w 96"/>
              <a:gd name="T75" fmla="*/ 56 h 96"/>
              <a:gd name="T76" fmla="*/ 64 w 96"/>
              <a:gd name="T77" fmla="*/ 6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6" h="96">
                <a:moveTo>
                  <a:pt x="16" y="60"/>
                </a:moveTo>
                <a:cubicBezTo>
                  <a:pt x="16" y="20"/>
                  <a:pt x="16" y="20"/>
                  <a:pt x="16" y="20"/>
                </a:cubicBezTo>
                <a:cubicBezTo>
                  <a:pt x="16" y="18"/>
                  <a:pt x="18" y="16"/>
                  <a:pt x="20" y="16"/>
                </a:cubicBezTo>
                <a:cubicBezTo>
                  <a:pt x="22" y="16"/>
                  <a:pt x="24" y="18"/>
                  <a:pt x="24" y="20"/>
                </a:cubicBezTo>
                <a:cubicBezTo>
                  <a:pt x="24" y="60"/>
                  <a:pt x="24" y="60"/>
                  <a:pt x="24" y="60"/>
                </a:cubicBezTo>
                <a:cubicBezTo>
                  <a:pt x="24" y="62"/>
                  <a:pt x="22" y="64"/>
                  <a:pt x="20" y="64"/>
                </a:cubicBezTo>
                <a:cubicBezTo>
                  <a:pt x="18" y="64"/>
                  <a:pt x="16" y="62"/>
                  <a:pt x="16" y="60"/>
                </a:cubicBezTo>
                <a:close/>
                <a:moveTo>
                  <a:pt x="36" y="64"/>
                </a:moveTo>
                <a:cubicBezTo>
                  <a:pt x="38" y="64"/>
                  <a:pt x="40" y="62"/>
                  <a:pt x="40" y="60"/>
                </a:cubicBezTo>
                <a:cubicBezTo>
                  <a:pt x="40" y="20"/>
                  <a:pt x="40" y="20"/>
                  <a:pt x="40" y="20"/>
                </a:cubicBezTo>
                <a:cubicBezTo>
                  <a:pt x="40" y="18"/>
                  <a:pt x="38" y="16"/>
                  <a:pt x="36" y="16"/>
                </a:cubicBezTo>
                <a:cubicBezTo>
                  <a:pt x="34" y="16"/>
                  <a:pt x="32" y="18"/>
                  <a:pt x="32" y="20"/>
                </a:cubicBezTo>
                <a:cubicBezTo>
                  <a:pt x="32" y="60"/>
                  <a:pt x="32" y="60"/>
                  <a:pt x="32" y="60"/>
                </a:cubicBezTo>
                <a:cubicBezTo>
                  <a:pt x="32" y="62"/>
                  <a:pt x="34" y="64"/>
                  <a:pt x="36" y="64"/>
                </a:cubicBezTo>
                <a:close/>
                <a:moveTo>
                  <a:pt x="96" y="28"/>
                </a:moveTo>
                <a:cubicBezTo>
                  <a:pt x="96" y="92"/>
                  <a:pt x="96" y="92"/>
                  <a:pt x="96" y="92"/>
                </a:cubicBezTo>
                <a:cubicBezTo>
                  <a:pt x="96" y="94"/>
                  <a:pt x="94" y="96"/>
                  <a:pt x="92" y="96"/>
                </a:cubicBezTo>
                <a:cubicBezTo>
                  <a:pt x="80" y="96"/>
                  <a:pt x="80" y="96"/>
                  <a:pt x="80" y="96"/>
                </a:cubicBezTo>
                <a:cubicBezTo>
                  <a:pt x="64" y="96"/>
                  <a:pt x="64" y="96"/>
                  <a:pt x="64" y="96"/>
                </a:cubicBezTo>
                <a:cubicBezTo>
                  <a:pt x="52" y="96"/>
                  <a:pt x="52" y="96"/>
                  <a:pt x="52" y="96"/>
                </a:cubicBezTo>
                <a:cubicBezTo>
                  <a:pt x="36" y="96"/>
                  <a:pt x="36" y="96"/>
                  <a:pt x="36" y="96"/>
                </a:cubicBezTo>
                <a:cubicBezTo>
                  <a:pt x="20" y="96"/>
                  <a:pt x="20" y="96"/>
                  <a:pt x="20" y="96"/>
                </a:cubicBezTo>
                <a:cubicBezTo>
                  <a:pt x="4" y="96"/>
                  <a:pt x="4" y="96"/>
                  <a:pt x="4" y="96"/>
                </a:cubicBezTo>
                <a:cubicBezTo>
                  <a:pt x="2" y="96"/>
                  <a:pt x="0" y="94"/>
                  <a:pt x="0" y="92"/>
                </a:cubicBezTo>
                <a:cubicBezTo>
                  <a:pt x="0" y="4"/>
                  <a:pt x="0" y="4"/>
                  <a:pt x="0" y="4"/>
                </a:cubicBezTo>
                <a:cubicBezTo>
                  <a:pt x="0" y="2"/>
                  <a:pt x="2" y="0"/>
                  <a:pt x="4" y="0"/>
                </a:cubicBezTo>
                <a:cubicBezTo>
                  <a:pt x="52" y="0"/>
                  <a:pt x="52" y="0"/>
                  <a:pt x="52" y="0"/>
                </a:cubicBezTo>
                <a:cubicBezTo>
                  <a:pt x="54" y="0"/>
                  <a:pt x="56" y="2"/>
                  <a:pt x="56" y="4"/>
                </a:cubicBezTo>
                <a:cubicBezTo>
                  <a:pt x="56" y="24"/>
                  <a:pt x="56" y="24"/>
                  <a:pt x="56" y="24"/>
                </a:cubicBezTo>
                <a:cubicBezTo>
                  <a:pt x="92" y="24"/>
                  <a:pt x="92" y="24"/>
                  <a:pt x="92" y="24"/>
                </a:cubicBezTo>
                <a:cubicBezTo>
                  <a:pt x="94" y="24"/>
                  <a:pt x="96" y="26"/>
                  <a:pt x="96" y="28"/>
                </a:cubicBezTo>
                <a:close/>
                <a:moveTo>
                  <a:pt x="8" y="88"/>
                </a:moveTo>
                <a:cubicBezTo>
                  <a:pt x="16" y="88"/>
                  <a:pt x="16" y="88"/>
                  <a:pt x="16" y="88"/>
                </a:cubicBezTo>
                <a:cubicBezTo>
                  <a:pt x="16" y="76"/>
                  <a:pt x="16" y="76"/>
                  <a:pt x="16" y="76"/>
                </a:cubicBezTo>
                <a:cubicBezTo>
                  <a:pt x="16" y="74"/>
                  <a:pt x="18" y="72"/>
                  <a:pt x="20" y="72"/>
                </a:cubicBezTo>
                <a:cubicBezTo>
                  <a:pt x="36" y="72"/>
                  <a:pt x="36" y="72"/>
                  <a:pt x="36" y="72"/>
                </a:cubicBezTo>
                <a:cubicBezTo>
                  <a:pt x="38" y="72"/>
                  <a:pt x="40" y="74"/>
                  <a:pt x="40" y="76"/>
                </a:cubicBezTo>
                <a:cubicBezTo>
                  <a:pt x="40" y="88"/>
                  <a:pt x="40" y="88"/>
                  <a:pt x="40" y="88"/>
                </a:cubicBezTo>
                <a:cubicBezTo>
                  <a:pt x="48" y="88"/>
                  <a:pt x="48" y="88"/>
                  <a:pt x="48" y="88"/>
                </a:cubicBezTo>
                <a:cubicBezTo>
                  <a:pt x="48" y="28"/>
                  <a:pt x="48" y="28"/>
                  <a:pt x="48" y="28"/>
                </a:cubicBezTo>
                <a:cubicBezTo>
                  <a:pt x="48" y="8"/>
                  <a:pt x="48" y="8"/>
                  <a:pt x="48" y="8"/>
                </a:cubicBezTo>
                <a:cubicBezTo>
                  <a:pt x="8" y="8"/>
                  <a:pt x="8" y="8"/>
                  <a:pt x="8" y="8"/>
                </a:cubicBezTo>
                <a:lnTo>
                  <a:pt x="8" y="88"/>
                </a:lnTo>
                <a:close/>
                <a:moveTo>
                  <a:pt x="32" y="88"/>
                </a:moveTo>
                <a:cubicBezTo>
                  <a:pt x="32" y="80"/>
                  <a:pt x="32" y="80"/>
                  <a:pt x="32" y="80"/>
                </a:cubicBezTo>
                <a:cubicBezTo>
                  <a:pt x="24" y="80"/>
                  <a:pt x="24" y="80"/>
                  <a:pt x="24" y="80"/>
                </a:cubicBezTo>
                <a:cubicBezTo>
                  <a:pt x="24" y="88"/>
                  <a:pt x="24" y="88"/>
                  <a:pt x="24" y="88"/>
                </a:cubicBezTo>
                <a:lnTo>
                  <a:pt x="32" y="88"/>
                </a:lnTo>
                <a:close/>
                <a:moveTo>
                  <a:pt x="76" y="88"/>
                </a:moveTo>
                <a:cubicBezTo>
                  <a:pt x="76" y="80"/>
                  <a:pt x="76" y="80"/>
                  <a:pt x="76" y="80"/>
                </a:cubicBezTo>
                <a:cubicBezTo>
                  <a:pt x="68" y="80"/>
                  <a:pt x="68" y="80"/>
                  <a:pt x="68" y="80"/>
                </a:cubicBezTo>
                <a:cubicBezTo>
                  <a:pt x="68" y="88"/>
                  <a:pt x="68" y="88"/>
                  <a:pt x="68" y="88"/>
                </a:cubicBezTo>
                <a:lnTo>
                  <a:pt x="76" y="88"/>
                </a:lnTo>
                <a:close/>
                <a:moveTo>
                  <a:pt x="88" y="32"/>
                </a:moveTo>
                <a:cubicBezTo>
                  <a:pt x="56" y="32"/>
                  <a:pt x="56" y="32"/>
                  <a:pt x="56" y="32"/>
                </a:cubicBezTo>
                <a:cubicBezTo>
                  <a:pt x="56" y="88"/>
                  <a:pt x="56" y="88"/>
                  <a:pt x="56" y="88"/>
                </a:cubicBezTo>
                <a:cubicBezTo>
                  <a:pt x="60" y="88"/>
                  <a:pt x="60" y="88"/>
                  <a:pt x="60" y="88"/>
                </a:cubicBezTo>
                <a:cubicBezTo>
                  <a:pt x="60" y="76"/>
                  <a:pt x="60" y="76"/>
                  <a:pt x="60" y="76"/>
                </a:cubicBezTo>
                <a:cubicBezTo>
                  <a:pt x="60" y="74"/>
                  <a:pt x="62" y="72"/>
                  <a:pt x="64" y="72"/>
                </a:cubicBezTo>
                <a:cubicBezTo>
                  <a:pt x="80" y="72"/>
                  <a:pt x="80" y="72"/>
                  <a:pt x="80" y="72"/>
                </a:cubicBezTo>
                <a:cubicBezTo>
                  <a:pt x="82" y="72"/>
                  <a:pt x="84" y="74"/>
                  <a:pt x="84" y="76"/>
                </a:cubicBezTo>
                <a:cubicBezTo>
                  <a:pt x="84" y="88"/>
                  <a:pt x="84" y="88"/>
                  <a:pt x="84" y="88"/>
                </a:cubicBezTo>
                <a:cubicBezTo>
                  <a:pt x="88" y="88"/>
                  <a:pt x="88" y="88"/>
                  <a:pt x="88" y="88"/>
                </a:cubicBezTo>
                <a:lnTo>
                  <a:pt x="88" y="32"/>
                </a:lnTo>
                <a:close/>
                <a:moveTo>
                  <a:pt x="64" y="48"/>
                </a:moveTo>
                <a:cubicBezTo>
                  <a:pt x="80" y="48"/>
                  <a:pt x="80" y="48"/>
                  <a:pt x="80" y="48"/>
                </a:cubicBezTo>
                <a:cubicBezTo>
                  <a:pt x="82" y="48"/>
                  <a:pt x="84" y="46"/>
                  <a:pt x="84" y="44"/>
                </a:cubicBezTo>
                <a:cubicBezTo>
                  <a:pt x="84" y="42"/>
                  <a:pt x="82" y="40"/>
                  <a:pt x="80" y="40"/>
                </a:cubicBezTo>
                <a:cubicBezTo>
                  <a:pt x="64" y="40"/>
                  <a:pt x="64" y="40"/>
                  <a:pt x="64" y="40"/>
                </a:cubicBezTo>
                <a:cubicBezTo>
                  <a:pt x="62" y="40"/>
                  <a:pt x="60" y="42"/>
                  <a:pt x="60" y="44"/>
                </a:cubicBezTo>
                <a:cubicBezTo>
                  <a:pt x="60" y="46"/>
                  <a:pt x="62" y="48"/>
                  <a:pt x="64" y="48"/>
                </a:cubicBezTo>
                <a:close/>
                <a:moveTo>
                  <a:pt x="64" y="64"/>
                </a:moveTo>
                <a:cubicBezTo>
                  <a:pt x="80" y="64"/>
                  <a:pt x="80" y="64"/>
                  <a:pt x="80" y="64"/>
                </a:cubicBezTo>
                <a:cubicBezTo>
                  <a:pt x="82" y="64"/>
                  <a:pt x="84" y="62"/>
                  <a:pt x="84" y="60"/>
                </a:cubicBezTo>
                <a:cubicBezTo>
                  <a:pt x="84" y="58"/>
                  <a:pt x="82" y="56"/>
                  <a:pt x="80" y="56"/>
                </a:cubicBezTo>
                <a:cubicBezTo>
                  <a:pt x="64" y="56"/>
                  <a:pt x="64" y="56"/>
                  <a:pt x="64" y="56"/>
                </a:cubicBezTo>
                <a:cubicBezTo>
                  <a:pt x="62" y="56"/>
                  <a:pt x="60" y="58"/>
                  <a:pt x="60" y="60"/>
                </a:cubicBezTo>
                <a:cubicBezTo>
                  <a:pt x="60" y="62"/>
                  <a:pt x="62" y="64"/>
                  <a:pt x="64" y="6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TextBox 20"/>
          <p:cNvSpPr txBox="1"/>
          <p:nvPr/>
        </p:nvSpPr>
        <p:spPr>
          <a:xfrm>
            <a:off x="7288695" y="4827750"/>
            <a:ext cx="2676942" cy="633250"/>
          </a:xfrm>
          <a:prstGeom prst="rect">
            <a:avLst/>
          </a:prstGeom>
          <a:noFill/>
        </p:spPr>
        <p:txBody>
          <a:bodyPr wrap="square" rtlCol="0">
            <a:spAutoFit/>
          </a:bodyPr>
          <a:lstStyle/>
          <a:p>
            <a:pPr algn="ctr">
              <a:lnSpc>
                <a:spcPct val="120000"/>
              </a:lnSpc>
            </a:pPr>
            <a:r>
              <a:rPr lang="mn-MN" sz="1000">
                <a:solidFill>
                  <a:schemeClr val="tx1">
                    <a:alpha val="70000"/>
                  </a:schemeClr>
                </a:solidFill>
              </a:rPr>
              <a:t>Алсын одыг ажиглах нь сэтгэлийг ариун хөгжим мэт сэргээж, бодлыг тунгалаг болгодог.</a:t>
            </a:r>
          </a:p>
        </p:txBody>
      </p:sp>
      <p:sp>
        <p:nvSpPr>
          <p:cNvPr id="22" name="Oval 21"/>
          <p:cNvSpPr/>
          <p:nvPr/>
        </p:nvSpPr>
        <p:spPr>
          <a:xfrm>
            <a:off x="10804275" y="4119775"/>
            <a:ext cx="416560" cy="4165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450055" y="1392204"/>
            <a:ext cx="1100917" cy="1100917"/>
          </a:xfrm>
          <a:prstGeom prst="ellipse">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7386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b="1" dirty="0"/>
              <a:t>Нэг баганат</a:t>
            </a:r>
            <a:br>
              <a:rPr lang="mn-MN" b="1" dirty="0"/>
            </a:br>
            <a:r>
              <a:rPr lang="mn-MN" b="1" dirty="0"/>
              <a:t>зураг</a:t>
            </a:r>
            <a:endParaRPr lang="en-US" dirty="0"/>
          </a:p>
        </p:txBody>
      </p:sp>
      <p:sp>
        <p:nvSpPr>
          <p:cNvPr id="3" name="Slide Number Placeholder 2"/>
          <p:cNvSpPr>
            <a:spLocks noGrp="1"/>
          </p:cNvSpPr>
          <p:nvPr>
            <p:ph type="sldNum" sz="quarter" idx="10"/>
          </p:nvPr>
        </p:nvSpPr>
        <p:spPr/>
        <p:txBody>
          <a:bodyPr/>
          <a:lstStyle/>
          <a:p>
            <a:fld id="{D8D877B3-D348-4611-9BDB-C5374591D951}" type="slidenum">
              <a:rPr lang="en-US" smtClean="0"/>
              <a:pPr/>
              <a:t>4</a:t>
            </a:fld>
            <a:endParaRPr lang="en-US" dirty="0"/>
          </a:p>
        </p:txBody>
      </p:sp>
      <p:sp>
        <p:nvSpPr>
          <p:cNvPr id="4" name="Text Placeholder 3"/>
          <p:cNvSpPr>
            <a:spLocks noGrp="1"/>
          </p:cNvSpPr>
          <p:nvPr>
            <p:ph type="body" sz="quarter" idx="11"/>
          </p:nvPr>
        </p:nvSpPr>
        <p:spPr/>
        <p:txBody>
          <a:bodyPr/>
          <a:lstStyle/>
          <a:p>
            <a:r>
              <a:rPr lang="mn-MN" dirty="0"/>
              <a:t>Алсын одыг ажиглах нь сэтгэлийг ариун хөгжим мэт сэргээж, бодлыг тунгалаг болгодог.</a:t>
            </a:r>
          </a:p>
          <a:p>
            <a:endParaRPr lang="en-US" dirty="0"/>
          </a:p>
        </p:txBody>
      </p:sp>
      <p:sp>
        <p:nvSpPr>
          <p:cNvPr id="5" name="Picture Placeholder 4"/>
          <p:cNvSpPr>
            <a:spLocks noGrp="1"/>
          </p:cNvSpPr>
          <p:nvPr>
            <p:ph type="pic" sz="quarter" idx="12"/>
          </p:nvPr>
        </p:nvSpPr>
        <p:spPr/>
      </p:sp>
      <p:sp>
        <p:nvSpPr>
          <p:cNvPr id="7" name="TextBox 6"/>
          <p:cNvSpPr txBox="1"/>
          <p:nvPr/>
        </p:nvSpPr>
        <p:spPr>
          <a:xfrm>
            <a:off x="1596570" y="3512770"/>
            <a:ext cx="4115117" cy="2308324"/>
          </a:xfrm>
          <a:prstGeom prst="rect">
            <a:avLst/>
          </a:prstGeom>
          <a:noFill/>
        </p:spPr>
        <p:txBody>
          <a:bodyPr wrap="square" lIns="0" rIns="0" rtlCol="0">
            <a:spAutoFit/>
          </a:bodyPr>
          <a:lstStyle/>
          <a:p>
            <a:pPr>
              <a:lnSpc>
                <a:spcPct val="120000"/>
              </a:lnSpc>
            </a:pPr>
            <a:r>
              <a:rPr lang="mn-MN" sz="1000" dirty="0">
                <a:solidFill>
                  <a:schemeClr val="tx1">
                    <a:alpha val="70000"/>
                  </a:schemeClr>
                </a:solidFill>
              </a:rPr>
              <a:t>Алсын одыг ажиглах нь сэтгэлийг ариун хөгжим, сайхан зураг, агуу яруу найрагчийн мөр мэт сэргээж, бодлыг тунгалаг болгодог. Энэ нь үргэлж хүнд сайнаар нөлөөлдөг.</a:t>
            </a:r>
          </a:p>
          <a:p>
            <a:pPr>
              <a:lnSpc>
                <a:spcPct val="120000"/>
              </a:lnSpc>
            </a:pPr>
            <a:endParaRPr lang="en-US" sz="1000" dirty="0">
              <a:solidFill>
                <a:schemeClr val="tx1">
                  <a:alpha val="70000"/>
                </a:schemeClr>
              </a:solidFill>
            </a:endParaRPr>
          </a:p>
          <a:p>
            <a:pPr>
              <a:lnSpc>
                <a:spcPct val="120000"/>
              </a:lnSpc>
            </a:pPr>
            <a:r>
              <a:rPr lang="mn-MN" sz="1000" dirty="0">
                <a:solidFill>
                  <a:schemeClr val="tx1">
                    <a:alpha val="70000"/>
                  </a:schemeClr>
                </a:solidFill>
              </a:rPr>
              <a:t>Бид агаар мандлын өндөрт хүрсэн бололтой, тэнгэр хар хөх болж, одод анивчихаа больжээ. Толгод дээр зогсох хүнд далайн хаяа нүдний түвшинд өргөгдөх мэт, доорх хар үүл хонхойж, бид асар том харанхуй бөмбөрцгийн дунд хөвөх мэт санагдав. Түүний дээд тал нь мөнгөн гялбаагаар цацагдсан байв. Бид агаар мандлын өндөрт хүрсэн бололтой, тэнгэр хар хөх болж, одод анивчихаа больжээ. </a:t>
            </a:r>
          </a:p>
        </p:txBody>
      </p:sp>
      <p:sp>
        <p:nvSpPr>
          <p:cNvPr id="8" name="TextBox 7"/>
          <p:cNvSpPr txBox="1"/>
          <p:nvPr/>
        </p:nvSpPr>
        <p:spPr>
          <a:xfrm>
            <a:off x="1596570" y="2984160"/>
            <a:ext cx="1536126" cy="307777"/>
          </a:xfrm>
          <a:prstGeom prst="rect">
            <a:avLst/>
          </a:prstGeom>
          <a:noFill/>
        </p:spPr>
        <p:txBody>
          <a:bodyPr wrap="none" lIns="0" rIns="0" rtlCol="0">
            <a:spAutoFit/>
          </a:bodyPr>
          <a:lstStyle/>
          <a:p>
            <a:r>
              <a:rPr lang="mn-MN" sz="1400" b="1" dirty="0">
                <a:solidFill>
                  <a:schemeClr val="accent1"/>
                </a:solidFill>
              </a:rPr>
              <a:t>RAVI ТЕКСТИЙН ӨРГӨН</a:t>
            </a:r>
            <a:endParaRPr lang="en-US" sz="1400" dirty="0">
              <a:solidFill>
                <a:schemeClr val="accent1"/>
              </a:solidFill>
            </a:endParaRPr>
          </a:p>
        </p:txBody>
      </p:sp>
    </p:spTree>
    <p:extLst>
      <p:ext uri="{BB962C8B-B14F-4D97-AF65-F5344CB8AC3E}">
        <p14:creationId xmlns:p14="http://schemas.microsoft.com/office/powerpoint/2010/main" val="980528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p:cNvCxnSpPr/>
          <p:nvPr/>
        </p:nvCxnSpPr>
        <p:spPr>
          <a:xfrm>
            <a:off x="6260133" y="1651516"/>
            <a:ext cx="0" cy="3479498"/>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mn-MN" dirty="0"/>
              <a:t>Жагсаалтын</a:t>
            </a:r>
            <a:br>
              <a:rPr lang="mn-MN" dirty="0"/>
            </a:br>
            <a:r>
              <a:rPr lang="mn-MN" dirty="0"/>
              <a:t>жишээ</a:t>
            </a:r>
          </a:p>
        </p:txBody>
      </p:sp>
      <p:sp>
        <p:nvSpPr>
          <p:cNvPr id="3" name="Slide Number Placeholder 2"/>
          <p:cNvSpPr>
            <a:spLocks noGrp="1"/>
          </p:cNvSpPr>
          <p:nvPr>
            <p:ph type="sldNum" sz="quarter" idx="10"/>
          </p:nvPr>
        </p:nvSpPr>
        <p:spPr/>
        <p:txBody>
          <a:bodyPr/>
          <a:lstStyle/>
          <a:p>
            <a:fld id="{D8D877B3-D348-4611-9BDB-C5374591D951}" type="slidenum">
              <a:rPr lang="en-US" smtClean="0"/>
              <a:pPr/>
              <a:t>5</a:t>
            </a:fld>
            <a:endParaRPr lang="en-US" dirty="0"/>
          </a:p>
        </p:txBody>
      </p:sp>
      <p:sp>
        <p:nvSpPr>
          <p:cNvPr id="4" name="Text Placeholder 3"/>
          <p:cNvSpPr>
            <a:spLocks noGrp="1"/>
          </p:cNvSpPr>
          <p:nvPr>
            <p:ph type="body" sz="quarter" idx="11"/>
          </p:nvPr>
        </p:nvSpPr>
        <p:spPr/>
        <p:txBody>
          <a:bodyPr/>
          <a:lstStyle/>
          <a:p>
            <a:r>
              <a:rPr lang="mn-MN" dirty="0"/>
              <a:t>Алсын одыг ажиглах нь сэтгэлийг ариун хөгжим мэт сэргээж, бодлыг тунгалаг болгодог.</a:t>
            </a:r>
          </a:p>
        </p:txBody>
      </p:sp>
      <p:grpSp>
        <p:nvGrpSpPr>
          <p:cNvPr id="8" name="Group 7"/>
          <p:cNvGrpSpPr/>
          <p:nvPr/>
        </p:nvGrpSpPr>
        <p:grpSpPr>
          <a:xfrm>
            <a:off x="6052888" y="1435897"/>
            <a:ext cx="416560" cy="416560"/>
            <a:chOff x="5108410" y="1700592"/>
            <a:chExt cx="416560" cy="416560"/>
          </a:xfrm>
        </p:grpSpPr>
        <p:sp>
          <p:nvSpPr>
            <p:cNvPr id="7" name="Oval 6"/>
            <p:cNvSpPr/>
            <p:nvPr/>
          </p:nvSpPr>
          <p:spPr>
            <a:xfrm>
              <a:off x="5108410" y="1700592"/>
              <a:ext cx="416560" cy="41656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hape 3612"/>
            <p:cNvSpPr/>
            <p:nvPr/>
          </p:nvSpPr>
          <p:spPr>
            <a:xfrm>
              <a:off x="5213922" y="1846848"/>
              <a:ext cx="203466" cy="138726"/>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5"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chemeClr val="bg1"/>
            </a:solidFill>
            <a:ln w="12700">
              <a:miter lim="400000"/>
            </a:ln>
          </p:spPr>
          <p:txBody>
            <a:bodyPr lIns="38100" tIns="38100" rIns="38100" bIns="38100" anchor="ctr"/>
            <a:lstStyle/>
            <a:p>
              <a:endParaRPr>
                <a:solidFill>
                  <a:prstClr val="black"/>
                </a:solidFill>
              </a:endParaRPr>
            </a:p>
          </p:txBody>
        </p:sp>
      </p:grpSp>
      <p:grpSp>
        <p:nvGrpSpPr>
          <p:cNvPr id="9" name="Group 8"/>
          <p:cNvGrpSpPr/>
          <p:nvPr/>
        </p:nvGrpSpPr>
        <p:grpSpPr>
          <a:xfrm>
            <a:off x="6052888" y="2897734"/>
            <a:ext cx="416560" cy="416560"/>
            <a:chOff x="5108410" y="1700592"/>
            <a:chExt cx="416560" cy="416560"/>
          </a:xfrm>
        </p:grpSpPr>
        <p:sp>
          <p:nvSpPr>
            <p:cNvPr id="10" name="Oval 9"/>
            <p:cNvSpPr/>
            <p:nvPr/>
          </p:nvSpPr>
          <p:spPr>
            <a:xfrm>
              <a:off x="5108410" y="1700592"/>
              <a:ext cx="416560" cy="41656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3612"/>
            <p:cNvSpPr/>
            <p:nvPr/>
          </p:nvSpPr>
          <p:spPr>
            <a:xfrm>
              <a:off x="5213922" y="1846848"/>
              <a:ext cx="203466" cy="138726"/>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5"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chemeClr val="bg1"/>
            </a:solidFill>
            <a:ln w="12700">
              <a:miter lim="400000"/>
            </a:ln>
          </p:spPr>
          <p:txBody>
            <a:bodyPr lIns="38100" tIns="38100" rIns="38100" bIns="38100" anchor="ctr"/>
            <a:lstStyle/>
            <a:p>
              <a:endParaRPr>
                <a:solidFill>
                  <a:prstClr val="black"/>
                </a:solidFill>
              </a:endParaRPr>
            </a:p>
          </p:txBody>
        </p:sp>
      </p:grpSp>
      <p:grpSp>
        <p:nvGrpSpPr>
          <p:cNvPr id="12" name="Group 11"/>
          <p:cNvGrpSpPr/>
          <p:nvPr/>
        </p:nvGrpSpPr>
        <p:grpSpPr>
          <a:xfrm>
            <a:off x="6052888" y="4931070"/>
            <a:ext cx="416560" cy="416560"/>
            <a:chOff x="5108410" y="1700592"/>
            <a:chExt cx="416560" cy="416560"/>
          </a:xfrm>
        </p:grpSpPr>
        <p:sp>
          <p:nvSpPr>
            <p:cNvPr id="13" name="Oval 12"/>
            <p:cNvSpPr/>
            <p:nvPr/>
          </p:nvSpPr>
          <p:spPr>
            <a:xfrm>
              <a:off x="5108410" y="1700592"/>
              <a:ext cx="416560" cy="41656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hape 3612"/>
            <p:cNvSpPr/>
            <p:nvPr/>
          </p:nvSpPr>
          <p:spPr>
            <a:xfrm>
              <a:off x="5213922" y="1846848"/>
              <a:ext cx="203466" cy="138726"/>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5"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chemeClr val="bg1"/>
            </a:solidFill>
            <a:ln w="12700">
              <a:miter lim="400000"/>
            </a:ln>
          </p:spPr>
          <p:txBody>
            <a:bodyPr lIns="38100" tIns="38100" rIns="38100" bIns="38100" anchor="ctr"/>
            <a:lstStyle/>
            <a:p>
              <a:endParaRPr>
                <a:solidFill>
                  <a:prstClr val="black"/>
                </a:solidFill>
              </a:endParaRPr>
            </a:p>
          </p:txBody>
        </p:sp>
      </p:grpSp>
      <p:sp>
        <p:nvSpPr>
          <p:cNvPr id="15" name="TextBox 14"/>
          <p:cNvSpPr txBox="1"/>
          <p:nvPr/>
        </p:nvSpPr>
        <p:spPr>
          <a:xfrm>
            <a:off x="6751667" y="1386219"/>
            <a:ext cx="923330" cy="246221"/>
          </a:xfrm>
          <a:prstGeom prst="rect">
            <a:avLst/>
          </a:prstGeom>
          <a:noFill/>
        </p:spPr>
        <p:txBody>
          <a:bodyPr wrap="none" lIns="0" rIns="0" rtlCol="0">
            <a:spAutoFit/>
          </a:bodyPr>
          <a:lstStyle/>
          <a:p>
            <a:r>
              <a:rPr lang="mn-MN" sz="1000" dirty="0">
                <a:solidFill>
                  <a:schemeClr val="tx1">
                    <a:alpha val="70000"/>
                  </a:schemeClr>
                </a:solidFill>
              </a:rPr>
              <a:t>Жагсаалт #1</a:t>
            </a:r>
          </a:p>
        </p:txBody>
      </p:sp>
      <p:sp>
        <p:nvSpPr>
          <p:cNvPr id="16" name="TextBox 15"/>
          <p:cNvSpPr txBox="1"/>
          <p:nvPr/>
        </p:nvSpPr>
        <p:spPr>
          <a:xfrm>
            <a:off x="6751667" y="1720879"/>
            <a:ext cx="3757307" cy="738664"/>
          </a:xfrm>
          <a:prstGeom prst="rect">
            <a:avLst/>
          </a:prstGeom>
          <a:noFill/>
        </p:spPr>
        <p:txBody>
          <a:bodyPr wrap="square" lIns="0" rIns="0" rtlCol="0">
            <a:spAutoFit/>
          </a:bodyPr>
          <a:lstStyle/>
          <a:p>
            <a:r>
              <a:rPr lang="mn-MN" sz="1400" b="1" dirty="0">
                <a:latin typeface="Open Sans" charset="0"/>
                <a:ea typeface="Open Sans" charset="0"/>
                <a:cs typeface="Open Sans" charset="0"/>
              </a:rPr>
              <a:t>Алсын одыг ажиглах нь сэтгэлийг ариун хөгжим мэт сэргээж, бодлыг тунгалаг болгодог.</a:t>
            </a:r>
          </a:p>
        </p:txBody>
      </p:sp>
      <p:sp>
        <p:nvSpPr>
          <p:cNvPr id="17" name="TextBox 16"/>
          <p:cNvSpPr txBox="1"/>
          <p:nvPr/>
        </p:nvSpPr>
        <p:spPr>
          <a:xfrm>
            <a:off x="6751667" y="2870463"/>
            <a:ext cx="923330" cy="246221"/>
          </a:xfrm>
          <a:prstGeom prst="rect">
            <a:avLst/>
          </a:prstGeom>
          <a:noFill/>
        </p:spPr>
        <p:txBody>
          <a:bodyPr wrap="none" lIns="0" rIns="0" rtlCol="0">
            <a:spAutoFit/>
          </a:bodyPr>
          <a:lstStyle/>
          <a:p>
            <a:r>
              <a:rPr lang="mn-MN" sz="1000" dirty="0">
                <a:solidFill>
                  <a:schemeClr val="tx1">
                    <a:alpha val="70000"/>
                  </a:schemeClr>
                </a:solidFill>
              </a:rPr>
              <a:t>Жагсаалт #2</a:t>
            </a:r>
          </a:p>
        </p:txBody>
      </p:sp>
      <p:sp>
        <p:nvSpPr>
          <p:cNvPr id="18" name="TextBox 17"/>
          <p:cNvSpPr txBox="1"/>
          <p:nvPr/>
        </p:nvSpPr>
        <p:spPr>
          <a:xfrm>
            <a:off x="6751667" y="3205123"/>
            <a:ext cx="3757307" cy="1384995"/>
          </a:xfrm>
          <a:prstGeom prst="rect">
            <a:avLst/>
          </a:prstGeom>
          <a:noFill/>
        </p:spPr>
        <p:txBody>
          <a:bodyPr wrap="square" lIns="0" rIns="0" rtlCol="0">
            <a:spAutoFit/>
          </a:bodyPr>
          <a:lstStyle/>
          <a:p>
            <a:r>
              <a:rPr lang="mn-MN" sz="1400" dirty="0">
                <a:solidFill>
                  <a:schemeClr val="tx1">
                    <a:alpha val="60000"/>
                  </a:schemeClr>
                </a:solidFill>
              </a:rPr>
              <a:t>Бид агаар мандлын өндөрт хүрсэн бололтой, тэнгэр хар хөх болж, одод анивчихаа больжээ. Толгод дээр зогсох хүнд далайн хаяа нүдний түвшинд өргөгдөх мэт, доорх хар үүл.</a:t>
            </a:r>
            <a:endParaRPr lang="en-US" sz="1400" dirty="0">
              <a:solidFill>
                <a:schemeClr val="tx1">
                  <a:alpha val="60000"/>
                </a:schemeClr>
              </a:solidFill>
              <a:latin typeface="Open Sans" charset="0"/>
              <a:ea typeface="Open Sans" charset="0"/>
              <a:cs typeface="Open Sans" charset="0"/>
            </a:endParaRPr>
          </a:p>
        </p:txBody>
      </p:sp>
      <p:sp>
        <p:nvSpPr>
          <p:cNvPr id="19" name="TextBox 18"/>
          <p:cNvSpPr txBox="1"/>
          <p:nvPr/>
        </p:nvSpPr>
        <p:spPr>
          <a:xfrm>
            <a:off x="6751667" y="4884793"/>
            <a:ext cx="923330" cy="246221"/>
          </a:xfrm>
          <a:prstGeom prst="rect">
            <a:avLst/>
          </a:prstGeom>
          <a:noFill/>
        </p:spPr>
        <p:txBody>
          <a:bodyPr wrap="none" lIns="0" rIns="0" rtlCol="0">
            <a:spAutoFit/>
          </a:bodyPr>
          <a:lstStyle/>
          <a:p>
            <a:r>
              <a:rPr lang="mn-MN" sz="1000" dirty="0">
                <a:solidFill>
                  <a:schemeClr val="tx1">
                    <a:alpha val="70000"/>
                  </a:schemeClr>
                </a:solidFill>
              </a:rPr>
              <a:t>Жагсаалт #3</a:t>
            </a:r>
          </a:p>
        </p:txBody>
      </p:sp>
      <p:sp>
        <p:nvSpPr>
          <p:cNvPr id="20" name="TextBox 19"/>
          <p:cNvSpPr txBox="1"/>
          <p:nvPr/>
        </p:nvSpPr>
        <p:spPr>
          <a:xfrm>
            <a:off x="6751667" y="5219453"/>
            <a:ext cx="3757307" cy="738664"/>
          </a:xfrm>
          <a:prstGeom prst="rect">
            <a:avLst/>
          </a:prstGeom>
          <a:noFill/>
        </p:spPr>
        <p:txBody>
          <a:bodyPr wrap="square" lIns="0" rIns="0" rtlCol="0">
            <a:spAutoFit/>
          </a:bodyPr>
          <a:lstStyle/>
          <a:p>
            <a:r>
              <a:rPr lang="mn-MN" sz="1400">
                <a:solidFill>
                  <a:schemeClr val="tx1">
                    <a:alpha val="60000"/>
                  </a:schemeClr>
                </a:solidFill>
                <a:latin typeface="Open Sans" charset="0"/>
                <a:ea typeface="Open Sans" charset="0"/>
                <a:cs typeface="Open Sans" charset="0"/>
              </a:rPr>
              <a:t>Алсын одыг ажиглах нь сэтгэлийг ариун хөгжим мэт сэргээж, бодлыг тунгалаг болгодог.</a:t>
            </a:r>
          </a:p>
        </p:txBody>
      </p:sp>
      <p:sp>
        <p:nvSpPr>
          <p:cNvPr id="23" name="TextBox 22"/>
          <p:cNvSpPr txBox="1"/>
          <p:nvPr/>
        </p:nvSpPr>
        <p:spPr>
          <a:xfrm>
            <a:off x="1596570" y="5348404"/>
            <a:ext cx="2882665" cy="646331"/>
          </a:xfrm>
          <a:prstGeom prst="rect">
            <a:avLst/>
          </a:prstGeom>
          <a:noFill/>
        </p:spPr>
        <p:txBody>
          <a:bodyPr wrap="square" lIns="0" rIns="0" rtlCol="0">
            <a:spAutoFit/>
          </a:bodyPr>
          <a:lstStyle/>
          <a:p>
            <a:pPr>
              <a:lnSpc>
                <a:spcPct val="120000"/>
              </a:lnSpc>
            </a:pPr>
            <a:r>
              <a:rPr lang="mn-MN" sz="1000" dirty="0">
                <a:solidFill>
                  <a:schemeClr val="tx1">
                    <a:alpha val="70000"/>
                  </a:schemeClr>
                </a:solidFill>
              </a:rPr>
              <a:t>Алсын одыг ажиглах нь сэтгэлийг ариун хөгжим, сайхан зураг мэт сэргээж, бодлыг тунгалаг болгодог.</a:t>
            </a:r>
          </a:p>
        </p:txBody>
      </p:sp>
      <p:sp>
        <p:nvSpPr>
          <p:cNvPr id="24" name="TextBox 23"/>
          <p:cNvSpPr txBox="1"/>
          <p:nvPr/>
        </p:nvSpPr>
        <p:spPr>
          <a:xfrm>
            <a:off x="1596570" y="4859550"/>
            <a:ext cx="1536126" cy="307777"/>
          </a:xfrm>
          <a:prstGeom prst="rect">
            <a:avLst/>
          </a:prstGeom>
          <a:noFill/>
        </p:spPr>
        <p:txBody>
          <a:bodyPr wrap="none" lIns="0" rIns="0" rtlCol="0">
            <a:spAutoFit/>
          </a:bodyPr>
          <a:lstStyle/>
          <a:p>
            <a:r>
              <a:rPr lang="mn-MN" sz="1400" b="1" dirty="0">
                <a:solidFill>
                  <a:schemeClr val="accent3"/>
                </a:solidFill>
              </a:rPr>
              <a:t>RAVI ТЕКСТИЙН ӨРГӨН</a:t>
            </a:r>
            <a:endParaRPr lang="en-US" sz="1400" dirty="0">
              <a:solidFill>
                <a:schemeClr val="accent3"/>
              </a:solidFill>
            </a:endParaRPr>
          </a:p>
        </p:txBody>
      </p:sp>
    </p:spTree>
    <p:extLst>
      <p:ext uri="{BB962C8B-B14F-4D97-AF65-F5344CB8AC3E}">
        <p14:creationId xmlns:p14="http://schemas.microsoft.com/office/powerpoint/2010/main" val="114309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8D877B3-D348-4611-9BDB-C5374591D951}" type="slidenum">
              <a:rPr lang="en-US" smtClean="0"/>
              <a:pPr/>
              <a:t>6</a:t>
            </a:fld>
            <a:endParaRPr lang="en-US" dirty="0"/>
          </a:p>
        </p:txBody>
      </p:sp>
      <p:sp>
        <p:nvSpPr>
          <p:cNvPr id="5" name="Picture Placeholder 4"/>
          <p:cNvSpPr>
            <a:spLocks noGrp="1"/>
          </p:cNvSpPr>
          <p:nvPr>
            <p:ph type="pic" sz="quarter" idx="12"/>
          </p:nvPr>
        </p:nvSpPr>
        <p:spPr/>
      </p:sp>
      <p:sp>
        <p:nvSpPr>
          <p:cNvPr id="4" name="Picture Placeholder 3"/>
          <p:cNvSpPr>
            <a:spLocks noGrp="1"/>
          </p:cNvSpPr>
          <p:nvPr>
            <p:ph type="pic" sz="quarter" idx="13"/>
          </p:nvPr>
        </p:nvSpPr>
        <p:spPr/>
      </p:sp>
      <p:sp>
        <p:nvSpPr>
          <p:cNvPr id="6" name="Picture Placeholder 5"/>
          <p:cNvSpPr>
            <a:spLocks noGrp="1"/>
          </p:cNvSpPr>
          <p:nvPr>
            <p:ph type="pic" sz="quarter" idx="14"/>
          </p:nvPr>
        </p:nvSpPr>
        <p:spPr/>
      </p:sp>
      <p:sp>
        <p:nvSpPr>
          <p:cNvPr id="7" name="Picture Placeholder 6"/>
          <p:cNvSpPr>
            <a:spLocks noGrp="1"/>
          </p:cNvSpPr>
          <p:nvPr>
            <p:ph type="pic" sz="quarter" idx="15"/>
          </p:nvPr>
        </p:nvSpPr>
        <p:spPr/>
      </p:sp>
      <p:sp>
        <p:nvSpPr>
          <p:cNvPr id="3" name="Picture Placeholder 2"/>
          <p:cNvSpPr>
            <a:spLocks noGrp="1"/>
          </p:cNvSpPr>
          <p:nvPr>
            <p:ph type="pic" sz="quarter" idx="16"/>
          </p:nvPr>
        </p:nvSpPr>
        <p:spPr/>
      </p:sp>
      <p:sp>
        <p:nvSpPr>
          <p:cNvPr id="14" name="TextBox 13"/>
          <p:cNvSpPr txBox="1"/>
          <p:nvPr/>
        </p:nvSpPr>
        <p:spPr>
          <a:xfrm>
            <a:off x="8637375" y="1422224"/>
            <a:ext cx="1600695" cy="400110"/>
          </a:xfrm>
          <a:prstGeom prst="rect">
            <a:avLst/>
          </a:prstGeom>
          <a:noFill/>
        </p:spPr>
        <p:txBody>
          <a:bodyPr wrap="none" lIns="0" rIns="0" rtlCol="0">
            <a:spAutoFit/>
          </a:bodyPr>
          <a:lstStyle/>
          <a:p>
            <a:r>
              <a:rPr lang="mn-MN" sz="2000" b="1" dirty="0" err="1">
                <a:latin typeface="Open Sans" charset="0"/>
                <a:ea typeface="Open Sans" charset="0"/>
                <a:cs typeface="Open Sans" charset="0"/>
              </a:rPr>
              <a:t>Энхжин</a:t>
            </a:r>
            <a:endParaRPr lang="en-US" sz="2000" b="1" dirty="0">
              <a:latin typeface="Open Sans" charset="0"/>
              <a:ea typeface="Open Sans" charset="0"/>
              <a:cs typeface="Open Sans" charset="0"/>
            </a:endParaRPr>
          </a:p>
        </p:txBody>
      </p:sp>
      <p:sp>
        <p:nvSpPr>
          <p:cNvPr id="15" name="TextBox 14"/>
          <p:cNvSpPr txBox="1"/>
          <p:nvPr/>
        </p:nvSpPr>
        <p:spPr>
          <a:xfrm>
            <a:off x="8637375" y="1788929"/>
            <a:ext cx="1829792" cy="263918"/>
          </a:xfrm>
          <a:prstGeom prst="rect">
            <a:avLst/>
          </a:prstGeom>
          <a:noFill/>
        </p:spPr>
        <p:txBody>
          <a:bodyPr wrap="square" lIns="0" rIns="0" rtlCol="0">
            <a:spAutoFit/>
          </a:bodyPr>
          <a:lstStyle/>
          <a:p>
            <a:pPr>
              <a:lnSpc>
                <a:spcPct val="120000"/>
              </a:lnSpc>
            </a:pPr>
            <a:r>
              <a:rPr lang="mn-MN" sz="1000" dirty="0">
                <a:solidFill>
                  <a:schemeClr val="tx1">
                    <a:alpha val="70000"/>
                  </a:schemeClr>
                </a:solidFill>
              </a:rPr>
              <a:t>Веб дизайнер</a:t>
            </a:r>
          </a:p>
        </p:txBody>
      </p:sp>
      <p:sp>
        <p:nvSpPr>
          <p:cNvPr id="16" name="TextBox 15"/>
          <p:cNvSpPr txBox="1"/>
          <p:nvPr/>
        </p:nvSpPr>
        <p:spPr>
          <a:xfrm>
            <a:off x="1596570" y="5348404"/>
            <a:ext cx="2882665" cy="646331"/>
          </a:xfrm>
          <a:prstGeom prst="rect">
            <a:avLst/>
          </a:prstGeom>
          <a:noFill/>
        </p:spPr>
        <p:txBody>
          <a:bodyPr wrap="square" lIns="0" rIns="0" rtlCol="0">
            <a:spAutoFit/>
          </a:bodyPr>
          <a:lstStyle/>
          <a:p>
            <a:pPr>
              <a:lnSpc>
                <a:spcPct val="120000"/>
              </a:lnSpc>
            </a:pPr>
            <a:r>
              <a:rPr lang="mn-MN" sz="1000" dirty="0">
                <a:solidFill>
                  <a:schemeClr val="tx1">
                    <a:alpha val="70000"/>
                  </a:schemeClr>
                </a:solidFill>
              </a:rPr>
              <a:t>Алсын одыг ажиглах нь сэтгэлийг ариун хөгжим, сайхан зураг мэт сэргээж, бодлыг тунгалаг болгодог.</a:t>
            </a:r>
          </a:p>
        </p:txBody>
      </p:sp>
      <p:sp>
        <p:nvSpPr>
          <p:cNvPr id="17" name="TextBox 16"/>
          <p:cNvSpPr txBox="1"/>
          <p:nvPr/>
        </p:nvSpPr>
        <p:spPr>
          <a:xfrm>
            <a:off x="1596570" y="4859550"/>
            <a:ext cx="1536126" cy="307777"/>
          </a:xfrm>
          <a:prstGeom prst="rect">
            <a:avLst/>
          </a:prstGeom>
          <a:noFill/>
        </p:spPr>
        <p:txBody>
          <a:bodyPr wrap="none" lIns="0" rIns="0" rtlCol="0">
            <a:spAutoFit/>
          </a:bodyPr>
          <a:lstStyle/>
          <a:p>
            <a:r>
              <a:rPr lang="mn-MN" sz="1400" b="1" dirty="0">
                <a:solidFill>
                  <a:schemeClr val="accent3"/>
                </a:solidFill>
              </a:rPr>
              <a:t>RAVI ТЕКСТИЙН ӨРГӨН</a:t>
            </a:r>
            <a:endParaRPr lang="en-US" sz="1400" dirty="0">
              <a:solidFill>
                <a:schemeClr val="accent3"/>
              </a:solidFill>
            </a:endParaRPr>
          </a:p>
        </p:txBody>
      </p:sp>
    </p:spTree>
    <p:extLst>
      <p:ext uri="{BB962C8B-B14F-4D97-AF65-F5344CB8AC3E}">
        <p14:creationId xmlns:p14="http://schemas.microsoft.com/office/powerpoint/2010/main" val="2021739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dirty="0"/>
              <a:t>Үйлчилгээний үйл явц</a:t>
            </a:r>
          </a:p>
        </p:txBody>
      </p:sp>
      <p:sp>
        <p:nvSpPr>
          <p:cNvPr id="3" name="Slide Number Placeholder 2"/>
          <p:cNvSpPr>
            <a:spLocks noGrp="1"/>
          </p:cNvSpPr>
          <p:nvPr>
            <p:ph type="sldNum" sz="quarter" idx="10"/>
          </p:nvPr>
        </p:nvSpPr>
        <p:spPr/>
        <p:txBody>
          <a:bodyPr/>
          <a:lstStyle/>
          <a:p>
            <a:fld id="{D8D877B3-D348-4611-9BDB-C5374591D951}" type="slidenum">
              <a:rPr lang="en-US" smtClean="0"/>
              <a:pPr/>
              <a:t>7</a:t>
            </a:fld>
            <a:endParaRPr lang="en-US" dirty="0"/>
          </a:p>
        </p:txBody>
      </p:sp>
      <p:sp>
        <p:nvSpPr>
          <p:cNvPr id="4" name="Text Placeholder 3"/>
          <p:cNvSpPr>
            <a:spLocks noGrp="1"/>
          </p:cNvSpPr>
          <p:nvPr>
            <p:ph type="body" sz="quarter" idx="11"/>
          </p:nvPr>
        </p:nvSpPr>
        <p:spPr/>
        <p:txBody>
          <a:bodyPr/>
          <a:lstStyle/>
          <a:p>
            <a:r>
              <a:rPr lang="mn-MN" dirty="0"/>
              <a:t>Алсын одыг ажиглах нь сэтгэлийг ариун хөгжим мэт сэргээж, бодлыг тунгалаг болгодог</a:t>
            </a:r>
          </a:p>
        </p:txBody>
      </p:sp>
      <p:sp>
        <p:nvSpPr>
          <p:cNvPr id="6" name="Oval 5"/>
          <p:cNvSpPr/>
          <p:nvPr/>
        </p:nvSpPr>
        <p:spPr>
          <a:xfrm>
            <a:off x="1596571" y="2715860"/>
            <a:ext cx="1919866" cy="1919866"/>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b="1">
                <a:solidFill>
                  <a:schemeClr val="tx1"/>
                </a:solidFill>
                <a:latin typeface="Open Sans" charset="0"/>
                <a:ea typeface="Open Sans" charset="0"/>
                <a:cs typeface="Open Sans" charset="0"/>
              </a:rPr>
              <a:t>Дизайн</a:t>
            </a:r>
            <a:endParaRPr lang="en-US" b="1" dirty="0">
              <a:solidFill>
                <a:schemeClr val="tx1"/>
              </a:solidFill>
              <a:latin typeface="Open Sans" charset="0"/>
              <a:ea typeface="Open Sans" charset="0"/>
              <a:cs typeface="Open Sans" charset="0"/>
            </a:endParaRPr>
          </a:p>
        </p:txBody>
      </p:sp>
      <p:sp>
        <p:nvSpPr>
          <p:cNvPr id="7" name="Oval 6"/>
          <p:cNvSpPr/>
          <p:nvPr/>
        </p:nvSpPr>
        <p:spPr>
          <a:xfrm>
            <a:off x="4906805" y="2715860"/>
            <a:ext cx="1919866" cy="1919866"/>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b="1" dirty="0">
                <a:solidFill>
                  <a:schemeClr val="tx1"/>
                </a:solidFill>
                <a:latin typeface="Open Sans" charset="0"/>
                <a:ea typeface="Open Sans" charset="0"/>
                <a:cs typeface="Open Sans" charset="0"/>
              </a:rPr>
              <a:t>Веб</a:t>
            </a:r>
          </a:p>
        </p:txBody>
      </p:sp>
      <p:sp>
        <p:nvSpPr>
          <p:cNvPr id="8" name="Oval 7"/>
          <p:cNvSpPr/>
          <p:nvPr/>
        </p:nvSpPr>
        <p:spPr>
          <a:xfrm>
            <a:off x="8217039" y="2715860"/>
            <a:ext cx="1919866" cy="1919866"/>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b="1" dirty="0">
                <a:solidFill>
                  <a:schemeClr val="tx1"/>
                </a:solidFill>
                <a:latin typeface="Open Sans" charset="0"/>
                <a:ea typeface="Open Sans" charset="0"/>
                <a:cs typeface="Open Sans" charset="0"/>
              </a:rPr>
              <a:t>Видео</a:t>
            </a:r>
          </a:p>
        </p:txBody>
      </p:sp>
      <p:sp>
        <p:nvSpPr>
          <p:cNvPr id="9" name="TextBox 8"/>
          <p:cNvSpPr txBox="1"/>
          <p:nvPr/>
        </p:nvSpPr>
        <p:spPr>
          <a:xfrm>
            <a:off x="1679330" y="4911016"/>
            <a:ext cx="1735155" cy="338554"/>
          </a:xfrm>
          <a:prstGeom prst="rect">
            <a:avLst/>
          </a:prstGeom>
          <a:noFill/>
        </p:spPr>
        <p:txBody>
          <a:bodyPr wrap="none" lIns="0" rIns="0" rtlCol="0">
            <a:spAutoFit/>
          </a:bodyPr>
          <a:lstStyle/>
          <a:p>
            <a:pPr algn="ctr"/>
            <a:r>
              <a:rPr lang="mn-MN" sz="1600" b="1" dirty="0">
                <a:latin typeface="Open Sans" charset="0"/>
                <a:ea typeface="Open Sans" charset="0"/>
                <a:cs typeface="Open Sans" charset="0"/>
              </a:rPr>
              <a:t>Үйлчилгээний нэр</a:t>
            </a:r>
          </a:p>
        </p:txBody>
      </p:sp>
      <p:sp>
        <p:nvSpPr>
          <p:cNvPr id="10" name="TextBox 9"/>
          <p:cNvSpPr txBox="1"/>
          <p:nvPr/>
        </p:nvSpPr>
        <p:spPr>
          <a:xfrm>
            <a:off x="1546102" y="5332775"/>
            <a:ext cx="2001612" cy="461665"/>
          </a:xfrm>
          <a:prstGeom prst="rect">
            <a:avLst/>
          </a:prstGeom>
          <a:noFill/>
        </p:spPr>
        <p:txBody>
          <a:bodyPr wrap="square" lIns="0" rIns="0" rtlCol="0">
            <a:spAutoFit/>
          </a:bodyPr>
          <a:lstStyle/>
          <a:p>
            <a:pPr algn="ctr">
              <a:lnSpc>
                <a:spcPct val="120000"/>
              </a:lnSpc>
            </a:pPr>
            <a:r>
              <a:rPr lang="mn-MN" sz="1000" dirty="0">
                <a:solidFill>
                  <a:schemeClr val="tx1">
                    <a:alpha val="70000"/>
                  </a:schemeClr>
                </a:solidFill>
              </a:rPr>
              <a:t>Эхний алхам нь зорилгоо тодорхойлох явдал.</a:t>
            </a:r>
          </a:p>
        </p:txBody>
      </p:sp>
      <p:sp>
        <p:nvSpPr>
          <p:cNvPr id="11" name="TextBox 10"/>
          <p:cNvSpPr txBox="1"/>
          <p:nvPr/>
        </p:nvSpPr>
        <p:spPr>
          <a:xfrm>
            <a:off x="5011295" y="4911016"/>
            <a:ext cx="1735155" cy="338554"/>
          </a:xfrm>
          <a:prstGeom prst="rect">
            <a:avLst/>
          </a:prstGeom>
          <a:noFill/>
        </p:spPr>
        <p:txBody>
          <a:bodyPr wrap="none" lIns="0" rIns="0" rtlCol="0">
            <a:spAutoFit/>
          </a:bodyPr>
          <a:lstStyle/>
          <a:p>
            <a:pPr algn="ctr"/>
            <a:r>
              <a:rPr lang="mn-MN" sz="1600" b="1" dirty="0">
                <a:latin typeface="Open Sans" charset="0"/>
                <a:ea typeface="Open Sans" charset="0"/>
                <a:cs typeface="Open Sans" charset="0"/>
              </a:rPr>
              <a:t>Үйлчилгээний нэр</a:t>
            </a:r>
          </a:p>
        </p:txBody>
      </p:sp>
      <p:sp>
        <p:nvSpPr>
          <p:cNvPr id="12" name="TextBox 11"/>
          <p:cNvSpPr txBox="1"/>
          <p:nvPr/>
        </p:nvSpPr>
        <p:spPr>
          <a:xfrm>
            <a:off x="4878067" y="5332775"/>
            <a:ext cx="2001612" cy="461665"/>
          </a:xfrm>
          <a:prstGeom prst="rect">
            <a:avLst/>
          </a:prstGeom>
          <a:noFill/>
        </p:spPr>
        <p:txBody>
          <a:bodyPr wrap="square" lIns="0" rIns="0" rtlCol="0">
            <a:spAutoFit/>
          </a:bodyPr>
          <a:lstStyle/>
          <a:p>
            <a:pPr algn="ctr">
              <a:lnSpc>
                <a:spcPct val="120000"/>
              </a:lnSpc>
            </a:pPr>
            <a:r>
              <a:rPr lang="mn-MN" sz="1000" dirty="0">
                <a:solidFill>
                  <a:schemeClr val="tx1">
                    <a:alpha val="70000"/>
                  </a:schemeClr>
                </a:solidFill>
              </a:rPr>
              <a:t>Эхний алхам нь зорилгоо тодорхойлох явдал.</a:t>
            </a:r>
          </a:p>
        </p:txBody>
      </p:sp>
      <p:sp>
        <p:nvSpPr>
          <p:cNvPr id="15" name="TextBox 14"/>
          <p:cNvSpPr txBox="1"/>
          <p:nvPr/>
        </p:nvSpPr>
        <p:spPr>
          <a:xfrm>
            <a:off x="8323055" y="4911016"/>
            <a:ext cx="1735155" cy="338554"/>
          </a:xfrm>
          <a:prstGeom prst="rect">
            <a:avLst/>
          </a:prstGeom>
          <a:noFill/>
        </p:spPr>
        <p:txBody>
          <a:bodyPr wrap="none" lIns="0" rIns="0" rtlCol="0">
            <a:spAutoFit/>
          </a:bodyPr>
          <a:lstStyle/>
          <a:p>
            <a:pPr algn="ctr"/>
            <a:r>
              <a:rPr lang="mn-MN" sz="1600" b="1" dirty="0">
                <a:latin typeface="Open Sans" charset="0"/>
                <a:ea typeface="Open Sans" charset="0"/>
                <a:cs typeface="Open Sans" charset="0"/>
              </a:rPr>
              <a:t>Үйлчилгээний нэр</a:t>
            </a:r>
          </a:p>
        </p:txBody>
      </p:sp>
      <p:sp>
        <p:nvSpPr>
          <p:cNvPr id="16" name="TextBox 15"/>
          <p:cNvSpPr txBox="1"/>
          <p:nvPr/>
        </p:nvSpPr>
        <p:spPr>
          <a:xfrm>
            <a:off x="8189827" y="5332775"/>
            <a:ext cx="2001612" cy="461665"/>
          </a:xfrm>
          <a:prstGeom prst="rect">
            <a:avLst/>
          </a:prstGeom>
          <a:noFill/>
        </p:spPr>
        <p:txBody>
          <a:bodyPr wrap="square" lIns="0" rIns="0" rtlCol="0">
            <a:spAutoFit/>
          </a:bodyPr>
          <a:lstStyle/>
          <a:p>
            <a:pPr algn="ctr">
              <a:lnSpc>
                <a:spcPct val="120000"/>
              </a:lnSpc>
            </a:pPr>
            <a:r>
              <a:rPr lang="mn-MN" sz="1000" dirty="0">
                <a:solidFill>
                  <a:schemeClr val="tx1">
                    <a:alpha val="70000"/>
                  </a:schemeClr>
                </a:solidFill>
              </a:rPr>
              <a:t>Эхний алхам нь зорилгоо тодорхойлох явдал.</a:t>
            </a:r>
          </a:p>
        </p:txBody>
      </p:sp>
      <p:cxnSp>
        <p:nvCxnSpPr>
          <p:cNvPr id="18" name="Straight Connector 17"/>
          <p:cNvCxnSpPr>
            <a:stCxn id="6" idx="6"/>
            <a:endCxn id="7" idx="2"/>
          </p:cNvCxnSpPr>
          <p:nvPr/>
        </p:nvCxnSpPr>
        <p:spPr>
          <a:xfrm>
            <a:off x="3516437" y="3675793"/>
            <a:ext cx="1390368" cy="0"/>
          </a:xfrm>
          <a:prstGeom prst="line">
            <a:avLst/>
          </a:prstGeom>
          <a:ln w="381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7" idx="6"/>
            <a:endCxn id="8" idx="2"/>
          </p:cNvCxnSpPr>
          <p:nvPr/>
        </p:nvCxnSpPr>
        <p:spPr>
          <a:xfrm>
            <a:off x="6826671" y="3675793"/>
            <a:ext cx="1390368" cy="0"/>
          </a:xfrm>
          <a:prstGeom prst="line">
            <a:avLst/>
          </a:prstGeom>
          <a:ln w="38100">
            <a:solidFill>
              <a:schemeClr val="accent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2667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mn-MN" dirty="0"/>
              <a:t>Ухаалаг</a:t>
            </a:r>
            <a:br>
              <a:rPr lang="mn-MN" dirty="0"/>
            </a:br>
            <a:r>
              <a:rPr lang="mn-MN" dirty="0"/>
              <a:t>дүрс</a:t>
            </a:r>
          </a:p>
        </p:txBody>
      </p:sp>
      <p:sp>
        <p:nvSpPr>
          <p:cNvPr id="3" name="Slide Number Placeholder 2"/>
          <p:cNvSpPr>
            <a:spLocks noGrp="1"/>
          </p:cNvSpPr>
          <p:nvPr>
            <p:ph type="sldNum" sz="quarter" idx="10"/>
          </p:nvPr>
        </p:nvSpPr>
        <p:spPr/>
        <p:txBody>
          <a:bodyPr/>
          <a:lstStyle/>
          <a:p>
            <a:fld id="{D8D877B3-D348-4611-9BDB-C5374591D951}" type="slidenum">
              <a:rPr lang="en-US" smtClean="0"/>
              <a:pPr/>
              <a:t>8</a:t>
            </a:fld>
            <a:endParaRPr lang="en-US" dirty="0"/>
          </a:p>
        </p:txBody>
      </p:sp>
      <p:sp>
        <p:nvSpPr>
          <p:cNvPr id="8" name="Text Placeholder 7"/>
          <p:cNvSpPr>
            <a:spLocks noGrp="1"/>
          </p:cNvSpPr>
          <p:nvPr>
            <p:ph type="body" sz="quarter" idx="11"/>
          </p:nvPr>
        </p:nvSpPr>
        <p:spPr/>
        <p:txBody>
          <a:bodyPr/>
          <a:lstStyle/>
          <a:p>
            <a:r>
              <a:rPr lang="mn-MN" dirty="0"/>
              <a:t>Алсын одыг ажиглах нь сэтгэлийг ариун хөгжим мэт сэргээж, бодлыг тунгалаг болгодог</a:t>
            </a:r>
          </a:p>
        </p:txBody>
      </p:sp>
      <p:graphicFrame>
        <p:nvGraphicFramePr>
          <p:cNvPr id="6" name="Diagram 5"/>
          <p:cNvGraphicFramePr/>
          <p:nvPr>
            <p:extLst>
              <p:ext uri="{D42A27DB-BD31-4B8C-83A1-F6EECF244321}">
                <p14:modId xmlns:p14="http://schemas.microsoft.com/office/powerpoint/2010/main" val="1101548387"/>
              </p:ext>
            </p:extLst>
          </p:nvPr>
        </p:nvGraphicFramePr>
        <p:xfrm>
          <a:off x="4311205" y="1063834"/>
          <a:ext cx="7332119" cy="48880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1596571" y="5365029"/>
            <a:ext cx="2882665" cy="646331"/>
          </a:xfrm>
          <a:prstGeom prst="rect">
            <a:avLst/>
          </a:prstGeom>
          <a:noFill/>
        </p:spPr>
        <p:txBody>
          <a:bodyPr wrap="square" lIns="0" rIns="0" rtlCol="0">
            <a:spAutoFit/>
          </a:bodyPr>
          <a:lstStyle/>
          <a:p>
            <a:pPr>
              <a:lnSpc>
                <a:spcPct val="120000"/>
              </a:lnSpc>
            </a:pPr>
            <a:r>
              <a:rPr lang="mn-MN" sz="1000" dirty="0">
                <a:solidFill>
                  <a:schemeClr val="tx1">
                    <a:alpha val="70000"/>
                  </a:schemeClr>
                </a:solidFill>
              </a:rPr>
              <a:t>Алсын одыг ажиглах нь сэтгэлийг ариун хөгжим, сайхан зураг мэт сэргээж, бодлыг тунгалаг болгодог.</a:t>
            </a:r>
          </a:p>
        </p:txBody>
      </p:sp>
      <p:sp>
        <p:nvSpPr>
          <p:cNvPr id="10" name="TextBox 9"/>
          <p:cNvSpPr txBox="1"/>
          <p:nvPr/>
        </p:nvSpPr>
        <p:spPr>
          <a:xfrm>
            <a:off x="1596571" y="4876175"/>
            <a:ext cx="1536126" cy="307777"/>
          </a:xfrm>
          <a:prstGeom prst="rect">
            <a:avLst/>
          </a:prstGeom>
          <a:noFill/>
        </p:spPr>
        <p:txBody>
          <a:bodyPr wrap="none" lIns="0" rIns="0" rtlCol="0">
            <a:spAutoFit/>
          </a:bodyPr>
          <a:lstStyle/>
          <a:p>
            <a:r>
              <a:rPr lang="mn-MN" sz="1400" b="1" dirty="0"/>
              <a:t>RAVI ТЕКСТИЙН ӨРГӨН</a:t>
            </a:r>
            <a:endParaRPr lang="en-US" sz="1400" dirty="0"/>
          </a:p>
        </p:txBody>
      </p:sp>
    </p:spTree>
    <p:extLst>
      <p:ext uri="{BB962C8B-B14F-4D97-AF65-F5344CB8AC3E}">
        <p14:creationId xmlns:p14="http://schemas.microsoft.com/office/powerpoint/2010/main" val="1985587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mn-MN" dirty="0"/>
              <a:t>Алсын одыг ажиглах нь сэтгэлийг ариун хөгжим мэт сэргээж, бодлыг тунгалаг болгодог</a:t>
            </a:r>
          </a:p>
          <a:p>
            <a:endParaRPr lang="en-US" dirty="0"/>
          </a:p>
        </p:txBody>
      </p:sp>
      <p:sp>
        <p:nvSpPr>
          <p:cNvPr id="3" name="Picture Placeholder 2"/>
          <p:cNvSpPr>
            <a:spLocks noGrp="1"/>
          </p:cNvSpPr>
          <p:nvPr>
            <p:ph type="pic" sz="quarter" idx="14"/>
          </p:nvPr>
        </p:nvSpPr>
        <p:spPr/>
      </p:sp>
      <p:sp>
        <p:nvSpPr>
          <p:cNvPr id="4" name="Title 3"/>
          <p:cNvSpPr>
            <a:spLocks noGrp="1"/>
          </p:cNvSpPr>
          <p:nvPr>
            <p:ph type="title"/>
          </p:nvPr>
        </p:nvSpPr>
        <p:spPr/>
        <p:txBody>
          <a:bodyPr/>
          <a:lstStyle/>
          <a:p>
            <a:r>
              <a:rPr lang="mn-MN" dirty="0"/>
              <a:t>Портфолио</a:t>
            </a:r>
            <a:br>
              <a:rPr lang="mn-MN" dirty="0"/>
            </a:br>
            <a:r>
              <a:rPr lang="mn-MN" dirty="0"/>
              <a:t>гарчиг</a:t>
            </a:r>
          </a:p>
        </p:txBody>
      </p:sp>
      <p:sp>
        <p:nvSpPr>
          <p:cNvPr id="6" name="Title 3"/>
          <p:cNvSpPr txBox="1">
            <a:spLocks/>
          </p:cNvSpPr>
          <p:nvPr/>
        </p:nvSpPr>
        <p:spPr>
          <a:xfrm>
            <a:off x="6977584" y="1881667"/>
            <a:ext cx="1172503" cy="1251257"/>
          </a:xfrm>
          <a:prstGeom prst="rect">
            <a:avLst/>
          </a:prstGeom>
          <a:effectLst/>
        </p:spPr>
        <p:txBody>
          <a:bodyPr vert="horz" lIns="0" tIns="192024" rIns="0" bIns="0" rtlCol="0" anchor="t" anchorCtr="0">
            <a:noAutofit/>
          </a:bodyPr>
          <a:lstStyle>
            <a:lvl1pPr algn="l" defTabSz="914318" rtl="0" eaLnBrk="1" latinLnBrk="0" hangingPunct="1">
              <a:lnSpc>
                <a:spcPct val="75000"/>
              </a:lnSpc>
              <a:spcBef>
                <a:spcPct val="0"/>
              </a:spcBef>
              <a:buNone/>
              <a:defRPr sz="4000" kern="1200" spc="-151" baseline="0">
                <a:solidFill>
                  <a:schemeClr val="tx1"/>
                </a:solidFill>
                <a:latin typeface="+mj-lt"/>
                <a:ea typeface="+mj-ea"/>
                <a:cs typeface="+mj-cs"/>
              </a:defRPr>
            </a:lvl1pPr>
          </a:lstStyle>
          <a:p>
            <a:r>
              <a:rPr lang="en-US" sz="9600">
                <a:solidFill>
                  <a:schemeClr val="bg1"/>
                </a:solidFill>
              </a:rPr>
              <a:t>1</a:t>
            </a:r>
            <a:endParaRPr lang="en-US" sz="9600" dirty="0">
              <a:solidFill>
                <a:schemeClr val="bg1"/>
              </a:solidFill>
            </a:endParaRPr>
          </a:p>
        </p:txBody>
      </p:sp>
      <p:sp>
        <p:nvSpPr>
          <p:cNvPr id="7" name="TextBox 6"/>
          <p:cNvSpPr txBox="1"/>
          <p:nvPr/>
        </p:nvSpPr>
        <p:spPr>
          <a:xfrm>
            <a:off x="6977584" y="4309538"/>
            <a:ext cx="2297335" cy="646331"/>
          </a:xfrm>
          <a:prstGeom prst="rect">
            <a:avLst/>
          </a:prstGeom>
          <a:noFill/>
        </p:spPr>
        <p:txBody>
          <a:bodyPr wrap="square" lIns="0" rIns="0" rtlCol="0">
            <a:spAutoFit/>
          </a:bodyPr>
          <a:lstStyle/>
          <a:p>
            <a:pPr>
              <a:lnSpc>
                <a:spcPct val="120000"/>
              </a:lnSpc>
            </a:pPr>
            <a:r>
              <a:rPr lang="mn-MN" sz="1000" dirty="0">
                <a:solidFill>
                  <a:schemeClr val="tx1">
                    <a:alpha val="70000"/>
                  </a:schemeClr>
                </a:solidFill>
              </a:rPr>
              <a:t>Алсын одыг ажиглах нь сэтгэлийг ариун хөгжим мэт сэргээж, бодлыг тунгалаг болгодог.</a:t>
            </a:r>
          </a:p>
        </p:txBody>
      </p:sp>
    </p:spTree>
    <p:extLst>
      <p:ext uri="{BB962C8B-B14F-4D97-AF65-F5344CB8AC3E}">
        <p14:creationId xmlns:p14="http://schemas.microsoft.com/office/powerpoint/2010/main" val="1054702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67"/>
          <p:cNvSpPr>
            <a:spLocks noGrp="1"/>
          </p:cNvSpPr>
          <p:nvPr>
            <p:ph type="title"/>
          </p:nvPr>
        </p:nvSpPr>
        <p:spPr/>
        <p:txBody>
          <a:bodyPr/>
          <a:lstStyle/>
          <a:p>
            <a:r>
              <a:rPr lang="mn-MN" dirty="0"/>
              <a:t>Газрын</a:t>
            </a:r>
            <a:br>
              <a:rPr lang="mn-MN" dirty="0"/>
            </a:br>
            <a:r>
              <a:rPr lang="mn-MN" dirty="0"/>
              <a:t>зураг</a:t>
            </a:r>
          </a:p>
        </p:txBody>
      </p:sp>
      <p:sp>
        <p:nvSpPr>
          <p:cNvPr id="2" name="Slide Number Placeholder 1"/>
          <p:cNvSpPr>
            <a:spLocks noGrp="1"/>
          </p:cNvSpPr>
          <p:nvPr>
            <p:ph type="sldNum" sz="quarter" idx="10"/>
          </p:nvPr>
        </p:nvSpPr>
        <p:spPr/>
        <p:txBody>
          <a:bodyPr/>
          <a:lstStyle/>
          <a:p>
            <a:fld id="{D8D877B3-D348-4611-9BDB-C5374591D951}" type="slidenum">
              <a:rPr lang="en-US" smtClean="0"/>
              <a:pPr/>
              <a:t>10</a:t>
            </a:fld>
            <a:endParaRPr lang="en-US" dirty="0"/>
          </a:p>
        </p:txBody>
      </p:sp>
      <p:sp>
        <p:nvSpPr>
          <p:cNvPr id="69" name="Text Placeholder 68"/>
          <p:cNvSpPr>
            <a:spLocks noGrp="1"/>
          </p:cNvSpPr>
          <p:nvPr>
            <p:ph type="body" sz="quarter" idx="11"/>
          </p:nvPr>
        </p:nvSpPr>
        <p:spPr/>
        <p:txBody>
          <a:bodyPr/>
          <a:lstStyle/>
          <a:p>
            <a:r>
              <a:rPr lang="mn-MN" dirty="0"/>
              <a:t>Алсын одыг ажиглах нь сэтгэлийг ариун хөгжим мэт сэргээж, бодлыг тунгалаг болгодог</a:t>
            </a:r>
          </a:p>
        </p:txBody>
      </p:sp>
      <p:grpSp>
        <p:nvGrpSpPr>
          <p:cNvPr id="55" name="Group 54"/>
          <p:cNvGrpSpPr/>
          <p:nvPr/>
        </p:nvGrpSpPr>
        <p:grpSpPr>
          <a:xfrm>
            <a:off x="3380275" y="1120231"/>
            <a:ext cx="8811725" cy="5449588"/>
            <a:chOff x="2527724" y="1866779"/>
            <a:chExt cx="7056438" cy="4364037"/>
          </a:xfrm>
        </p:grpSpPr>
        <p:sp>
          <p:nvSpPr>
            <p:cNvPr id="3" name="Freeform 7"/>
            <p:cNvSpPr>
              <a:spLocks/>
            </p:cNvSpPr>
            <p:nvPr/>
          </p:nvSpPr>
          <p:spPr bwMode="auto">
            <a:xfrm>
              <a:off x="5183612" y="4303591"/>
              <a:ext cx="1163638" cy="603250"/>
            </a:xfrm>
            <a:custGeom>
              <a:avLst/>
              <a:gdLst>
                <a:gd name="T0" fmla="*/ 87 w 733"/>
                <a:gd name="T1" fmla="*/ 5 h 380"/>
                <a:gd name="T2" fmla="*/ 0 w 733"/>
                <a:gd name="T3" fmla="*/ 53 h 380"/>
                <a:gd name="T4" fmla="*/ 250 w 733"/>
                <a:gd name="T5" fmla="*/ 274 h 380"/>
                <a:gd name="T6" fmla="*/ 265 w 733"/>
                <a:gd name="T7" fmla="*/ 282 h 380"/>
                <a:gd name="T8" fmla="*/ 281 w 733"/>
                <a:gd name="T9" fmla="*/ 301 h 380"/>
                <a:gd name="T10" fmla="*/ 305 w 733"/>
                <a:gd name="T11" fmla="*/ 294 h 380"/>
                <a:gd name="T12" fmla="*/ 317 w 733"/>
                <a:gd name="T13" fmla="*/ 303 h 380"/>
                <a:gd name="T14" fmla="*/ 322 w 733"/>
                <a:gd name="T15" fmla="*/ 315 h 380"/>
                <a:gd name="T16" fmla="*/ 349 w 733"/>
                <a:gd name="T17" fmla="*/ 322 h 380"/>
                <a:gd name="T18" fmla="*/ 361 w 733"/>
                <a:gd name="T19" fmla="*/ 325 h 380"/>
                <a:gd name="T20" fmla="*/ 370 w 733"/>
                <a:gd name="T21" fmla="*/ 322 h 380"/>
                <a:gd name="T22" fmla="*/ 385 w 733"/>
                <a:gd name="T23" fmla="*/ 334 h 380"/>
                <a:gd name="T24" fmla="*/ 414 w 733"/>
                <a:gd name="T25" fmla="*/ 332 h 380"/>
                <a:gd name="T26" fmla="*/ 423 w 733"/>
                <a:gd name="T27" fmla="*/ 344 h 380"/>
                <a:gd name="T28" fmla="*/ 428 w 733"/>
                <a:gd name="T29" fmla="*/ 356 h 380"/>
                <a:gd name="T30" fmla="*/ 447 w 733"/>
                <a:gd name="T31" fmla="*/ 349 h 380"/>
                <a:gd name="T32" fmla="*/ 476 w 733"/>
                <a:gd name="T33" fmla="*/ 361 h 380"/>
                <a:gd name="T34" fmla="*/ 488 w 733"/>
                <a:gd name="T35" fmla="*/ 356 h 380"/>
                <a:gd name="T36" fmla="*/ 495 w 733"/>
                <a:gd name="T37" fmla="*/ 358 h 380"/>
                <a:gd name="T38" fmla="*/ 498 w 733"/>
                <a:gd name="T39" fmla="*/ 375 h 380"/>
                <a:gd name="T40" fmla="*/ 502 w 733"/>
                <a:gd name="T41" fmla="*/ 366 h 380"/>
                <a:gd name="T42" fmla="*/ 517 w 733"/>
                <a:gd name="T43" fmla="*/ 351 h 380"/>
                <a:gd name="T44" fmla="*/ 522 w 733"/>
                <a:gd name="T45" fmla="*/ 358 h 380"/>
                <a:gd name="T46" fmla="*/ 536 w 733"/>
                <a:gd name="T47" fmla="*/ 361 h 380"/>
                <a:gd name="T48" fmla="*/ 546 w 733"/>
                <a:gd name="T49" fmla="*/ 358 h 380"/>
                <a:gd name="T50" fmla="*/ 548 w 733"/>
                <a:gd name="T51" fmla="*/ 361 h 380"/>
                <a:gd name="T52" fmla="*/ 570 w 733"/>
                <a:gd name="T53" fmla="*/ 375 h 380"/>
                <a:gd name="T54" fmla="*/ 589 w 733"/>
                <a:gd name="T55" fmla="*/ 361 h 380"/>
                <a:gd name="T56" fmla="*/ 625 w 733"/>
                <a:gd name="T57" fmla="*/ 354 h 380"/>
                <a:gd name="T58" fmla="*/ 637 w 733"/>
                <a:gd name="T59" fmla="*/ 354 h 380"/>
                <a:gd name="T60" fmla="*/ 670 w 733"/>
                <a:gd name="T61" fmla="*/ 351 h 380"/>
                <a:gd name="T62" fmla="*/ 716 w 733"/>
                <a:gd name="T63" fmla="*/ 373 h 380"/>
                <a:gd name="T64" fmla="*/ 726 w 733"/>
                <a:gd name="T65" fmla="*/ 378 h 380"/>
                <a:gd name="T66" fmla="*/ 733 w 733"/>
                <a:gd name="T67" fmla="*/ 190 h 380"/>
                <a:gd name="T68" fmla="*/ 716 w 733"/>
                <a:gd name="T69" fmla="*/ 2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33" h="380">
                  <a:moveTo>
                    <a:pt x="716" y="20"/>
                  </a:moveTo>
                  <a:lnTo>
                    <a:pt x="87" y="5"/>
                  </a:lnTo>
                  <a:lnTo>
                    <a:pt x="3" y="0"/>
                  </a:lnTo>
                  <a:lnTo>
                    <a:pt x="0" y="53"/>
                  </a:lnTo>
                  <a:lnTo>
                    <a:pt x="255" y="68"/>
                  </a:lnTo>
                  <a:lnTo>
                    <a:pt x="250" y="274"/>
                  </a:lnTo>
                  <a:lnTo>
                    <a:pt x="257" y="277"/>
                  </a:lnTo>
                  <a:lnTo>
                    <a:pt x="265" y="282"/>
                  </a:lnTo>
                  <a:lnTo>
                    <a:pt x="277" y="296"/>
                  </a:lnTo>
                  <a:lnTo>
                    <a:pt x="281" y="301"/>
                  </a:lnTo>
                  <a:lnTo>
                    <a:pt x="301" y="298"/>
                  </a:lnTo>
                  <a:lnTo>
                    <a:pt x="305" y="294"/>
                  </a:lnTo>
                  <a:lnTo>
                    <a:pt x="315" y="298"/>
                  </a:lnTo>
                  <a:lnTo>
                    <a:pt x="317" y="303"/>
                  </a:lnTo>
                  <a:lnTo>
                    <a:pt x="317" y="308"/>
                  </a:lnTo>
                  <a:lnTo>
                    <a:pt x="322" y="315"/>
                  </a:lnTo>
                  <a:lnTo>
                    <a:pt x="325" y="318"/>
                  </a:lnTo>
                  <a:lnTo>
                    <a:pt x="349" y="322"/>
                  </a:lnTo>
                  <a:lnTo>
                    <a:pt x="356" y="325"/>
                  </a:lnTo>
                  <a:lnTo>
                    <a:pt x="361" y="325"/>
                  </a:lnTo>
                  <a:lnTo>
                    <a:pt x="363" y="325"/>
                  </a:lnTo>
                  <a:lnTo>
                    <a:pt x="370" y="322"/>
                  </a:lnTo>
                  <a:lnTo>
                    <a:pt x="375" y="330"/>
                  </a:lnTo>
                  <a:lnTo>
                    <a:pt x="385" y="334"/>
                  </a:lnTo>
                  <a:lnTo>
                    <a:pt x="392" y="327"/>
                  </a:lnTo>
                  <a:lnTo>
                    <a:pt x="414" y="332"/>
                  </a:lnTo>
                  <a:lnTo>
                    <a:pt x="414" y="334"/>
                  </a:lnTo>
                  <a:lnTo>
                    <a:pt x="423" y="344"/>
                  </a:lnTo>
                  <a:lnTo>
                    <a:pt x="428" y="344"/>
                  </a:lnTo>
                  <a:lnTo>
                    <a:pt x="428" y="356"/>
                  </a:lnTo>
                  <a:lnTo>
                    <a:pt x="445" y="358"/>
                  </a:lnTo>
                  <a:lnTo>
                    <a:pt x="447" y="349"/>
                  </a:lnTo>
                  <a:lnTo>
                    <a:pt x="454" y="346"/>
                  </a:lnTo>
                  <a:lnTo>
                    <a:pt x="476" y="361"/>
                  </a:lnTo>
                  <a:lnTo>
                    <a:pt x="478" y="361"/>
                  </a:lnTo>
                  <a:lnTo>
                    <a:pt x="488" y="356"/>
                  </a:lnTo>
                  <a:lnTo>
                    <a:pt x="495" y="356"/>
                  </a:lnTo>
                  <a:lnTo>
                    <a:pt x="495" y="358"/>
                  </a:lnTo>
                  <a:lnTo>
                    <a:pt x="495" y="368"/>
                  </a:lnTo>
                  <a:lnTo>
                    <a:pt x="498" y="375"/>
                  </a:lnTo>
                  <a:lnTo>
                    <a:pt x="502" y="371"/>
                  </a:lnTo>
                  <a:lnTo>
                    <a:pt x="502" y="366"/>
                  </a:lnTo>
                  <a:lnTo>
                    <a:pt x="510" y="356"/>
                  </a:lnTo>
                  <a:lnTo>
                    <a:pt x="517" y="351"/>
                  </a:lnTo>
                  <a:lnTo>
                    <a:pt x="522" y="351"/>
                  </a:lnTo>
                  <a:lnTo>
                    <a:pt x="522" y="358"/>
                  </a:lnTo>
                  <a:lnTo>
                    <a:pt x="531" y="361"/>
                  </a:lnTo>
                  <a:lnTo>
                    <a:pt x="536" y="361"/>
                  </a:lnTo>
                  <a:lnTo>
                    <a:pt x="541" y="356"/>
                  </a:lnTo>
                  <a:lnTo>
                    <a:pt x="546" y="358"/>
                  </a:lnTo>
                  <a:lnTo>
                    <a:pt x="548" y="358"/>
                  </a:lnTo>
                  <a:lnTo>
                    <a:pt x="548" y="361"/>
                  </a:lnTo>
                  <a:lnTo>
                    <a:pt x="555" y="366"/>
                  </a:lnTo>
                  <a:lnTo>
                    <a:pt x="570" y="375"/>
                  </a:lnTo>
                  <a:lnTo>
                    <a:pt x="584" y="363"/>
                  </a:lnTo>
                  <a:lnTo>
                    <a:pt x="589" y="361"/>
                  </a:lnTo>
                  <a:lnTo>
                    <a:pt x="608" y="361"/>
                  </a:lnTo>
                  <a:lnTo>
                    <a:pt x="625" y="354"/>
                  </a:lnTo>
                  <a:lnTo>
                    <a:pt x="630" y="354"/>
                  </a:lnTo>
                  <a:lnTo>
                    <a:pt x="637" y="354"/>
                  </a:lnTo>
                  <a:lnTo>
                    <a:pt x="656" y="356"/>
                  </a:lnTo>
                  <a:lnTo>
                    <a:pt x="670" y="351"/>
                  </a:lnTo>
                  <a:lnTo>
                    <a:pt x="673" y="349"/>
                  </a:lnTo>
                  <a:lnTo>
                    <a:pt x="716" y="373"/>
                  </a:lnTo>
                  <a:lnTo>
                    <a:pt x="723" y="375"/>
                  </a:lnTo>
                  <a:lnTo>
                    <a:pt x="726" y="378"/>
                  </a:lnTo>
                  <a:lnTo>
                    <a:pt x="731" y="380"/>
                  </a:lnTo>
                  <a:lnTo>
                    <a:pt x="733" y="190"/>
                  </a:lnTo>
                  <a:lnTo>
                    <a:pt x="718" y="72"/>
                  </a:lnTo>
                  <a:lnTo>
                    <a:pt x="716" y="2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 name="Freeform 8"/>
            <p:cNvSpPr>
              <a:spLocks/>
            </p:cNvSpPr>
            <p:nvPr/>
          </p:nvSpPr>
          <p:spPr bwMode="auto">
            <a:xfrm>
              <a:off x="7571212" y="4552829"/>
              <a:ext cx="742950" cy="766762"/>
            </a:xfrm>
            <a:custGeom>
              <a:avLst/>
              <a:gdLst>
                <a:gd name="T0" fmla="*/ 65 w 468"/>
                <a:gd name="T1" fmla="*/ 254 h 483"/>
                <a:gd name="T2" fmla="*/ 74 w 468"/>
                <a:gd name="T3" fmla="*/ 276 h 483"/>
                <a:gd name="T4" fmla="*/ 86 w 468"/>
                <a:gd name="T5" fmla="*/ 288 h 483"/>
                <a:gd name="T6" fmla="*/ 89 w 468"/>
                <a:gd name="T7" fmla="*/ 305 h 483"/>
                <a:gd name="T8" fmla="*/ 93 w 468"/>
                <a:gd name="T9" fmla="*/ 317 h 483"/>
                <a:gd name="T10" fmla="*/ 86 w 468"/>
                <a:gd name="T11" fmla="*/ 343 h 483"/>
                <a:gd name="T12" fmla="*/ 81 w 468"/>
                <a:gd name="T13" fmla="*/ 375 h 483"/>
                <a:gd name="T14" fmla="*/ 91 w 468"/>
                <a:gd name="T15" fmla="*/ 427 h 483"/>
                <a:gd name="T16" fmla="*/ 103 w 468"/>
                <a:gd name="T17" fmla="*/ 449 h 483"/>
                <a:gd name="T18" fmla="*/ 113 w 468"/>
                <a:gd name="T19" fmla="*/ 463 h 483"/>
                <a:gd name="T20" fmla="*/ 117 w 468"/>
                <a:gd name="T21" fmla="*/ 478 h 483"/>
                <a:gd name="T22" fmla="*/ 367 w 468"/>
                <a:gd name="T23" fmla="*/ 475 h 483"/>
                <a:gd name="T24" fmla="*/ 384 w 468"/>
                <a:gd name="T25" fmla="*/ 483 h 483"/>
                <a:gd name="T26" fmla="*/ 379 w 468"/>
                <a:gd name="T27" fmla="*/ 447 h 483"/>
                <a:gd name="T28" fmla="*/ 382 w 468"/>
                <a:gd name="T29" fmla="*/ 432 h 483"/>
                <a:gd name="T30" fmla="*/ 406 w 468"/>
                <a:gd name="T31" fmla="*/ 437 h 483"/>
                <a:gd name="T32" fmla="*/ 430 w 468"/>
                <a:gd name="T33" fmla="*/ 435 h 483"/>
                <a:gd name="T34" fmla="*/ 422 w 468"/>
                <a:gd name="T35" fmla="*/ 408 h 483"/>
                <a:gd name="T36" fmla="*/ 425 w 468"/>
                <a:gd name="T37" fmla="*/ 387 h 483"/>
                <a:gd name="T38" fmla="*/ 439 w 468"/>
                <a:gd name="T39" fmla="*/ 334 h 483"/>
                <a:gd name="T40" fmla="*/ 454 w 468"/>
                <a:gd name="T41" fmla="*/ 305 h 483"/>
                <a:gd name="T42" fmla="*/ 466 w 468"/>
                <a:gd name="T43" fmla="*/ 295 h 483"/>
                <a:gd name="T44" fmla="*/ 461 w 468"/>
                <a:gd name="T45" fmla="*/ 288 h 483"/>
                <a:gd name="T46" fmla="*/ 456 w 468"/>
                <a:gd name="T47" fmla="*/ 286 h 483"/>
                <a:gd name="T48" fmla="*/ 439 w 468"/>
                <a:gd name="T49" fmla="*/ 283 h 483"/>
                <a:gd name="T50" fmla="*/ 432 w 468"/>
                <a:gd name="T51" fmla="*/ 254 h 483"/>
                <a:gd name="T52" fmla="*/ 408 w 468"/>
                <a:gd name="T53" fmla="*/ 235 h 483"/>
                <a:gd name="T54" fmla="*/ 391 w 468"/>
                <a:gd name="T55" fmla="*/ 201 h 483"/>
                <a:gd name="T56" fmla="*/ 382 w 468"/>
                <a:gd name="T57" fmla="*/ 187 h 483"/>
                <a:gd name="T58" fmla="*/ 355 w 468"/>
                <a:gd name="T59" fmla="*/ 170 h 483"/>
                <a:gd name="T60" fmla="*/ 346 w 468"/>
                <a:gd name="T61" fmla="*/ 156 h 483"/>
                <a:gd name="T62" fmla="*/ 336 w 468"/>
                <a:gd name="T63" fmla="*/ 144 h 483"/>
                <a:gd name="T64" fmla="*/ 295 w 468"/>
                <a:gd name="T65" fmla="*/ 113 h 483"/>
                <a:gd name="T66" fmla="*/ 278 w 468"/>
                <a:gd name="T67" fmla="*/ 98 h 483"/>
                <a:gd name="T68" fmla="*/ 259 w 468"/>
                <a:gd name="T69" fmla="*/ 72 h 483"/>
                <a:gd name="T70" fmla="*/ 247 w 468"/>
                <a:gd name="T71" fmla="*/ 57 h 483"/>
                <a:gd name="T72" fmla="*/ 206 w 468"/>
                <a:gd name="T73" fmla="*/ 43 h 483"/>
                <a:gd name="T74" fmla="*/ 206 w 468"/>
                <a:gd name="T75" fmla="*/ 16 h 483"/>
                <a:gd name="T76" fmla="*/ 216 w 468"/>
                <a:gd name="T77" fmla="*/ 7 h 483"/>
                <a:gd name="T78" fmla="*/ 216 w 468"/>
                <a:gd name="T79" fmla="*/ 0 h 483"/>
                <a:gd name="T80" fmla="*/ 0 w 468"/>
                <a:gd name="T81" fmla="*/ 28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68" h="483">
                  <a:moveTo>
                    <a:pt x="0" y="28"/>
                  </a:moveTo>
                  <a:lnTo>
                    <a:pt x="65" y="254"/>
                  </a:lnTo>
                  <a:lnTo>
                    <a:pt x="69" y="262"/>
                  </a:lnTo>
                  <a:lnTo>
                    <a:pt x="74" y="276"/>
                  </a:lnTo>
                  <a:lnTo>
                    <a:pt x="77" y="283"/>
                  </a:lnTo>
                  <a:lnTo>
                    <a:pt x="86" y="288"/>
                  </a:lnTo>
                  <a:lnTo>
                    <a:pt x="91" y="295"/>
                  </a:lnTo>
                  <a:lnTo>
                    <a:pt x="89" y="305"/>
                  </a:lnTo>
                  <a:lnTo>
                    <a:pt x="96" y="314"/>
                  </a:lnTo>
                  <a:lnTo>
                    <a:pt x="93" y="317"/>
                  </a:lnTo>
                  <a:lnTo>
                    <a:pt x="86" y="329"/>
                  </a:lnTo>
                  <a:lnTo>
                    <a:pt x="86" y="343"/>
                  </a:lnTo>
                  <a:lnTo>
                    <a:pt x="81" y="355"/>
                  </a:lnTo>
                  <a:lnTo>
                    <a:pt x="81" y="375"/>
                  </a:lnTo>
                  <a:lnTo>
                    <a:pt x="93" y="399"/>
                  </a:lnTo>
                  <a:lnTo>
                    <a:pt x="91" y="427"/>
                  </a:lnTo>
                  <a:lnTo>
                    <a:pt x="103" y="444"/>
                  </a:lnTo>
                  <a:lnTo>
                    <a:pt x="103" y="449"/>
                  </a:lnTo>
                  <a:lnTo>
                    <a:pt x="105" y="454"/>
                  </a:lnTo>
                  <a:lnTo>
                    <a:pt x="113" y="463"/>
                  </a:lnTo>
                  <a:lnTo>
                    <a:pt x="113" y="471"/>
                  </a:lnTo>
                  <a:lnTo>
                    <a:pt x="117" y="478"/>
                  </a:lnTo>
                  <a:lnTo>
                    <a:pt x="362" y="463"/>
                  </a:lnTo>
                  <a:lnTo>
                    <a:pt x="367" y="475"/>
                  </a:lnTo>
                  <a:lnTo>
                    <a:pt x="370" y="480"/>
                  </a:lnTo>
                  <a:lnTo>
                    <a:pt x="384" y="483"/>
                  </a:lnTo>
                  <a:lnTo>
                    <a:pt x="386" y="468"/>
                  </a:lnTo>
                  <a:lnTo>
                    <a:pt x="379" y="447"/>
                  </a:lnTo>
                  <a:lnTo>
                    <a:pt x="379" y="437"/>
                  </a:lnTo>
                  <a:lnTo>
                    <a:pt x="382" y="432"/>
                  </a:lnTo>
                  <a:lnTo>
                    <a:pt x="389" y="427"/>
                  </a:lnTo>
                  <a:lnTo>
                    <a:pt x="406" y="437"/>
                  </a:lnTo>
                  <a:lnTo>
                    <a:pt x="422" y="437"/>
                  </a:lnTo>
                  <a:lnTo>
                    <a:pt x="430" y="435"/>
                  </a:lnTo>
                  <a:lnTo>
                    <a:pt x="427" y="418"/>
                  </a:lnTo>
                  <a:lnTo>
                    <a:pt x="422" y="408"/>
                  </a:lnTo>
                  <a:lnTo>
                    <a:pt x="422" y="396"/>
                  </a:lnTo>
                  <a:lnTo>
                    <a:pt x="425" y="387"/>
                  </a:lnTo>
                  <a:lnTo>
                    <a:pt x="437" y="350"/>
                  </a:lnTo>
                  <a:lnTo>
                    <a:pt x="439" y="334"/>
                  </a:lnTo>
                  <a:lnTo>
                    <a:pt x="446" y="319"/>
                  </a:lnTo>
                  <a:lnTo>
                    <a:pt x="454" y="305"/>
                  </a:lnTo>
                  <a:lnTo>
                    <a:pt x="461" y="295"/>
                  </a:lnTo>
                  <a:lnTo>
                    <a:pt x="466" y="295"/>
                  </a:lnTo>
                  <a:lnTo>
                    <a:pt x="468" y="290"/>
                  </a:lnTo>
                  <a:lnTo>
                    <a:pt x="461" y="288"/>
                  </a:lnTo>
                  <a:lnTo>
                    <a:pt x="461" y="286"/>
                  </a:lnTo>
                  <a:lnTo>
                    <a:pt x="456" y="286"/>
                  </a:lnTo>
                  <a:lnTo>
                    <a:pt x="444" y="286"/>
                  </a:lnTo>
                  <a:lnTo>
                    <a:pt x="439" y="283"/>
                  </a:lnTo>
                  <a:lnTo>
                    <a:pt x="437" y="276"/>
                  </a:lnTo>
                  <a:lnTo>
                    <a:pt x="432" y="254"/>
                  </a:lnTo>
                  <a:lnTo>
                    <a:pt x="420" y="240"/>
                  </a:lnTo>
                  <a:lnTo>
                    <a:pt x="408" y="235"/>
                  </a:lnTo>
                  <a:lnTo>
                    <a:pt x="401" y="214"/>
                  </a:lnTo>
                  <a:lnTo>
                    <a:pt x="391" y="201"/>
                  </a:lnTo>
                  <a:lnTo>
                    <a:pt x="389" y="189"/>
                  </a:lnTo>
                  <a:lnTo>
                    <a:pt x="382" y="187"/>
                  </a:lnTo>
                  <a:lnTo>
                    <a:pt x="365" y="182"/>
                  </a:lnTo>
                  <a:lnTo>
                    <a:pt x="355" y="170"/>
                  </a:lnTo>
                  <a:lnTo>
                    <a:pt x="346" y="163"/>
                  </a:lnTo>
                  <a:lnTo>
                    <a:pt x="346" y="156"/>
                  </a:lnTo>
                  <a:lnTo>
                    <a:pt x="341" y="146"/>
                  </a:lnTo>
                  <a:lnTo>
                    <a:pt x="336" y="144"/>
                  </a:lnTo>
                  <a:lnTo>
                    <a:pt x="322" y="137"/>
                  </a:lnTo>
                  <a:lnTo>
                    <a:pt x="295" y="113"/>
                  </a:lnTo>
                  <a:lnTo>
                    <a:pt x="283" y="108"/>
                  </a:lnTo>
                  <a:lnTo>
                    <a:pt x="278" y="98"/>
                  </a:lnTo>
                  <a:lnTo>
                    <a:pt x="266" y="89"/>
                  </a:lnTo>
                  <a:lnTo>
                    <a:pt x="259" y="72"/>
                  </a:lnTo>
                  <a:lnTo>
                    <a:pt x="250" y="64"/>
                  </a:lnTo>
                  <a:lnTo>
                    <a:pt x="247" y="57"/>
                  </a:lnTo>
                  <a:lnTo>
                    <a:pt x="230" y="52"/>
                  </a:lnTo>
                  <a:lnTo>
                    <a:pt x="206" y="43"/>
                  </a:lnTo>
                  <a:lnTo>
                    <a:pt x="199" y="36"/>
                  </a:lnTo>
                  <a:lnTo>
                    <a:pt x="206" y="16"/>
                  </a:lnTo>
                  <a:lnTo>
                    <a:pt x="214" y="12"/>
                  </a:lnTo>
                  <a:lnTo>
                    <a:pt x="216" y="7"/>
                  </a:lnTo>
                  <a:lnTo>
                    <a:pt x="218" y="2"/>
                  </a:lnTo>
                  <a:lnTo>
                    <a:pt x="216" y="0"/>
                  </a:lnTo>
                  <a:lnTo>
                    <a:pt x="89" y="19"/>
                  </a:lnTo>
                  <a:lnTo>
                    <a:pt x="0" y="28"/>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 name="Freeform 9"/>
            <p:cNvSpPr>
              <a:spLocks noEditPoints="1"/>
            </p:cNvSpPr>
            <p:nvPr/>
          </p:nvSpPr>
          <p:spPr bwMode="auto">
            <a:xfrm>
              <a:off x="7814099" y="3697166"/>
              <a:ext cx="1060450" cy="592137"/>
            </a:xfrm>
            <a:custGeom>
              <a:avLst/>
              <a:gdLst>
                <a:gd name="T0" fmla="*/ 200 w 668"/>
                <a:gd name="T1" fmla="*/ 349 h 373"/>
                <a:gd name="T2" fmla="*/ 164 w 668"/>
                <a:gd name="T3" fmla="*/ 354 h 373"/>
                <a:gd name="T4" fmla="*/ 142 w 668"/>
                <a:gd name="T5" fmla="*/ 356 h 373"/>
                <a:gd name="T6" fmla="*/ 37 w 668"/>
                <a:gd name="T7" fmla="*/ 354 h 373"/>
                <a:gd name="T8" fmla="*/ 56 w 668"/>
                <a:gd name="T9" fmla="*/ 327 h 373"/>
                <a:gd name="T10" fmla="*/ 68 w 668"/>
                <a:gd name="T11" fmla="*/ 308 h 373"/>
                <a:gd name="T12" fmla="*/ 123 w 668"/>
                <a:gd name="T13" fmla="*/ 255 h 373"/>
                <a:gd name="T14" fmla="*/ 137 w 668"/>
                <a:gd name="T15" fmla="*/ 277 h 373"/>
                <a:gd name="T16" fmla="*/ 173 w 668"/>
                <a:gd name="T17" fmla="*/ 277 h 373"/>
                <a:gd name="T18" fmla="*/ 188 w 668"/>
                <a:gd name="T19" fmla="*/ 274 h 373"/>
                <a:gd name="T20" fmla="*/ 219 w 668"/>
                <a:gd name="T21" fmla="*/ 267 h 373"/>
                <a:gd name="T22" fmla="*/ 231 w 668"/>
                <a:gd name="T23" fmla="*/ 257 h 373"/>
                <a:gd name="T24" fmla="*/ 267 w 668"/>
                <a:gd name="T25" fmla="*/ 226 h 373"/>
                <a:gd name="T26" fmla="*/ 279 w 668"/>
                <a:gd name="T27" fmla="*/ 180 h 373"/>
                <a:gd name="T28" fmla="*/ 310 w 668"/>
                <a:gd name="T29" fmla="*/ 116 h 373"/>
                <a:gd name="T30" fmla="*/ 329 w 668"/>
                <a:gd name="T31" fmla="*/ 123 h 373"/>
                <a:gd name="T32" fmla="*/ 349 w 668"/>
                <a:gd name="T33" fmla="*/ 75 h 373"/>
                <a:gd name="T34" fmla="*/ 373 w 668"/>
                <a:gd name="T35" fmla="*/ 60 h 373"/>
                <a:gd name="T36" fmla="*/ 387 w 668"/>
                <a:gd name="T37" fmla="*/ 34 h 373"/>
                <a:gd name="T38" fmla="*/ 387 w 668"/>
                <a:gd name="T39" fmla="*/ 7 h 373"/>
                <a:gd name="T40" fmla="*/ 430 w 668"/>
                <a:gd name="T41" fmla="*/ 27 h 373"/>
                <a:gd name="T42" fmla="*/ 442 w 668"/>
                <a:gd name="T43" fmla="*/ 5 h 373"/>
                <a:gd name="T44" fmla="*/ 464 w 668"/>
                <a:gd name="T45" fmla="*/ 10 h 373"/>
                <a:gd name="T46" fmla="*/ 483 w 668"/>
                <a:gd name="T47" fmla="*/ 29 h 373"/>
                <a:gd name="T48" fmla="*/ 510 w 668"/>
                <a:gd name="T49" fmla="*/ 48 h 373"/>
                <a:gd name="T50" fmla="*/ 490 w 668"/>
                <a:gd name="T51" fmla="*/ 89 h 373"/>
                <a:gd name="T52" fmla="*/ 514 w 668"/>
                <a:gd name="T53" fmla="*/ 96 h 373"/>
                <a:gd name="T54" fmla="*/ 534 w 668"/>
                <a:gd name="T55" fmla="*/ 108 h 373"/>
                <a:gd name="T56" fmla="*/ 548 w 668"/>
                <a:gd name="T57" fmla="*/ 113 h 373"/>
                <a:gd name="T58" fmla="*/ 584 w 668"/>
                <a:gd name="T59" fmla="*/ 128 h 373"/>
                <a:gd name="T60" fmla="*/ 586 w 668"/>
                <a:gd name="T61" fmla="*/ 144 h 373"/>
                <a:gd name="T62" fmla="*/ 582 w 668"/>
                <a:gd name="T63" fmla="*/ 164 h 373"/>
                <a:gd name="T64" fmla="*/ 603 w 668"/>
                <a:gd name="T65" fmla="*/ 183 h 373"/>
                <a:gd name="T66" fmla="*/ 589 w 668"/>
                <a:gd name="T67" fmla="*/ 188 h 373"/>
                <a:gd name="T68" fmla="*/ 594 w 668"/>
                <a:gd name="T69" fmla="*/ 197 h 373"/>
                <a:gd name="T70" fmla="*/ 582 w 668"/>
                <a:gd name="T71" fmla="*/ 202 h 373"/>
                <a:gd name="T72" fmla="*/ 596 w 668"/>
                <a:gd name="T73" fmla="*/ 209 h 373"/>
                <a:gd name="T74" fmla="*/ 598 w 668"/>
                <a:gd name="T75" fmla="*/ 229 h 373"/>
                <a:gd name="T76" fmla="*/ 579 w 668"/>
                <a:gd name="T77" fmla="*/ 229 h 373"/>
                <a:gd name="T78" fmla="*/ 606 w 668"/>
                <a:gd name="T79" fmla="*/ 236 h 373"/>
                <a:gd name="T80" fmla="*/ 637 w 668"/>
                <a:gd name="T81" fmla="*/ 231 h 373"/>
                <a:gd name="T82" fmla="*/ 639 w 668"/>
                <a:gd name="T83" fmla="*/ 267 h 373"/>
                <a:gd name="T84" fmla="*/ 634 w 668"/>
                <a:gd name="T85" fmla="*/ 118 h 373"/>
                <a:gd name="T86" fmla="*/ 637 w 668"/>
                <a:gd name="T87" fmla="*/ 132 h 373"/>
                <a:gd name="T88" fmla="*/ 625 w 668"/>
                <a:gd name="T89" fmla="*/ 164 h 373"/>
                <a:gd name="T90" fmla="*/ 632 w 668"/>
                <a:gd name="T91" fmla="*/ 207 h 373"/>
                <a:gd name="T92" fmla="*/ 649 w 668"/>
                <a:gd name="T93" fmla="*/ 152 h 373"/>
                <a:gd name="T94" fmla="*/ 654 w 668"/>
                <a:gd name="T95" fmla="*/ 118 h 373"/>
                <a:gd name="T96" fmla="*/ 668 w 668"/>
                <a:gd name="T97" fmla="*/ 99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68" h="373">
                  <a:moveTo>
                    <a:pt x="639" y="272"/>
                  </a:moveTo>
                  <a:lnTo>
                    <a:pt x="426" y="313"/>
                  </a:lnTo>
                  <a:lnTo>
                    <a:pt x="200" y="349"/>
                  </a:lnTo>
                  <a:lnTo>
                    <a:pt x="195" y="349"/>
                  </a:lnTo>
                  <a:lnTo>
                    <a:pt x="185" y="351"/>
                  </a:lnTo>
                  <a:lnTo>
                    <a:pt x="164" y="354"/>
                  </a:lnTo>
                  <a:lnTo>
                    <a:pt x="164" y="349"/>
                  </a:lnTo>
                  <a:lnTo>
                    <a:pt x="142" y="354"/>
                  </a:lnTo>
                  <a:lnTo>
                    <a:pt x="142" y="356"/>
                  </a:lnTo>
                  <a:lnTo>
                    <a:pt x="0" y="373"/>
                  </a:lnTo>
                  <a:lnTo>
                    <a:pt x="5" y="368"/>
                  </a:lnTo>
                  <a:lnTo>
                    <a:pt x="37" y="354"/>
                  </a:lnTo>
                  <a:lnTo>
                    <a:pt x="39" y="346"/>
                  </a:lnTo>
                  <a:lnTo>
                    <a:pt x="56" y="334"/>
                  </a:lnTo>
                  <a:lnTo>
                    <a:pt x="56" y="327"/>
                  </a:lnTo>
                  <a:lnTo>
                    <a:pt x="58" y="322"/>
                  </a:lnTo>
                  <a:lnTo>
                    <a:pt x="68" y="317"/>
                  </a:lnTo>
                  <a:lnTo>
                    <a:pt x="68" y="308"/>
                  </a:lnTo>
                  <a:lnTo>
                    <a:pt x="77" y="301"/>
                  </a:lnTo>
                  <a:lnTo>
                    <a:pt x="121" y="262"/>
                  </a:lnTo>
                  <a:lnTo>
                    <a:pt x="123" y="255"/>
                  </a:lnTo>
                  <a:lnTo>
                    <a:pt x="125" y="257"/>
                  </a:lnTo>
                  <a:lnTo>
                    <a:pt x="123" y="265"/>
                  </a:lnTo>
                  <a:lnTo>
                    <a:pt x="137" y="277"/>
                  </a:lnTo>
                  <a:lnTo>
                    <a:pt x="154" y="284"/>
                  </a:lnTo>
                  <a:lnTo>
                    <a:pt x="164" y="286"/>
                  </a:lnTo>
                  <a:lnTo>
                    <a:pt x="173" y="277"/>
                  </a:lnTo>
                  <a:lnTo>
                    <a:pt x="173" y="272"/>
                  </a:lnTo>
                  <a:lnTo>
                    <a:pt x="181" y="267"/>
                  </a:lnTo>
                  <a:lnTo>
                    <a:pt x="188" y="274"/>
                  </a:lnTo>
                  <a:lnTo>
                    <a:pt x="193" y="277"/>
                  </a:lnTo>
                  <a:lnTo>
                    <a:pt x="197" y="274"/>
                  </a:lnTo>
                  <a:lnTo>
                    <a:pt x="219" y="267"/>
                  </a:lnTo>
                  <a:lnTo>
                    <a:pt x="224" y="253"/>
                  </a:lnTo>
                  <a:lnTo>
                    <a:pt x="226" y="253"/>
                  </a:lnTo>
                  <a:lnTo>
                    <a:pt x="231" y="257"/>
                  </a:lnTo>
                  <a:lnTo>
                    <a:pt x="248" y="241"/>
                  </a:lnTo>
                  <a:lnTo>
                    <a:pt x="253" y="245"/>
                  </a:lnTo>
                  <a:lnTo>
                    <a:pt x="267" y="226"/>
                  </a:lnTo>
                  <a:lnTo>
                    <a:pt x="265" y="219"/>
                  </a:lnTo>
                  <a:lnTo>
                    <a:pt x="265" y="207"/>
                  </a:lnTo>
                  <a:lnTo>
                    <a:pt x="279" y="180"/>
                  </a:lnTo>
                  <a:lnTo>
                    <a:pt x="298" y="111"/>
                  </a:lnTo>
                  <a:lnTo>
                    <a:pt x="301" y="108"/>
                  </a:lnTo>
                  <a:lnTo>
                    <a:pt x="310" y="116"/>
                  </a:lnTo>
                  <a:lnTo>
                    <a:pt x="313" y="120"/>
                  </a:lnTo>
                  <a:lnTo>
                    <a:pt x="317" y="125"/>
                  </a:lnTo>
                  <a:lnTo>
                    <a:pt x="329" y="123"/>
                  </a:lnTo>
                  <a:lnTo>
                    <a:pt x="337" y="111"/>
                  </a:lnTo>
                  <a:lnTo>
                    <a:pt x="342" y="84"/>
                  </a:lnTo>
                  <a:lnTo>
                    <a:pt x="349" y="75"/>
                  </a:lnTo>
                  <a:lnTo>
                    <a:pt x="358" y="80"/>
                  </a:lnTo>
                  <a:lnTo>
                    <a:pt x="366" y="63"/>
                  </a:lnTo>
                  <a:lnTo>
                    <a:pt x="373" y="60"/>
                  </a:lnTo>
                  <a:lnTo>
                    <a:pt x="378" y="53"/>
                  </a:lnTo>
                  <a:lnTo>
                    <a:pt x="382" y="39"/>
                  </a:lnTo>
                  <a:lnTo>
                    <a:pt x="387" y="34"/>
                  </a:lnTo>
                  <a:lnTo>
                    <a:pt x="387" y="31"/>
                  </a:lnTo>
                  <a:lnTo>
                    <a:pt x="385" y="29"/>
                  </a:lnTo>
                  <a:lnTo>
                    <a:pt x="387" y="7"/>
                  </a:lnTo>
                  <a:lnTo>
                    <a:pt x="387" y="5"/>
                  </a:lnTo>
                  <a:lnTo>
                    <a:pt x="392" y="0"/>
                  </a:lnTo>
                  <a:lnTo>
                    <a:pt x="430" y="27"/>
                  </a:lnTo>
                  <a:lnTo>
                    <a:pt x="435" y="27"/>
                  </a:lnTo>
                  <a:lnTo>
                    <a:pt x="438" y="27"/>
                  </a:lnTo>
                  <a:lnTo>
                    <a:pt x="442" y="5"/>
                  </a:lnTo>
                  <a:lnTo>
                    <a:pt x="450" y="5"/>
                  </a:lnTo>
                  <a:lnTo>
                    <a:pt x="454" y="7"/>
                  </a:lnTo>
                  <a:lnTo>
                    <a:pt x="464" y="10"/>
                  </a:lnTo>
                  <a:lnTo>
                    <a:pt x="459" y="17"/>
                  </a:lnTo>
                  <a:lnTo>
                    <a:pt x="469" y="29"/>
                  </a:lnTo>
                  <a:lnTo>
                    <a:pt x="483" y="29"/>
                  </a:lnTo>
                  <a:lnTo>
                    <a:pt x="490" y="36"/>
                  </a:lnTo>
                  <a:lnTo>
                    <a:pt x="502" y="41"/>
                  </a:lnTo>
                  <a:lnTo>
                    <a:pt x="510" y="48"/>
                  </a:lnTo>
                  <a:lnTo>
                    <a:pt x="507" y="56"/>
                  </a:lnTo>
                  <a:lnTo>
                    <a:pt x="498" y="72"/>
                  </a:lnTo>
                  <a:lnTo>
                    <a:pt x="490" y="89"/>
                  </a:lnTo>
                  <a:lnTo>
                    <a:pt x="493" y="101"/>
                  </a:lnTo>
                  <a:lnTo>
                    <a:pt x="505" y="101"/>
                  </a:lnTo>
                  <a:lnTo>
                    <a:pt x="514" y="96"/>
                  </a:lnTo>
                  <a:lnTo>
                    <a:pt x="524" y="106"/>
                  </a:lnTo>
                  <a:lnTo>
                    <a:pt x="529" y="108"/>
                  </a:lnTo>
                  <a:lnTo>
                    <a:pt x="534" y="108"/>
                  </a:lnTo>
                  <a:lnTo>
                    <a:pt x="541" y="116"/>
                  </a:lnTo>
                  <a:lnTo>
                    <a:pt x="543" y="116"/>
                  </a:lnTo>
                  <a:lnTo>
                    <a:pt x="548" y="113"/>
                  </a:lnTo>
                  <a:lnTo>
                    <a:pt x="553" y="113"/>
                  </a:lnTo>
                  <a:lnTo>
                    <a:pt x="572" y="123"/>
                  </a:lnTo>
                  <a:lnTo>
                    <a:pt x="584" y="128"/>
                  </a:lnTo>
                  <a:lnTo>
                    <a:pt x="594" y="135"/>
                  </a:lnTo>
                  <a:lnTo>
                    <a:pt x="591" y="140"/>
                  </a:lnTo>
                  <a:lnTo>
                    <a:pt x="586" y="144"/>
                  </a:lnTo>
                  <a:lnTo>
                    <a:pt x="589" y="156"/>
                  </a:lnTo>
                  <a:lnTo>
                    <a:pt x="586" y="161"/>
                  </a:lnTo>
                  <a:lnTo>
                    <a:pt x="582" y="164"/>
                  </a:lnTo>
                  <a:lnTo>
                    <a:pt x="582" y="164"/>
                  </a:lnTo>
                  <a:lnTo>
                    <a:pt x="598" y="171"/>
                  </a:lnTo>
                  <a:lnTo>
                    <a:pt x="603" y="183"/>
                  </a:lnTo>
                  <a:lnTo>
                    <a:pt x="601" y="185"/>
                  </a:lnTo>
                  <a:lnTo>
                    <a:pt x="598" y="190"/>
                  </a:lnTo>
                  <a:lnTo>
                    <a:pt x="589" y="188"/>
                  </a:lnTo>
                  <a:lnTo>
                    <a:pt x="586" y="193"/>
                  </a:lnTo>
                  <a:lnTo>
                    <a:pt x="591" y="197"/>
                  </a:lnTo>
                  <a:lnTo>
                    <a:pt x="594" y="197"/>
                  </a:lnTo>
                  <a:lnTo>
                    <a:pt x="594" y="200"/>
                  </a:lnTo>
                  <a:lnTo>
                    <a:pt x="586" y="202"/>
                  </a:lnTo>
                  <a:lnTo>
                    <a:pt x="582" y="202"/>
                  </a:lnTo>
                  <a:lnTo>
                    <a:pt x="582" y="205"/>
                  </a:lnTo>
                  <a:lnTo>
                    <a:pt x="586" y="209"/>
                  </a:lnTo>
                  <a:lnTo>
                    <a:pt x="596" y="209"/>
                  </a:lnTo>
                  <a:lnTo>
                    <a:pt x="606" y="214"/>
                  </a:lnTo>
                  <a:lnTo>
                    <a:pt x="608" y="219"/>
                  </a:lnTo>
                  <a:lnTo>
                    <a:pt x="598" y="229"/>
                  </a:lnTo>
                  <a:lnTo>
                    <a:pt x="594" y="229"/>
                  </a:lnTo>
                  <a:lnTo>
                    <a:pt x="579" y="224"/>
                  </a:lnTo>
                  <a:lnTo>
                    <a:pt x="579" y="229"/>
                  </a:lnTo>
                  <a:lnTo>
                    <a:pt x="589" y="233"/>
                  </a:lnTo>
                  <a:lnTo>
                    <a:pt x="596" y="241"/>
                  </a:lnTo>
                  <a:lnTo>
                    <a:pt x="606" y="236"/>
                  </a:lnTo>
                  <a:lnTo>
                    <a:pt x="615" y="231"/>
                  </a:lnTo>
                  <a:lnTo>
                    <a:pt x="625" y="231"/>
                  </a:lnTo>
                  <a:lnTo>
                    <a:pt x="637" y="231"/>
                  </a:lnTo>
                  <a:lnTo>
                    <a:pt x="637" y="231"/>
                  </a:lnTo>
                  <a:lnTo>
                    <a:pt x="646" y="260"/>
                  </a:lnTo>
                  <a:lnTo>
                    <a:pt x="639" y="267"/>
                  </a:lnTo>
                  <a:lnTo>
                    <a:pt x="637" y="267"/>
                  </a:lnTo>
                  <a:lnTo>
                    <a:pt x="639" y="272"/>
                  </a:lnTo>
                  <a:close/>
                  <a:moveTo>
                    <a:pt x="634" y="118"/>
                  </a:moveTo>
                  <a:lnTo>
                    <a:pt x="637" y="118"/>
                  </a:lnTo>
                  <a:lnTo>
                    <a:pt x="637" y="128"/>
                  </a:lnTo>
                  <a:lnTo>
                    <a:pt x="637" y="132"/>
                  </a:lnTo>
                  <a:lnTo>
                    <a:pt x="630" y="140"/>
                  </a:lnTo>
                  <a:lnTo>
                    <a:pt x="627" y="147"/>
                  </a:lnTo>
                  <a:lnTo>
                    <a:pt x="625" y="164"/>
                  </a:lnTo>
                  <a:lnTo>
                    <a:pt x="627" y="178"/>
                  </a:lnTo>
                  <a:lnTo>
                    <a:pt x="627" y="195"/>
                  </a:lnTo>
                  <a:lnTo>
                    <a:pt x="632" y="207"/>
                  </a:lnTo>
                  <a:lnTo>
                    <a:pt x="634" y="190"/>
                  </a:lnTo>
                  <a:lnTo>
                    <a:pt x="639" y="173"/>
                  </a:lnTo>
                  <a:lnTo>
                    <a:pt x="649" y="152"/>
                  </a:lnTo>
                  <a:lnTo>
                    <a:pt x="654" y="140"/>
                  </a:lnTo>
                  <a:lnTo>
                    <a:pt x="656" y="132"/>
                  </a:lnTo>
                  <a:lnTo>
                    <a:pt x="654" y="118"/>
                  </a:lnTo>
                  <a:lnTo>
                    <a:pt x="656" y="113"/>
                  </a:lnTo>
                  <a:lnTo>
                    <a:pt x="668" y="104"/>
                  </a:lnTo>
                  <a:lnTo>
                    <a:pt x="668" y="99"/>
                  </a:lnTo>
                  <a:lnTo>
                    <a:pt x="642" y="108"/>
                  </a:lnTo>
                  <a:lnTo>
                    <a:pt x="634" y="118"/>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6" name="Freeform 10"/>
            <p:cNvSpPr>
              <a:spLocks/>
            </p:cNvSpPr>
            <p:nvPr/>
          </p:nvSpPr>
          <p:spPr bwMode="auto">
            <a:xfrm>
              <a:off x="8158587" y="2636716"/>
              <a:ext cx="1020763" cy="782637"/>
            </a:xfrm>
            <a:custGeom>
              <a:avLst/>
              <a:gdLst>
                <a:gd name="T0" fmla="*/ 492 w 643"/>
                <a:gd name="T1" fmla="*/ 442 h 493"/>
                <a:gd name="T2" fmla="*/ 482 w 643"/>
                <a:gd name="T3" fmla="*/ 459 h 493"/>
                <a:gd name="T4" fmla="*/ 473 w 643"/>
                <a:gd name="T5" fmla="*/ 474 h 493"/>
                <a:gd name="T6" fmla="*/ 470 w 643"/>
                <a:gd name="T7" fmla="*/ 493 h 493"/>
                <a:gd name="T8" fmla="*/ 485 w 643"/>
                <a:gd name="T9" fmla="*/ 476 h 493"/>
                <a:gd name="T10" fmla="*/ 514 w 643"/>
                <a:gd name="T11" fmla="*/ 474 h 493"/>
                <a:gd name="T12" fmla="*/ 547 w 643"/>
                <a:gd name="T13" fmla="*/ 459 h 493"/>
                <a:gd name="T14" fmla="*/ 605 w 643"/>
                <a:gd name="T15" fmla="*/ 418 h 493"/>
                <a:gd name="T16" fmla="*/ 624 w 643"/>
                <a:gd name="T17" fmla="*/ 404 h 493"/>
                <a:gd name="T18" fmla="*/ 641 w 643"/>
                <a:gd name="T19" fmla="*/ 387 h 493"/>
                <a:gd name="T20" fmla="*/ 634 w 643"/>
                <a:gd name="T21" fmla="*/ 389 h 493"/>
                <a:gd name="T22" fmla="*/ 607 w 643"/>
                <a:gd name="T23" fmla="*/ 401 h 493"/>
                <a:gd name="T24" fmla="*/ 593 w 643"/>
                <a:gd name="T25" fmla="*/ 411 h 493"/>
                <a:gd name="T26" fmla="*/ 612 w 643"/>
                <a:gd name="T27" fmla="*/ 382 h 493"/>
                <a:gd name="T28" fmla="*/ 598 w 643"/>
                <a:gd name="T29" fmla="*/ 394 h 493"/>
                <a:gd name="T30" fmla="*/ 542 w 643"/>
                <a:gd name="T31" fmla="*/ 425 h 493"/>
                <a:gd name="T32" fmla="*/ 504 w 643"/>
                <a:gd name="T33" fmla="*/ 452 h 493"/>
                <a:gd name="T34" fmla="*/ 499 w 643"/>
                <a:gd name="T35" fmla="*/ 430 h 493"/>
                <a:gd name="T36" fmla="*/ 511 w 643"/>
                <a:gd name="T37" fmla="*/ 404 h 493"/>
                <a:gd name="T38" fmla="*/ 497 w 643"/>
                <a:gd name="T39" fmla="*/ 313 h 493"/>
                <a:gd name="T40" fmla="*/ 485 w 643"/>
                <a:gd name="T41" fmla="*/ 219 h 493"/>
                <a:gd name="T42" fmla="*/ 475 w 643"/>
                <a:gd name="T43" fmla="*/ 159 h 493"/>
                <a:gd name="T44" fmla="*/ 463 w 643"/>
                <a:gd name="T45" fmla="*/ 149 h 493"/>
                <a:gd name="T46" fmla="*/ 461 w 643"/>
                <a:gd name="T47" fmla="*/ 132 h 493"/>
                <a:gd name="T48" fmla="*/ 451 w 643"/>
                <a:gd name="T49" fmla="*/ 79 h 493"/>
                <a:gd name="T50" fmla="*/ 434 w 643"/>
                <a:gd name="T51" fmla="*/ 22 h 493"/>
                <a:gd name="T52" fmla="*/ 427 w 643"/>
                <a:gd name="T53" fmla="*/ 0 h 493"/>
                <a:gd name="T54" fmla="*/ 324 w 643"/>
                <a:gd name="T55" fmla="*/ 22 h 493"/>
                <a:gd name="T56" fmla="*/ 288 w 643"/>
                <a:gd name="T57" fmla="*/ 53 h 493"/>
                <a:gd name="T58" fmla="*/ 261 w 643"/>
                <a:gd name="T59" fmla="*/ 99 h 493"/>
                <a:gd name="T60" fmla="*/ 228 w 643"/>
                <a:gd name="T61" fmla="*/ 142 h 493"/>
                <a:gd name="T62" fmla="*/ 230 w 643"/>
                <a:gd name="T63" fmla="*/ 159 h 493"/>
                <a:gd name="T64" fmla="*/ 242 w 643"/>
                <a:gd name="T65" fmla="*/ 166 h 493"/>
                <a:gd name="T66" fmla="*/ 247 w 643"/>
                <a:gd name="T67" fmla="*/ 190 h 493"/>
                <a:gd name="T68" fmla="*/ 206 w 643"/>
                <a:gd name="T69" fmla="*/ 238 h 493"/>
                <a:gd name="T70" fmla="*/ 134 w 643"/>
                <a:gd name="T71" fmla="*/ 250 h 493"/>
                <a:gd name="T72" fmla="*/ 79 w 643"/>
                <a:gd name="T73" fmla="*/ 255 h 493"/>
                <a:gd name="T74" fmla="*/ 40 w 643"/>
                <a:gd name="T75" fmla="*/ 284 h 493"/>
                <a:gd name="T76" fmla="*/ 60 w 643"/>
                <a:gd name="T77" fmla="*/ 313 h 493"/>
                <a:gd name="T78" fmla="*/ 52 w 643"/>
                <a:gd name="T79" fmla="*/ 332 h 493"/>
                <a:gd name="T80" fmla="*/ 0 w 643"/>
                <a:gd name="T81" fmla="*/ 389 h 493"/>
                <a:gd name="T82" fmla="*/ 357 w 643"/>
                <a:gd name="T83" fmla="*/ 353 h 493"/>
                <a:gd name="T84" fmla="*/ 365 w 643"/>
                <a:gd name="T85" fmla="*/ 361 h 493"/>
                <a:gd name="T86" fmla="*/ 384 w 643"/>
                <a:gd name="T87" fmla="*/ 385 h 493"/>
                <a:gd name="T88" fmla="*/ 391 w 643"/>
                <a:gd name="T89" fmla="*/ 399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43" h="493">
                  <a:moveTo>
                    <a:pt x="417" y="406"/>
                  </a:moveTo>
                  <a:lnTo>
                    <a:pt x="487" y="430"/>
                  </a:lnTo>
                  <a:lnTo>
                    <a:pt x="492" y="442"/>
                  </a:lnTo>
                  <a:lnTo>
                    <a:pt x="487" y="447"/>
                  </a:lnTo>
                  <a:lnTo>
                    <a:pt x="482" y="452"/>
                  </a:lnTo>
                  <a:lnTo>
                    <a:pt x="482" y="459"/>
                  </a:lnTo>
                  <a:lnTo>
                    <a:pt x="482" y="471"/>
                  </a:lnTo>
                  <a:lnTo>
                    <a:pt x="478" y="471"/>
                  </a:lnTo>
                  <a:lnTo>
                    <a:pt x="473" y="474"/>
                  </a:lnTo>
                  <a:lnTo>
                    <a:pt x="468" y="488"/>
                  </a:lnTo>
                  <a:lnTo>
                    <a:pt x="468" y="493"/>
                  </a:lnTo>
                  <a:lnTo>
                    <a:pt x="470" y="493"/>
                  </a:lnTo>
                  <a:lnTo>
                    <a:pt x="473" y="490"/>
                  </a:lnTo>
                  <a:lnTo>
                    <a:pt x="475" y="488"/>
                  </a:lnTo>
                  <a:lnTo>
                    <a:pt x="485" y="476"/>
                  </a:lnTo>
                  <a:lnTo>
                    <a:pt x="492" y="478"/>
                  </a:lnTo>
                  <a:lnTo>
                    <a:pt x="506" y="478"/>
                  </a:lnTo>
                  <a:lnTo>
                    <a:pt x="514" y="474"/>
                  </a:lnTo>
                  <a:lnTo>
                    <a:pt x="526" y="471"/>
                  </a:lnTo>
                  <a:lnTo>
                    <a:pt x="538" y="464"/>
                  </a:lnTo>
                  <a:lnTo>
                    <a:pt x="547" y="459"/>
                  </a:lnTo>
                  <a:lnTo>
                    <a:pt x="557" y="452"/>
                  </a:lnTo>
                  <a:lnTo>
                    <a:pt x="595" y="425"/>
                  </a:lnTo>
                  <a:lnTo>
                    <a:pt x="605" y="418"/>
                  </a:lnTo>
                  <a:lnTo>
                    <a:pt x="612" y="411"/>
                  </a:lnTo>
                  <a:lnTo>
                    <a:pt x="619" y="409"/>
                  </a:lnTo>
                  <a:lnTo>
                    <a:pt x="624" y="404"/>
                  </a:lnTo>
                  <a:lnTo>
                    <a:pt x="634" y="399"/>
                  </a:lnTo>
                  <a:lnTo>
                    <a:pt x="638" y="397"/>
                  </a:lnTo>
                  <a:lnTo>
                    <a:pt x="641" y="387"/>
                  </a:lnTo>
                  <a:lnTo>
                    <a:pt x="643" y="382"/>
                  </a:lnTo>
                  <a:lnTo>
                    <a:pt x="641" y="382"/>
                  </a:lnTo>
                  <a:lnTo>
                    <a:pt x="634" y="389"/>
                  </a:lnTo>
                  <a:lnTo>
                    <a:pt x="624" y="392"/>
                  </a:lnTo>
                  <a:lnTo>
                    <a:pt x="614" y="397"/>
                  </a:lnTo>
                  <a:lnTo>
                    <a:pt x="607" y="401"/>
                  </a:lnTo>
                  <a:lnTo>
                    <a:pt x="605" y="409"/>
                  </a:lnTo>
                  <a:lnTo>
                    <a:pt x="595" y="413"/>
                  </a:lnTo>
                  <a:lnTo>
                    <a:pt x="593" y="411"/>
                  </a:lnTo>
                  <a:lnTo>
                    <a:pt x="598" y="404"/>
                  </a:lnTo>
                  <a:lnTo>
                    <a:pt x="605" y="397"/>
                  </a:lnTo>
                  <a:lnTo>
                    <a:pt x="612" y="382"/>
                  </a:lnTo>
                  <a:lnTo>
                    <a:pt x="610" y="380"/>
                  </a:lnTo>
                  <a:lnTo>
                    <a:pt x="602" y="387"/>
                  </a:lnTo>
                  <a:lnTo>
                    <a:pt x="598" y="394"/>
                  </a:lnTo>
                  <a:lnTo>
                    <a:pt x="593" y="399"/>
                  </a:lnTo>
                  <a:lnTo>
                    <a:pt x="571" y="411"/>
                  </a:lnTo>
                  <a:lnTo>
                    <a:pt x="542" y="425"/>
                  </a:lnTo>
                  <a:lnTo>
                    <a:pt x="521" y="438"/>
                  </a:lnTo>
                  <a:lnTo>
                    <a:pt x="511" y="440"/>
                  </a:lnTo>
                  <a:lnTo>
                    <a:pt x="504" y="452"/>
                  </a:lnTo>
                  <a:lnTo>
                    <a:pt x="499" y="450"/>
                  </a:lnTo>
                  <a:lnTo>
                    <a:pt x="497" y="440"/>
                  </a:lnTo>
                  <a:lnTo>
                    <a:pt x="499" y="430"/>
                  </a:lnTo>
                  <a:lnTo>
                    <a:pt x="506" y="425"/>
                  </a:lnTo>
                  <a:lnTo>
                    <a:pt x="499" y="416"/>
                  </a:lnTo>
                  <a:lnTo>
                    <a:pt x="511" y="404"/>
                  </a:lnTo>
                  <a:lnTo>
                    <a:pt x="514" y="397"/>
                  </a:lnTo>
                  <a:lnTo>
                    <a:pt x="506" y="389"/>
                  </a:lnTo>
                  <a:lnTo>
                    <a:pt x="497" y="313"/>
                  </a:lnTo>
                  <a:lnTo>
                    <a:pt x="494" y="310"/>
                  </a:lnTo>
                  <a:lnTo>
                    <a:pt x="494" y="236"/>
                  </a:lnTo>
                  <a:lnTo>
                    <a:pt x="485" y="219"/>
                  </a:lnTo>
                  <a:lnTo>
                    <a:pt x="480" y="200"/>
                  </a:lnTo>
                  <a:lnTo>
                    <a:pt x="480" y="185"/>
                  </a:lnTo>
                  <a:lnTo>
                    <a:pt x="475" y="159"/>
                  </a:lnTo>
                  <a:lnTo>
                    <a:pt x="466" y="144"/>
                  </a:lnTo>
                  <a:lnTo>
                    <a:pt x="461" y="144"/>
                  </a:lnTo>
                  <a:lnTo>
                    <a:pt x="463" y="149"/>
                  </a:lnTo>
                  <a:lnTo>
                    <a:pt x="461" y="149"/>
                  </a:lnTo>
                  <a:lnTo>
                    <a:pt x="458" y="144"/>
                  </a:lnTo>
                  <a:lnTo>
                    <a:pt x="461" y="132"/>
                  </a:lnTo>
                  <a:lnTo>
                    <a:pt x="446" y="101"/>
                  </a:lnTo>
                  <a:lnTo>
                    <a:pt x="446" y="89"/>
                  </a:lnTo>
                  <a:lnTo>
                    <a:pt x="451" y="79"/>
                  </a:lnTo>
                  <a:lnTo>
                    <a:pt x="446" y="55"/>
                  </a:lnTo>
                  <a:lnTo>
                    <a:pt x="434" y="24"/>
                  </a:lnTo>
                  <a:lnTo>
                    <a:pt x="434" y="22"/>
                  </a:lnTo>
                  <a:lnTo>
                    <a:pt x="429" y="17"/>
                  </a:lnTo>
                  <a:lnTo>
                    <a:pt x="432" y="12"/>
                  </a:lnTo>
                  <a:lnTo>
                    <a:pt x="427" y="0"/>
                  </a:lnTo>
                  <a:lnTo>
                    <a:pt x="427" y="0"/>
                  </a:lnTo>
                  <a:lnTo>
                    <a:pt x="326" y="27"/>
                  </a:lnTo>
                  <a:lnTo>
                    <a:pt x="324" y="22"/>
                  </a:lnTo>
                  <a:lnTo>
                    <a:pt x="319" y="24"/>
                  </a:lnTo>
                  <a:lnTo>
                    <a:pt x="312" y="29"/>
                  </a:lnTo>
                  <a:lnTo>
                    <a:pt x="288" y="53"/>
                  </a:lnTo>
                  <a:lnTo>
                    <a:pt x="264" y="87"/>
                  </a:lnTo>
                  <a:lnTo>
                    <a:pt x="259" y="94"/>
                  </a:lnTo>
                  <a:lnTo>
                    <a:pt x="261" y="99"/>
                  </a:lnTo>
                  <a:lnTo>
                    <a:pt x="257" y="111"/>
                  </a:lnTo>
                  <a:lnTo>
                    <a:pt x="252" y="118"/>
                  </a:lnTo>
                  <a:lnTo>
                    <a:pt x="228" y="142"/>
                  </a:lnTo>
                  <a:lnTo>
                    <a:pt x="225" y="147"/>
                  </a:lnTo>
                  <a:lnTo>
                    <a:pt x="228" y="156"/>
                  </a:lnTo>
                  <a:lnTo>
                    <a:pt x="230" y="159"/>
                  </a:lnTo>
                  <a:lnTo>
                    <a:pt x="237" y="159"/>
                  </a:lnTo>
                  <a:lnTo>
                    <a:pt x="242" y="161"/>
                  </a:lnTo>
                  <a:lnTo>
                    <a:pt x="242" y="166"/>
                  </a:lnTo>
                  <a:lnTo>
                    <a:pt x="237" y="173"/>
                  </a:lnTo>
                  <a:lnTo>
                    <a:pt x="240" y="180"/>
                  </a:lnTo>
                  <a:lnTo>
                    <a:pt x="247" y="190"/>
                  </a:lnTo>
                  <a:lnTo>
                    <a:pt x="245" y="204"/>
                  </a:lnTo>
                  <a:lnTo>
                    <a:pt x="228" y="212"/>
                  </a:lnTo>
                  <a:lnTo>
                    <a:pt x="206" y="238"/>
                  </a:lnTo>
                  <a:lnTo>
                    <a:pt x="187" y="243"/>
                  </a:lnTo>
                  <a:lnTo>
                    <a:pt x="149" y="255"/>
                  </a:lnTo>
                  <a:lnTo>
                    <a:pt x="134" y="250"/>
                  </a:lnTo>
                  <a:lnTo>
                    <a:pt x="122" y="248"/>
                  </a:lnTo>
                  <a:lnTo>
                    <a:pt x="100" y="250"/>
                  </a:lnTo>
                  <a:lnTo>
                    <a:pt x="79" y="255"/>
                  </a:lnTo>
                  <a:lnTo>
                    <a:pt x="55" y="262"/>
                  </a:lnTo>
                  <a:lnTo>
                    <a:pt x="45" y="272"/>
                  </a:lnTo>
                  <a:lnTo>
                    <a:pt x="40" y="284"/>
                  </a:lnTo>
                  <a:lnTo>
                    <a:pt x="40" y="293"/>
                  </a:lnTo>
                  <a:lnTo>
                    <a:pt x="55" y="310"/>
                  </a:lnTo>
                  <a:lnTo>
                    <a:pt x="60" y="313"/>
                  </a:lnTo>
                  <a:lnTo>
                    <a:pt x="60" y="320"/>
                  </a:lnTo>
                  <a:lnTo>
                    <a:pt x="57" y="327"/>
                  </a:lnTo>
                  <a:lnTo>
                    <a:pt x="52" y="332"/>
                  </a:lnTo>
                  <a:lnTo>
                    <a:pt x="45" y="346"/>
                  </a:lnTo>
                  <a:lnTo>
                    <a:pt x="14" y="380"/>
                  </a:lnTo>
                  <a:lnTo>
                    <a:pt x="0" y="389"/>
                  </a:lnTo>
                  <a:lnTo>
                    <a:pt x="7" y="418"/>
                  </a:lnTo>
                  <a:lnTo>
                    <a:pt x="350" y="349"/>
                  </a:lnTo>
                  <a:lnTo>
                    <a:pt x="357" y="353"/>
                  </a:lnTo>
                  <a:lnTo>
                    <a:pt x="360" y="358"/>
                  </a:lnTo>
                  <a:lnTo>
                    <a:pt x="362" y="361"/>
                  </a:lnTo>
                  <a:lnTo>
                    <a:pt x="365" y="361"/>
                  </a:lnTo>
                  <a:lnTo>
                    <a:pt x="367" y="363"/>
                  </a:lnTo>
                  <a:lnTo>
                    <a:pt x="372" y="365"/>
                  </a:lnTo>
                  <a:lnTo>
                    <a:pt x="384" y="385"/>
                  </a:lnTo>
                  <a:lnTo>
                    <a:pt x="386" y="394"/>
                  </a:lnTo>
                  <a:lnTo>
                    <a:pt x="389" y="397"/>
                  </a:lnTo>
                  <a:lnTo>
                    <a:pt x="391" y="399"/>
                  </a:lnTo>
                  <a:lnTo>
                    <a:pt x="410" y="401"/>
                  </a:lnTo>
                  <a:lnTo>
                    <a:pt x="417" y="406"/>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7" name="Freeform 11"/>
            <p:cNvSpPr>
              <a:spLocks/>
            </p:cNvSpPr>
            <p:nvPr/>
          </p:nvSpPr>
          <p:spPr bwMode="auto">
            <a:xfrm>
              <a:off x="7356899" y="5230691"/>
              <a:ext cx="1231900" cy="935037"/>
            </a:xfrm>
            <a:custGeom>
              <a:avLst/>
              <a:gdLst>
                <a:gd name="T0" fmla="*/ 3 w 776"/>
                <a:gd name="T1" fmla="*/ 51 h 589"/>
                <a:gd name="T2" fmla="*/ 0 w 776"/>
                <a:gd name="T3" fmla="*/ 63 h 589"/>
                <a:gd name="T4" fmla="*/ 15 w 776"/>
                <a:gd name="T5" fmla="*/ 77 h 589"/>
                <a:gd name="T6" fmla="*/ 20 w 776"/>
                <a:gd name="T7" fmla="*/ 97 h 589"/>
                <a:gd name="T8" fmla="*/ 27 w 776"/>
                <a:gd name="T9" fmla="*/ 104 h 589"/>
                <a:gd name="T10" fmla="*/ 22 w 776"/>
                <a:gd name="T11" fmla="*/ 118 h 589"/>
                <a:gd name="T12" fmla="*/ 41 w 776"/>
                <a:gd name="T13" fmla="*/ 111 h 589"/>
                <a:gd name="T14" fmla="*/ 53 w 776"/>
                <a:gd name="T15" fmla="*/ 97 h 589"/>
                <a:gd name="T16" fmla="*/ 65 w 776"/>
                <a:gd name="T17" fmla="*/ 97 h 589"/>
                <a:gd name="T18" fmla="*/ 58 w 776"/>
                <a:gd name="T19" fmla="*/ 109 h 589"/>
                <a:gd name="T20" fmla="*/ 118 w 776"/>
                <a:gd name="T21" fmla="*/ 89 h 589"/>
                <a:gd name="T22" fmla="*/ 118 w 776"/>
                <a:gd name="T23" fmla="*/ 101 h 589"/>
                <a:gd name="T24" fmla="*/ 156 w 776"/>
                <a:gd name="T25" fmla="*/ 111 h 589"/>
                <a:gd name="T26" fmla="*/ 180 w 776"/>
                <a:gd name="T27" fmla="*/ 116 h 589"/>
                <a:gd name="T28" fmla="*/ 200 w 776"/>
                <a:gd name="T29" fmla="*/ 121 h 589"/>
                <a:gd name="T30" fmla="*/ 200 w 776"/>
                <a:gd name="T31" fmla="*/ 125 h 589"/>
                <a:gd name="T32" fmla="*/ 226 w 776"/>
                <a:gd name="T33" fmla="*/ 154 h 589"/>
                <a:gd name="T34" fmla="*/ 219 w 776"/>
                <a:gd name="T35" fmla="*/ 161 h 589"/>
                <a:gd name="T36" fmla="*/ 216 w 776"/>
                <a:gd name="T37" fmla="*/ 166 h 589"/>
                <a:gd name="T38" fmla="*/ 257 w 776"/>
                <a:gd name="T39" fmla="*/ 154 h 589"/>
                <a:gd name="T40" fmla="*/ 313 w 776"/>
                <a:gd name="T41" fmla="*/ 130 h 589"/>
                <a:gd name="T42" fmla="*/ 315 w 776"/>
                <a:gd name="T43" fmla="*/ 111 h 589"/>
                <a:gd name="T44" fmla="*/ 387 w 776"/>
                <a:gd name="T45" fmla="*/ 135 h 589"/>
                <a:gd name="T46" fmla="*/ 435 w 776"/>
                <a:gd name="T47" fmla="*/ 178 h 589"/>
                <a:gd name="T48" fmla="*/ 466 w 776"/>
                <a:gd name="T49" fmla="*/ 190 h 589"/>
                <a:gd name="T50" fmla="*/ 483 w 776"/>
                <a:gd name="T51" fmla="*/ 224 h 589"/>
                <a:gd name="T52" fmla="*/ 481 w 776"/>
                <a:gd name="T53" fmla="*/ 303 h 589"/>
                <a:gd name="T54" fmla="*/ 502 w 776"/>
                <a:gd name="T55" fmla="*/ 344 h 589"/>
                <a:gd name="T56" fmla="*/ 497 w 776"/>
                <a:gd name="T57" fmla="*/ 315 h 589"/>
                <a:gd name="T58" fmla="*/ 514 w 776"/>
                <a:gd name="T59" fmla="*/ 325 h 589"/>
                <a:gd name="T60" fmla="*/ 521 w 776"/>
                <a:gd name="T61" fmla="*/ 315 h 589"/>
                <a:gd name="T62" fmla="*/ 521 w 776"/>
                <a:gd name="T63" fmla="*/ 334 h 589"/>
                <a:gd name="T64" fmla="*/ 507 w 776"/>
                <a:gd name="T65" fmla="*/ 361 h 589"/>
                <a:gd name="T66" fmla="*/ 521 w 776"/>
                <a:gd name="T67" fmla="*/ 385 h 589"/>
                <a:gd name="T68" fmla="*/ 560 w 776"/>
                <a:gd name="T69" fmla="*/ 431 h 589"/>
                <a:gd name="T70" fmla="*/ 574 w 776"/>
                <a:gd name="T71" fmla="*/ 435 h 589"/>
                <a:gd name="T72" fmla="*/ 591 w 776"/>
                <a:gd name="T73" fmla="*/ 467 h 589"/>
                <a:gd name="T74" fmla="*/ 622 w 776"/>
                <a:gd name="T75" fmla="*/ 517 h 589"/>
                <a:gd name="T76" fmla="*/ 680 w 776"/>
                <a:gd name="T77" fmla="*/ 558 h 589"/>
                <a:gd name="T78" fmla="*/ 702 w 776"/>
                <a:gd name="T79" fmla="*/ 570 h 589"/>
                <a:gd name="T80" fmla="*/ 694 w 776"/>
                <a:gd name="T81" fmla="*/ 575 h 589"/>
                <a:gd name="T82" fmla="*/ 687 w 776"/>
                <a:gd name="T83" fmla="*/ 582 h 589"/>
                <a:gd name="T84" fmla="*/ 709 w 776"/>
                <a:gd name="T85" fmla="*/ 584 h 589"/>
                <a:gd name="T86" fmla="*/ 764 w 776"/>
                <a:gd name="T87" fmla="*/ 553 h 589"/>
                <a:gd name="T88" fmla="*/ 762 w 776"/>
                <a:gd name="T89" fmla="*/ 520 h 589"/>
                <a:gd name="T90" fmla="*/ 766 w 776"/>
                <a:gd name="T91" fmla="*/ 467 h 589"/>
                <a:gd name="T92" fmla="*/ 762 w 776"/>
                <a:gd name="T93" fmla="*/ 387 h 589"/>
                <a:gd name="T94" fmla="*/ 714 w 776"/>
                <a:gd name="T95" fmla="*/ 306 h 589"/>
                <a:gd name="T96" fmla="*/ 692 w 776"/>
                <a:gd name="T97" fmla="*/ 267 h 589"/>
                <a:gd name="T98" fmla="*/ 692 w 776"/>
                <a:gd name="T99" fmla="*/ 238 h 589"/>
                <a:gd name="T100" fmla="*/ 651 w 776"/>
                <a:gd name="T101" fmla="*/ 183 h 589"/>
                <a:gd name="T102" fmla="*/ 622 w 776"/>
                <a:gd name="T103" fmla="*/ 149 h 589"/>
                <a:gd name="T104" fmla="*/ 579 w 776"/>
                <a:gd name="T105" fmla="*/ 53 h 589"/>
                <a:gd name="T106" fmla="*/ 569 w 776"/>
                <a:gd name="T107" fmla="*/ 39 h 589"/>
                <a:gd name="T108" fmla="*/ 557 w 776"/>
                <a:gd name="T109" fmla="*/ 10 h 589"/>
                <a:gd name="T110" fmla="*/ 517 w 776"/>
                <a:gd name="T111" fmla="*/ 5 h 589"/>
                <a:gd name="T112" fmla="*/ 521 w 776"/>
                <a:gd name="T113" fmla="*/ 41 h 589"/>
                <a:gd name="T114" fmla="*/ 502 w 776"/>
                <a:gd name="T115" fmla="*/ 48 h 589"/>
                <a:gd name="T116" fmla="*/ 248 w 776"/>
                <a:gd name="T117" fmla="*/ 44 h 589"/>
                <a:gd name="T118" fmla="*/ 238 w 776"/>
                <a:gd name="T119" fmla="*/ 22 h 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76" h="589">
                  <a:moveTo>
                    <a:pt x="238" y="22"/>
                  </a:moveTo>
                  <a:lnTo>
                    <a:pt x="3" y="46"/>
                  </a:lnTo>
                  <a:lnTo>
                    <a:pt x="3" y="51"/>
                  </a:lnTo>
                  <a:lnTo>
                    <a:pt x="3" y="53"/>
                  </a:lnTo>
                  <a:lnTo>
                    <a:pt x="0" y="56"/>
                  </a:lnTo>
                  <a:lnTo>
                    <a:pt x="0" y="63"/>
                  </a:lnTo>
                  <a:lnTo>
                    <a:pt x="8" y="73"/>
                  </a:lnTo>
                  <a:lnTo>
                    <a:pt x="12" y="77"/>
                  </a:lnTo>
                  <a:lnTo>
                    <a:pt x="15" y="77"/>
                  </a:lnTo>
                  <a:lnTo>
                    <a:pt x="22" y="85"/>
                  </a:lnTo>
                  <a:lnTo>
                    <a:pt x="24" y="87"/>
                  </a:lnTo>
                  <a:lnTo>
                    <a:pt x="20" y="97"/>
                  </a:lnTo>
                  <a:lnTo>
                    <a:pt x="20" y="99"/>
                  </a:lnTo>
                  <a:lnTo>
                    <a:pt x="24" y="101"/>
                  </a:lnTo>
                  <a:lnTo>
                    <a:pt x="27" y="104"/>
                  </a:lnTo>
                  <a:lnTo>
                    <a:pt x="27" y="106"/>
                  </a:lnTo>
                  <a:lnTo>
                    <a:pt x="22" y="111"/>
                  </a:lnTo>
                  <a:lnTo>
                    <a:pt x="22" y="118"/>
                  </a:lnTo>
                  <a:lnTo>
                    <a:pt x="24" y="121"/>
                  </a:lnTo>
                  <a:lnTo>
                    <a:pt x="36" y="116"/>
                  </a:lnTo>
                  <a:lnTo>
                    <a:pt x="41" y="111"/>
                  </a:lnTo>
                  <a:lnTo>
                    <a:pt x="46" y="99"/>
                  </a:lnTo>
                  <a:lnTo>
                    <a:pt x="48" y="94"/>
                  </a:lnTo>
                  <a:lnTo>
                    <a:pt x="53" y="97"/>
                  </a:lnTo>
                  <a:lnTo>
                    <a:pt x="60" y="97"/>
                  </a:lnTo>
                  <a:lnTo>
                    <a:pt x="63" y="94"/>
                  </a:lnTo>
                  <a:lnTo>
                    <a:pt x="65" y="97"/>
                  </a:lnTo>
                  <a:lnTo>
                    <a:pt x="65" y="99"/>
                  </a:lnTo>
                  <a:lnTo>
                    <a:pt x="56" y="106"/>
                  </a:lnTo>
                  <a:lnTo>
                    <a:pt x="58" y="109"/>
                  </a:lnTo>
                  <a:lnTo>
                    <a:pt x="65" y="106"/>
                  </a:lnTo>
                  <a:lnTo>
                    <a:pt x="77" y="104"/>
                  </a:lnTo>
                  <a:lnTo>
                    <a:pt x="118" y="89"/>
                  </a:lnTo>
                  <a:lnTo>
                    <a:pt x="125" y="89"/>
                  </a:lnTo>
                  <a:lnTo>
                    <a:pt x="125" y="94"/>
                  </a:lnTo>
                  <a:lnTo>
                    <a:pt x="118" y="101"/>
                  </a:lnTo>
                  <a:lnTo>
                    <a:pt x="120" y="101"/>
                  </a:lnTo>
                  <a:lnTo>
                    <a:pt x="140" y="104"/>
                  </a:lnTo>
                  <a:lnTo>
                    <a:pt x="156" y="111"/>
                  </a:lnTo>
                  <a:lnTo>
                    <a:pt x="176" y="121"/>
                  </a:lnTo>
                  <a:lnTo>
                    <a:pt x="180" y="121"/>
                  </a:lnTo>
                  <a:lnTo>
                    <a:pt x="180" y="116"/>
                  </a:lnTo>
                  <a:lnTo>
                    <a:pt x="185" y="111"/>
                  </a:lnTo>
                  <a:lnTo>
                    <a:pt x="188" y="118"/>
                  </a:lnTo>
                  <a:lnTo>
                    <a:pt x="200" y="121"/>
                  </a:lnTo>
                  <a:lnTo>
                    <a:pt x="202" y="123"/>
                  </a:lnTo>
                  <a:lnTo>
                    <a:pt x="202" y="123"/>
                  </a:lnTo>
                  <a:lnTo>
                    <a:pt x="200" y="125"/>
                  </a:lnTo>
                  <a:lnTo>
                    <a:pt x="200" y="130"/>
                  </a:lnTo>
                  <a:lnTo>
                    <a:pt x="224" y="147"/>
                  </a:lnTo>
                  <a:lnTo>
                    <a:pt x="226" y="154"/>
                  </a:lnTo>
                  <a:lnTo>
                    <a:pt x="224" y="159"/>
                  </a:lnTo>
                  <a:lnTo>
                    <a:pt x="224" y="164"/>
                  </a:lnTo>
                  <a:lnTo>
                    <a:pt x="219" y="161"/>
                  </a:lnTo>
                  <a:lnTo>
                    <a:pt x="219" y="157"/>
                  </a:lnTo>
                  <a:lnTo>
                    <a:pt x="216" y="161"/>
                  </a:lnTo>
                  <a:lnTo>
                    <a:pt x="216" y="166"/>
                  </a:lnTo>
                  <a:lnTo>
                    <a:pt x="221" y="166"/>
                  </a:lnTo>
                  <a:lnTo>
                    <a:pt x="255" y="159"/>
                  </a:lnTo>
                  <a:lnTo>
                    <a:pt x="257" y="154"/>
                  </a:lnTo>
                  <a:lnTo>
                    <a:pt x="269" y="154"/>
                  </a:lnTo>
                  <a:lnTo>
                    <a:pt x="296" y="130"/>
                  </a:lnTo>
                  <a:lnTo>
                    <a:pt x="313" y="130"/>
                  </a:lnTo>
                  <a:lnTo>
                    <a:pt x="313" y="128"/>
                  </a:lnTo>
                  <a:lnTo>
                    <a:pt x="310" y="123"/>
                  </a:lnTo>
                  <a:lnTo>
                    <a:pt x="315" y="111"/>
                  </a:lnTo>
                  <a:lnTo>
                    <a:pt x="344" y="109"/>
                  </a:lnTo>
                  <a:lnTo>
                    <a:pt x="387" y="130"/>
                  </a:lnTo>
                  <a:lnTo>
                    <a:pt x="387" y="135"/>
                  </a:lnTo>
                  <a:lnTo>
                    <a:pt x="399" y="145"/>
                  </a:lnTo>
                  <a:lnTo>
                    <a:pt x="409" y="159"/>
                  </a:lnTo>
                  <a:lnTo>
                    <a:pt x="435" y="178"/>
                  </a:lnTo>
                  <a:lnTo>
                    <a:pt x="437" y="185"/>
                  </a:lnTo>
                  <a:lnTo>
                    <a:pt x="445" y="193"/>
                  </a:lnTo>
                  <a:lnTo>
                    <a:pt x="466" y="190"/>
                  </a:lnTo>
                  <a:lnTo>
                    <a:pt x="481" y="214"/>
                  </a:lnTo>
                  <a:lnTo>
                    <a:pt x="485" y="217"/>
                  </a:lnTo>
                  <a:lnTo>
                    <a:pt x="483" y="224"/>
                  </a:lnTo>
                  <a:lnTo>
                    <a:pt x="490" y="248"/>
                  </a:lnTo>
                  <a:lnTo>
                    <a:pt x="488" y="274"/>
                  </a:lnTo>
                  <a:lnTo>
                    <a:pt x="481" y="303"/>
                  </a:lnTo>
                  <a:lnTo>
                    <a:pt x="483" y="325"/>
                  </a:lnTo>
                  <a:lnTo>
                    <a:pt x="485" y="332"/>
                  </a:lnTo>
                  <a:lnTo>
                    <a:pt x="502" y="344"/>
                  </a:lnTo>
                  <a:lnTo>
                    <a:pt x="507" y="334"/>
                  </a:lnTo>
                  <a:lnTo>
                    <a:pt x="502" y="330"/>
                  </a:lnTo>
                  <a:lnTo>
                    <a:pt x="497" y="315"/>
                  </a:lnTo>
                  <a:lnTo>
                    <a:pt x="497" y="313"/>
                  </a:lnTo>
                  <a:lnTo>
                    <a:pt x="507" y="310"/>
                  </a:lnTo>
                  <a:lnTo>
                    <a:pt x="514" y="325"/>
                  </a:lnTo>
                  <a:lnTo>
                    <a:pt x="519" y="325"/>
                  </a:lnTo>
                  <a:lnTo>
                    <a:pt x="519" y="318"/>
                  </a:lnTo>
                  <a:lnTo>
                    <a:pt x="521" y="315"/>
                  </a:lnTo>
                  <a:lnTo>
                    <a:pt x="526" y="320"/>
                  </a:lnTo>
                  <a:lnTo>
                    <a:pt x="526" y="327"/>
                  </a:lnTo>
                  <a:lnTo>
                    <a:pt x="521" y="334"/>
                  </a:lnTo>
                  <a:lnTo>
                    <a:pt x="517" y="339"/>
                  </a:lnTo>
                  <a:lnTo>
                    <a:pt x="512" y="359"/>
                  </a:lnTo>
                  <a:lnTo>
                    <a:pt x="507" y="361"/>
                  </a:lnTo>
                  <a:lnTo>
                    <a:pt x="507" y="368"/>
                  </a:lnTo>
                  <a:lnTo>
                    <a:pt x="512" y="375"/>
                  </a:lnTo>
                  <a:lnTo>
                    <a:pt x="521" y="385"/>
                  </a:lnTo>
                  <a:lnTo>
                    <a:pt x="536" y="416"/>
                  </a:lnTo>
                  <a:lnTo>
                    <a:pt x="557" y="431"/>
                  </a:lnTo>
                  <a:lnTo>
                    <a:pt x="560" y="431"/>
                  </a:lnTo>
                  <a:lnTo>
                    <a:pt x="562" y="421"/>
                  </a:lnTo>
                  <a:lnTo>
                    <a:pt x="569" y="421"/>
                  </a:lnTo>
                  <a:lnTo>
                    <a:pt x="574" y="435"/>
                  </a:lnTo>
                  <a:lnTo>
                    <a:pt x="574" y="443"/>
                  </a:lnTo>
                  <a:lnTo>
                    <a:pt x="581" y="459"/>
                  </a:lnTo>
                  <a:lnTo>
                    <a:pt x="591" y="467"/>
                  </a:lnTo>
                  <a:lnTo>
                    <a:pt x="601" y="469"/>
                  </a:lnTo>
                  <a:lnTo>
                    <a:pt x="617" y="515"/>
                  </a:lnTo>
                  <a:lnTo>
                    <a:pt x="622" y="517"/>
                  </a:lnTo>
                  <a:lnTo>
                    <a:pt x="644" y="522"/>
                  </a:lnTo>
                  <a:lnTo>
                    <a:pt x="654" y="527"/>
                  </a:lnTo>
                  <a:lnTo>
                    <a:pt x="680" y="558"/>
                  </a:lnTo>
                  <a:lnTo>
                    <a:pt x="690" y="565"/>
                  </a:lnTo>
                  <a:lnTo>
                    <a:pt x="694" y="565"/>
                  </a:lnTo>
                  <a:lnTo>
                    <a:pt x="702" y="570"/>
                  </a:lnTo>
                  <a:lnTo>
                    <a:pt x="704" y="575"/>
                  </a:lnTo>
                  <a:lnTo>
                    <a:pt x="697" y="577"/>
                  </a:lnTo>
                  <a:lnTo>
                    <a:pt x="694" y="575"/>
                  </a:lnTo>
                  <a:lnTo>
                    <a:pt x="692" y="575"/>
                  </a:lnTo>
                  <a:lnTo>
                    <a:pt x="687" y="577"/>
                  </a:lnTo>
                  <a:lnTo>
                    <a:pt x="687" y="582"/>
                  </a:lnTo>
                  <a:lnTo>
                    <a:pt x="690" y="584"/>
                  </a:lnTo>
                  <a:lnTo>
                    <a:pt x="704" y="589"/>
                  </a:lnTo>
                  <a:lnTo>
                    <a:pt x="709" y="584"/>
                  </a:lnTo>
                  <a:lnTo>
                    <a:pt x="721" y="582"/>
                  </a:lnTo>
                  <a:lnTo>
                    <a:pt x="757" y="570"/>
                  </a:lnTo>
                  <a:lnTo>
                    <a:pt x="764" y="553"/>
                  </a:lnTo>
                  <a:lnTo>
                    <a:pt x="766" y="551"/>
                  </a:lnTo>
                  <a:lnTo>
                    <a:pt x="762" y="529"/>
                  </a:lnTo>
                  <a:lnTo>
                    <a:pt x="762" y="520"/>
                  </a:lnTo>
                  <a:lnTo>
                    <a:pt x="769" y="503"/>
                  </a:lnTo>
                  <a:lnTo>
                    <a:pt x="776" y="505"/>
                  </a:lnTo>
                  <a:lnTo>
                    <a:pt x="766" y="467"/>
                  </a:lnTo>
                  <a:lnTo>
                    <a:pt x="769" y="450"/>
                  </a:lnTo>
                  <a:lnTo>
                    <a:pt x="769" y="414"/>
                  </a:lnTo>
                  <a:lnTo>
                    <a:pt x="762" y="387"/>
                  </a:lnTo>
                  <a:lnTo>
                    <a:pt x="757" y="375"/>
                  </a:lnTo>
                  <a:lnTo>
                    <a:pt x="730" y="344"/>
                  </a:lnTo>
                  <a:lnTo>
                    <a:pt x="714" y="306"/>
                  </a:lnTo>
                  <a:lnTo>
                    <a:pt x="694" y="279"/>
                  </a:lnTo>
                  <a:lnTo>
                    <a:pt x="694" y="274"/>
                  </a:lnTo>
                  <a:lnTo>
                    <a:pt x="692" y="267"/>
                  </a:lnTo>
                  <a:lnTo>
                    <a:pt x="687" y="253"/>
                  </a:lnTo>
                  <a:lnTo>
                    <a:pt x="687" y="248"/>
                  </a:lnTo>
                  <a:lnTo>
                    <a:pt x="692" y="238"/>
                  </a:lnTo>
                  <a:lnTo>
                    <a:pt x="692" y="234"/>
                  </a:lnTo>
                  <a:lnTo>
                    <a:pt x="668" y="197"/>
                  </a:lnTo>
                  <a:lnTo>
                    <a:pt x="651" y="183"/>
                  </a:lnTo>
                  <a:lnTo>
                    <a:pt x="642" y="178"/>
                  </a:lnTo>
                  <a:lnTo>
                    <a:pt x="639" y="173"/>
                  </a:lnTo>
                  <a:lnTo>
                    <a:pt x="622" y="149"/>
                  </a:lnTo>
                  <a:lnTo>
                    <a:pt x="601" y="109"/>
                  </a:lnTo>
                  <a:lnTo>
                    <a:pt x="593" y="87"/>
                  </a:lnTo>
                  <a:lnTo>
                    <a:pt x="579" y="53"/>
                  </a:lnTo>
                  <a:lnTo>
                    <a:pt x="579" y="48"/>
                  </a:lnTo>
                  <a:lnTo>
                    <a:pt x="574" y="41"/>
                  </a:lnTo>
                  <a:lnTo>
                    <a:pt x="569" y="39"/>
                  </a:lnTo>
                  <a:lnTo>
                    <a:pt x="567" y="17"/>
                  </a:lnTo>
                  <a:lnTo>
                    <a:pt x="565" y="8"/>
                  </a:lnTo>
                  <a:lnTo>
                    <a:pt x="557" y="10"/>
                  </a:lnTo>
                  <a:lnTo>
                    <a:pt x="541" y="10"/>
                  </a:lnTo>
                  <a:lnTo>
                    <a:pt x="524" y="0"/>
                  </a:lnTo>
                  <a:lnTo>
                    <a:pt x="517" y="5"/>
                  </a:lnTo>
                  <a:lnTo>
                    <a:pt x="514" y="10"/>
                  </a:lnTo>
                  <a:lnTo>
                    <a:pt x="514" y="20"/>
                  </a:lnTo>
                  <a:lnTo>
                    <a:pt x="521" y="41"/>
                  </a:lnTo>
                  <a:lnTo>
                    <a:pt x="519" y="56"/>
                  </a:lnTo>
                  <a:lnTo>
                    <a:pt x="505" y="53"/>
                  </a:lnTo>
                  <a:lnTo>
                    <a:pt x="502" y="48"/>
                  </a:lnTo>
                  <a:lnTo>
                    <a:pt x="497" y="36"/>
                  </a:lnTo>
                  <a:lnTo>
                    <a:pt x="252" y="51"/>
                  </a:lnTo>
                  <a:lnTo>
                    <a:pt x="248" y="44"/>
                  </a:lnTo>
                  <a:lnTo>
                    <a:pt x="248" y="36"/>
                  </a:lnTo>
                  <a:lnTo>
                    <a:pt x="240" y="27"/>
                  </a:lnTo>
                  <a:lnTo>
                    <a:pt x="238" y="22"/>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8" name="Freeform 12"/>
            <p:cNvSpPr>
              <a:spLocks/>
            </p:cNvSpPr>
            <p:nvPr/>
          </p:nvSpPr>
          <p:spPr bwMode="auto">
            <a:xfrm>
              <a:off x="4242224" y="4213104"/>
              <a:ext cx="946150" cy="976312"/>
            </a:xfrm>
            <a:custGeom>
              <a:avLst/>
              <a:gdLst>
                <a:gd name="T0" fmla="*/ 87 w 596"/>
                <a:gd name="T1" fmla="*/ 0 h 615"/>
                <a:gd name="T2" fmla="*/ 0 w 596"/>
                <a:gd name="T3" fmla="*/ 605 h 615"/>
                <a:gd name="T4" fmla="*/ 0 w 596"/>
                <a:gd name="T5" fmla="*/ 608 h 615"/>
                <a:gd name="T6" fmla="*/ 80 w 596"/>
                <a:gd name="T7" fmla="*/ 615 h 615"/>
                <a:gd name="T8" fmla="*/ 84 w 596"/>
                <a:gd name="T9" fmla="*/ 569 h 615"/>
                <a:gd name="T10" fmla="*/ 233 w 596"/>
                <a:gd name="T11" fmla="*/ 586 h 615"/>
                <a:gd name="T12" fmla="*/ 231 w 596"/>
                <a:gd name="T13" fmla="*/ 586 h 615"/>
                <a:gd name="T14" fmla="*/ 226 w 596"/>
                <a:gd name="T15" fmla="*/ 577 h 615"/>
                <a:gd name="T16" fmla="*/ 231 w 596"/>
                <a:gd name="T17" fmla="*/ 569 h 615"/>
                <a:gd name="T18" fmla="*/ 231 w 596"/>
                <a:gd name="T19" fmla="*/ 569 h 615"/>
                <a:gd name="T20" fmla="*/ 226 w 596"/>
                <a:gd name="T21" fmla="*/ 564 h 615"/>
                <a:gd name="T22" fmla="*/ 228 w 596"/>
                <a:gd name="T23" fmla="*/ 562 h 615"/>
                <a:gd name="T24" fmla="*/ 550 w 596"/>
                <a:gd name="T25" fmla="*/ 593 h 615"/>
                <a:gd name="T26" fmla="*/ 589 w 596"/>
                <a:gd name="T27" fmla="*/ 110 h 615"/>
                <a:gd name="T28" fmla="*/ 593 w 596"/>
                <a:gd name="T29" fmla="*/ 110 h 615"/>
                <a:gd name="T30" fmla="*/ 596 w 596"/>
                <a:gd name="T31" fmla="*/ 57 h 615"/>
                <a:gd name="T32" fmla="*/ 87 w 596"/>
                <a:gd name="T33"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6" h="615">
                  <a:moveTo>
                    <a:pt x="87" y="0"/>
                  </a:moveTo>
                  <a:lnTo>
                    <a:pt x="0" y="605"/>
                  </a:lnTo>
                  <a:lnTo>
                    <a:pt x="0" y="608"/>
                  </a:lnTo>
                  <a:lnTo>
                    <a:pt x="80" y="615"/>
                  </a:lnTo>
                  <a:lnTo>
                    <a:pt x="84" y="569"/>
                  </a:lnTo>
                  <a:lnTo>
                    <a:pt x="233" y="586"/>
                  </a:lnTo>
                  <a:lnTo>
                    <a:pt x="231" y="586"/>
                  </a:lnTo>
                  <a:lnTo>
                    <a:pt x="226" y="577"/>
                  </a:lnTo>
                  <a:lnTo>
                    <a:pt x="231" y="569"/>
                  </a:lnTo>
                  <a:lnTo>
                    <a:pt x="231" y="569"/>
                  </a:lnTo>
                  <a:lnTo>
                    <a:pt x="226" y="564"/>
                  </a:lnTo>
                  <a:lnTo>
                    <a:pt x="228" y="562"/>
                  </a:lnTo>
                  <a:lnTo>
                    <a:pt x="550" y="593"/>
                  </a:lnTo>
                  <a:lnTo>
                    <a:pt x="589" y="110"/>
                  </a:lnTo>
                  <a:lnTo>
                    <a:pt x="593" y="110"/>
                  </a:lnTo>
                  <a:lnTo>
                    <a:pt x="596" y="57"/>
                  </a:lnTo>
                  <a:lnTo>
                    <a:pt x="87"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9" name="Freeform 13"/>
            <p:cNvSpPr>
              <a:spLocks/>
            </p:cNvSpPr>
            <p:nvPr/>
          </p:nvSpPr>
          <p:spPr bwMode="auto">
            <a:xfrm>
              <a:off x="8272887" y="3587629"/>
              <a:ext cx="617538" cy="296862"/>
            </a:xfrm>
            <a:custGeom>
              <a:avLst/>
              <a:gdLst>
                <a:gd name="T0" fmla="*/ 223 w 389"/>
                <a:gd name="T1" fmla="*/ 12 h 187"/>
                <a:gd name="T2" fmla="*/ 12 w 389"/>
                <a:gd name="T3" fmla="*/ 110 h 187"/>
                <a:gd name="T4" fmla="*/ 21 w 389"/>
                <a:gd name="T5" fmla="*/ 100 h 187"/>
                <a:gd name="T6" fmla="*/ 45 w 389"/>
                <a:gd name="T7" fmla="*/ 79 h 187"/>
                <a:gd name="T8" fmla="*/ 57 w 389"/>
                <a:gd name="T9" fmla="*/ 67 h 187"/>
                <a:gd name="T10" fmla="*/ 67 w 389"/>
                <a:gd name="T11" fmla="*/ 62 h 187"/>
                <a:gd name="T12" fmla="*/ 86 w 389"/>
                <a:gd name="T13" fmla="*/ 60 h 187"/>
                <a:gd name="T14" fmla="*/ 117 w 389"/>
                <a:gd name="T15" fmla="*/ 43 h 187"/>
                <a:gd name="T16" fmla="*/ 129 w 389"/>
                <a:gd name="T17" fmla="*/ 48 h 187"/>
                <a:gd name="T18" fmla="*/ 139 w 389"/>
                <a:gd name="T19" fmla="*/ 55 h 187"/>
                <a:gd name="T20" fmla="*/ 153 w 389"/>
                <a:gd name="T21" fmla="*/ 74 h 187"/>
                <a:gd name="T22" fmla="*/ 161 w 389"/>
                <a:gd name="T23" fmla="*/ 74 h 187"/>
                <a:gd name="T24" fmla="*/ 175 w 389"/>
                <a:gd name="T25" fmla="*/ 79 h 187"/>
                <a:gd name="T26" fmla="*/ 180 w 389"/>
                <a:gd name="T27" fmla="*/ 98 h 187"/>
                <a:gd name="T28" fmla="*/ 201 w 389"/>
                <a:gd name="T29" fmla="*/ 105 h 187"/>
                <a:gd name="T30" fmla="*/ 221 w 389"/>
                <a:gd name="T31" fmla="*/ 117 h 187"/>
                <a:gd name="T32" fmla="*/ 209 w 389"/>
                <a:gd name="T33" fmla="*/ 141 h 187"/>
                <a:gd name="T34" fmla="*/ 204 w 389"/>
                <a:gd name="T35" fmla="*/ 170 h 187"/>
                <a:gd name="T36" fmla="*/ 225 w 389"/>
                <a:gd name="T37" fmla="*/ 165 h 187"/>
                <a:gd name="T38" fmla="*/ 240 w 389"/>
                <a:gd name="T39" fmla="*/ 177 h 187"/>
                <a:gd name="T40" fmla="*/ 252 w 389"/>
                <a:gd name="T41" fmla="*/ 170 h 187"/>
                <a:gd name="T42" fmla="*/ 281 w 389"/>
                <a:gd name="T43" fmla="*/ 177 h 187"/>
                <a:gd name="T44" fmla="*/ 293 w 389"/>
                <a:gd name="T45" fmla="*/ 182 h 187"/>
                <a:gd name="T46" fmla="*/ 290 w 389"/>
                <a:gd name="T47" fmla="*/ 173 h 187"/>
                <a:gd name="T48" fmla="*/ 273 w 389"/>
                <a:gd name="T49" fmla="*/ 161 h 187"/>
                <a:gd name="T50" fmla="*/ 273 w 389"/>
                <a:gd name="T51" fmla="*/ 153 h 187"/>
                <a:gd name="T52" fmla="*/ 281 w 389"/>
                <a:gd name="T53" fmla="*/ 151 h 187"/>
                <a:gd name="T54" fmla="*/ 264 w 389"/>
                <a:gd name="T55" fmla="*/ 137 h 187"/>
                <a:gd name="T56" fmla="*/ 257 w 389"/>
                <a:gd name="T57" fmla="*/ 110 h 187"/>
                <a:gd name="T58" fmla="*/ 259 w 389"/>
                <a:gd name="T59" fmla="*/ 81 h 187"/>
                <a:gd name="T60" fmla="*/ 254 w 389"/>
                <a:gd name="T61" fmla="*/ 72 h 187"/>
                <a:gd name="T62" fmla="*/ 254 w 389"/>
                <a:gd name="T63" fmla="*/ 62 h 187"/>
                <a:gd name="T64" fmla="*/ 259 w 389"/>
                <a:gd name="T65" fmla="*/ 50 h 187"/>
                <a:gd name="T66" fmla="*/ 276 w 389"/>
                <a:gd name="T67" fmla="*/ 38 h 187"/>
                <a:gd name="T68" fmla="*/ 290 w 389"/>
                <a:gd name="T69" fmla="*/ 24 h 187"/>
                <a:gd name="T70" fmla="*/ 288 w 389"/>
                <a:gd name="T71" fmla="*/ 40 h 187"/>
                <a:gd name="T72" fmla="*/ 276 w 389"/>
                <a:gd name="T73" fmla="*/ 55 h 187"/>
                <a:gd name="T74" fmla="*/ 276 w 389"/>
                <a:gd name="T75" fmla="*/ 74 h 187"/>
                <a:gd name="T76" fmla="*/ 288 w 389"/>
                <a:gd name="T77" fmla="*/ 96 h 187"/>
                <a:gd name="T78" fmla="*/ 276 w 389"/>
                <a:gd name="T79" fmla="*/ 108 h 187"/>
                <a:gd name="T80" fmla="*/ 288 w 389"/>
                <a:gd name="T81" fmla="*/ 115 h 187"/>
                <a:gd name="T82" fmla="*/ 288 w 389"/>
                <a:gd name="T83" fmla="*/ 127 h 187"/>
                <a:gd name="T84" fmla="*/ 288 w 389"/>
                <a:gd name="T85" fmla="*/ 137 h 187"/>
                <a:gd name="T86" fmla="*/ 305 w 389"/>
                <a:gd name="T87" fmla="*/ 158 h 187"/>
                <a:gd name="T88" fmla="*/ 314 w 389"/>
                <a:gd name="T89" fmla="*/ 153 h 187"/>
                <a:gd name="T90" fmla="*/ 326 w 389"/>
                <a:gd name="T91" fmla="*/ 156 h 187"/>
                <a:gd name="T92" fmla="*/ 331 w 389"/>
                <a:gd name="T93" fmla="*/ 175 h 187"/>
                <a:gd name="T94" fmla="*/ 336 w 389"/>
                <a:gd name="T95" fmla="*/ 185 h 187"/>
                <a:gd name="T96" fmla="*/ 345 w 389"/>
                <a:gd name="T97" fmla="*/ 187 h 187"/>
                <a:gd name="T98" fmla="*/ 379 w 389"/>
                <a:gd name="T99" fmla="*/ 168 h 187"/>
                <a:gd name="T100" fmla="*/ 382 w 389"/>
                <a:gd name="T101" fmla="*/ 158 h 187"/>
                <a:gd name="T102" fmla="*/ 389 w 389"/>
                <a:gd name="T103" fmla="*/ 120 h 187"/>
                <a:gd name="T104" fmla="*/ 295 w 389"/>
                <a:gd name="T10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89" h="187">
                  <a:moveTo>
                    <a:pt x="295" y="0"/>
                  </a:moveTo>
                  <a:lnTo>
                    <a:pt x="223" y="12"/>
                  </a:lnTo>
                  <a:lnTo>
                    <a:pt x="0" y="55"/>
                  </a:lnTo>
                  <a:lnTo>
                    <a:pt x="12" y="110"/>
                  </a:lnTo>
                  <a:lnTo>
                    <a:pt x="16" y="103"/>
                  </a:lnTo>
                  <a:lnTo>
                    <a:pt x="21" y="100"/>
                  </a:lnTo>
                  <a:lnTo>
                    <a:pt x="38" y="81"/>
                  </a:lnTo>
                  <a:lnTo>
                    <a:pt x="45" y="79"/>
                  </a:lnTo>
                  <a:lnTo>
                    <a:pt x="50" y="69"/>
                  </a:lnTo>
                  <a:lnTo>
                    <a:pt x="57" y="67"/>
                  </a:lnTo>
                  <a:lnTo>
                    <a:pt x="62" y="57"/>
                  </a:lnTo>
                  <a:lnTo>
                    <a:pt x="67" y="62"/>
                  </a:lnTo>
                  <a:lnTo>
                    <a:pt x="77" y="64"/>
                  </a:lnTo>
                  <a:lnTo>
                    <a:pt x="86" y="60"/>
                  </a:lnTo>
                  <a:lnTo>
                    <a:pt x="91" y="52"/>
                  </a:lnTo>
                  <a:lnTo>
                    <a:pt x="117" y="43"/>
                  </a:lnTo>
                  <a:lnTo>
                    <a:pt x="122" y="48"/>
                  </a:lnTo>
                  <a:lnTo>
                    <a:pt x="129" y="48"/>
                  </a:lnTo>
                  <a:lnTo>
                    <a:pt x="137" y="45"/>
                  </a:lnTo>
                  <a:lnTo>
                    <a:pt x="139" y="55"/>
                  </a:lnTo>
                  <a:lnTo>
                    <a:pt x="144" y="55"/>
                  </a:lnTo>
                  <a:lnTo>
                    <a:pt x="153" y="74"/>
                  </a:lnTo>
                  <a:lnTo>
                    <a:pt x="153" y="74"/>
                  </a:lnTo>
                  <a:lnTo>
                    <a:pt x="161" y="74"/>
                  </a:lnTo>
                  <a:lnTo>
                    <a:pt x="165" y="76"/>
                  </a:lnTo>
                  <a:lnTo>
                    <a:pt x="175" y="79"/>
                  </a:lnTo>
                  <a:lnTo>
                    <a:pt x="170" y="86"/>
                  </a:lnTo>
                  <a:lnTo>
                    <a:pt x="180" y="98"/>
                  </a:lnTo>
                  <a:lnTo>
                    <a:pt x="194" y="98"/>
                  </a:lnTo>
                  <a:lnTo>
                    <a:pt x="201" y="105"/>
                  </a:lnTo>
                  <a:lnTo>
                    <a:pt x="213" y="110"/>
                  </a:lnTo>
                  <a:lnTo>
                    <a:pt x="221" y="117"/>
                  </a:lnTo>
                  <a:lnTo>
                    <a:pt x="218" y="125"/>
                  </a:lnTo>
                  <a:lnTo>
                    <a:pt x="209" y="141"/>
                  </a:lnTo>
                  <a:lnTo>
                    <a:pt x="201" y="158"/>
                  </a:lnTo>
                  <a:lnTo>
                    <a:pt x="204" y="170"/>
                  </a:lnTo>
                  <a:lnTo>
                    <a:pt x="216" y="170"/>
                  </a:lnTo>
                  <a:lnTo>
                    <a:pt x="225" y="165"/>
                  </a:lnTo>
                  <a:lnTo>
                    <a:pt x="235" y="175"/>
                  </a:lnTo>
                  <a:lnTo>
                    <a:pt x="240" y="177"/>
                  </a:lnTo>
                  <a:lnTo>
                    <a:pt x="240" y="173"/>
                  </a:lnTo>
                  <a:lnTo>
                    <a:pt x="252" y="170"/>
                  </a:lnTo>
                  <a:lnTo>
                    <a:pt x="264" y="173"/>
                  </a:lnTo>
                  <a:lnTo>
                    <a:pt x="281" y="177"/>
                  </a:lnTo>
                  <a:lnTo>
                    <a:pt x="290" y="182"/>
                  </a:lnTo>
                  <a:lnTo>
                    <a:pt x="293" y="182"/>
                  </a:lnTo>
                  <a:lnTo>
                    <a:pt x="293" y="177"/>
                  </a:lnTo>
                  <a:lnTo>
                    <a:pt x="290" y="173"/>
                  </a:lnTo>
                  <a:lnTo>
                    <a:pt x="283" y="161"/>
                  </a:lnTo>
                  <a:lnTo>
                    <a:pt x="273" y="161"/>
                  </a:lnTo>
                  <a:lnTo>
                    <a:pt x="273" y="158"/>
                  </a:lnTo>
                  <a:lnTo>
                    <a:pt x="273" y="153"/>
                  </a:lnTo>
                  <a:lnTo>
                    <a:pt x="276" y="153"/>
                  </a:lnTo>
                  <a:lnTo>
                    <a:pt x="281" y="151"/>
                  </a:lnTo>
                  <a:lnTo>
                    <a:pt x="271" y="146"/>
                  </a:lnTo>
                  <a:lnTo>
                    <a:pt x="264" y="137"/>
                  </a:lnTo>
                  <a:lnTo>
                    <a:pt x="259" y="117"/>
                  </a:lnTo>
                  <a:lnTo>
                    <a:pt x="257" y="110"/>
                  </a:lnTo>
                  <a:lnTo>
                    <a:pt x="254" y="98"/>
                  </a:lnTo>
                  <a:lnTo>
                    <a:pt x="259" y="81"/>
                  </a:lnTo>
                  <a:lnTo>
                    <a:pt x="257" y="74"/>
                  </a:lnTo>
                  <a:lnTo>
                    <a:pt x="254" y="72"/>
                  </a:lnTo>
                  <a:lnTo>
                    <a:pt x="254" y="67"/>
                  </a:lnTo>
                  <a:lnTo>
                    <a:pt x="254" y="62"/>
                  </a:lnTo>
                  <a:lnTo>
                    <a:pt x="257" y="57"/>
                  </a:lnTo>
                  <a:lnTo>
                    <a:pt x="259" y="50"/>
                  </a:lnTo>
                  <a:lnTo>
                    <a:pt x="273" y="40"/>
                  </a:lnTo>
                  <a:lnTo>
                    <a:pt x="276" y="38"/>
                  </a:lnTo>
                  <a:lnTo>
                    <a:pt x="281" y="24"/>
                  </a:lnTo>
                  <a:lnTo>
                    <a:pt x="290" y="24"/>
                  </a:lnTo>
                  <a:lnTo>
                    <a:pt x="293" y="28"/>
                  </a:lnTo>
                  <a:lnTo>
                    <a:pt x="288" y="40"/>
                  </a:lnTo>
                  <a:lnTo>
                    <a:pt x="283" y="48"/>
                  </a:lnTo>
                  <a:lnTo>
                    <a:pt x="276" y="55"/>
                  </a:lnTo>
                  <a:lnTo>
                    <a:pt x="273" y="64"/>
                  </a:lnTo>
                  <a:lnTo>
                    <a:pt x="276" y="74"/>
                  </a:lnTo>
                  <a:lnTo>
                    <a:pt x="283" y="76"/>
                  </a:lnTo>
                  <a:lnTo>
                    <a:pt x="288" y="96"/>
                  </a:lnTo>
                  <a:lnTo>
                    <a:pt x="288" y="100"/>
                  </a:lnTo>
                  <a:lnTo>
                    <a:pt x="276" y="108"/>
                  </a:lnTo>
                  <a:lnTo>
                    <a:pt x="278" y="110"/>
                  </a:lnTo>
                  <a:lnTo>
                    <a:pt x="288" y="115"/>
                  </a:lnTo>
                  <a:lnTo>
                    <a:pt x="290" y="117"/>
                  </a:lnTo>
                  <a:lnTo>
                    <a:pt x="288" y="127"/>
                  </a:lnTo>
                  <a:lnTo>
                    <a:pt x="290" y="132"/>
                  </a:lnTo>
                  <a:lnTo>
                    <a:pt x="288" y="137"/>
                  </a:lnTo>
                  <a:lnTo>
                    <a:pt x="293" y="149"/>
                  </a:lnTo>
                  <a:lnTo>
                    <a:pt x="305" y="158"/>
                  </a:lnTo>
                  <a:lnTo>
                    <a:pt x="312" y="158"/>
                  </a:lnTo>
                  <a:lnTo>
                    <a:pt x="314" y="153"/>
                  </a:lnTo>
                  <a:lnTo>
                    <a:pt x="321" y="153"/>
                  </a:lnTo>
                  <a:lnTo>
                    <a:pt x="326" y="156"/>
                  </a:lnTo>
                  <a:lnTo>
                    <a:pt x="324" y="163"/>
                  </a:lnTo>
                  <a:lnTo>
                    <a:pt x="331" y="175"/>
                  </a:lnTo>
                  <a:lnTo>
                    <a:pt x="331" y="180"/>
                  </a:lnTo>
                  <a:lnTo>
                    <a:pt x="336" y="185"/>
                  </a:lnTo>
                  <a:lnTo>
                    <a:pt x="345" y="185"/>
                  </a:lnTo>
                  <a:lnTo>
                    <a:pt x="345" y="187"/>
                  </a:lnTo>
                  <a:lnTo>
                    <a:pt x="353" y="177"/>
                  </a:lnTo>
                  <a:lnTo>
                    <a:pt x="379" y="168"/>
                  </a:lnTo>
                  <a:lnTo>
                    <a:pt x="382" y="165"/>
                  </a:lnTo>
                  <a:lnTo>
                    <a:pt x="382" y="158"/>
                  </a:lnTo>
                  <a:lnTo>
                    <a:pt x="389" y="122"/>
                  </a:lnTo>
                  <a:lnTo>
                    <a:pt x="389" y="120"/>
                  </a:lnTo>
                  <a:lnTo>
                    <a:pt x="336" y="132"/>
                  </a:lnTo>
                  <a:lnTo>
                    <a:pt x="295"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0" name="Freeform 14"/>
            <p:cNvSpPr>
              <a:spLocks/>
            </p:cNvSpPr>
            <p:nvPr/>
          </p:nvSpPr>
          <p:spPr bwMode="auto">
            <a:xfrm>
              <a:off x="4600999" y="4387729"/>
              <a:ext cx="1890713" cy="1843087"/>
            </a:xfrm>
            <a:custGeom>
              <a:avLst/>
              <a:gdLst>
                <a:gd name="T0" fmla="*/ 1083 w 1191"/>
                <a:gd name="T1" fmla="*/ 320 h 1161"/>
                <a:gd name="T2" fmla="*/ 1004 w 1191"/>
                <a:gd name="T3" fmla="*/ 301 h 1161"/>
                <a:gd name="T4" fmla="*/ 956 w 1191"/>
                <a:gd name="T5" fmla="*/ 308 h 1161"/>
                <a:gd name="T6" fmla="*/ 915 w 1191"/>
                <a:gd name="T7" fmla="*/ 308 h 1161"/>
                <a:gd name="T8" fmla="*/ 903 w 1191"/>
                <a:gd name="T9" fmla="*/ 308 h 1161"/>
                <a:gd name="T10" fmla="*/ 884 w 1191"/>
                <a:gd name="T11" fmla="*/ 298 h 1161"/>
                <a:gd name="T12" fmla="*/ 865 w 1191"/>
                <a:gd name="T13" fmla="*/ 322 h 1161"/>
                <a:gd name="T14" fmla="*/ 855 w 1191"/>
                <a:gd name="T15" fmla="*/ 303 h 1161"/>
                <a:gd name="T16" fmla="*/ 814 w 1191"/>
                <a:gd name="T17" fmla="*/ 296 h 1161"/>
                <a:gd name="T18" fmla="*/ 790 w 1191"/>
                <a:gd name="T19" fmla="*/ 291 h 1161"/>
                <a:gd name="T20" fmla="*/ 752 w 1191"/>
                <a:gd name="T21" fmla="*/ 281 h 1161"/>
                <a:gd name="T22" fmla="*/ 728 w 1191"/>
                <a:gd name="T23" fmla="*/ 272 h 1161"/>
                <a:gd name="T24" fmla="*/ 689 w 1191"/>
                <a:gd name="T25" fmla="*/ 262 h 1161"/>
                <a:gd name="T26" fmla="*/ 672 w 1191"/>
                <a:gd name="T27" fmla="*/ 241 h 1161"/>
                <a:gd name="T28" fmla="*/ 632 w 1191"/>
                <a:gd name="T29" fmla="*/ 229 h 1161"/>
                <a:gd name="T30" fmla="*/ 367 w 1191"/>
                <a:gd name="T31" fmla="*/ 0 h 1161"/>
                <a:gd name="T32" fmla="*/ 0 w 1191"/>
                <a:gd name="T33" fmla="*/ 454 h 1161"/>
                <a:gd name="T34" fmla="*/ 5 w 1191"/>
                <a:gd name="T35" fmla="*/ 476 h 1161"/>
                <a:gd name="T36" fmla="*/ 34 w 1191"/>
                <a:gd name="T37" fmla="*/ 515 h 1161"/>
                <a:gd name="T38" fmla="*/ 147 w 1191"/>
                <a:gd name="T39" fmla="*/ 623 h 1161"/>
                <a:gd name="T40" fmla="*/ 161 w 1191"/>
                <a:gd name="T41" fmla="*/ 661 h 1161"/>
                <a:gd name="T42" fmla="*/ 240 w 1191"/>
                <a:gd name="T43" fmla="*/ 777 h 1161"/>
                <a:gd name="T44" fmla="*/ 312 w 1191"/>
                <a:gd name="T45" fmla="*/ 789 h 1161"/>
                <a:gd name="T46" fmla="*/ 353 w 1191"/>
                <a:gd name="T47" fmla="*/ 724 h 1161"/>
                <a:gd name="T48" fmla="*/ 377 w 1191"/>
                <a:gd name="T49" fmla="*/ 714 h 1161"/>
                <a:gd name="T50" fmla="*/ 425 w 1191"/>
                <a:gd name="T51" fmla="*/ 731 h 1161"/>
                <a:gd name="T52" fmla="*/ 473 w 1191"/>
                <a:gd name="T53" fmla="*/ 753 h 1161"/>
                <a:gd name="T54" fmla="*/ 490 w 1191"/>
                <a:gd name="T55" fmla="*/ 765 h 1161"/>
                <a:gd name="T56" fmla="*/ 528 w 1191"/>
                <a:gd name="T57" fmla="*/ 817 h 1161"/>
                <a:gd name="T58" fmla="*/ 593 w 1191"/>
                <a:gd name="T59" fmla="*/ 940 h 1161"/>
                <a:gd name="T60" fmla="*/ 632 w 1191"/>
                <a:gd name="T61" fmla="*/ 981 h 1161"/>
                <a:gd name="T62" fmla="*/ 644 w 1191"/>
                <a:gd name="T63" fmla="*/ 1046 h 1161"/>
                <a:gd name="T64" fmla="*/ 701 w 1191"/>
                <a:gd name="T65" fmla="*/ 1111 h 1161"/>
                <a:gd name="T66" fmla="*/ 800 w 1191"/>
                <a:gd name="T67" fmla="*/ 1142 h 1161"/>
                <a:gd name="T68" fmla="*/ 850 w 1191"/>
                <a:gd name="T69" fmla="*/ 1151 h 1161"/>
                <a:gd name="T70" fmla="*/ 848 w 1191"/>
                <a:gd name="T71" fmla="*/ 1137 h 1161"/>
                <a:gd name="T72" fmla="*/ 829 w 1191"/>
                <a:gd name="T73" fmla="*/ 1024 h 1161"/>
                <a:gd name="T74" fmla="*/ 819 w 1191"/>
                <a:gd name="T75" fmla="*/ 1010 h 1161"/>
                <a:gd name="T76" fmla="*/ 843 w 1191"/>
                <a:gd name="T77" fmla="*/ 969 h 1161"/>
                <a:gd name="T78" fmla="*/ 850 w 1191"/>
                <a:gd name="T79" fmla="*/ 952 h 1161"/>
                <a:gd name="T80" fmla="*/ 865 w 1191"/>
                <a:gd name="T81" fmla="*/ 914 h 1161"/>
                <a:gd name="T82" fmla="*/ 881 w 1191"/>
                <a:gd name="T83" fmla="*/ 916 h 1161"/>
                <a:gd name="T84" fmla="*/ 891 w 1191"/>
                <a:gd name="T85" fmla="*/ 899 h 1161"/>
                <a:gd name="T86" fmla="*/ 903 w 1191"/>
                <a:gd name="T87" fmla="*/ 897 h 1161"/>
                <a:gd name="T88" fmla="*/ 927 w 1191"/>
                <a:gd name="T89" fmla="*/ 882 h 1161"/>
                <a:gd name="T90" fmla="*/ 939 w 1191"/>
                <a:gd name="T91" fmla="*/ 861 h 1161"/>
                <a:gd name="T92" fmla="*/ 949 w 1191"/>
                <a:gd name="T93" fmla="*/ 870 h 1161"/>
                <a:gd name="T94" fmla="*/ 1042 w 1191"/>
                <a:gd name="T95" fmla="*/ 822 h 1161"/>
                <a:gd name="T96" fmla="*/ 1059 w 1191"/>
                <a:gd name="T97" fmla="*/ 767 h 1161"/>
                <a:gd name="T98" fmla="*/ 1081 w 1191"/>
                <a:gd name="T99" fmla="*/ 762 h 1161"/>
                <a:gd name="T100" fmla="*/ 1143 w 1191"/>
                <a:gd name="T101" fmla="*/ 753 h 1161"/>
                <a:gd name="T102" fmla="*/ 1162 w 1191"/>
                <a:gd name="T103" fmla="*/ 743 h 1161"/>
                <a:gd name="T104" fmla="*/ 1172 w 1191"/>
                <a:gd name="T105" fmla="*/ 719 h 1161"/>
                <a:gd name="T106" fmla="*/ 1174 w 1191"/>
                <a:gd name="T107" fmla="*/ 673 h 1161"/>
                <a:gd name="T108" fmla="*/ 1189 w 1191"/>
                <a:gd name="T109" fmla="*/ 637 h 1161"/>
                <a:gd name="T110" fmla="*/ 1182 w 1191"/>
                <a:gd name="T111" fmla="*/ 577 h 1161"/>
                <a:gd name="T112" fmla="*/ 1172 w 1191"/>
                <a:gd name="T113" fmla="*/ 553 h 1161"/>
                <a:gd name="T114" fmla="*/ 1160 w 1191"/>
                <a:gd name="T115" fmla="*/ 519 h 1161"/>
                <a:gd name="T116" fmla="*/ 1141 w 1191"/>
                <a:gd name="T117" fmla="*/ 337 h 1161"/>
                <a:gd name="T118" fmla="*/ 1098 w 1191"/>
                <a:gd name="T119" fmla="*/ 327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91" h="1161">
                  <a:moveTo>
                    <a:pt x="1098" y="327"/>
                  </a:moveTo>
                  <a:lnTo>
                    <a:pt x="1093" y="325"/>
                  </a:lnTo>
                  <a:lnTo>
                    <a:pt x="1090" y="322"/>
                  </a:lnTo>
                  <a:lnTo>
                    <a:pt x="1083" y="320"/>
                  </a:lnTo>
                  <a:lnTo>
                    <a:pt x="1040" y="296"/>
                  </a:lnTo>
                  <a:lnTo>
                    <a:pt x="1037" y="298"/>
                  </a:lnTo>
                  <a:lnTo>
                    <a:pt x="1023" y="303"/>
                  </a:lnTo>
                  <a:lnTo>
                    <a:pt x="1004" y="301"/>
                  </a:lnTo>
                  <a:lnTo>
                    <a:pt x="997" y="301"/>
                  </a:lnTo>
                  <a:lnTo>
                    <a:pt x="992" y="301"/>
                  </a:lnTo>
                  <a:lnTo>
                    <a:pt x="975" y="308"/>
                  </a:lnTo>
                  <a:lnTo>
                    <a:pt x="956" y="308"/>
                  </a:lnTo>
                  <a:lnTo>
                    <a:pt x="951" y="310"/>
                  </a:lnTo>
                  <a:lnTo>
                    <a:pt x="937" y="322"/>
                  </a:lnTo>
                  <a:lnTo>
                    <a:pt x="922" y="313"/>
                  </a:lnTo>
                  <a:lnTo>
                    <a:pt x="915" y="308"/>
                  </a:lnTo>
                  <a:lnTo>
                    <a:pt x="915" y="305"/>
                  </a:lnTo>
                  <a:lnTo>
                    <a:pt x="913" y="305"/>
                  </a:lnTo>
                  <a:lnTo>
                    <a:pt x="908" y="303"/>
                  </a:lnTo>
                  <a:lnTo>
                    <a:pt x="903" y="308"/>
                  </a:lnTo>
                  <a:lnTo>
                    <a:pt x="898" y="308"/>
                  </a:lnTo>
                  <a:lnTo>
                    <a:pt x="889" y="305"/>
                  </a:lnTo>
                  <a:lnTo>
                    <a:pt x="889" y="298"/>
                  </a:lnTo>
                  <a:lnTo>
                    <a:pt x="884" y="298"/>
                  </a:lnTo>
                  <a:lnTo>
                    <a:pt x="877" y="303"/>
                  </a:lnTo>
                  <a:lnTo>
                    <a:pt x="869" y="313"/>
                  </a:lnTo>
                  <a:lnTo>
                    <a:pt x="869" y="318"/>
                  </a:lnTo>
                  <a:lnTo>
                    <a:pt x="865" y="322"/>
                  </a:lnTo>
                  <a:lnTo>
                    <a:pt x="862" y="315"/>
                  </a:lnTo>
                  <a:lnTo>
                    <a:pt x="862" y="305"/>
                  </a:lnTo>
                  <a:lnTo>
                    <a:pt x="862" y="303"/>
                  </a:lnTo>
                  <a:lnTo>
                    <a:pt x="855" y="303"/>
                  </a:lnTo>
                  <a:lnTo>
                    <a:pt x="845" y="308"/>
                  </a:lnTo>
                  <a:lnTo>
                    <a:pt x="843" y="308"/>
                  </a:lnTo>
                  <a:lnTo>
                    <a:pt x="821" y="293"/>
                  </a:lnTo>
                  <a:lnTo>
                    <a:pt x="814" y="296"/>
                  </a:lnTo>
                  <a:lnTo>
                    <a:pt x="812" y="305"/>
                  </a:lnTo>
                  <a:lnTo>
                    <a:pt x="795" y="303"/>
                  </a:lnTo>
                  <a:lnTo>
                    <a:pt x="795" y="291"/>
                  </a:lnTo>
                  <a:lnTo>
                    <a:pt x="790" y="291"/>
                  </a:lnTo>
                  <a:lnTo>
                    <a:pt x="781" y="281"/>
                  </a:lnTo>
                  <a:lnTo>
                    <a:pt x="781" y="279"/>
                  </a:lnTo>
                  <a:lnTo>
                    <a:pt x="759" y="274"/>
                  </a:lnTo>
                  <a:lnTo>
                    <a:pt x="752" y="281"/>
                  </a:lnTo>
                  <a:lnTo>
                    <a:pt x="742" y="277"/>
                  </a:lnTo>
                  <a:lnTo>
                    <a:pt x="737" y="269"/>
                  </a:lnTo>
                  <a:lnTo>
                    <a:pt x="730" y="272"/>
                  </a:lnTo>
                  <a:lnTo>
                    <a:pt x="728" y="272"/>
                  </a:lnTo>
                  <a:lnTo>
                    <a:pt x="723" y="272"/>
                  </a:lnTo>
                  <a:lnTo>
                    <a:pt x="716" y="269"/>
                  </a:lnTo>
                  <a:lnTo>
                    <a:pt x="692" y="265"/>
                  </a:lnTo>
                  <a:lnTo>
                    <a:pt x="689" y="262"/>
                  </a:lnTo>
                  <a:lnTo>
                    <a:pt x="684" y="255"/>
                  </a:lnTo>
                  <a:lnTo>
                    <a:pt x="684" y="250"/>
                  </a:lnTo>
                  <a:lnTo>
                    <a:pt x="682" y="245"/>
                  </a:lnTo>
                  <a:lnTo>
                    <a:pt x="672" y="241"/>
                  </a:lnTo>
                  <a:lnTo>
                    <a:pt x="668" y="245"/>
                  </a:lnTo>
                  <a:lnTo>
                    <a:pt x="648" y="248"/>
                  </a:lnTo>
                  <a:lnTo>
                    <a:pt x="644" y="243"/>
                  </a:lnTo>
                  <a:lnTo>
                    <a:pt x="632" y="229"/>
                  </a:lnTo>
                  <a:lnTo>
                    <a:pt x="624" y="224"/>
                  </a:lnTo>
                  <a:lnTo>
                    <a:pt x="617" y="221"/>
                  </a:lnTo>
                  <a:lnTo>
                    <a:pt x="622" y="15"/>
                  </a:lnTo>
                  <a:lnTo>
                    <a:pt x="367" y="0"/>
                  </a:lnTo>
                  <a:lnTo>
                    <a:pt x="363" y="0"/>
                  </a:lnTo>
                  <a:lnTo>
                    <a:pt x="324" y="483"/>
                  </a:lnTo>
                  <a:lnTo>
                    <a:pt x="2" y="452"/>
                  </a:lnTo>
                  <a:lnTo>
                    <a:pt x="0" y="454"/>
                  </a:lnTo>
                  <a:lnTo>
                    <a:pt x="5" y="459"/>
                  </a:lnTo>
                  <a:lnTo>
                    <a:pt x="5" y="459"/>
                  </a:lnTo>
                  <a:lnTo>
                    <a:pt x="0" y="467"/>
                  </a:lnTo>
                  <a:lnTo>
                    <a:pt x="5" y="476"/>
                  </a:lnTo>
                  <a:lnTo>
                    <a:pt x="7" y="476"/>
                  </a:lnTo>
                  <a:lnTo>
                    <a:pt x="24" y="488"/>
                  </a:lnTo>
                  <a:lnTo>
                    <a:pt x="26" y="498"/>
                  </a:lnTo>
                  <a:lnTo>
                    <a:pt x="34" y="515"/>
                  </a:lnTo>
                  <a:lnTo>
                    <a:pt x="50" y="524"/>
                  </a:lnTo>
                  <a:lnTo>
                    <a:pt x="101" y="584"/>
                  </a:lnTo>
                  <a:lnTo>
                    <a:pt x="142" y="618"/>
                  </a:lnTo>
                  <a:lnTo>
                    <a:pt x="147" y="623"/>
                  </a:lnTo>
                  <a:lnTo>
                    <a:pt x="149" y="632"/>
                  </a:lnTo>
                  <a:lnTo>
                    <a:pt x="147" y="640"/>
                  </a:lnTo>
                  <a:lnTo>
                    <a:pt x="151" y="644"/>
                  </a:lnTo>
                  <a:lnTo>
                    <a:pt x="161" y="661"/>
                  </a:lnTo>
                  <a:lnTo>
                    <a:pt x="159" y="695"/>
                  </a:lnTo>
                  <a:lnTo>
                    <a:pt x="161" y="704"/>
                  </a:lnTo>
                  <a:lnTo>
                    <a:pt x="178" y="728"/>
                  </a:lnTo>
                  <a:lnTo>
                    <a:pt x="240" y="777"/>
                  </a:lnTo>
                  <a:lnTo>
                    <a:pt x="283" y="803"/>
                  </a:lnTo>
                  <a:lnTo>
                    <a:pt x="293" y="805"/>
                  </a:lnTo>
                  <a:lnTo>
                    <a:pt x="303" y="801"/>
                  </a:lnTo>
                  <a:lnTo>
                    <a:pt x="312" y="789"/>
                  </a:lnTo>
                  <a:lnTo>
                    <a:pt x="319" y="781"/>
                  </a:lnTo>
                  <a:lnTo>
                    <a:pt x="339" y="741"/>
                  </a:lnTo>
                  <a:lnTo>
                    <a:pt x="346" y="726"/>
                  </a:lnTo>
                  <a:lnTo>
                    <a:pt x="353" y="724"/>
                  </a:lnTo>
                  <a:lnTo>
                    <a:pt x="367" y="728"/>
                  </a:lnTo>
                  <a:lnTo>
                    <a:pt x="372" y="726"/>
                  </a:lnTo>
                  <a:lnTo>
                    <a:pt x="375" y="721"/>
                  </a:lnTo>
                  <a:lnTo>
                    <a:pt x="377" y="714"/>
                  </a:lnTo>
                  <a:lnTo>
                    <a:pt x="387" y="719"/>
                  </a:lnTo>
                  <a:lnTo>
                    <a:pt x="394" y="724"/>
                  </a:lnTo>
                  <a:lnTo>
                    <a:pt x="418" y="726"/>
                  </a:lnTo>
                  <a:lnTo>
                    <a:pt x="425" y="731"/>
                  </a:lnTo>
                  <a:lnTo>
                    <a:pt x="439" y="736"/>
                  </a:lnTo>
                  <a:lnTo>
                    <a:pt x="449" y="731"/>
                  </a:lnTo>
                  <a:lnTo>
                    <a:pt x="468" y="743"/>
                  </a:lnTo>
                  <a:lnTo>
                    <a:pt x="473" y="753"/>
                  </a:lnTo>
                  <a:lnTo>
                    <a:pt x="476" y="755"/>
                  </a:lnTo>
                  <a:lnTo>
                    <a:pt x="478" y="760"/>
                  </a:lnTo>
                  <a:lnTo>
                    <a:pt x="480" y="760"/>
                  </a:lnTo>
                  <a:lnTo>
                    <a:pt x="490" y="765"/>
                  </a:lnTo>
                  <a:lnTo>
                    <a:pt x="500" y="779"/>
                  </a:lnTo>
                  <a:lnTo>
                    <a:pt x="519" y="796"/>
                  </a:lnTo>
                  <a:lnTo>
                    <a:pt x="528" y="810"/>
                  </a:lnTo>
                  <a:lnTo>
                    <a:pt x="528" y="817"/>
                  </a:lnTo>
                  <a:lnTo>
                    <a:pt x="555" y="882"/>
                  </a:lnTo>
                  <a:lnTo>
                    <a:pt x="560" y="897"/>
                  </a:lnTo>
                  <a:lnTo>
                    <a:pt x="591" y="930"/>
                  </a:lnTo>
                  <a:lnTo>
                    <a:pt x="593" y="940"/>
                  </a:lnTo>
                  <a:lnTo>
                    <a:pt x="615" y="962"/>
                  </a:lnTo>
                  <a:lnTo>
                    <a:pt x="620" y="966"/>
                  </a:lnTo>
                  <a:lnTo>
                    <a:pt x="629" y="976"/>
                  </a:lnTo>
                  <a:lnTo>
                    <a:pt x="632" y="981"/>
                  </a:lnTo>
                  <a:lnTo>
                    <a:pt x="629" y="1005"/>
                  </a:lnTo>
                  <a:lnTo>
                    <a:pt x="636" y="1012"/>
                  </a:lnTo>
                  <a:lnTo>
                    <a:pt x="639" y="1039"/>
                  </a:lnTo>
                  <a:lnTo>
                    <a:pt x="644" y="1046"/>
                  </a:lnTo>
                  <a:lnTo>
                    <a:pt x="668" y="1089"/>
                  </a:lnTo>
                  <a:lnTo>
                    <a:pt x="668" y="1101"/>
                  </a:lnTo>
                  <a:lnTo>
                    <a:pt x="684" y="1101"/>
                  </a:lnTo>
                  <a:lnTo>
                    <a:pt x="701" y="1111"/>
                  </a:lnTo>
                  <a:lnTo>
                    <a:pt x="720" y="1118"/>
                  </a:lnTo>
                  <a:lnTo>
                    <a:pt x="752" y="1137"/>
                  </a:lnTo>
                  <a:lnTo>
                    <a:pt x="790" y="1142"/>
                  </a:lnTo>
                  <a:lnTo>
                    <a:pt x="800" y="1142"/>
                  </a:lnTo>
                  <a:lnTo>
                    <a:pt x="821" y="1156"/>
                  </a:lnTo>
                  <a:lnTo>
                    <a:pt x="831" y="1161"/>
                  </a:lnTo>
                  <a:lnTo>
                    <a:pt x="843" y="1149"/>
                  </a:lnTo>
                  <a:lnTo>
                    <a:pt x="850" y="1151"/>
                  </a:lnTo>
                  <a:lnTo>
                    <a:pt x="855" y="1149"/>
                  </a:lnTo>
                  <a:lnTo>
                    <a:pt x="855" y="1142"/>
                  </a:lnTo>
                  <a:lnTo>
                    <a:pt x="845" y="1139"/>
                  </a:lnTo>
                  <a:lnTo>
                    <a:pt x="848" y="1137"/>
                  </a:lnTo>
                  <a:lnTo>
                    <a:pt x="838" y="1125"/>
                  </a:lnTo>
                  <a:lnTo>
                    <a:pt x="824" y="1075"/>
                  </a:lnTo>
                  <a:lnTo>
                    <a:pt x="817" y="1055"/>
                  </a:lnTo>
                  <a:lnTo>
                    <a:pt x="829" y="1024"/>
                  </a:lnTo>
                  <a:lnTo>
                    <a:pt x="826" y="1014"/>
                  </a:lnTo>
                  <a:lnTo>
                    <a:pt x="824" y="1012"/>
                  </a:lnTo>
                  <a:lnTo>
                    <a:pt x="821" y="1012"/>
                  </a:lnTo>
                  <a:lnTo>
                    <a:pt x="819" y="1010"/>
                  </a:lnTo>
                  <a:lnTo>
                    <a:pt x="819" y="1007"/>
                  </a:lnTo>
                  <a:lnTo>
                    <a:pt x="821" y="1005"/>
                  </a:lnTo>
                  <a:lnTo>
                    <a:pt x="833" y="998"/>
                  </a:lnTo>
                  <a:lnTo>
                    <a:pt x="843" y="969"/>
                  </a:lnTo>
                  <a:lnTo>
                    <a:pt x="836" y="966"/>
                  </a:lnTo>
                  <a:lnTo>
                    <a:pt x="833" y="954"/>
                  </a:lnTo>
                  <a:lnTo>
                    <a:pt x="841" y="945"/>
                  </a:lnTo>
                  <a:lnTo>
                    <a:pt x="850" y="952"/>
                  </a:lnTo>
                  <a:lnTo>
                    <a:pt x="865" y="940"/>
                  </a:lnTo>
                  <a:lnTo>
                    <a:pt x="869" y="928"/>
                  </a:lnTo>
                  <a:lnTo>
                    <a:pt x="862" y="921"/>
                  </a:lnTo>
                  <a:lnTo>
                    <a:pt x="865" y="914"/>
                  </a:lnTo>
                  <a:lnTo>
                    <a:pt x="867" y="916"/>
                  </a:lnTo>
                  <a:lnTo>
                    <a:pt x="872" y="916"/>
                  </a:lnTo>
                  <a:lnTo>
                    <a:pt x="877" y="914"/>
                  </a:lnTo>
                  <a:lnTo>
                    <a:pt x="881" y="916"/>
                  </a:lnTo>
                  <a:lnTo>
                    <a:pt x="886" y="916"/>
                  </a:lnTo>
                  <a:lnTo>
                    <a:pt x="891" y="914"/>
                  </a:lnTo>
                  <a:lnTo>
                    <a:pt x="891" y="911"/>
                  </a:lnTo>
                  <a:lnTo>
                    <a:pt x="891" y="899"/>
                  </a:lnTo>
                  <a:lnTo>
                    <a:pt x="893" y="894"/>
                  </a:lnTo>
                  <a:lnTo>
                    <a:pt x="896" y="894"/>
                  </a:lnTo>
                  <a:lnTo>
                    <a:pt x="898" y="897"/>
                  </a:lnTo>
                  <a:lnTo>
                    <a:pt x="903" y="897"/>
                  </a:lnTo>
                  <a:lnTo>
                    <a:pt x="925" y="892"/>
                  </a:lnTo>
                  <a:lnTo>
                    <a:pt x="927" y="890"/>
                  </a:lnTo>
                  <a:lnTo>
                    <a:pt x="929" y="885"/>
                  </a:lnTo>
                  <a:lnTo>
                    <a:pt x="927" y="882"/>
                  </a:lnTo>
                  <a:lnTo>
                    <a:pt x="915" y="878"/>
                  </a:lnTo>
                  <a:lnTo>
                    <a:pt x="915" y="870"/>
                  </a:lnTo>
                  <a:lnTo>
                    <a:pt x="937" y="865"/>
                  </a:lnTo>
                  <a:lnTo>
                    <a:pt x="939" y="861"/>
                  </a:lnTo>
                  <a:lnTo>
                    <a:pt x="946" y="861"/>
                  </a:lnTo>
                  <a:lnTo>
                    <a:pt x="946" y="861"/>
                  </a:lnTo>
                  <a:lnTo>
                    <a:pt x="944" y="863"/>
                  </a:lnTo>
                  <a:lnTo>
                    <a:pt x="949" y="870"/>
                  </a:lnTo>
                  <a:lnTo>
                    <a:pt x="951" y="870"/>
                  </a:lnTo>
                  <a:lnTo>
                    <a:pt x="956" y="865"/>
                  </a:lnTo>
                  <a:lnTo>
                    <a:pt x="987" y="856"/>
                  </a:lnTo>
                  <a:lnTo>
                    <a:pt x="1042" y="822"/>
                  </a:lnTo>
                  <a:lnTo>
                    <a:pt x="1045" y="808"/>
                  </a:lnTo>
                  <a:lnTo>
                    <a:pt x="1071" y="786"/>
                  </a:lnTo>
                  <a:lnTo>
                    <a:pt x="1071" y="781"/>
                  </a:lnTo>
                  <a:lnTo>
                    <a:pt x="1059" y="767"/>
                  </a:lnTo>
                  <a:lnTo>
                    <a:pt x="1061" y="755"/>
                  </a:lnTo>
                  <a:lnTo>
                    <a:pt x="1078" y="748"/>
                  </a:lnTo>
                  <a:lnTo>
                    <a:pt x="1083" y="748"/>
                  </a:lnTo>
                  <a:lnTo>
                    <a:pt x="1081" y="762"/>
                  </a:lnTo>
                  <a:lnTo>
                    <a:pt x="1083" y="767"/>
                  </a:lnTo>
                  <a:lnTo>
                    <a:pt x="1102" y="765"/>
                  </a:lnTo>
                  <a:lnTo>
                    <a:pt x="1105" y="769"/>
                  </a:lnTo>
                  <a:lnTo>
                    <a:pt x="1143" y="753"/>
                  </a:lnTo>
                  <a:lnTo>
                    <a:pt x="1165" y="750"/>
                  </a:lnTo>
                  <a:lnTo>
                    <a:pt x="1167" y="748"/>
                  </a:lnTo>
                  <a:lnTo>
                    <a:pt x="1165" y="745"/>
                  </a:lnTo>
                  <a:lnTo>
                    <a:pt x="1162" y="743"/>
                  </a:lnTo>
                  <a:lnTo>
                    <a:pt x="1160" y="736"/>
                  </a:lnTo>
                  <a:lnTo>
                    <a:pt x="1162" y="731"/>
                  </a:lnTo>
                  <a:lnTo>
                    <a:pt x="1165" y="726"/>
                  </a:lnTo>
                  <a:lnTo>
                    <a:pt x="1172" y="719"/>
                  </a:lnTo>
                  <a:lnTo>
                    <a:pt x="1179" y="695"/>
                  </a:lnTo>
                  <a:lnTo>
                    <a:pt x="1174" y="685"/>
                  </a:lnTo>
                  <a:lnTo>
                    <a:pt x="1174" y="678"/>
                  </a:lnTo>
                  <a:lnTo>
                    <a:pt x="1174" y="673"/>
                  </a:lnTo>
                  <a:lnTo>
                    <a:pt x="1174" y="666"/>
                  </a:lnTo>
                  <a:lnTo>
                    <a:pt x="1177" y="652"/>
                  </a:lnTo>
                  <a:lnTo>
                    <a:pt x="1184" y="647"/>
                  </a:lnTo>
                  <a:lnTo>
                    <a:pt x="1189" y="637"/>
                  </a:lnTo>
                  <a:lnTo>
                    <a:pt x="1191" y="618"/>
                  </a:lnTo>
                  <a:lnTo>
                    <a:pt x="1191" y="606"/>
                  </a:lnTo>
                  <a:lnTo>
                    <a:pt x="1189" y="589"/>
                  </a:lnTo>
                  <a:lnTo>
                    <a:pt x="1182" y="577"/>
                  </a:lnTo>
                  <a:lnTo>
                    <a:pt x="1177" y="575"/>
                  </a:lnTo>
                  <a:lnTo>
                    <a:pt x="1179" y="567"/>
                  </a:lnTo>
                  <a:lnTo>
                    <a:pt x="1177" y="565"/>
                  </a:lnTo>
                  <a:lnTo>
                    <a:pt x="1172" y="553"/>
                  </a:lnTo>
                  <a:lnTo>
                    <a:pt x="1165" y="548"/>
                  </a:lnTo>
                  <a:lnTo>
                    <a:pt x="1162" y="546"/>
                  </a:lnTo>
                  <a:lnTo>
                    <a:pt x="1167" y="534"/>
                  </a:lnTo>
                  <a:lnTo>
                    <a:pt x="1160" y="519"/>
                  </a:lnTo>
                  <a:lnTo>
                    <a:pt x="1146" y="507"/>
                  </a:lnTo>
                  <a:lnTo>
                    <a:pt x="1143" y="500"/>
                  </a:lnTo>
                  <a:lnTo>
                    <a:pt x="1141" y="392"/>
                  </a:lnTo>
                  <a:lnTo>
                    <a:pt x="1141" y="337"/>
                  </a:lnTo>
                  <a:lnTo>
                    <a:pt x="1126" y="332"/>
                  </a:lnTo>
                  <a:lnTo>
                    <a:pt x="1114" y="337"/>
                  </a:lnTo>
                  <a:lnTo>
                    <a:pt x="1110" y="337"/>
                  </a:lnTo>
                  <a:lnTo>
                    <a:pt x="1098" y="327"/>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1" name="Freeform 15"/>
            <p:cNvSpPr>
              <a:spLocks/>
            </p:cNvSpPr>
            <p:nvPr/>
          </p:nvSpPr>
          <p:spPr bwMode="auto">
            <a:xfrm>
              <a:off x="5321723" y="3797179"/>
              <a:ext cx="998538" cy="538162"/>
            </a:xfrm>
            <a:custGeom>
              <a:avLst/>
              <a:gdLst>
                <a:gd name="T0" fmla="*/ 19 w 629"/>
                <a:gd name="T1" fmla="*/ 0 h 339"/>
                <a:gd name="T2" fmla="*/ 564 w 629"/>
                <a:gd name="T3" fmla="*/ 12 h 339"/>
                <a:gd name="T4" fmla="*/ 600 w 629"/>
                <a:gd name="T5" fmla="*/ 38 h 339"/>
                <a:gd name="T6" fmla="*/ 588 w 629"/>
                <a:gd name="T7" fmla="*/ 53 h 339"/>
                <a:gd name="T8" fmla="*/ 586 w 629"/>
                <a:gd name="T9" fmla="*/ 67 h 339"/>
                <a:gd name="T10" fmla="*/ 593 w 629"/>
                <a:gd name="T11" fmla="*/ 72 h 339"/>
                <a:gd name="T12" fmla="*/ 603 w 629"/>
                <a:gd name="T13" fmla="*/ 77 h 339"/>
                <a:gd name="T14" fmla="*/ 607 w 629"/>
                <a:gd name="T15" fmla="*/ 96 h 339"/>
                <a:gd name="T16" fmla="*/ 615 w 629"/>
                <a:gd name="T17" fmla="*/ 101 h 339"/>
                <a:gd name="T18" fmla="*/ 624 w 629"/>
                <a:gd name="T19" fmla="*/ 103 h 339"/>
                <a:gd name="T20" fmla="*/ 627 w 629"/>
                <a:gd name="T21" fmla="*/ 105 h 339"/>
                <a:gd name="T22" fmla="*/ 629 w 629"/>
                <a:gd name="T23" fmla="*/ 339 h 339"/>
                <a:gd name="T24" fmla="*/ 0 w 629"/>
                <a:gd name="T25" fmla="*/ 324 h 339"/>
                <a:gd name="T26" fmla="*/ 19 w 629"/>
                <a:gd name="T27"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9" h="339">
                  <a:moveTo>
                    <a:pt x="19" y="0"/>
                  </a:moveTo>
                  <a:lnTo>
                    <a:pt x="564" y="12"/>
                  </a:lnTo>
                  <a:lnTo>
                    <a:pt x="600" y="38"/>
                  </a:lnTo>
                  <a:lnTo>
                    <a:pt x="588" y="53"/>
                  </a:lnTo>
                  <a:lnTo>
                    <a:pt x="586" y="67"/>
                  </a:lnTo>
                  <a:lnTo>
                    <a:pt x="593" y="72"/>
                  </a:lnTo>
                  <a:lnTo>
                    <a:pt x="603" y="77"/>
                  </a:lnTo>
                  <a:lnTo>
                    <a:pt x="607" y="96"/>
                  </a:lnTo>
                  <a:lnTo>
                    <a:pt x="615" y="101"/>
                  </a:lnTo>
                  <a:lnTo>
                    <a:pt x="624" y="103"/>
                  </a:lnTo>
                  <a:lnTo>
                    <a:pt x="627" y="105"/>
                  </a:lnTo>
                  <a:lnTo>
                    <a:pt x="629" y="339"/>
                  </a:lnTo>
                  <a:lnTo>
                    <a:pt x="0" y="324"/>
                  </a:lnTo>
                  <a:lnTo>
                    <a:pt x="19"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2" name="Freeform 16"/>
            <p:cNvSpPr>
              <a:spLocks/>
            </p:cNvSpPr>
            <p:nvPr/>
          </p:nvSpPr>
          <p:spPr bwMode="auto">
            <a:xfrm>
              <a:off x="5104237" y="3262191"/>
              <a:ext cx="1117600" cy="554037"/>
            </a:xfrm>
            <a:custGeom>
              <a:avLst/>
              <a:gdLst>
                <a:gd name="T0" fmla="*/ 0 w 704"/>
                <a:gd name="T1" fmla="*/ 217 h 349"/>
                <a:gd name="T2" fmla="*/ 19 w 704"/>
                <a:gd name="T3" fmla="*/ 0 h 349"/>
                <a:gd name="T4" fmla="*/ 451 w 704"/>
                <a:gd name="T5" fmla="*/ 24 h 349"/>
                <a:gd name="T6" fmla="*/ 464 w 704"/>
                <a:gd name="T7" fmla="*/ 41 h 349"/>
                <a:gd name="T8" fmla="*/ 478 w 704"/>
                <a:gd name="T9" fmla="*/ 41 h 349"/>
                <a:gd name="T10" fmla="*/ 490 w 704"/>
                <a:gd name="T11" fmla="*/ 39 h 349"/>
                <a:gd name="T12" fmla="*/ 497 w 704"/>
                <a:gd name="T13" fmla="*/ 44 h 349"/>
                <a:gd name="T14" fmla="*/ 504 w 704"/>
                <a:gd name="T15" fmla="*/ 58 h 349"/>
                <a:gd name="T16" fmla="*/ 514 w 704"/>
                <a:gd name="T17" fmla="*/ 60 h 349"/>
                <a:gd name="T18" fmla="*/ 526 w 704"/>
                <a:gd name="T19" fmla="*/ 58 h 349"/>
                <a:gd name="T20" fmla="*/ 538 w 704"/>
                <a:gd name="T21" fmla="*/ 48 h 349"/>
                <a:gd name="T22" fmla="*/ 552 w 704"/>
                <a:gd name="T23" fmla="*/ 48 h 349"/>
                <a:gd name="T24" fmla="*/ 560 w 704"/>
                <a:gd name="T25" fmla="*/ 53 h 349"/>
                <a:gd name="T26" fmla="*/ 596 w 704"/>
                <a:gd name="T27" fmla="*/ 75 h 349"/>
                <a:gd name="T28" fmla="*/ 612 w 704"/>
                <a:gd name="T29" fmla="*/ 87 h 349"/>
                <a:gd name="T30" fmla="*/ 612 w 704"/>
                <a:gd name="T31" fmla="*/ 96 h 349"/>
                <a:gd name="T32" fmla="*/ 622 w 704"/>
                <a:gd name="T33" fmla="*/ 104 h 349"/>
                <a:gd name="T34" fmla="*/ 622 w 704"/>
                <a:gd name="T35" fmla="*/ 111 h 349"/>
                <a:gd name="T36" fmla="*/ 617 w 704"/>
                <a:gd name="T37" fmla="*/ 128 h 349"/>
                <a:gd name="T38" fmla="*/ 627 w 704"/>
                <a:gd name="T39" fmla="*/ 135 h 349"/>
                <a:gd name="T40" fmla="*/ 632 w 704"/>
                <a:gd name="T41" fmla="*/ 152 h 349"/>
                <a:gd name="T42" fmla="*/ 641 w 704"/>
                <a:gd name="T43" fmla="*/ 161 h 349"/>
                <a:gd name="T44" fmla="*/ 636 w 704"/>
                <a:gd name="T45" fmla="*/ 168 h 349"/>
                <a:gd name="T46" fmla="*/ 641 w 704"/>
                <a:gd name="T47" fmla="*/ 178 h 349"/>
                <a:gd name="T48" fmla="*/ 651 w 704"/>
                <a:gd name="T49" fmla="*/ 185 h 349"/>
                <a:gd name="T50" fmla="*/ 656 w 704"/>
                <a:gd name="T51" fmla="*/ 195 h 349"/>
                <a:gd name="T52" fmla="*/ 651 w 704"/>
                <a:gd name="T53" fmla="*/ 205 h 349"/>
                <a:gd name="T54" fmla="*/ 648 w 704"/>
                <a:gd name="T55" fmla="*/ 221 h 349"/>
                <a:gd name="T56" fmla="*/ 660 w 704"/>
                <a:gd name="T57" fmla="*/ 226 h 349"/>
                <a:gd name="T58" fmla="*/ 663 w 704"/>
                <a:gd name="T59" fmla="*/ 236 h 349"/>
                <a:gd name="T60" fmla="*/ 658 w 704"/>
                <a:gd name="T61" fmla="*/ 243 h 349"/>
                <a:gd name="T62" fmla="*/ 660 w 704"/>
                <a:gd name="T63" fmla="*/ 253 h 349"/>
                <a:gd name="T64" fmla="*/ 665 w 704"/>
                <a:gd name="T65" fmla="*/ 260 h 349"/>
                <a:gd name="T66" fmla="*/ 663 w 704"/>
                <a:gd name="T67" fmla="*/ 269 h 349"/>
                <a:gd name="T68" fmla="*/ 665 w 704"/>
                <a:gd name="T69" fmla="*/ 281 h 349"/>
                <a:gd name="T70" fmla="*/ 670 w 704"/>
                <a:gd name="T71" fmla="*/ 286 h 349"/>
                <a:gd name="T72" fmla="*/ 675 w 704"/>
                <a:gd name="T73" fmla="*/ 296 h 349"/>
                <a:gd name="T74" fmla="*/ 684 w 704"/>
                <a:gd name="T75" fmla="*/ 303 h 349"/>
                <a:gd name="T76" fmla="*/ 687 w 704"/>
                <a:gd name="T77" fmla="*/ 317 h 349"/>
                <a:gd name="T78" fmla="*/ 699 w 704"/>
                <a:gd name="T79" fmla="*/ 332 h 349"/>
                <a:gd name="T80" fmla="*/ 704 w 704"/>
                <a:gd name="T81" fmla="*/ 334 h 349"/>
                <a:gd name="T82" fmla="*/ 701 w 704"/>
                <a:gd name="T83" fmla="*/ 346 h 349"/>
                <a:gd name="T84" fmla="*/ 701 w 704"/>
                <a:gd name="T85" fmla="*/ 349 h 349"/>
                <a:gd name="T86" fmla="*/ 156 w 704"/>
                <a:gd name="T87" fmla="*/ 337 h 349"/>
                <a:gd name="T88" fmla="*/ 161 w 704"/>
                <a:gd name="T89" fmla="*/ 229 h 349"/>
                <a:gd name="T90" fmla="*/ 0 w 704"/>
                <a:gd name="T91" fmla="*/ 217 h 349"/>
                <a:gd name="T92" fmla="*/ 0 w 704"/>
                <a:gd name="T93" fmla="*/ 217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4" h="349">
                  <a:moveTo>
                    <a:pt x="0" y="217"/>
                  </a:moveTo>
                  <a:lnTo>
                    <a:pt x="19" y="0"/>
                  </a:lnTo>
                  <a:lnTo>
                    <a:pt x="451" y="24"/>
                  </a:lnTo>
                  <a:lnTo>
                    <a:pt x="464" y="41"/>
                  </a:lnTo>
                  <a:lnTo>
                    <a:pt x="478" y="41"/>
                  </a:lnTo>
                  <a:lnTo>
                    <a:pt x="490" y="39"/>
                  </a:lnTo>
                  <a:lnTo>
                    <a:pt x="497" y="44"/>
                  </a:lnTo>
                  <a:lnTo>
                    <a:pt x="504" y="58"/>
                  </a:lnTo>
                  <a:lnTo>
                    <a:pt x="514" y="60"/>
                  </a:lnTo>
                  <a:lnTo>
                    <a:pt x="526" y="58"/>
                  </a:lnTo>
                  <a:lnTo>
                    <a:pt x="538" y="48"/>
                  </a:lnTo>
                  <a:lnTo>
                    <a:pt x="552" y="48"/>
                  </a:lnTo>
                  <a:lnTo>
                    <a:pt x="560" y="53"/>
                  </a:lnTo>
                  <a:lnTo>
                    <a:pt x="596" y="75"/>
                  </a:lnTo>
                  <a:lnTo>
                    <a:pt x="612" y="87"/>
                  </a:lnTo>
                  <a:lnTo>
                    <a:pt x="612" y="96"/>
                  </a:lnTo>
                  <a:lnTo>
                    <a:pt x="622" y="104"/>
                  </a:lnTo>
                  <a:lnTo>
                    <a:pt x="622" y="111"/>
                  </a:lnTo>
                  <a:lnTo>
                    <a:pt x="617" y="128"/>
                  </a:lnTo>
                  <a:lnTo>
                    <a:pt x="627" y="135"/>
                  </a:lnTo>
                  <a:lnTo>
                    <a:pt x="632" y="152"/>
                  </a:lnTo>
                  <a:lnTo>
                    <a:pt x="641" y="161"/>
                  </a:lnTo>
                  <a:lnTo>
                    <a:pt x="636" y="168"/>
                  </a:lnTo>
                  <a:lnTo>
                    <a:pt x="641" y="178"/>
                  </a:lnTo>
                  <a:lnTo>
                    <a:pt x="651" y="185"/>
                  </a:lnTo>
                  <a:lnTo>
                    <a:pt x="656" y="195"/>
                  </a:lnTo>
                  <a:lnTo>
                    <a:pt x="651" y="205"/>
                  </a:lnTo>
                  <a:lnTo>
                    <a:pt x="648" y="221"/>
                  </a:lnTo>
                  <a:lnTo>
                    <a:pt x="660" y="226"/>
                  </a:lnTo>
                  <a:lnTo>
                    <a:pt x="663" y="236"/>
                  </a:lnTo>
                  <a:lnTo>
                    <a:pt x="658" y="243"/>
                  </a:lnTo>
                  <a:lnTo>
                    <a:pt x="660" y="253"/>
                  </a:lnTo>
                  <a:lnTo>
                    <a:pt x="665" y="260"/>
                  </a:lnTo>
                  <a:lnTo>
                    <a:pt x="663" y="269"/>
                  </a:lnTo>
                  <a:lnTo>
                    <a:pt x="665" y="281"/>
                  </a:lnTo>
                  <a:lnTo>
                    <a:pt x="670" y="286"/>
                  </a:lnTo>
                  <a:lnTo>
                    <a:pt x="675" y="296"/>
                  </a:lnTo>
                  <a:lnTo>
                    <a:pt x="684" y="303"/>
                  </a:lnTo>
                  <a:lnTo>
                    <a:pt x="687" y="317"/>
                  </a:lnTo>
                  <a:lnTo>
                    <a:pt x="699" y="332"/>
                  </a:lnTo>
                  <a:lnTo>
                    <a:pt x="704" y="334"/>
                  </a:lnTo>
                  <a:lnTo>
                    <a:pt x="701" y="346"/>
                  </a:lnTo>
                  <a:lnTo>
                    <a:pt x="701" y="349"/>
                  </a:lnTo>
                  <a:lnTo>
                    <a:pt x="156" y="337"/>
                  </a:lnTo>
                  <a:lnTo>
                    <a:pt x="161" y="229"/>
                  </a:lnTo>
                  <a:lnTo>
                    <a:pt x="0" y="217"/>
                  </a:lnTo>
                  <a:lnTo>
                    <a:pt x="0" y="217"/>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3" name="Freeform 17"/>
            <p:cNvSpPr>
              <a:spLocks/>
            </p:cNvSpPr>
            <p:nvPr/>
          </p:nvSpPr>
          <p:spPr bwMode="auto">
            <a:xfrm>
              <a:off x="5134399" y="2762129"/>
              <a:ext cx="946150" cy="638175"/>
            </a:xfrm>
            <a:custGeom>
              <a:avLst/>
              <a:gdLst>
                <a:gd name="T0" fmla="*/ 0 w 596"/>
                <a:gd name="T1" fmla="*/ 315 h 402"/>
                <a:gd name="T2" fmla="*/ 17 w 596"/>
                <a:gd name="T3" fmla="*/ 104 h 402"/>
                <a:gd name="T4" fmla="*/ 27 w 596"/>
                <a:gd name="T5" fmla="*/ 0 h 402"/>
                <a:gd name="T6" fmla="*/ 584 w 596"/>
                <a:gd name="T7" fmla="*/ 24 h 402"/>
                <a:gd name="T8" fmla="*/ 586 w 596"/>
                <a:gd name="T9" fmla="*/ 32 h 402"/>
                <a:gd name="T10" fmla="*/ 581 w 596"/>
                <a:gd name="T11" fmla="*/ 44 h 402"/>
                <a:gd name="T12" fmla="*/ 567 w 596"/>
                <a:gd name="T13" fmla="*/ 58 h 402"/>
                <a:gd name="T14" fmla="*/ 567 w 596"/>
                <a:gd name="T15" fmla="*/ 68 h 402"/>
                <a:gd name="T16" fmla="*/ 596 w 596"/>
                <a:gd name="T17" fmla="*/ 94 h 402"/>
                <a:gd name="T18" fmla="*/ 596 w 596"/>
                <a:gd name="T19" fmla="*/ 289 h 402"/>
                <a:gd name="T20" fmla="*/ 591 w 596"/>
                <a:gd name="T21" fmla="*/ 289 h 402"/>
                <a:gd name="T22" fmla="*/ 584 w 596"/>
                <a:gd name="T23" fmla="*/ 289 h 402"/>
                <a:gd name="T24" fmla="*/ 586 w 596"/>
                <a:gd name="T25" fmla="*/ 296 h 402"/>
                <a:gd name="T26" fmla="*/ 591 w 596"/>
                <a:gd name="T27" fmla="*/ 301 h 402"/>
                <a:gd name="T28" fmla="*/ 586 w 596"/>
                <a:gd name="T29" fmla="*/ 313 h 402"/>
                <a:gd name="T30" fmla="*/ 591 w 596"/>
                <a:gd name="T31" fmla="*/ 318 h 402"/>
                <a:gd name="T32" fmla="*/ 596 w 596"/>
                <a:gd name="T33" fmla="*/ 334 h 402"/>
                <a:gd name="T34" fmla="*/ 589 w 596"/>
                <a:gd name="T35" fmla="*/ 339 h 402"/>
                <a:gd name="T36" fmla="*/ 591 w 596"/>
                <a:gd name="T37" fmla="*/ 349 h 402"/>
                <a:gd name="T38" fmla="*/ 581 w 596"/>
                <a:gd name="T39" fmla="*/ 368 h 402"/>
                <a:gd name="T40" fmla="*/ 591 w 596"/>
                <a:gd name="T41" fmla="*/ 387 h 402"/>
                <a:gd name="T42" fmla="*/ 593 w 596"/>
                <a:gd name="T43" fmla="*/ 399 h 402"/>
                <a:gd name="T44" fmla="*/ 593 w 596"/>
                <a:gd name="T45" fmla="*/ 402 h 402"/>
                <a:gd name="T46" fmla="*/ 577 w 596"/>
                <a:gd name="T47" fmla="*/ 390 h 402"/>
                <a:gd name="T48" fmla="*/ 541 w 596"/>
                <a:gd name="T49" fmla="*/ 368 h 402"/>
                <a:gd name="T50" fmla="*/ 533 w 596"/>
                <a:gd name="T51" fmla="*/ 363 h 402"/>
                <a:gd name="T52" fmla="*/ 519 w 596"/>
                <a:gd name="T53" fmla="*/ 363 h 402"/>
                <a:gd name="T54" fmla="*/ 507 w 596"/>
                <a:gd name="T55" fmla="*/ 373 h 402"/>
                <a:gd name="T56" fmla="*/ 495 w 596"/>
                <a:gd name="T57" fmla="*/ 375 h 402"/>
                <a:gd name="T58" fmla="*/ 485 w 596"/>
                <a:gd name="T59" fmla="*/ 373 h 402"/>
                <a:gd name="T60" fmla="*/ 478 w 596"/>
                <a:gd name="T61" fmla="*/ 359 h 402"/>
                <a:gd name="T62" fmla="*/ 471 w 596"/>
                <a:gd name="T63" fmla="*/ 354 h 402"/>
                <a:gd name="T64" fmla="*/ 459 w 596"/>
                <a:gd name="T65" fmla="*/ 356 h 402"/>
                <a:gd name="T66" fmla="*/ 445 w 596"/>
                <a:gd name="T67" fmla="*/ 356 h 402"/>
                <a:gd name="T68" fmla="*/ 432 w 596"/>
                <a:gd name="T69" fmla="*/ 339 h 402"/>
                <a:gd name="T70" fmla="*/ 0 w 596"/>
                <a:gd name="T71" fmla="*/ 315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96" h="402">
                  <a:moveTo>
                    <a:pt x="0" y="315"/>
                  </a:moveTo>
                  <a:lnTo>
                    <a:pt x="17" y="104"/>
                  </a:lnTo>
                  <a:lnTo>
                    <a:pt x="27" y="0"/>
                  </a:lnTo>
                  <a:lnTo>
                    <a:pt x="584" y="24"/>
                  </a:lnTo>
                  <a:lnTo>
                    <a:pt x="586" y="32"/>
                  </a:lnTo>
                  <a:lnTo>
                    <a:pt x="581" y="44"/>
                  </a:lnTo>
                  <a:lnTo>
                    <a:pt x="567" y="58"/>
                  </a:lnTo>
                  <a:lnTo>
                    <a:pt x="567" y="68"/>
                  </a:lnTo>
                  <a:lnTo>
                    <a:pt x="596" y="94"/>
                  </a:lnTo>
                  <a:lnTo>
                    <a:pt x="596" y="289"/>
                  </a:lnTo>
                  <a:lnTo>
                    <a:pt x="591" y="289"/>
                  </a:lnTo>
                  <a:lnTo>
                    <a:pt x="584" y="289"/>
                  </a:lnTo>
                  <a:lnTo>
                    <a:pt x="586" y="296"/>
                  </a:lnTo>
                  <a:lnTo>
                    <a:pt x="591" y="301"/>
                  </a:lnTo>
                  <a:lnTo>
                    <a:pt x="586" y="313"/>
                  </a:lnTo>
                  <a:lnTo>
                    <a:pt x="591" y="318"/>
                  </a:lnTo>
                  <a:lnTo>
                    <a:pt x="596" y="334"/>
                  </a:lnTo>
                  <a:lnTo>
                    <a:pt x="589" y="339"/>
                  </a:lnTo>
                  <a:lnTo>
                    <a:pt x="591" y="349"/>
                  </a:lnTo>
                  <a:lnTo>
                    <a:pt x="581" y="368"/>
                  </a:lnTo>
                  <a:lnTo>
                    <a:pt x="591" y="387"/>
                  </a:lnTo>
                  <a:lnTo>
                    <a:pt x="593" y="399"/>
                  </a:lnTo>
                  <a:lnTo>
                    <a:pt x="593" y="402"/>
                  </a:lnTo>
                  <a:lnTo>
                    <a:pt x="577" y="390"/>
                  </a:lnTo>
                  <a:lnTo>
                    <a:pt x="541" y="368"/>
                  </a:lnTo>
                  <a:lnTo>
                    <a:pt x="533" y="363"/>
                  </a:lnTo>
                  <a:lnTo>
                    <a:pt x="519" y="363"/>
                  </a:lnTo>
                  <a:lnTo>
                    <a:pt x="507" y="373"/>
                  </a:lnTo>
                  <a:lnTo>
                    <a:pt x="495" y="375"/>
                  </a:lnTo>
                  <a:lnTo>
                    <a:pt x="485" y="373"/>
                  </a:lnTo>
                  <a:lnTo>
                    <a:pt x="478" y="359"/>
                  </a:lnTo>
                  <a:lnTo>
                    <a:pt x="471" y="354"/>
                  </a:lnTo>
                  <a:lnTo>
                    <a:pt x="459" y="356"/>
                  </a:lnTo>
                  <a:lnTo>
                    <a:pt x="445" y="356"/>
                  </a:lnTo>
                  <a:lnTo>
                    <a:pt x="432" y="339"/>
                  </a:lnTo>
                  <a:lnTo>
                    <a:pt x="0" y="315"/>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4" name="Freeform 18"/>
            <p:cNvSpPr>
              <a:spLocks/>
            </p:cNvSpPr>
            <p:nvPr/>
          </p:nvSpPr>
          <p:spPr bwMode="auto">
            <a:xfrm>
              <a:off x="5177262" y="2244604"/>
              <a:ext cx="887413" cy="555625"/>
            </a:xfrm>
            <a:custGeom>
              <a:avLst/>
              <a:gdLst>
                <a:gd name="T0" fmla="*/ 0 w 559"/>
                <a:gd name="T1" fmla="*/ 326 h 350"/>
                <a:gd name="T2" fmla="*/ 26 w 559"/>
                <a:gd name="T3" fmla="*/ 0 h 350"/>
                <a:gd name="T4" fmla="*/ 170 w 559"/>
                <a:gd name="T5" fmla="*/ 9 h 350"/>
                <a:gd name="T6" fmla="*/ 273 w 559"/>
                <a:gd name="T7" fmla="*/ 19 h 350"/>
                <a:gd name="T8" fmla="*/ 514 w 559"/>
                <a:gd name="T9" fmla="*/ 24 h 350"/>
                <a:gd name="T10" fmla="*/ 516 w 559"/>
                <a:gd name="T11" fmla="*/ 33 h 350"/>
                <a:gd name="T12" fmla="*/ 523 w 559"/>
                <a:gd name="T13" fmla="*/ 57 h 350"/>
                <a:gd name="T14" fmla="*/ 521 w 559"/>
                <a:gd name="T15" fmla="*/ 67 h 350"/>
                <a:gd name="T16" fmla="*/ 518 w 559"/>
                <a:gd name="T17" fmla="*/ 84 h 350"/>
                <a:gd name="T18" fmla="*/ 518 w 559"/>
                <a:gd name="T19" fmla="*/ 112 h 350"/>
                <a:gd name="T20" fmla="*/ 526 w 559"/>
                <a:gd name="T21" fmla="*/ 149 h 350"/>
                <a:gd name="T22" fmla="*/ 535 w 559"/>
                <a:gd name="T23" fmla="*/ 158 h 350"/>
                <a:gd name="T24" fmla="*/ 540 w 559"/>
                <a:gd name="T25" fmla="*/ 189 h 350"/>
                <a:gd name="T26" fmla="*/ 542 w 559"/>
                <a:gd name="T27" fmla="*/ 242 h 350"/>
                <a:gd name="T28" fmla="*/ 545 w 559"/>
                <a:gd name="T29" fmla="*/ 254 h 350"/>
                <a:gd name="T30" fmla="*/ 545 w 559"/>
                <a:gd name="T31" fmla="*/ 274 h 350"/>
                <a:gd name="T32" fmla="*/ 547 w 559"/>
                <a:gd name="T33" fmla="*/ 281 h 350"/>
                <a:gd name="T34" fmla="*/ 559 w 559"/>
                <a:gd name="T35" fmla="*/ 319 h 350"/>
                <a:gd name="T36" fmla="*/ 557 w 559"/>
                <a:gd name="T37" fmla="*/ 334 h 350"/>
                <a:gd name="T38" fmla="*/ 557 w 559"/>
                <a:gd name="T39" fmla="*/ 350 h 350"/>
                <a:gd name="T40" fmla="*/ 0 w 559"/>
                <a:gd name="T41" fmla="*/ 326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9" h="350">
                  <a:moveTo>
                    <a:pt x="0" y="326"/>
                  </a:moveTo>
                  <a:lnTo>
                    <a:pt x="26" y="0"/>
                  </a:lnTo>
                  <a:lnTo>
                    <a:pt x="170" y="9"/>
                  </a:lnTo>
                  <a:lnTo>
                    <a:pt x="273" y="19"/>
                  </a:lnTo>
                  <a:lnTo>
                    <a:pt x="514" y="24"/>
                  </a:lnTo>
                  <a:lnTo>
                    <a:pt x="516" y="33"/>
                  </a:lnTo>
                  <a:lnTo>
                    <a:pt x="523" y="57"/>
                  </a:lnTo>
                  <a:lnTo>
                    <a:pt x="521" y="67"/>
                  </a:lnTo>
                  <a:lnTo>
                    <a:pt x="518" y="84"/>
                  </a:lnTo>
                  <a:lnTo>
                    <a:pt x="518" y="112"/>
                  </a:lnTo>
                  <a:lnTo>
                    <a:pt x="526" y="149"/>
                  </a:lnTo>
                  <a:lnTo>
                    <a:pt x="535" y="158"/>
                  </a:lnTo>
                  <a:lnTo>
                    <a:pt x="540" y="189"/>
                  </a:lnTo>
                  <a:lnTo>
                    <a:pt x="542" y="242"/>
                  </a:lnTo>
                  <a:lnTo>
                    <a:pt x="545" y="254"/>
                  </a:lnTo>
                  <a:lnTo>
                    <a:pt x="545" y="274"/>
                  </a:lnTo>
                  <a:lnTo>
                    <a:pt x="547" y="281"/>
                  </a:lnTo>
                  <a:lnTo>
                    <a:pt x="559" y="319"/>
                  </a:lnTo>
                  <a:lnTo>
                    <a:pt x="557" y="334"/>
                  </a:lnTo>
                  <a:lnTo>
                    <a:pt x="557" y="350"/>
                  </a:lnTo>
                  <a:lnTo>
                    <a:pt x="0" y="326"/>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5" name="Freeform 19"/>
            <p:cNvSpPr>
              <a:spLocks/>
            </p:cNvSpPr>
            <p:nvPr/>
          </p:nvSpPr>
          <p:spPr bwMode="auto">
            <a:xfrm>
              <a:off x="3838999" y="2052516"/>
              <a:ext cx="1379538" cy="874712"/>
            </a:xfrm>
            <a:custGeom>
              <a:avLst/>
              <a:gdLst>
                <a:gd name="T0" fmla="*/ 305 w 869"/>
                <a:gd name="T1" fmla="*/ 486 h 551"/>
                <a:gd name="T2" fmla="*/ 297 w 869"/>
                <a:gd name="T3" fmla="*/ 541 h 551"/>
                <a:gd name="T4" fmla="*/ 285 w 869"/>
                <a:gd name="T5" fmla="*/ 519 h 551"/>
                <a:gd name="T6" fmla="*/ 266 w 869"/>
                <a:gd name="T7" fmla="*/ 517 h 551"/>
                <a:gd name="T8" fmla="*/ 245 w 869"/>
                <a:gd name="T9" fmla="*/ 524 h 551"/>
                <a:gd name="T10" fmla="*/ 233 w 869"/>
                <a:gd name="T11" fmla="*/ 522 h 551"/>
                <a:gd name="T12" fmla="*/ 209 w 869"/>
                <a:gd name="T13" fmla="*/ 517 h 551"/>
                <a:gd name="T14" fmla="*/ 194 w 869"/>
                <a:gd name="T15" fmla="*/ 524 h 551"/>
                <a:gd name="T16" fmla="*/ 170 w 869"/>
                <a:gd name="T17" fmla="*/ 517 h 551"/>
                <a:gd name="T18" fmla="*/ 161 w 869"/>
                <a:gd name="T19" fmla="*/ 529 h 551"/>
                <a:gd name="T20" fmla="*/ 146 w 869"/>
                <a:gd name="T21" fmla="*/ 512 h 551"/>
                <a:gd name="T22" fmla="*/ 149 w 869"/>
                <a:gd name="T23" fmla="*/ 493 h 551"/>
                <a:gd name="T24" fmla="*/ 139 w 869"/>
                <a:gd name="T25" fmla="*/ 476 h 551"/>
                <a:gd name="T26" fmla="*/ 122 w 869"/>
                <a:gd name="T27" fmla="*/ 462 h 551"/>
                <a:gd name="T28" fmla="*/ 127 w 869"/>
                <a:gd name="T29" fmla="*/ 447 h 551"/>
                <a:gd name="T30" fmla="*/ 113 w 869"/>
                <a:gd name="T31" fmla="*/ 421 h 551"/>
                <a:gd name="T32" fmla="*/ 115 w 869"/>
                <a:gd name="T33" fmla="*/ 385 h 551"/>
                <a:gd name="T34" fmla="*/ 108 w 869"/>
                <a:gd name="T35" fmla="*/ 380 h 551"/>
                <a:gd name="T36" fmla="*/ 103 w 869"/>
                <a:gd name="T37" fmla="*/ 370 h 551"/>
                <a:gd name="T38" fmla="*/ 77 w 869"/>
                <a:gd name="T39" fmla="*/ 390 h 551"/>
                <a:gd name="T40" fmla="*/ 57 w 869"/>
                <a:gd name="T41" fmla="*/ 378 h 551"/>
                <a:gd name="T42" fmla="*/ 60 w 869"/>
                <a:gd name="T43" fmla="*/ 363 h 551"/>
                <a:gd name="T44" fmla="*/ 72 w 869"/>
                <a:gd name="T45" fmla="*/ 344 h 551"/>
                <a:gd name="T46" fmla="*/ 72 w 869"/>
                <a:gd name="T47" fmla="*/ 334 h 551"/>
                <a:gd name="T48" fmla="*/ 79 w 869"/>
                <a:gd name="T49" fmla="*/ 313 h 551"/>
                <a:gd name="T50" fmla="*/ 93 w 869"/>
                <a:gd name="T51" fmla="*/ 272 h 551"/>
                <a:gd name="T52" fmla="*/ 74 w 869"/>
                <a:gd name="T53" fmla="*/ 262 h 551"/>
                <a:gd name="T54" fmla="*/ 60 w 869"/>
                <a:gd name="T55" fmla="*/ 253 h 551"/>
                <a:gd name="T56" fmla="*/ 53 w 869"/>
                <a:gd name="T57" fmla="*/ 226 h 551"/>
                <a:gd name="T58" fmla="*/ 21 w 869"/>
                <a:gd name="T59" fmla="*/ 181 h 551"/>
                <a:gd name="T60" fmla="*/ 7 w 869"/>
                <a:gd name="T61" fmla="*/ 164 h 551"/>
                <a:gd name="T62" fmla="*/ 17 w 869"/>
                <a:gd name="T63" fmla="*/ 147 h 551"/>
                <a:gd name="T64" fmla="*/ 0 w 869"/>
                <a:gd name="T65" fmla="*/ 101 h 551"/>
                <a:gd name="T66" fmla="*/ 98 w 869"/>
                <a:gd name="T67" fmla="*/ 12 h 551"/>
                <a:gd name="T68" fmla="*/ 528 w 869"/>
                <a:gd name="T69" fmla="*/ 87 h 551"/>
                <a:gd name="T70" fmla="*/ 843 w 869"/>
                <a:gd name="T71" fmla="*/ 447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69" h="551">
                  <a:moveTo>
                    <a:pt x="833" y="551"/>
                  </a:moveTo>
                  <a:lnTo>
                    <a:pt x="305" y="486"/>
                  </a:lnTo>
                  <a:lnTo>
                    <a:pt x="297" y="539"/>
                  </a:lnTo>
                  <a:lnTo>
                    <a:pt x="297" y="541"/>
                  </a:lnTo>
                  <a:lnTo>
                    <a:pt x="288" y="532"/>
                  </a:lnTo>
                  <a:lnTo>
                    <a:pt x="285" y="519"/>
                  </a:lnTo>
                  <a:lnTo>
                    <a:pt x="276" y="507"/>
                  </a:lnTo>
                  <a:lnTo>
                    <a:pt x="266" y="517"/>
                  </a:lnTo>
                  <a:lnTo>
                    <a:pt x="266" y="524"/>
                  </a:lnTo>
                  <a:lnTo>
                    <a:pt x="245" y="524"/>
                  </a:lnTo>
                  <a:lnTo>
                    <a:pt x="242" y="527"/>
                  </a:lnTo>
                  <a:lnTo>
                    <a:pt x="233" y="522"/>
                  </a:lnTo>
                  <a:lnTo>
                    <a:pt x="211" y="519"/>
                  </a:lnTo>
                  <a:lnTo>
                    <a:pt x="209" y="517"/>
                  </a:lnTo>
                  <a:lnTo>
                    <a:pt x="201" y="517"/>
                  </a:lnTo>
                  <a:lnTo>
                    <a:pt x="194" y="524"/>
                  </a:lnTo>
                  <a:lnTo>
                    <a:pt x="187" y="522"/>
                  </a:lnTo>
                  <a:lnTo>
                    <a:pt x="170" y="517"/>
                  </a:lnTo>
                  <a:lnTo>
                    <a:pt x="165" y="519"/>
                  </a:lnTo>
                  <a:lnTo>
                    <a:pt x="161" y="529"/>
                  </a:lnTo>
                  <a:lnTo>
                    <a:pt x="151" y="524"/>
                  </a:lnTo>
                  <a:lnTo>
                    <a:pt x="146" y="512"/>
                  </a:lnTo>
                  <a:lnTo>
                    <a:pt x="146" y="507"/>
                  </a:lnTo>
                  <a:lnTo>
                    <a:pt x="149" y="493"/>
                  </a:lnTo>
                  <a:lnTo>
                    <a:pt x="146" y="486"/>
                  </a:lnTo>
                  <a:lnTo>
                    <a:pt x="139" y="476"/>
                  </a:lnTo>
                  <a:lnTo>
                    <a:pt x="129" y="476"/>
                  </a:lnTo>
                  <a:lnTo>
                    <a:pt x="122" y="462"/>
                  </a:lnTo>
                  <a:lnTo>
                    <a:pt x="127" y="455"/>
                  </a:lnTo>
                  <a:lnTo>
                    <a:pt x="127" y="447"/>
                  </a:lnTo>
                  <a:lnTo>
                    <a:pt x="117" y="435"/>
                  </a:lnTo>
                  <a:lnTo>
                    <a:pt x="113" y="421"/>
                  </a:lnTo>
                  <a:lnTo>
                    <a:pt x="113" y="399"/>
                  </a:lnTo>
                  <a:lnTo>
                    <a:pt x="115" y="385"/>
                  </a:lnTo>
                  <a:lnTo>
                    <a:pt x="110" y="383"/>
                  </a:lnTo>
                  <a:lnTo>
                    <a:pt x="108" y="380"/>
                  </a:lnTo>
                  <a:lnTo>
                    <a:pt x="105" y="373"/>
                  </a:lnTo>
                  <a:lnTo>
                    <a:pt x="103" y="370"/>
                  </a:lnTo>
                  <a:lnTo>
                    <a:pt x="101" y="373"/>
                  </a:lnTo>
                  <a:lnTo>
                    <a:pt x="77" y="390"/>
                  </a:lnTo>
                  <a:lnTo>
                    <a:pt x="72" y="392"/>
                  </a:lnTo>
                  <a:lnTo>
                    <a:pt x="57" y="378"/>
                  </a:lnTo>
                  <a:lnTo>
                    <a:pt x="60" y="368"/>
                  </a:lnTo>
                  <a:lnTo>
                    <a:pt x="60" y="363"/>
                  </a:lnTo>
                  <a:lnTo>
                    <a:pt x="60" y="354"/>
                  </a:lnTo>
                  <a:lnTo>
                    <a:pt x="72" y="344"/>
                  </a:lnTo>
                  <a:lnTo>
                    <a:pt x="74" y="334"/>
                  </a:lnTo>
                  <a:lnTo>
                    <a:pt x="72" y="334"/>
                  </a:lnTo>
                  <a:lnTo>
                    <a:pt x="72" y="318"/>
                  </a:lnTo>
                  <a:lnTo>
                    <a:pt x="79" y="313"/>
                  </a:lnTo>
                  <a:lnTo>
                    <a:pt x="77" y="306"/>
                  </a:lnTo>
                  <a:lnTo>
                    <a:pt x="93" y="272"/>
                  </a:lnTo>
                  <a:lnTo>
                    <a:pt x="89" y="265"/>
                  </a:lnTo>
                  <a:lnTo>
                    <a:pt x="74" y="262"/>
                  </a:lnTo>
                  <a:lnTo>
                    <a:pt x="72" y="255"/>
                  </a:lnTo>
                  <a:lnTo>
                    <a:pt x="60" y="253"/>
                  </a:lnTo>
                  <a:lnTo>
                    <a:pt x="55" y="241"/>
                  </a:lnTo>
                  <a:lnTo>
                    <a:pt x="53" y="226"/>
                  </a:lnTo>
                  <a:lnTo>
                    <a:pt x="41" y="197"/>
                  </a:lnTo>
                  <a:lnTo>
                    <a:pt x="21" y="181"/>
                  </a:lnTo>
                  <a:lnTo>
                    <a:pt x="14" y="169"/>
                  </a:lnTo>
                  <a:lnTo>
                    <a:pt x="7" y="164"/>
                  </a:lnTo>
                  <a:lnTo>
                    <a:pt x="12" y="159"/>
                  </a:lnTo>
                  <a:lnTo>
                    <a:pt x="17" y="147"/>
                  </a:lnTo>
                  <a:lnTo>
                    <a:pt x="12" y="130"/>
                  </a:lnTo>
                  <a:lnTo>
                    <a:pt x="0" y="101"/>
                  </a:lnTo>
                  <a:lnTo>
                    <a:pt x="19" y="0"/>
                  </a:lnTo>
                  <a:lnTo>
                    <a:pt x="98" y="12"/>
                  </a:lnTo>
                  <a:lnTo>
                    <a:pt x="312" y="48"/>
                  </a:lnTo>
                  <a:lnTo>
                    <a:pt x="528" y="87"/>
                  </a:lnTo>
                  <a:lnTo>
                    <a:pt x="869" y="121"/>
                  </a:lnTo>
                  <a:lnTo>
                    <a:pt x="843" y="447"/>
                  </a:lnTo>
                  <a:lnTo>
                    <a:pt x="833" y="551"/>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6" name="Freeform 20"/>
            <p:cNvSpPr>
              <a:spLocks/>
            </p:cNvSpPr>
            <p:nvPr/>
          </p:nvSpPr>
          <p:spPr bwMode="auto">
            <a:xfrm>
              <a:off x="4219999" y="2824041"/>
              <a:ext cx="941388" cy="782637"/>
            </a:xfrm>
            <a:custGeom>
              <a:avLst/>
              <a:gdLst>
                <a:gd name="T0" fmla="*/ 557 w 593"/>
                <a:gd name="T1" fmla="*/ 493 h 493"/>
                <a:gd name="T2" fmla="*/ 576 w 593"/>
                <a:gd name="T3" fmla="*/ 276 h 493"/>
                <a:gd name="T4" fmla="*/ 593 w 593"/>
                <a:gd name="T5" fmla="*/ 65 h 493"/>
                <a:gd name="T6" fmla="*/ 65 w 593"/>
                <a:gd name="T7" fmla="*/ 0 h 493"/>
                <a:gd name="T8" fmla="*/ 57 w 593"/>
                <a:gd name="T9" fmla="*/ 53 h 493"/>
                <a:gd name="T10" fmla="*/ 19 w 593"/>
                <a:gd name="T11" fmla="*/ 320 h 493"/>
                <a:gd name="T12" fmla="*/ 17 w 593"/>
                <a:gd name="T13" fmla="*/ 320 h 493"/>
                <a:gd name="T14" fmla="*/ 0 w 593"/>
                <a:gd name="T15" fmla="*/ 423 h 493"/>
                <a:gd name="T16" fmla="*/ 158 w 593"/>
                <a:gd name="T17" fmla="*/ 449 h 493"/>
                <a:gd name="T18" fmla="*/ 557 w 593"/>
                <a:gd name="T19" fmla="*/ 493 h 493"/>
                <a:gd name="T20" fmla="*/ 557 w 593"/>
                <a:gd name="T21" fmla="*/ 493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3" h="493">
                  <a:moveTo>
                    <a:pt x="557" y="493"/>
                  </a:moveTo>
                  <a:lnTo>
                    <a:pt x="576" y="276"/>
                  </a:lnTo>
                  <a:lnTo>
                    <a:pt x="593" y="65"/>
                  </a:lnTo>
                  <a:lnTo>
                    <a:pt x="65" y="0"/>
                  </a:lnTo>
                  <a:lnTo>
                    <a:pt x="57" y="53"/>
                  </a:lnTo>
                  <a:lnTo>
                    <a:pt x="19" y="320"/>
                  </a:lnTo>
                  <a:lnTo>
                    <a:pt x="17" y="320"/>
                  </a:lnTo>
                  <a:lnTo>
                    <a:pt x="0" y="423"/>
                  </a:lnTo>
                  <a:lnTo>
                    <a:pt x="158" y="449"/>
                  </a:lnTo>
                  <a:lnTo>
                    <a:pt x="557" y="493"/>
                  </a:lnTo>
                  <a:lnTo>
                    <a:pt x="557" y="493"/>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7" name="Freeform 21"/>
            <p:cNvSpPr>
              <a:spLocks/>
            </p:cNvSpPr>
            <p:nvPr/>
          </p:nvSpPr>
          <p:spPr bwMode="auto">
            <a:xfrm>
              <a:off x="4380337" y="3536829"/>
              <a:ext cx="979488" cy="774700"/>
            </a:xfrm>
            <a:custGeom>
              <a:avLst/>
              <a:gdLst>
                <a:gd name="T0" fmla="*/ 0 w 617"/>
                <a:gd name="T1" fmla="*/ 426 h 488"/>
                <a:gd name="T2" fmla="*/ 57 w 617"/>
                <a:gd name="T3" fmla="*/ 0 h 488"/>
                <a:gd name="T4" fmla="*/ 456 w 617"/>
                <a:gd name="T5" fmla="*/ 44 h 488"/>
                <a:gd name="T6" fmla="*/ 617 w 617"/>
                <a:gd name="T7" fmla="*/ 56 h 488"/>
                <a:gd name="T8" fmla="*/ 612 w 617"/>
                <a:gd name="T9" fmla="*/ 164 h 488"/>
                <a:gd name="T10" fmla="*/ 593 w 617"/>
                <a:gd name="T11" fmla="*/ 488 h 488"/>
                <a:gd name="T12" fmla="*/ 509 w 617"/>
                <a:gd name="T13" fmla="*/ 483 h 488"/>
                <a:gd name="T14" fmla="*/ 0 w 617"/>
                <a:gd name="T15" fmla="*/ 426 h 4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488">
                  <a:moveTo>
                    <a:pt x="0" y="426"/>
                  </a:moveTo>
                  <a:lnTo>
                    <a:pt x="57" y="0"/>
                  </a:lnTo>
                  <a:lnTo>
                    <a:pt x="456" y="44"/>
                  </a:lnTo>
                  <a:lnTo>
                    <a:pt x="617" y="56"/>
                  </a:lnTo>
                  <a:lnTo>
                    <a:pt x="612" y="164"/>
                  </a:lnTo>
                  <a:lnTo>
                    <a:pt x="593" y="488"/>
                  </a:lnTo>
                  <a:lnTo>
                    <a:pt x="509" y="483"/>
                  </a:lnTo>
                  <a:lnTo>
                    <a:pt x="0" y="426"/>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auto">
            <a:xfrm>
              <a:off x="3708824" y="3266954"/>
              <a:ext cx="762000" cy="946150"/>
            </a:xfrm>
            <a:custGeom>
              <a:avLst/>
              <a:gdLst>
                <a:gd name="T0" fmla="*/ 423 w 480"/>
                <a:gd name="T1" fmla="*/ 596 h 596"/>
                <a:gd name="T2" fmla="*/ 480 w 480"/>
                <a:gd name="T3" fmla="*/ 170 h 596"/>
                <a:gd name="T4" fmla="*/ 322 w 480"/>
                <a:gd name="T5" fmla="*/ 144 h 596"/>
                <a:gd name="T6" fmla="*/ 339 w 480"/>
                <a:gd name="T7" fmla="*/ 41 h 596"/>
                <a:gd name="T8" fmla="*/ 103 w 480"/>
                <a:gd name="T9" fmla="*/ 0 h 596"/>
                <a:gd name="T10" fmla="*/ 0 w 480"/>
                <a:gd name="T11" fmla="*/ 531 h 596"/>
                <a:gd name="T12" fmla="*/ 0 w 480"/>
                <a:gd name="T13" fmla="*/ 531 h 596"/>
                <a:gd name="T14" fmla="*/ 423 w 480"/>
                <a:gd name="T15" fmla="*/ 596 h 5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0" h="596">
                  <a:moveTo>
                    <a:pt x="423" y="596"/>
                  </a:moveTo>
                  <a:lnTo>
                    <a:pt x="480" y="170"/>
                  </a:lnTo>
                  <a:lnTo>
                    <a:pt x="322" y="144"/>
                  </a:lnTo>
                  <a:lnTo>
                    <a:pt x="339" y="41"/>
                  </a:lnTo>
                  <a:lnTo>
                    <a:pt x="103" y="0"/>
                  </a:lnTo>
                  <a:lnTo>
                    <a:pt x="0" y="531"/>
                  </a:lnTo>
                  <a:lnTo>
                    <a:pt x="0" y="531"/>
                  </a:lnTo>
                  <a:lnTo>
                    <a:pt x="423" y="596"/>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9" name="Freeform 23"/>
            <p:cNvSpPr>
              <a:spLocks/>
            </p:cNvSpPr>
            <p:nvPr/>
          </p:nvSpPr>
          <p:spPr bwMode="auto">
            <a:xfrm>
              <a:off x="3502449" y="2030291"/>
              <a:ext cx="808038" cy="1301750"/>
            </a:xfrm>
            <a:custGeom>
              <a:avLst/>
              <a:gdLst>
                <a:gd name="T0" fmla="*/ 231 w 509"/>
                <a:gd name="T1" fmla="*/ 14 h 820"/>
                <a:gd name="T2" fmla="*/ 224 w 509"/>
                <a:gd name="T3" fmla="*/ 144 h 820"/>
                <a:gd name="T4" fmla="*/ 224 w 509"/>
                <a:gd name="T5" fmla="*/ 173 h 820"/>
                <a:gd name="T6" fmla="*/ 226 w 509"/>
                <a:gd name="T7" fmla="*/ 183 h 820"/>
                <a:gd name="T8" fmla="*/ 253 w 509"/>
                <a:gd name="T9" fmla="*/ 211 h 820"/>
                <a:gd name="T10" fmla="*/ 267 w 509"/>
                <a:gd name="T11" fmla="*/ 255 h 820"/>
                <a:gd name="T12" fmla="*/ 284 w 509"/>
                <a:gd name="T13" fmla="*/ 269 h 820"/>
                <a:gd name="T14" fmla="*/ 301 w 509"/>
                <a:gd name="T15" fmla="*/ 279 h 820"/>
                <a:gd name="T16" fmla="*/ 289 w 509"/>
                <a:gd name="T17" fmla="*/ 320 h 820"/>
                <a:gd name="T18" fmla="*/ 284 w 509"/>
                <a:gd name="T19" fmla="*/ 332 h 820"/>
                <a:gd name="T20" fmla="*/ 286 w 509"/>
                <a:gd name="T21" fmla="*/ 348 h 820"/>
                <a:gd name="T22" fmla="*/ 272 w 509"/>
                <a:gd name="T23" fmla="*/ 368 h 820"/>
                <a:gd name="T24" fmla="*/ 272 w 509"/>
                <a:gd name="T25" fmla="*/ 382 h 820"/>
                <a:gd name="T26" fmla="*/ 284 w 509"/>
                <a:gd name="T27" fmla="*/ 406 h 820"/>
                <a:gd name="T28" fmla="*/ 313 w 509"/>
                <a:gd name="T29" fmla="*/ 387 h 820"/>
                <a:gd name="T30" fmla="*/ 317 w 509"/>
                <a:gd name="T31" fmla="*/ 387 h 820"/>
                <a:gd name="T32" fmla="*/ 322 w 509"/>
                <a:gd name="T33" fmla="*/ 397 h 820"/>
                <a:gd name="T34" fmla="*/ 325 w 509"/>
                <a:gd name="T35" fmla="*/ 413 h 820"/>
                <a:gd name="T36" fmla="*/ 329 w 509"/>
                <a:gd name="T37" fmla="*/ 449 h 820"/>
                <a:gd name="T38" fmla="*/ 339 w 509"/>
                <a:gd name="T39" fmla="*/ 469 h 820"/>
                <a:gd name="T40" fmla="*/ 341 w 509"/>
                <a:gd name="T41" fmla="*/ 490 h 820"/>
                <a:gd name="T42" fmla="*/ 358 w 509"/>
                <a:gd name="T43" fmla="*/ 500 h 820"/>
                <a:gd name="T44" fmla="*/ 358 w 509"/>
                <a:gd name="T45" fmla="*/ 521 h 820"/>
                <a:gd name="T46" fmla="*/ 363 w 509"/>
                <a:gd name="T47" fmla="*/ 538 h 820"/>
                <a:gd name="T48" fmla="*/ 377 w 509"/>
                <a:gd name="T49" fmla="*/ 533 h 820"/>
                <a:gd name="T50" fmla="*/ 399 w 509"/>
                <a:gd name="T51" fmla="*/ 536 h 820"/>
                <a:gd name="T52" fmla="*/ 413 w 509"/>
                <a:gd name="T53" fmla="*/ 531 h 820"/>
                <a:gd name="T54" fmla="*/ 423 w 509"/>
                <a:gd name="T55" fmla="*/ 533 h 820"/>
                <a:gd name="T56" fmla="*/ 454 w 509"/>
                <a:gd name="T57" fmla="*/ 541 h 820"/>
                <a:gd name="T58" fmla="*/ 478 w 509"/>
                <a:gd name="T59" fmla="*/ 538 h 820"/>
                <a:gd name="T60" fmla="*/ 488 w 509"/>
                <a:gd name="T61" fmla="*/ 521 h 820"/>
                <a:gd name="T62" fmla="*/ 500 w 509"/>
                <a:gd name="T63" fmla="*/ 546 h 820"/>
                <a:gd name="T64" fmla="*/ 509 w 509"/>
                <a:gd name="T65" fmla="*/ 553 h 820"/>
                <a:gd name="T66" fmla="*/ 469 w 509"/>
                <a:gd name="T67" fmla="*/ 820 h 820"/>
                <a:gd name="T68" fmla="*/ 0 w 509"/>
                <a:gd name="T69" fmla="*/ 728 h 820"/>
                <a:gd name="T70" fmla="*/ 53 w 509"/>
                <a:gd name="T71" fmla="*/ 526 h 820"/>
                <a:gd name="T72" fmla="*/ 56 w 509"/>
                <a:gd name="T73" fmla="*/ 512 h 820"/>
                <a:gd name="T74" fmla="*/ 60 w 509"/>
                <a:gd name="T75" fmla="*/ 502 h 820"/>
                <a:gd name="T76" fmla="*/ 44 w 509"/>
                <a:gd name="T77" fmla="*/ 488 h 820"/>
                <a:gd name="T78" fmla="*/ 44 w 509"/>
                <a:gd name="T79" fmla="*/ 469 h 820"/>
                <a:gd name="T80" fmla="*/ 75 w 509"/>
                <a:gd name="T81" fmla="*/ 433 h 820"/>
                <a:gd name="T82" fmla="*/ 82 w 509"/>
                <a:gd name="T83" fmla="*/ 418 h 820"/>
                <a:gd name="T84" fmla="*/ 128 w 509"/>
                <a:gd name="T85" fmla="*/ 353 h 820"/>
                <a:gd name="T86" fmla="*/ 116 w 509"/>
                <a:gd name="T87" fmla="*/ 332 h 820"/>
                <a:gd name="T88" fmla="*/ 104 w 509"/>
                <a:gd name="T89" fmla="*/ 322 h 820"/>
                <a:gd name="T90" fmla="*/ 99 w 509"/>
                <a:gd name="T91" fmla="*/ 298 h 820"/>
                <a:gd name="T92" fmla="*/ 106 w 509"/>
                <a:gd name="T93" fmla="*/ 288 h 820"/>
                <a:gd name="T94" fmla="*/ 99 w 509"/>
                <a:gd name="T95" fmla="*/ 269 h 820"/>
                <a:gd name="T96" fmla="*/ 161 w 509"/>
                <a:gd name="T97" fmla="*/ 0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9" h="820">
                  <a:moveTo>
                    <a:pt x="161" y="0"/>
                  </a:moveTo>
                  <a:lnTo>
                    <a:pt x="231" y="14"/>
                  </a:lnTo>
                  <a:lnTo>
                    <a:pt x="212" y="115"/>
                  </a:lnTo>
                  <a:lnTo>
                    <a:pt x="224" y="144"/>
                  </a:lnTo>
                  <a:lnTo>
                    <a:pt x="229" y="161"/>
                  </a:lnTo>
                  <a:lnTo>
                    <a:pt x="224" y="173"/>
                  </a:lnTo>
                  <a:lnTo>
                    <a:pt x="219" y="178"/>
                  </a:lnTo>
                  <a:lnTo>
                    <a:pt x="226" y="183"/>
                  </a:lnTo>
                  <a:lnTo>
                    <a:pt x="233" y="195"/>
                  </a:lnTo>
                  <a:lnTo>
                    <a:pt x="253" y="211"/>
                  </a:lnTo>
                  <a:lnTo>
                    <a:pt x="265" y="240"/>
                  </a:lnTo>
                  <a:lnTo>
                    <a:pt x="267" y="255"/>
                  </a:lnTo>
                  <a:lnTo>
                    <a:pt x="272" y="267"/>
                  </a:lnTo>
                  <a:lnTo>
                    <a:pt x="284" y="269"/>
                  </a:lnTo>
                  <a:lnTo>
                    <a:pt x="286" y="276"/>
                  </a:lnTo>
                  <a:lnTo>
                    <a:pt x="301" y="279"/>
                  </a:lnTo>
                  <a:lnTo>
                    <a:pt x="305" y="286"/>
                  </a:lnTo>
                  <a:lnTo>
                    <a:pt x="289" y="320"/>
                  </a:lnTo>
                  <a:lnTo>
                    <a:pt x="291" y="327"/>
                  </a:lnTo>
                  <a:lnTo>
                    <a:pt x="284" y="332"/>
                  </a:lnTo>
                  <a:lnTo>
                    <a:pt x="284" y="348"/>
                  </a:lnTo>
                  <a:lnTo>
                    <a:pt x="286" y="348"/>
                  </a:lnTo>
                  <a:lnTo>
                    <a:pt x="284" y="358"/>
                  </a:lnTo>
                  <a:lnTo>
                    <a:pt x="272" y="368"/>
                  </a:lnTo>
                  <a:lnTo>
                    <a:pt x="272" y="377"/>
                  </a:lnTo>
                  <a:lnTo>
                    <a:pt x="272" y="382"/>
                  </a:lnTo>
                  <a:lnTo>
                    <a:pt x="269" y="392"/>
                  </a:lnTo>
                  <a:lnTo>
                    <a:pt x="284" y="406"/>
                  </a:lnTo>
                  <a:lnTo>
                    <a:pt x="289" y="404"/>
                  </a:lnTo>
                  <a:lnTo>
                    <a:pt x="313" y="387"/>
                  </a:lnTo>
                  <a:lnTo>
                    <a:pt x="315" y="384"/>
                  </a:lnTo>
                  <a:lnTo>
                    <a:pt x="317" y="387"/>
                  </a:lnTo>
                  <a:lnTo>
                    <a:pt x="320" y="394"/>
                  </a:lnTo>
                  <a:lnTo>
                    <a:pt x="322" y="397"/>
                  </a:lnTo>
                  <a:lnTo>
                    <a:pt x="327" y="399"/>
                  </a:lnTo>
                  <a:lnTo>
                    <a:pt x="325" y="413"/>
                  </a:lnTo>
                  <a:lnTo>
                    <a:pt x="325" y="435"/>
                  </a:lnTo>
                  <a:lnTo>
                    <a:pt x="329" y="449"/>
                  </a:lnTo>
                  <a:lnTo>
                    <a:pt x="339" y="461"/>
                  </a:lnTo>
                  <a:lnTo>
                    <a:pt x="339" y="469"/>
                  </a:lnTo>
                  <a:lnTo>
                    <a:pt x="334" y="476"/>
                  </a:lnTo>
                  <a:lnTo>
                    <a:pt x="341" y="490"/>
                  </a:lnTo>
                  <a:lnTo>
                    <a:pt x="351" y="490"/>
                  </a:lnTo>
                  <a:lnTo>
                    <a:pt x="358" y="500"/>
                  </a:lnTo>
                  <a:lnTo>
                    <a:pt x="361" y="507"/>
                  </a:lnTo>
                  <a:lnTo>
                    <a:pt x="358" y="521"/>
                  </a:lnTo>
                  <a:lnTo>
                    <a:pt x="358" y="526"/>
                  </a:lnTo>
                  <a:lnTo>
                    <a:pt x="363" y="538"/>
                  </a:lnTo>
                  <a:lnTo>
                    <a:pt x="373" y="543"/>
                  </a:lnTo>
                  <a:lnTo>
                    <a:pt x="377" y="533"/>
                  </a:lnTo>
                  <a:lnTo>
                    <a:pt x="382" y="531"/>
                  </a:lnTo>
                  <a:lnTo>
                    <a:pt x="399" y="536"/>
                  </a:lnTo>
                  <a:lnTo>
                    <a:pt x="406" y="538"/>
                  </a:lnTo>
                  <a:lnTo>
                    <a:pt x="413" y="531"/>
                  </a:lnTo>
                  <a:lnTo>
                    <a:pt x="421" y="531"/>
                  </a:lnTo>
                  <a:lnTo>
                    <a:pt x="423" y="533"/>
                  </a:lnTo>
                  <a:lnTo>
                    <a:pt x="445" y="536"/>
                  </a:lnTo>
                  <a:lnTo>
                    <a:pt x="454" y="541"/>
                  </a:lnTo>
                  <a:lnTo>
                    <a:pt x="457" y="538"/>
                  </a:lnTo>
                  <a:lnTo>
                    <a:pt x="478" y="538"/>
                  </a:lnTo>
                  <a:lnTo>
                    <a:pt x="478" y="531"/>
                  </a:lnTo>
                  <a:lnTo>
                    <a:pt x="488" y="521"/>
                  </a:lnTo>
                  <a:lnTo>
                    <a:pt x="497" y="533"/>
                  </a:lnTo>
                  <a:lnTo>
                    <a:pt x="500" y="546"/>
                  </a:lnTo>
                  <a:lnTo>
                    <a:pt x="509" y="555"/>
                  </a:lnTo>
                  <a:lnTo>
                    <a:pt x="509" y="553"/>
                  </a:lnTo>
                  <a:lnTo>
                    <a:pt x="471" y="820"/>
                  </a:lnTo>
                  <a:lnTo>
                    <a:pt x="469" y="820"/>
                  </a:lnTo>
                  <a:lnTo>
                    <a:pt x="233" y="779"/>
                  </a:lnTo>
                  <a:lnTo>
                    <a:pt x="0" y="728"/>
                  </a:lnTo>
                  <a:lnTo>
                    <a:pt x="41" y="538"/>
                  </a:lnTo>
                  <a:lnTo>
                    <a:pt x="53" y="526"/>
                  </a:lnTo>
                  <a:lnTo>
                    <a:pt x="53" y="514"/>
                  </a:lnTo>
                  <a:lnTo>
                    <a:pt x="56" y="512"/>
                  </a:lnTo>
                  <a:lnTo>
                    <a:pt x="58" y="507"/>
                  </a:lnTo>
                  <a:lnTo>
                    <a:pt x="60" y="502"/>
                  </a:lnTo>
                  <a:lnTo>
                    <a:pt x="56" y="493"/>
                  </a:lnTo>
                  <a:lnTo>
                    <a:pt x="44" y="488"/>
                  </a:lnTo>
                  <a:lnTo>
                    <a:pt x="41" y="481"/>
                  </a:lnTo>
                  <a:lnTo>
                    <a:pt x="44" y="469"/>
                  </a:lnTo>
                  <a:lnTo>
                    <a:pt x="63" y="440"/>
                  </a:lnTo>
                  <a:lnTo>
                    <a:pt x="75" y="433"/>
                  </a:lnTo>
                  <a:lnTo>
                    <a:pt x="82" y="425"/>
                  </a:lnTo>
                  <a:lnTo>
                    <a:pt x="82" y="418"/>
                  </a:lnTo>
                  <a:lnTo>
                    <a:pt x="89" y="411"/>
                  </a:lnTo>
                  <a:lnTo>
                    <a:pt x="128" y="353"/>
                  </a:lnTo>
                  <a:lnTo>
                    <a:pt x="125" y="339"/>
                  </a:lnTo>
                  <a:lnTo>
                    <a:pt x="116" y="332"/>
                  </a:lnTo>
                  <a:lnTo>
                    <a:pt x="111" y="332"/>
                  </a:lnTo>
                  <a:lnTo>
                    <a:pt x="104" y="322"/>
                  </a:lnTo>
                  <a:lnTo>
                    <a:pt x="101" y="312"/>
                  </a:lnTo>
                  <a:lnTo>
                    <a:pt x="99" y="298"/>
                  </a:lnTo>
                  <a:lnTo>
                    <a:pt x="104" y="293"/>
                  </a:lnTo>
                  <a:lnTo>
                    <a:pt x="106" y="288"/>
                  </a:lnTo>
                  <a:lnTo>
                    <a:pt x="99" y="279"/>
                  </a:lnTo>
                  <a:lnTo>
                    <a:pt x="99" y="269"/>
                  </a:lnTo>
                  <a:lnTo>
                    <a:pt x="104" y="264"/>
                  </a:lnTo>
                  <a:lnTo>
                    <a:pt x="161"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0" name="Freeform 24"/>
            <p:cNvSpPr>
              <a:spLocks/>
            </p:cNvSpPr>
            <p:nvPr/>
          </p:nvSpPr>
          <p:spPr bwMode="auto">
            <a:xfrm>
              <a:off x="3457999" y="4109916"/>
              <a:ext cx="922338" cy="1068387"/>
            </a:xfrm>
            <a:custGeom>
              <a:avLst/>
              <a:gdLst>
                <a:gd name="T0" fmla="*/ 494 w 581"/>
                <a:gd name="T1" fmla="*/ 670 h 673"/>
                <a:gd name="T2" fmla="*/ 581 w 581"/>
                <a:gd name="T3" fmla="*/ 65 h 673"/>
                <a:gd name="T4" fmla="*/ 158 w 581"/>
                <a:gd name="T5" fmla="*/ 0 h 673"/>
                <a:gd name="T6" fmla="*/ 158 w 581"/>
                <a:gd name="T7" fmla="*/ 0 h 673"/>
                <a:gd name="T8" fmla="*/ 148 w 581"/>
                <a:gd name="T9" fmla="*/ 55 h 673"/>
                <a:gd name="T10" fmla="*/ 132 w 581"/>
                <a:gd name="T11" fmla="*/ 101 h 673"/>
                <a:gd name="T12" fmla="*/ 122 w 581"/>
                <a:gd name="T13" fmla="*/ 101 h 673"/>
                <a:gd name="T14" fmla="*/ 117 w 581"/>
                <a:gd name="T15" fmla="*/ 94 h 673"/>
                <a:gd name="T16" fmla="*/ 117 w 581"/>
                <a:gd name="T17" fmla="*/ 89 h 673"/>
                <a:gd name="T18" fmla="*/ 110 w 581"/>
                <a:gd name="T19" fmla="*/ 82 h 673"/>
                <a:gd name="T20" fmla="*/ 93 w 581"/>
                <a:gd name="T21" fmla="*/ 79 h 673"/>
                <a:gd name="T22" fmla="*/ 81 w 581"/>
                <a:gd name="T23" fmla="*/ 82 h 673"/>
                <a:gd name="T24" fmla="*/ 76 w 581"/>
                <a:gd name="T25" fmla="*/ 86 h 673"/>
                <a:gd name="T26" fmla="*/ 81 w 581"/>
                <a:gd name="T27" fmla="*/ 106 h 673"/>
                <a:gd name="T28" fmla="*/ 76 w 581"/>
                <a:gd name="T29" fmla="*/ 156 h 673"/>
                <a:gd name="T30" fmla="*/ 81 w 581"/>
                <a:gd name="T31" fmla="*/ 166 h 673"/>
                <a:gd name="T32" fmla="*/ 74 w 581"/>
                <a:gd name="T33" fmla="*/ 187 h 673"/>
                <a:gd name="T34" fmla="*/ 69 w 581"/>
                <a:gd name="T35" fmla="*/ 194 h 673"/>
                <a:gd name="T36" fmla="*/ 69 w 581"/>
                <a:gd name="T37" fmla="*/ 199 h 673"/>
                <a:gd name="T38" fmla="*/ 69 w 581"/>
                <a:gd name="T39" fmla="*/ 216 h 673"/>
                <a:gd name="T40" fmla="*/ 69 w 581"/>
                <a:gd name="T41" fmla="*/ 221 h 673"/>
                <a:gd name="T42" fmla="*/ 69 w 581"/>
                <a:gd name="T43" fmla="*/ 226 h 673"/>
                <a:gd name="T44" fmla="*/ 76 w 581"/>
                <a:gd name="T45" fmla="*/ 238 h 673"/>
                <a:gd name="T46" fmla="*/ 76 w 581"/>
                <a:gd name="T47" fmla="*/ 250 h 673"/>
                <a:gd name="T48" fmla="*/ 79 w 581"/>
                <a:gd name="T49" fmla="*/ 257 h 673"/>
                <a:gd name="T50" fmla="*/ 84 w 581"/>
                <a:gd name="T51" fmla="*/ 269 h 673"/>
                <a:gd name="T52" fmla="*/ 88 w 581"/>
                <a:gd name="T53" fmla="*/ 271 h 673"/>
                <a:gd name="T54" fmla="*/ 93 w 581"/>
                <a:gd name="T55" fmla="*/ 279 h 673"/>
                <a:gd name="T56" fmla="*/ 93 w 581"/>
                <a:gd name="T57" fmla="*/ 288 h 673"/>
                <a:gd name="T58" fmla="*/ 93 w 581"/>
                <a:gd name="T59" fmla="*/ 293 h 673"/>
                <a:gd name="T60" fmla="*/ 88 w 581"/>
                <a:gd name="T61" fmla="*/ 291 h 673"/>
                <a:gd name="T62" fmla="*/ 79 w 581"/>
                <a:gd name="T63" fmla="*/ 300 h 673"/>
                <a:gd name="T64" fmla="*/ 67 w 581"/>
                <a:gd name="T65" fmla="*/ 303 h 673"/>
                <a:gd name="T66" fmla="*/ 57 w 581"/>
                <a:gd name="T67" fmla="*/ 315 h 673"/>
                <a:gd name="T68" fmla="*/ 50 w 581"/>
                <a:gd name="T69" fmla="*/ 346 h 673"/>
                <a:gd name="T70" fmla="*/ 33 w 581"/>
                <a:gd name="T71" fmla="*/ 368 h 673"/>
                <a:gd name="T72" fmla="*/ 24 w 581"/>
                <a:gd name="T73" fmla="*/ 368 h 673"/>
                <a:gd name="T74" fmla="*/ 24 w 581"/>
                <a:gd name="T75" fmla="*/ 372 h 673"/>
                <a:gd name="T76" fmla="*/ 26 w 581"/>
                <a:gd name="T77" fmla="*/ 380 h 673"/>
                <a:gd name="T78" fmla="*/ 24 w 581"/>
                <a:gd name="T79" fmla="*/ 387 h 673"/>
                <a:gd name="T80" fmla="*/ 21 w 581"/>
                <a:gd name="T81" fmla="*/ 399 h 673"/>
                <a:gd name="T82" fmla="*/ 24 w 581"/>
                <a:gd name="T83" fmla="*/ 406 h 673"/>
                <a:gd name="T84" fmla="*/ 36 w 581"/>
                <a:gd name="T85" fmla="*/ 416 h 673"/>
                <a:gd name="T86" fmla="*/ 38 w 581"/>
                <a:gd name="T87" fmla="*/ 420 h 673"/>
                <a:gd name="T88" fmla="*/ 33 w 581"/>
                <a:gd name="T89" fmla="*/ 425 h 673"/>
                <a:gd name="T90" fmla="*/ 33 w 581"/>
                <a:gd name="T91" fmla="*/ 432 h 673"/>
                <a:gd name="T92" fmla="*/ 24 w 581"/>
                <a:gd name="T93" fmla="*/ 440 h 673"/>
                <a:gd name="T94" fmla="*/ 21 w 581"/>
                <a:gd name="T95" fmla="*/ 440 h 673"/>
                <a:gd name="T96" fmla="*/ 7 w 581"/>
                <a:gd name="T97" fmla="*/ 437 h 673"/>
                <a:gd name="T98" fmla="*/ 0 w 581"/>
                <a:gd name="T99" fmla="*/ 461 h 673"/>
                <a:gd name="T100" fmla="*/ 312 w 581"/>
                <a:gd name="T101" fmla="*/ 642 h 673"/>
                <a:gd name="T102" fmla="*/ 494 w 581"/>
                <a:gd name="T103" fmla="*/ 673 h 673"/>
                <a:gd name="T104" fmla="*/ 494 w 581"/>
                <a:gd name="T105" fmla="*/ 670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81" h="673">
                  <a:moveTo>
                    <a:pt x="494" y="670"/>
                  </a:moveTo>
                  <a:lnTo>
                    <a:pt x="581" y="65"/>
                  </a:lnTo>
                  <a:lnTo>
                    <a:pt x="158" y="0"/>
                  </a:lnTo>
                  <a:lnTo>
                    <a:pt x="158" y="0"/>
                  </a:lnTo>
                  <a:lnTo>
                    <a:pt x="148" y="55"/>
                  </a:lnTo>
                  <a:lnTo>
                    <a:pt x="132" y="101"/>
                  </a:lnTo>
                  <a:lnTo>
                    <a:pt x="122" y="101"/>
                  </a:lnTo>
                  <a:lnTo>
                    <a:pt x="117" y="94"/>
                  </a:lnTo>
                  <a:lnTo>
                    <a:pt x="117" y="89"/>
                  </a:lnTo>
                  <a:lnTo>
                    <a:pt x="110" y="82"/>
                  </a:lnTo>
                  <a:lnTo>
                    <a:pt x="93" y="79"/>
                  </a:lnTo>
                  <a:lnTo>
                    <a:pt x="81" y="82"/>
                  </a:lnTo>
                  <a:lnTo>
                    <a:pt x="76" y="86"/>
                  </a:lnTo>
                  <a:lnTo>
                    <a:pt x="81" y="106"/>
                  </a:lnTo>
                  <a:lnTo>
                    <a:pt x="76" y="156"/>
                  </a:lnTo>
                  <a:lnTo>
                    <a:pt x="81" y="166"/>
                  </a:lnTo>
                  <a:lnTo>
                    <a:pt x="74" y="187"/>
                  </a:lnTo>
                  <a:lnTo>
                    <a:pt x="69" y="194"/>
                  </a:lnTo>
                  <a:lnTo>
                    <a:pt x="69" y="199"/>
                  </a:lnTo>
                  <a:lnTo>
                    <a:pt x="69" y="216"/>
                  </a:lnTo>
                  <a:lnTo>
                    <a:pt x="69" y="221"/>
                  </a:lnTo>
                  <a:lnTo>
                    <a:pt x="69" y="226"/>
                  </a:lnTo>
                  <a:lnTo>
                    <a:pt x="76" y="238"/>
                  </a:lnTo>
                  <a:lnTo>
                    <a:pt x="76" y="250"/>
                  </a:lnTo>
                  <a:lnTo>
                    <a:pt x="79" y="257"/>
                  </a:lnTo>
                  <a:lnTo>
                    <a:pt x="84" y="269"/>
                  </a:lnTo>
                  <a:lnTo>
                    <a:pt x="88" y="271"/>
                  </a:lnTo>
                  <a:lnTo>
                    <a:pt x="93" y="279"/>
                  </a:lnTo>
                  <a:lnTo>
                    <a:pt x="93" y="288"/>
                  </a:lnTo>
                  <a:lnTo>
                    <a:pt x="93" y="293"/>
                  </a:lnTo>
                  <a:lnTo>
                    <a:pt x="88" y="291"/>
                  </a:lnTo>
                  <a:lnTo>
                    <a:pt x="79" y="300"/>
                  </a:lnTo>
                  <a:lnTo>
                    <a:pt x="67" y="303"/>
                  </a:lnTo>
                  <a:lnTo>
                    <a:pt x="57" y="315"/>
                  </a:lnTo>
                  <a:lnTo>
                    <a:pt x="50" y="346"/>
                  </a:lnTo>
                  <a:lnTo>
                    <a:pt x="33" y="368"/>
                  </a:lnTo>
                  <a:lnTo>
                    <a:pt x="24" y="368"/>
                  </a:lnTo>
                  <a:lnTo>
                    <a:pt x="24" y="372"/>
                  </a:lnTo>
                  <a:lnTo>
                    <a:pt x="26" y="380"/>
                  </a:lnTo>
                  <a:lnTo>
                    <a:pt x="24" y="387"/>
                  </a:lnTo>
                  <a:lnTo>
                    <a:pt x="21" y="399"/>
                  </a:lnTo>
                  <a:lnTo>
                    <a:pt x="24" y="406"/>
                  </a:lnTo>
                  <a:lnTo>
                    <a:pt x="36" y="416"/>
                  </a:lnTo>
                  <a:lnTo>
                    <a:pt x="38" y="420"/>
                  </a:lnTo>
                  <a:lnTo>
                    <a:pt x="33" y="425"/>
                  </a:lnTo>
                  <a:lnTo>
                    <a:pt x="33" y="432"/>
                  </a:lnTo>
                  <a:lnTo>
                    <a:pt x="24" y="440"/>
                  </a:lnTo>
                  <a:lnTo>
                    <a:pt x="21" y="440"/>
                  </a:lnTo>
                  <a:lnTo>
                    <a:pt x="7" y="437"/>
                  </a:lnTo>
                  <a:lnTo>
                    <a:pt x="0" y="461"/>
                  </a:lnTo>
                  <a:lnTo>
                    <a:pt x="312" y="642"/>
                  </a:lnTo>
                  <a:lnTo>
                    <a:pt x="494" y="673"/>
                  </a:lnTo>
                  <a:lnTo>
                    <a:pt x="494" y="67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1" name="Freeform 25"/>
            <p:cNvSpPr>
              <a:spLocks/>
            </p:cNvSpPr>
            <p:nvPr/>
          </p:nvSpPr>
          <p:spPr bwMode="auto">
            <a:xfrm>
              <a:off x="3011912" y="3101854"/>
              <a:ext cx="860425" cy="1323975"/>
            </a:xfrm>
            <a:custGeom>
              <a:avLst/>
              <a:gdLst>
                <a:gd name="T0" fmla="*/ 79 w 542"/>
                <a:gd name="T1" fmla="*/ 0 h 834"/>
                <a:gd name="T2" fmla="*/ 0 w 542"/>
                <a:gd name="T3" fmla="*/ 318 h 834"/>
                <a:gd name="T4" fmla="*/ 350 w 542"/>
                <a:gd name="T5" fmla="*/ 834 h 834"/>
                <a:gd name="T6" fmla="*/ 350 w 542"/>
                <a:gd name="T7" fmla="*/ 829 h 834"/>
                <a:gd name="T8" fmla="*/ 355 w 542"/>
                <a:gd name="T9" fmla="*/ 822 h 834"/>
                <a:gd name="T10" fmla="*/ 362 w 542"/>
                <a:gd name="T11" fmla="*/ 801 h 834"/>
                <a:gd name="T12" fmla="*/ 357 w 542"/>
                <a:gd name="T13" fmla="*/ 791 h 834"/>
                <a:gd name="T14" fmla="*/ 362 w 542"/>
                <a:gd name="T15" fmla="*/ 741 h 834"/>
                <a:gd name="T16" fmla="*/ 357 w 542"/>
                <a:gd name="T17" fmla="*/ 721 h 834"/>
                <a:gd name="T18" fmla="*/ 362 w 542"/>
                <a:gd name="T19" fmla="*/ 717 h 834"/>
                <a:gd name="T20" fmla="*/ 374 w 542"/>
                <a:gd name="T21" fmla="*/ 714 h 834"/>
                <a:gd name="T22" fmla="*/ 391 w 542"/>
                <a:gd name="T23" fmla="*/ 717 h 834"/>
                <a:gd name="T24" fmla="*/ 398 w 542"/>
                <a:gd name="T25" fmla="*/ 724 h 834"/>
                <a:gd name="T26" fmla="*/ 398 w 542"/>
                <a:gd name="T27" fmla="*/ 729 h 834"/>
                <a:gd name="T28" fmla="*/ 403 w 542"/>
                <a:gd name="T29" fmla="*/ 736 h 834"/>
                <a:gd name="T30" fmla="*/ 413 w 542"/>
                <a:gd name="T31" fmla="*/ 736 h 834"/>
                <a:gd name="T32" fmla="*/ 429 w 542"/>
                <a:gd name="T33" fmla="*/ 690 h 834"/>
                <a:gd name="T34" fmla="*/ 439 w 542"/>
                <a:gd name="T35" fmla="*/ 635 h 834"/>
                <a:gd name="T36" fmla="*/ 542 w 542"/>
                <a:gd name="T37" fmla="*/ 104 h 834"/>
                <a:gd name="T38" fmla="*/ 309 w 542"/>
                <a:gd name="T39" fmla="*/ 53 h 834"/>
                <a:gd name="T40" fmla="*/ 79 w 542"/>
                <a:gd name="T41"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2" h="834">
                  <a:moveTo>
                    <a:pt x="79" y="0"/>
                  </a:moveTo>
                  <a:lnTo>
                    <a:pt x="0" y="318"/>
                  </a:lnTo>
                  <a:lnTo>
                    <a:pt x="350" y="834"/>
                  </a:lnTo>
                  <a:lnTo>
                    <a:pt x="350" y="829"/>
                  </a:lnTo>
                  <a:lnTo>
                    <a:pt x="355" y="822"/>
                  </a:lnTo>
                  <a:lnTo>
                    <a:pt x="362" y="801"/>
                  </a:lnTo>
                  <a:lnTo>
                    <a:pt x="357" y="791"/>
                  </a:lnTo>
                  <a:lnTo>
                    <a:pt x="362" y="741"/>
                  </a:lnTo>
                  <a:lnTo>
                    <a:pt x="357" y="721"/>
                  </a:lnTo>
                  <a:lnTo>
                    <a:pt x="362" y="717"/>
                  </a:lnTo>
                  <a:lnTo>
                    <a:pt x="374" y="714"/>
                  </a:lnTo>
                  <a:lnTo>
                    <a:pt x="391" y="717"/>
                  </a:lnTo>
                  <a:lnTo>
                    <a:pt x="398" y="724"/>
                  </a:lnTo>
                  <a:lnTo>
                    <a:pt x="398" y="729"/>
                  </a:lnTo>
                  <a:lnTo>
                    <a:pt x="403" y="736"/>
                  </a:lnTo>
                  <a:lnTo>
                    <a:pt x="413" y="736"/>
                  </a:lnTo>
                  <a:lnTo>
                    <a:pt x="429" y="690"/>
                  </a:lnTo>
                  <a:lnTo>
                    <a:pt x="439" y="635"/>
                  </a:lnTo>
                  <a:lnTo>
                    <a:pt x="542" y="104"/>
                  </a:lnTo>
                  <a:lnTo>
                    <a:pt x="309" y="53"/>
                  </a:lnTo>
                  <a:lnTo>
                    <a:pt x="79"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2" name="Freeform 26"/>
            <p:cNvSpPr>
              <a:spLocks/>
            </p:cNvSpPr>
            <p:nvPr/>
          </p:nvSpPr>
          <p:spPr bwMode="auto">
            <a:xfrm>
              <a:off x="2862687" y="1866779"/>
              <a:ext cx="895350" cy="658812"/>
            </a:xfrm>
            <a:custGeom>
              <a:avLst/>
              <a:gdLst>
                <a:gd name="T0" fmla="*/ 507 w 564"/>
                <a:gd name="T1" fmla="*/ 396 h 415"/>
                <a:gd name="T2" fmla="*/ 504 w 564"/>
                <a:gd name="T3" fmla="*/ 415 h 415"/>
                <a:gd name="T4" fmla="*/ 343 w 564"/>
                <a:gd name="T5" fmla="*/ 384 h 415"/>
                <a:gd name="T6" fmla="*/ 329 w 564"/>
                <a:gd name="T7" fmla="*/ 382 h 415"/>
                <a:gd name="T8" fmla="*/ 312 w 564"/>
                <a:gd name="T9" fmla="*/ 379 h 415"/>
                <a:gd name="T10" fmla="*/ 298 w 564"/>
                <a:gd name="T11" fmla="*/ 382 h 415"/>
                <a:gd name="T12" fmla="*/ 276 w 564"/>
                <a:gd name="T13" fmla="*/ 379 h 415"/>
                <a:gd name="T14" fmla="*/ 257 w 564"/>
                <a:gd name="T15" fmla="*/ 384 h 415"/>
                <a:gd name="T16" fmla="*/ 233 w 564"/>
                <a:gd name="T17" fmla="*/ 379 h 415"/>
                <a:gd name="T18" fmla="*/ 187 w 564"/>
                <a:gd name="T19" fmla="*/ 379 h 415"/>
                <a:gd name="T20" fmla="*/ 154 w 564"/>
                <a:gd name="T21" fmla="*/ 363 h 415"/>
                <a:gd name="T22" fmla="*/ 122 w 564"/>
                <a:gd name="T23" fmla="*/ 363 h 415"/>
                <a:gd name="T24" fmla="*/ 74 w 564"/>
                <a:gd name="T25" fmla="*/ 348 h 415"/>
                <a:gd name="T26" fmla="*/ 72 w 564"/>
                <a:gd name="T27" fmla="*/ 312 h 415"/>
                <a:gd name="T28" fmla="*/ 72 w 564"/>
                <a:gd name="T29" fmla="*/ 290 h 415"/>
                <a:gd name="T30" fmla="*/ 43 w 564"/>
                <a:gd name="T31" fmla="*/ 278 h 415"/>
                <a:gd name="T32" fmla="*/ 34 w 564"/>
                <a:gd name="T33" fmla="*/ 269 h 415"/>
                <a:gd name="T34" fmla="*/ 19 w 564"/>
                <a:gd name="T35" fmla="*/ 259 h 415"/>
                <a:gd name="T36" fmla="*/ 2 w 564"/>
                <a:gd name="T37" fmla="*/ 252 h 415"/>
                <a:gd name="T38" fmla="*/ 0 w 564"/>
                <a:gd name="T39" fmla="*/ 245 h 415"/>
                <a:gd name="T40" fmla="*/ 5 w 564"/>
                <a:gd name="T41" fmla="*/ 228 h 415"/>
                <a:gd name="T42" fmla="*/ 5 w 564"/>
                <a:gd name="T43" fmla="*/ 218 h 415"/>
                <a:gd name="T44" fmla="*/ 10 w 564"/>
                <a:gd name="T45" fmla="*/ 218 h 415"/>
                <a:gd name="T46" fmla="*/ 10 w 564"/>
                <a:gd name="T47" fmla="*/ 230 h 415"/>
                <a:gd name="T48" fmla="*/ 10 w 564"/>
                <a:gd name="T49" fmla="*/ 238 h 415"/>
                <a:gd name="T50" fmla="*/ 19 w 564"/>
                <a:gd name="T51" fmla="*/ 223 h 415"/>
                <a:gd name="T52" fmla="*/ 24 w 564"/>
                <a:gd name="T53" fmla="*/ 213 h 415"/>
                <a:gd name="T54" fmla="*/ 14 w 564"/>
                <a:gd name="T55" fmla="*/ 206 h 415"/>
                <a:gd name="T56" fmla="*/ 14 w 564"/>
                <a:gd name="T57" fmla="*/ 187 h 415"/>
                <a:gd name="T58" fmla="*/ 24 w 564"/>
                <a:gd name="T59" fmla="*/ 187 h 415"/>
                <a:gd name="T60" fmla="*/ 26 w 564"/>
                <a:gd name="T61" fmla="*/ 177 h 415"/>
                <a:gd name="T62" fmla="*/ 24 w 564"/>
                <a:gd name="T63" fmla="*/ 173 h 415"/>
                <a:gd name="T64" fmla="*/ 17 w 564"/>
                <a:gd name="T65" fmla="*/ 168 h 415"/>
                <a:gd name="T66" fmla="*/ 19 w 564"/>
                <a:gd name="T67" fmla="*/ 146 h 415"/>
                <a:gd name="T68" fmla="*/ 17 w 564"/>
                <a:gd name="T69" fmla="*/ 127 h 415"/>
                <a:gd name="T70" fmla="*/ 22 w 564"/>
                <a:gd name="T71" fmla="*/ 96 h 415"/>
                <a:gd name="T72" fmla="*/ 12 w 564"/>
                <a:gd name="T73" fmla="*/ 48 h 415"/>
                <a:gd name="T74" fmla="*/ 19 w 564"/>
                <a:gd name="T75" fmla="*/ 21 h 415"/>
                <a:gd name="T76" fmla="*/ 98 w 564"/>
                <a:gd name="T77" fmla="*/ 72 h 415"/>
                <a:gd name="T78" fmla="*/ 132 w 564"/>
                <a:gd name="T79" fmla="*/ 86 h 415"/>
                <a:gd name="T80" fmla="*/ 149 w 564"/>
                <a:gd name="T81" fmla="*/ 89 h 415"/>
                <a:gd name="T82" fmla="*/ 154 w 564"/>
                <a:gd name="T83" fmla="*/ 122 h 415"/>
                <a:gd name="T84" fmla="*/ 144 w 564"/>
                <a:gd name="T85" fmla="*/ 134 h 415"/>
                <a:gd name="T86" fmla="*/ 142 w 564"/>
                <a:gd name="T87" fmla="*/ 156 h 415"/>
                <a:gd name="T88" fmla="*/ 142 w 564"/>
                <a:gd name="T89" fmla="*/ 165 h 415"/>
                <a:gd name="T90" fmla="*/ 137 w 564"/>
                <a:gd name="T91" fmla="*/ 173 h 415"/>
                <a:gd name="T92" fmla="*/ 154 w 564"/>
                <a:gd name="T93" fmla="*/ 173 h 415"/>
                <a:gd name="T94" fmla="*/ 163 w 564"/>
                <a:gd name="T95" fmla="*/ 144 h 415"/>
                <a:gd name="T96" fmla="*/ 182 w 564"/>
                <a:gd name="T97" fmla="*/ 120 h 415"/>
                <a:gd name="T98" fmla="*/ 178 w 564"/>
                <a:gd name="T99" fmla="*/ 91 h 415"/>
                <a:gd name="T100" fmla="*/ 166 w 564"/>
                <a:gd name="T101" fmla="*/ 57 h 415"/>
                <a:gd name="T102" fmla="*/ 175 w 564"/>
                <a:gd name="T103" fmla="*/ 57 h 415"/>
                <a:gd name="T104" fmla="*/ 180 w 564"/>
                <a:gd name="T105" fmla="*/ 28 h 415"/>
                <a:gd name="T106" fmla="*/ 170 w 564"/>
                <a:gd name="T107" fmla="*/ 19 h 415"/>
                <a:gd name="T108" fmla="*/ 283 w 564"/>
                <a:gd name="T109" fmla="*/ 31 h 415"/>
                <a:gd name="T110" fmla="*/ 564 w 564"/>
                <a:gd name="T111" fmla="*/ 103 h 415"/>
                <a:gd name="T112" fmla="*/ 502 w 564"/>
                <a:gd name="T113" fmla="*/ 372 h 415"/>
                <a:gd name="T114" fmla="*/ 509 w 564"/>
                <a:gd name="T115" fmla="*/ 39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4" h="415">
                  <a:moveTo>
                    <a:pt x="509" y="391"/>
                  </a:moveTo>
                  <a:lnTo>
                    <a:pt x="507" y="396"/>
                  </a:lnTo>
                  <a:lnTo>
                    <a:pt x="502" y="401"/>
                  </a:lnTo>
                  <a:lnTo>
                    <a:pt x="504" y="415"/>
                  </a:lnTo>
                  <a:lnTo>
                    <a:pt x="355" y="379"/>
                  </a:lnTo>
                  <a:lnTo>
                    <a:pt x="343" y="384"/>
                  </a:lnTo>
                  <a:lnTo>
                    <a:pt x="336" y="384"/>
                  </a:lnTo>
                  <a:lnTo>
                    <a:pt x="329" y="382"/>
                  </a:lnTo>
                  <a:lnTo>
                    <a:pt x="319" y="382"/>
                  </a:lnTo>
                  <a:lnTo>
                    <a:pt x="312" y="379"/>
                  </a:lnTo>
                  <a:lnTo>
                    <a:pt x="305" y="379"/>
                  </a:lnTo>
                  <a:lnTo>
                    <a:pt x="298" y="382"/>
                  </a:lnTo>
                  <a:lnTo>
                    <a:pt x="286" y="379"/>
                  </a:lnTo>
                  <a:lnTo>
                    <a:pt x="276" y="379"/>
                  </a:lnTo>
                  <a:lnTo>
                    <a:pt x="266" y="384"/>
                  </a:lnTo>
                  <a:lnTo>
                    <a:pt x="257" y="384"/>
                  </a:lnTo>
                  <a:lnTo>
                    <a:pt x="238" y="382"/>
                  </a:lnTo>
                  <a:lnTo>
                    <a:pt x="233" y="379"/>
                  </a:lnTo>
                  <a:lnTo>
                    <a:pt x="223" y="375"/>
                  </a:lnTo>
                  <a:lnTo>
                    <a:pt x="187" y="379"/>
                  </a:lnTo>
                  <a:lnTo>
                    <a:pt x="182" y="370"/>
                  </a:lnTo>
                  <a:lnTo>
                    <a:pt x="154" y="363"/>
                  </a:lnTo>
                  <a:lnTo>
                    <a:pt x="139" y="360"/>
                  </a:lnTo>
                  <a:lnTo>
                    <a:pt x="122" y="363"/>
                  </a:lnTo>
                  <a:lnTo>
                    <a:pt x="96" y="360"/>
                  </a:lnTo>
                  <a:lnTo>
                    <a:pt x="74" y="348"/>
                  </a:lnTo>
                  <a:lnTo>
                    <a:pt x="70" y="341"/>
                  </a:lnTo>
                  <a:lnTo>
                    <a:pt x="72" y="312"/>
                  </a:lnTo>
                  <a:lnTo>
                    <a:pt x="74" y="307"/>
                  </a:lnTo>
                  <a:lnTo>
                    <a:pt x="72" y="290"/>
                  </a:lnTo>
                  <a:lnTo>
                    <a:pt x="55" y="278"/>
                  </a:lnTo>
                  <a:lnTo>
                    <a:pt x="43" y="278"/>
                  </a:lnTo>
                  <a:lnTo>
                    <a:pt x="41" y="274"/>
                  </a:lnTo>
                  <a:lnTo>
                    <a:pt x="34" y="269"/>
                  </a:lnTo>
                  <a:lnTo>
                    <a:pt x="22" y="262"/>
                  </a:lnTo>
                  <a:lnTo>
                    <a:pt x="19" y="259"/>
                  </a:lnTo>
                  <a:lnTo>
                    <a:pt x="7" y="252"/>
                  </a:lnTo>
                  <a:lnTo>
                    <a:pt x="2" y="252"/>
                  </a:lnTo>
                  <a:lnTo>
                    <a:pt x="0" y="250"/>
                  </a:lnTo>
                  <a:lnTo>
                    <a:pt x="0" y="245"/>
                  </a:lnTo>
                  <a:lnTo>
                    <a:pt x="2" y="233"/>
                  </a:lnTo>
                  <a:lnTo>
                    <a:pt x="5" y="228"/>
                  </a:lnTo>
                  <a:lnTo>
                    <a:pt x="5" y="223"/>
                  </a:lnTo>
                  <a:lnTo>
                    <a:pt x="5" y="218"/>
                  </a:lnTo>
                  <a:lnTo>
                    <a:pt x="7" y="218"/>
                  </a:lnTo>
                  <a:lnTo>
                    <a:pt x="10" y="218"/>
                  </a:lnTo>
                  <a:lnTo>
                    <a:pt x="10" y="226"/>
                  </a:lnTo>
                  <a:lnTo>
                    <a:pt x="10" y="230"/>
                  </a:lnTo>
                  <a:lnTo>
                    <a:pt x="10" y="233"/>
                  </a:lnTo>
                  <a:lnTo>
                    <a:pt x="10" y="238"/>
                  </a:lnTo>
                  <a:lnTo>
                    <a:pt x="19" y="228"/>
                  </a:lnTo>
                  <a:lnTo>
                    <a:pt x="19" y="223"/>
                  </a:lnTo>
                  <a:lnTo>
                    <a:pt x="19" y="218"/>
                  </a:lnTo>
                  <a:lnTo>
                    <a:pt x="24" y="213"/>
                  </a:lnTo>
                  <a:lnTo>
                    <a:pt x="19" y="206"/>
                  </a:lnTo>
                  <a:lnTo>
                    <a:pt x="14" y="206"/>
                  </a:lnTo>
                  <a:lnTo>
                    <a:pt x="12" y="189"/>
                  </a:lnTo>
                  <a:lnTo>
                    <a:pt x="14" y="187"/>
                  </a:lnTo>
                  <a:lnTo>
                    <a:pt x="22" y="189"/>
                  </a:lnTo>
                  <a:lnTo>
                    <a:pt x="24" y="187"/>
                  </a:lnTo>
                  <a:lnTo>
                    <a:pt x="34" y="185"/>
                  </a:lnTo>
                  <a:lnTo>
                    <a:pt x="26" y="177"/>
                  </a:lnTo>
                  <a:lnTo>
                    <a:pt x="26" y="175"/>
                  </a:lnTo>
                  <a:lnTo>
                    <a:pt x="24" y="173"/>
                  </a:lnTo>
                  <a:lnTo>
                    <a:pt x="17" y="177"/>
                  </a:lnTo>
                  <a:lnTo>
                    <a:pt x="17" y="168"/>
                  </a:lnTo>
                  <a:lnTo>
                    <a:pt x="17" y="161"/>
                  </a:lnTo>
                  <a:lnTo>
                    <a:pt x="19" y="146"/>
                  </a:lnTo>
                  <a:lnTo>
                    <a:pt x="17" y="137"/>
                  </a:lnTo>
                  <a:lnTo>
                    <a:pt x="17" y="127"/>
                  </a:lnTo>
                  <a:lnTo>
                    <a:pt x="19" y="105"/>
                  </a:lnTo>
                  <a:lnTo>
                    <a:pt x="22" y="96"/>
                  </a:lnTo>
                  <a:lnTo>
                    <a:pt x="12" y="67"/>
                  </a:lnTo>
                  <a:lnTo>
                    <a:pt x="12" y="48"/>
                  </a:lnTo>
                  <a:lnTo>
                    <a:pt x="14" y="36"/>
                  </a:lnTo>
                  <a:lnTo>
                    <a:pt x="19" y="21"/>
                  </a:lnTo>
                  <a:lnTo>
                    <a:pt x="72" y="57"/>
                  </a:lnTo>
                  <a:lnTo>
                    <a:pt x="98" y="72"/>
                  </a:lnTo>
                  <a:lnTo>
                    <a:pt x="120" y="79"/>
                  </a:lnTo>
                  <a:lnTo>
                    <a:pt x="132" y="86"/>
                  </a:lnTo>
                  <a:lnTo>
                    <a:pt x="144" y="86"/>
                  </a:lnTo>
                  <a:lnTo>
                    <a:pt x="149" y="89"/>
                  </a:lnTo>
                  <a:lnTo>
                    <a:pt x="151" y="96"/>
                  </a:lnTo>
                  <a:lnTo>
                    <a:pt x="154" y="122"/>
                  </a:lnTo>
                  <a:lnTo>
                    <a:pt x="151" y="129"/>
                  </a:lnTo>
                  <a:lnTo>
                    <a:pt x="144" y="134"/>
                  </a:lnTo>
                  <a:lnTo>
                    <a:pt x="142" y="146"/>
                  </a:lnTo>
                  <a:lnTo>
                    <a:pt x="142" y="156"/>
                  </a:lnTo>
                  <a:lnTo>
                    <a:pt x="142" y="161"/>
                  </a:lnTo>
                  <a:lnTo>
                    <a:pt x="142" y="165"/>
                  </a:lnTo>
                  <a:lnTo>
                    <a:pt x="137" y="170"/>
                  </a:lnTo>
                  <a:lnTo>
                    <a:pt x="137" y="173"/>
                  </a:lnTo>
                  <a:lnTo>
                    <a:pt x="144" y="177"/>
                  </a:lnTo>
                  <a:lnTo>
                    <a:pt x="154" y="173"/>
                  </a:lnTo>
                  <a:lnTo>
                    <a:pt x="161" y="149"/>
                  </a:lnTo>
                  <a:lnTo>
                    <a:pt x="163" y="144"/>
                  </a:lnTo>
                  <a:lnTo>
                    <a:pt x="168" y="134"/>
                  </a:lnTo>
                  <a:lnTo>
                    <a:pt x="182" y="120"/>
                  </a:lnTo>
                  <a:lnTo>
                    <a:pt x="182" y="113"/>
                  </a:lnTo>
                  <a:lnTo>
                    <a:pt x="178" y="91"/>
                  </a:lnTo>
                  <a:lnTo>
                    <a:pt x="166" y="62"/>
                  </a:lnTo>
                  <a:lnTo>
                    <a:pt x="166" y="57"/>
                  </a:lnTo>
                  <a:lnTo>
                    <a:pt x="168" y="55"/>
                  </a:lnTo>
                  <a:lnTo>
                    <a:pt x="175" y="57"/>
                  </a:lnTo>
                  <a:lnTo>
                    <a:pt x="182" y="45"/>
                  </a:lnTo>
                  <a:lnTo>
                    <a:pt x="180" y="28"/>
                  </a:lnTo>
                  <a:lnTo>
                    <a:pt x="170" y="28"/>
                  </a:lnTo>
                  <a:lnTo>
                    <a:pt x="170" y="19"/>
                  </a:lnTo>
                  <a:lnTo>
                    <a:pt x="170" y="0"/>
                  </a:lnTo>
                  <a:lnTo>
                    <a:pt x="283" y="31"/>
                  </a:lnTo>
                  <a:lnTo>
                    <a:pt x="389" y="60"/>
                  </a:lnTo>
                  <a:lnTo>
                    <a:pt x="564" y="103"/>
                  </a:lnTo>
                  <a:lnTo>
                    <a:pt x="507" y="367"/>
                  </a:lnTo>
                  <a:lnTo>
                    <a:pt x="502" y="372"/>
                  </a:lnTo>
                  <a:lnTo>
                    <a:pt x="502" y="382"/>
                  </a:lnTo>
                  <a:lnTo>
                    <a:pt x="509" y="391"/>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3" name="Freeform 27"/>
            <p:cNvSpPr>
              <a:spLocks/>
            </p:cNvSpPr>
            <p:nvPr/>
          </p:nvSpPr>
          <p:spPr bwMode="auto">
            <a:xfrm>
              <a:off x="2527724" y="2965329"/>
              <a:ext cx="1077913" cy="1843087"/>
            </a:xfrm>
            <a:custGeom>
              <a:avLst/>
              <a:gdLst>
                <a:gd name="T0" fmla="*/ 670 w 679"/>
                <a:gd name="T1" fmla="*/ 990 h 1161"/>
                <a:gd name="T2" fmla="*/ 662 w 679"/>
                <a:gd name="T3" fmla="*/ 959 h 1161"/>
                <a:gd name="T4" fmla="*/ 655 w 679"/>
                <a:gd name="T5" fmla="*/ 937 h 1161"/>
                <a:gd name="T6" fmla="*/ 384 w 679"/>
                <a:gd name="T7" fmla="*/ 86 h 1161"/>
                <a:gd name="T8" fmla="*/ 57 w 679"/>
                <a:gd name="T9" fmla="*/ 19 h 1161"/>
                <a:gd name="T10" fmla="*/ 52 w 679"/>
                <a:gd name="T11" fmla="*/ 74 h 1161"/>
                <a:gd name="T12" fmla="*/ 43 w 679"/>
                <a:gd name="T13" fmla="*/ 101 h 1161"/>
                <a:gd name="T14" fmla="*/ 2 w 679"/>
                <a:gd name="T15" fmla="*/ 163 h 1161"/>
                <a:gd name="T16" fmla="*/ 4 w 679"/>
                <a:gd name="T17" fmla="*/ 190 h 1161"/>
                <a:gd name="T18" fmla="*/ 14 w 679"/>
                <a:gd name="T19" fmla="*/ 206 h 1161"/>
                <a:gd name="T20" fmla="*/ 24 w 679"/>
                <a:gd name="T21" fmla="*/ 259 h 1161"/>
                <a:gd name="T22" fmla="*/ 12 w 679"/>
                <a:gd name="T23" fmla="*/ 303 h 1161"/>
                <a:gd name="T24" fmla="*/ 19 w 679"/>
                <a:gd name="T25" fmla="*/ 355 h 1161"/>
                <a:gd name="T26" fmla="*/ 43 w 679"/>
                <a:gd name="T27" fmla="*/ 428 h 1161"/>
                <a:gd name="T28" fmla="*/ 62 w 679"/>
                <a:gd name="T29" fmla="*/ 461 h 1161"/>
                <a:gd name="T30" fmla="*/ 76 w 679"/>
                <a:gd name="T31" fmla="*/ 454 h 1161"/>
                <a:gd name="T32" fmla="*/ 86 w 679"/>
                <a:gd name="T33" fmla="*/ 461 h 1161"/>
                <a:gd name="T34" fmla="*/ 93 w 679"/>
                <a:gd name="T35" fmla="*/ 502 h 1161"/>
                <a:gd name="T36" fmla="*/ 76 w 679"/>
                <a:gd name="T37" fmla="*/ 492 h 1161"/>
                <a:gd name="T38" fmla="*/ 69 w 679"/>
                <a:gd name="T39" fmla="*/ 473 h 1161"/>
                <a:gd name="T40" fmla="*/ 64 w 679"/>
                <a:gd name="T41" fmla="*/ 502 h 1161"/>
                <a:gd name="T42" fmla="*/ 67 w 679"/>
                <a:gd name="T43" fmla="*/ 555 h 1161"/>
                <a:gd name="T44" fmla="*/ 98 w 679"/>
                <a:gd name="T45" fmla="*/ 579 h 1161"/>
                <a:gd name="T46" fmla="*/ 84 w 679"/>
                <a:gd name="T47" fmla="*/ 610 h 1161"/>
                <a:gd name="T48" fmla="*/ 96 w 679"/>
                <a:gd name="T49" fmla="*/ 668 h 1161"/>
                <a:gd name="T50" fmla="*/ 103 w 679"/>
                <a:gd name="T51" fmla="*/ 702 h 1161"/>
                <a:gd name="T52" fmla="*/ 139 w 679"/>
                <a:gd name="T53" fmla="*/ 766 h 1161"/>
                <a:gd name="T54" fmla="*/ 134 w 679"/>
                <a:gd name="T55" fmla="*/ 781 h 1161"/>
                <a:gd name="T56" fmla="*/ 146 w 679"/>
                <a:gd name="T57" fmla="*/ 805 h 1161"/>
                <a:gd name="T58" fmla="*/ 134 w 679"/>
                <a:gd name="T59" fmla="*/ 843 h 1161"/>
                <a:gd name="T60" fmla="*/ 158 w 679"/>
                <a:gd name="T61" fmla="*/ 872 h 1161"/>
                <a:gd name="T62" fmla="*/ 223 w 679"/>
                <a:gd name="T63" fmla="*/ 891 h 1161"/>
                <a:gd name="T64" fmla="*/ 261 w 679"/>
                <a:gd name="T65" fmla="*/ 940 h 1161"/>
                <a:gd name="T66" fmla="*/ 302 w 679"/>
                <a:gd name="T67" fmla="*/ 956 h 1161"/>
                <a:gd name="T68" fmla="*/ 302 w 679"/>
                <a:gd name="T69" fmla="*/ 978 h 1161"/>
                <a:gd name="T70" fmla="*/ 341 w 679"/>
                <a:gd name="T71" fmla="*/ 1004 h 1161"/>
                <a:gd name="T72" fmla="*/ 379 w 679"/>
                <a:gd name="T73" fmla="*/ 1067 h 1161"/>
                <a:gd name="T74" fmla="*/ 381 w 679"/>
                <a:gd name="T75" fmla="*/ 1115 h 1161"/>
                <a:gd name="T76" fmla="*/ 384 w 679"/>
                <a:gd name="T77" fmla="*/ 1117 h 1161"/>
                <a:gd name="T78" fmla="*/ 386 w 679"/>
                <a:gd name="T79" fmla="*/ 1137 h 1161"/>
                <a:gd name="T80" fmla="*/ 610 w 679"/>
                <a:gd name="T81" fmla="*/ 1161 h 1161"/>
                <a:gd name="T82" fmla="*/ 624 w 679"/>
                <a:gd name="T83" fmla="*/ 1141 h 1161"/>
                <a:gd name="T84" fmla="*/ 607 w 679"/>
                <a:gd name="T85" fmla="*/ 1120 h 1161"/>
                <a:gd name="T86" fmla="*/ 610 w 679"/>
                <a:gd name="T87" fmla="*/ 1093 h 1161"/>
                <a:gd name="T88" fmla="*/ 636 w 679"/>
                <a:gd name="T89" fmla="*/ 1067 h 1161"/>
                <a:gd name="T90" fmla="*/ 665 w 679"/>
                <a:gd name="T91" fmla="*/ 1021 h 1161"/>
                <a:gd name="T92" fmla="*/ 679 w 679"/>
                <a:gd name="T93" fmla="*/ 1009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79" h="1161">
                  <a:moveTo>
                    <a:pt x="679" y="1000"/>
                  </a:moveTo>
                  <a:lnTo>
                    <a:pt x="674" y="992"/>
                  </a:lnTo>
                  <a:lnTo>
                    <a:pt x="670" y="990"/>
                  </a:lnTo>
                  <a:lnTo>
                    <a:pt x="665" y="978"/>
                  </a:lnTo>
                  <a:lnTo>
                    <a:pt x="662" y="971"/>
                  </a:lnTo>
                  <a:lnTo>
                    <a:pt x="662" y="959"/>
                  </a:lnTo>
                  <a:lnTo>
                    <a:pt x="655" y="947"/>
                  </a:lnTo>
                  <a:lnTo>
                    <a:pt x="655" y="942"/>
                  </a:lnTo>
                  <a:lnTo>
                    <a:pt x="655" y="937"/>
                  </a:lnTo>
                  <a:lnTo>
                    <a:pt x="655" y="920"/>
                  </a:lnTo>
                  <a:lnTo>
                    <a:pt x="305" y="404"/>
                  </a:lnTo>
                  <a:lnTo>
                    <a:pt x="384" y="86"/>
                  </a:lnTo>
                  <a:lnTo>
                    <a:pt x="67" y="0"/>
                  </a:lnTo>
                  <a:lnTo>
                    <a:pt x="62" y="5"/>
                  </a:lnTo>
                  <a:lnTo>
                    <a:pt x="57" y="19"/>
                  </a:lnTo>
                  <a:lnTo>
                    <a:pt x="62" y="33"/>
                  </a:lnTo>
                  <a:lnTo>
                    <a:pt x="60" y="62"/>
                  </a:lnTo>
                  <a:lnTo>
                    <a:pt x="52" y="74"/>
                  </a:lnTo>
                  <a:lnTo>
                    <a:pt x="45" y="81"/>
                  </a:lnTo>
                  <a:lnTo>
                    <a:pt x="43" y="94"/>
                  </a:lnTo>
                  <a:lnTo>
                    <a:pt x="43" y="101"/>
                  </a:lnTo>
                  <a:lnTo>
                    <a:pt x="12" y="134"/>
                  </a:lnTo>
                  <a:lnTo>
                    <a:pt x="2" y="151"/>
                  </a:lnTo>
                  <a:lnTo>
                    <a:pt x="2" y="163"/>
                  </a:lnTo>
                  <a:lnTo>
                    <a:pt x="0" y="168"/>
                  </a:lnTo>
                  <a:lnTo>
                    <a:pt x="2" y="180"/>
                  </a:lnTo>
                  <a:lnTo>
                    <a:pt x="4" y="190"/>
                  </a:lnTo>
                  <a:lnTo>
                    <a:pt x="9" y="194"/>
                  </a:lnTo>
                  <a:lnTo>
                    <a:pt x="12" y="202"/>
                  </a:lnTo>
                  <a:lnTo>
                    <a:pt x="14" y="206"/>
                  </a:lnTo>
                  <a:lnTo>
                    <a:pt x="24" y="231"/>
                  </a:lnTo>
                  <a:lnTo>
                    <a:pt x="26" y="252"/>
                  </a:lnTo>
                  <a:lnTo>
                    <a:pt x="24" y="259"/>
                  </a:lnTo>
                  <a:lnTo>
                    <a:pt x="16" y="269"/>
                  </a:lnTo>
                  <a:lnTo>
                    <a:pt x="9" y="293"/>
                  </a:lnTo>
                  <a:lnTo>
                    <a:pt x="12" y="303"/>
                  </a:lnTo>
                  <a:lnTo>
                    <a:pt x="14" y="312"/>
                  </a:lnTo>
                  <a:lnTo>
                    <a:pt x="7" y="322"/>
                  </a:lnTo>
                  <a:lnTo>
                    <a:pt x="19" y="355"/>
                  </a:lnTo>
                  <a:lnTo>
                    <a:pt x="26" y="370"/>
                  </a:lnTo>
                  <a:lnTo>
                    <a:pt x="43" y="389"/>
                  </a:lnTo>
                  <a:lnTo>
                    <a:pt x="43" y="428"/>
                  </a:lnTo>
                  <a:lnTo>
                    <a:pt x="36" y="440"/>
                  </a:lnTo>
                  <a:lnTo>
                    <a:pt x="48" y="444"/>
                  </a:lnTo>
                  <a:lnTo>
                    <a:pt x="62" y="461"/>
                  </a:lnTo>
                  <a:lnTo>
                    <a:pt x="74" y="466"/>
                  </a:lnTo>
                  <a:lnTo>
                    <a:pt x="76" y="461"/>
                  </a:lnTo>
                  <a:lnTo>
                    <a:pt x="76" y="454"/>
                  </a:lnTo>
                  <a:lnTo>
                    <a:pt x="86" y="447"/>
                  </a:lnTo>
                  <a:lnTo>
                    <a:pt x="88" y="447"/>
                  </a:lnTo>
                  <a:lnTo>
                    <a:pt x="86" y="461"/>
                  </a:lnTo>
                  <a:lnTo>
                    <a:pt x="88" y="473"/>
                  </a:lnTo>
                  <a:lnTo>
                    <a:pt x="93" y="492"/>
                  </a:lnTo>
                  <a:lnTo>
                    <a:pt x="93" y="502"/>
                  </a:lnTo>
                  <a:lnTo>
                    <a:pt x="91" y="507"/>
                  </a:lnTo>
                  <a:lnTo>
                    <a:pt x="79" y="497"/>
                  </a:lnTo>
                  <a:lnTo>
                    <a:pt x="76" y="492"/>
                  </a:lnTo>
                  <a:lnTo>
                    <a:pt x="76" y="478"/>
                  </a:lnTo>
                  <a:lnTo>
                    <a:pt x="74" y="473"/>
                  </a:lnTo>
                  <a:lnTo>
                    <a:pt x="69" y="473"/>
                  </a:lnTo>
                  <a:lnTo>
                    <a:pt x="67" y="490"/>
                  </a:lnTo>
                  <a:lnTo>
                    <a:pt x="62" y="492"/>
                  </a:lnTo>
                  <a:lnTo>
                    <a:pt x="64" y="502"/>
                  </a:lnTo>
                  <a:lnTo>
                    <a:pt x="62" y="507"/>
                  </a:lnTo>
                  <a:lnTo>
                    <a:pt x="62" y="543"/>
                  </a:lnTo>
                  <a:lnTo>
                    <a:pt x="67" y="555"/>
                  </a:lnTo>
                  <a:lnTo>
                    <a:pt x="79" y="567"/>
                  </a:lnTo>
                  <a:lnTo>
                    <a:pt x="93" y="574"/>
                  </a:lnTo>
                  <a:lnTo>
                    <a:pt x="98" y="579"/>
                  </a:lnTo>
                  <a:lnTo>
                    <a:pt x="98" y="598"/>
                  </a:lnTo>
                  <a:lnTo>
                    <a:pt x="88" y="608"/>
                  </a:lnTo>
                  <a:lnTo>
                    <a:pt x="84" y="610"/>
                  </a:lnTo>
                  <a:lnTo>
                    <a:pt x="79" y="615"/>
                  </a:lnTo>
                  <a:lnTo>
                    <a:pt x="76" y="641"/>
                  </a:lnTo>
                  <a:lnTo>
                    <a:pt x="96" y="668"/>
                  </a:lnTo>
                  <a:lnTo>
                    <a:pt x="96" y="678"/>
                  </a:lnTo>
                  <a:lnTo>
                    <a:pt x="100" y="687"/>
                  </a:lnTo>
                  <a:lnTo>
                    <a:pt x="103" y="702"/>
                  </a:lnTo>
                  <a:lnTo>
                    <a:pt x="129" y="747"/>
                  </a:lnTo>
                  <a:lnTo>
                    <a:pt x="139" y="754"/>
                  </a:lnTo>
                  <a:lnTo>
                    <a:pt x="139" y="766"/>
                  </a:lnTo>
                  <a:lnTo>
                    <a:pt x="136" y="766"/>
                  </a:lnTo>
                  <a:lnTo>
                    <a:pt x="134" y="769"/>
                  </a:lnTo>
                  <a:lnTo>
                    <a:pt x="134" y="781"/>
                  </a:lnTo>
                  <a:lnTo>
                    <a:pt x="144" y="786"/>
                  </a:lnTo>
                  <a:lnTo>
                    <a:pt x="148" y="800"/>
                  </a:lnTo>
                  <a:lnTo>
                    <a:pt x="146" y="805"/>
                  </a:lnTo>
                  <a:lnTo>
                    <a:pt x="144" y="817"/>
                  </a:lnTo>
                  <a:lnTo>
                    <a:pt x="139" y="836"/>
                  </a:lnTo>
                  <a:lnTo>
                    <a:pt x="134" y="843"/>
                  </a:lnTo>
                  <a:lnTo>
                    <a:pt x="134" y="851"/>
                  </a:lnTo>
                  <a:lnTo>
                    <a:pt x="144" y="860"/>
                  </a:lnTo>
                  <a:lnTo>
                    <a:pt x="158" y="872"/>
                  </a:lnTo>
                  <a:lnTo>
                    <a:pt x="172" y="872"/>
                  </a:lnTo>
                  <a:lnTo>
                    <a:pt x="211" y="889"/>
                  </a:lnTo>
                  <a:lnTo>
                    <a:pt x="223" y="891"/>
                  </a:lnTo>
                  <a:lnTo>
                    <a:pt x="237" y="903"/>
                  </a:lnTo>
                  <a:lnTo>
                    <a:pt x="247" y="925"/>
                  </a:lnTo>
                  <a:lnTo>
                    <a:pt x="261" y="940"/>
                  </a:lnTo>
                  <a:lnTo>
                    <a:pt x="273" y="944"/>
                  </a:lnTo>
                  <a:lnTo>
                    <a:pt x="295" y="947"/>
                  </a:lnTo>
                  <a:lnTo>
                    <a:pt x="302" y="956"/>
                  </a:lnTo>
                  <a:lnTo>
                    <a:pt x="302" y="961"/>
                  </a:lnTo>
                  <a:lnTo>
                    <a:pt x="305" y="968"/>
                  </a:lnTo>
                  <a:lnTo>
                    <a:pt x="302" y="978"/>
                  </a:lnTo>
                  <a:lnTo>
                    <a:pt x="307" y="985"/>
                  </a:lnTo>
                  <a:lnTo>
                    <a:pt x="321" y="985"/>
                  </a:lnTo>
                  <a:lnTo>
                    <a:pt x="341" y="1004"/>
                  </a:lnTo>
                  <a:lnTo>
                    <a:pt x="350" y="1019"/>
                  </a:lnTo>
                  <a:lnTo>
                    <a:pt x="360" y="1028"/>
                  </a:lnTo>
                  <a:lnTo>
                    <a:pt x="379" y="1067"/>
                  </a:lnTo>
                  <a:lnTo>
                    <a:pt x="379" y="1101"/>
                  </a:lnTo>
                  <a:lnTo>
                    <a:pt x="379" y="1105"/>
                  </a:lnTo>
                  <a:lnTo>
                    <a:pt x="381" y="1115"/>
                  </a:lnTo>
                  <a:lnTo>
                    <a:pt x="384" y="1115"/>
                  </a:lnTo>
                  <a:lnTo>
                    <a:pt x="386" y="1117"/>
                  </a:lnTo>
                  <a:lnTo>
                    <a:pt x="384" y="1117"/>
                  </a:lnTo>
                  <a:lnTo>
                    <a:pt x="381" y="1125"/>
                  </a:lnTo>
                  <a:lnTo>
                    <a:pt x="384" y="1134"/>
                  </a:lnTo>
                  <a:lnTo>
                    <a:pt x="386" y="1137"/>
                  </a:lnTo>
                  <a:lnTo>
                    <a:pt x="593" y="1158"/>
                  </a:lnTo>
                  <a:lnTo>
                    <a:pt x="607" y="1161"/>
                  </a:lnTo>
                  <a:lnTo>
                    <a:pt x="610" y="1161"/>
                  </a:lnTo>
                  <a:lnTo>
                    <a:pt x="619" y="1153"/>
                  </a:lnTo>
                  <a:lnTo>
                    <a:pt x="619" y="1146"/>
                  </a:lnTo>
                  <a:lnTo>
                    <a:pt x="624" y="1141"/>
                  </a:lnTo>
                  <a:lnTo>
                    <a:pt x="622" y="1137"/>
                  </a:lnTo>
                  <a:lnTo>
                    <a:pt x="610" y="1127"/>
                  </a:lnTo>
                  <a:lnTo>
                    <a:pt x="607" y="1120"/>
                  </a:lnTo>
                  <a:lnTo>
                    <a:pt x="610" y="1108"/>
                  </a:lnTo>
                  <a:lnTo>
                    <a:pt x="612" y="1101"/>
                  </a:lnTo>
                  <a:lnTo>
                    <a:pt x="610" y="1093"/>
                  </a:lnTo>
                  <a:lnTo>
                    <a:pt x="610" y="1089"/>
                  </a:lnTo>
                  <a:lnTo>
                    <a:pt x="619" y="1089"/>
                  </a:lnTo>
                  <a:lnTo>
                    <a:pt x="636" y="1067"/>
                  </a:lnTo>
                  <a:lnTo>
                    <a:pt x="643" y="1036"/>
                  </a:lnTo>
                  <a:lnTo>
                    <a:pt x="653" y="1024"/>
                  </a:lnTo>
                  <a:lnTo>
                    <a:pt x="665" y="1021"/>
                  </a:lnTo>
                  <a:lnTo>
                    <a:pt x="674" y="1012"/>
                  </a:lnTo>
                  <a:lnTo>
                    <a:pt x="679" y="1014"/>
                  </a:lnTo>
                  <a:lnTo>
                    <a:pt x="679" y="1009"/>
                  </a:lnTo>
                  <a:lnTo>
                    <a:pt x="679" y="100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4" name="Freeform 28"/>
            <p:cNvSpPr>
              <a:spLocks/>
            </p:cNvSpPr>
            <p:nvPr/>
          </p:nvSpPr>
          <p:spPr bwMode="auto">
            <a:xfrm>
              <a:off x="2618212" y="2282704"/>
              <a:ext cx="1087438" cy="903287"/>
            </a:xfrm>
            <a:custGeom>
              <a:avLst/>
              <a:gdLst>
                <a:gd name="T0" fmla="*/ 613 w 685"/>
                <a:gd name="T1" fmla="*/ 353 h 569"/>
                <a:gd name="T2" fmla="*/ 610 w 685"/>
                <a:gd name="T3" fmla="*/ 367 h 569"/>
                <a:gd name="T4" fmla="*/ 557 w 685"/>
                <a:gd name="T5" fmla="*/ 569 h 569"/>
                <a:gd name="T6" fmla="*/ 10 w 685"/>
                <a:gd name="T7" fmla="*/ 430 h 569"/>
                <a:gd name="T8" fmla="*/ 0 w 685"/>
                <a:gd name="T9" fmla="*/ 401 h 569"/>
                <a:gd name="T10" fmla="*/ 5 w 685"/>
                <a:gd name="T11" fmla="*/ 382 h 569"/>
                <a:gd name="T12" fmla="*/ 7 w 685"/>
                <a:gd name="T13" fmla="*/ 331 h 569"/>
                <a:gd name="T14" fmla="*/ 19 w 685"/>
                <a:gd name="T15" fmla="*/ 322 h 569"/>
                <a:gd name="T16" fmla="*/ 27 w 685"/>
                <a:gd name="T17" fmla="*/ 305 h 569"/>
                <a:gd name="T18" fmla="*/ 34 w 685"/>
                <a:gd name="T19" fmla="*/ 286 h 569"/>
                <a:gd name="T20" fmla="*/ 58 w 685"/>
                <a:gd name="T21" fmla="*/ 259 h 569"/>
                <a:gd name="T22" fmla="*/ 84 w 685"/>
                <a:gd name="T23" fmla="*/ 204 h 569"/>
                <a:gd name="T24" fmla="*/ 118 w 685"/>
                <a:gd name="T25" fmla="*/ 120 h 569"/>
                <a:gd name="T26" fmla="*/ 147 w 685"/>
                <a:gd name="T27" fmla="*/ 36 h 569"/>
                <a:gd name="T28" fmla="*/ 154 w 685"/>
                <a:gd name="T29" fmla="*/ 7 h 569"/>
                <a:gd name="T30" fmla="*/ 161 w 685"/>
                <a:gd name="T31" fmla="*/ 0 h 569"/>
                <a:gd name="T32" fmla="*/ 176 w 685"/>
                <a:gd name="T33" fmla="*/ 0 h 569"/>
                <a:gd name="T34" fmla="*/ 195 w 685"/>
                <a:gd name="T35" fmla="*/ 12 h 569"/>
                <a:gd name="T36" fmla="*/ 209 w 685"/>
                <a:gd name="T37" fmla="*/ 16 h 569"/>
                <a:gd name="T38" fmla="*/ 228 w 685"/>
                <a:gd name="T39" fmla="*/ 45 h 569"/>
                <a:gd name="T40" fmla="*/ 224 w 685"/>
                <a:gd name="T41" fmla="*/ 79 h 569"/>
                <a:gd name="T42" fmla="*/ 250 w 685"/>
                <a:gd name="T43" fmla="*/ 98 h 569"/>
                <a:gd name="T44" fmla="*/ 293 w 685"/>
                <a:gd name="T45" fmla="*/ 98 h 569"/>
                <a:gd name="T46" fmla="*/ 336 w 685"/>
                <a:gd name="T47" fmla="*/ 108 h 569"/>
                <a:gd name="T48" fmla="*/ 377 w 685"/>
                <a:gd name="T49" fmla="*/ 113 h 569"/>
                <a:gd name="T50" fmla="*/ 392 w 685"/>
                <a:gd name="T51" fmla="*/ 120 h 569"/>
                <a:gd name="T52" fmla="*/ 420 w 685"/>
                <a:gd name="T53" fmla="*/ 122 h 569"/>
                <a:gd name="T54" fmla="*/ 440 w 685"/>
                <a:gd name="T55" fmla="*/ 117 h 569"/>
                <a:gd name="T56" fmla="*/ 459 w 685"/>
                <a:gd name="T57" fmla="*/ 117 h 569"/>
                <a:gd name="T58" fmla="*/ 473 w 685"/>
                <a:gd name="T59" fmla="*/ 120 h 569"/>
                <a:gd name="T60" fmla="*/ 490 w 685"/>
                <a:gd name="T61" fmla="*/ 122 h 569"/>
                <a:gd name="T62" fmla="*/ 509 w 685"/>
                <a:gd name="T63" fmla="*/ 117 h 569"/>
                <a:gd name="T64" fmla="*/ 661 w 685"/>
                <a:gd name="T65" fmla="*/ 163 h 569"/>
                <a:gd name="T66" fmla="*/ 673 w 685"/>
                <a:gd name="T67" fmla="*/ 173 h 569"/>
                <a:gd name="T68" fmla="*/ 685 w 685"/>
                <a:gd name="T69" fmla="*/ 194 h 569"/>
                <a:gd name="T70" fmla="*/ 639 w 685"/>
                <a:gd name="T71" fmla="*/ 259 h 569"/>
                <a:gd name="T72" fmla="*/ 632 w 685"/>
                <a:gd name="T73" fmla="*/ 274 h 569"/>
                <a:gd name="T74" fmla="*/ 601 w 685"/>
                <a:gd name="T75" fmla="*/ 310 h 569"/>
                <a:gd name="T76" fmla="*/ 601 w 685"/>
                <a:gd name="T77" fmla="*/ 329 h 569"/>
                <a:gd name="T78" fmla="*/ 615 w 685"/>
                <a:gd name="T79" fmla="*/ 348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5" h="569">
                  <a:moveTo>
                    <a:pt x="615" y="348"/>
                  </a:moveTo>
                  <a:lnTo>
                    <a:pt x="613" y="353"/>
                  </a:lnTo>
                  <a:lnTo>
                    <a:pt x="610" y="355"/>
                  </a:lnTo>
                  <a:lnTo>
                    <a:pt x="610" y="367"/>
                  </a:lnTo>
                  <a:lnTo>
                    <a:pt x="598" y="379"/>
                  </a:lnTo>
                  <a:lnTo>
                    <a:pt x="557" y="569"/>
                  </a:lnTo>
                  <a:lnTo>
                    <a:pt x="327" y="516"/>
                  </a:lnTo>
                  <a:lnTo>
                    <a:pt x="10" y="430"/>
                  </a:lnTo>
                  <a:lnTo>
                    <a:pt x="5" y="425"/>
                  </a:lnTo>
                  <a:lnTo>
                    <a:pt x="0" y="401"/>
                  </a:lnTo>
                  <a:lnTo>
                    <a:pt x="5" y="391"/>
                  </a:lnTo>
                  <a:lnTo>
                    <a:pt x="5" y="382"/>
                  </a:lnTo>
                  <a:lnTo>
                    <a:pt x="10" y="365"/>
                  </a:lnTo>
                  <a:lnTo>
                    <a:pt x="7" y="331"/>
                  </a:lnTo>
                  <a:lnTo>
                    <a:pt x="12" y="324"/>
                  </a:lnTo>
                  <a:lnTo>
                    <a:pt x="19" y="322"/>
                  </a:lnTo>
                  <a:lnTo>
                    <a:pt x="24" y="314"/>
                  </a:lnTo>
                  <a:lnTo>
                    <a:pt x="27" y="305"/>
                  </a:lnTo>
                  <a:lnTo>
                    <a:pt x="31" y="300"/>
                  </a:lnTo>
                  <a:lnTo>
                    <a:pt x="34" y="286"/>
                  </a:lnTo>
                  <a:lnTo>
                    <a:pt x="36" y="283"/>
                  </a:lnTo>
                  <a:lnTo>
                    <a:pt x="58" y="259"/>
                  </a:lnTo>
                  <a:lnTo>
                    <a:pt x="67" y="238"/>
                  </a:lnTo>
                  <a:lnTo>
                    <a:pt x="84" y="204"/>
                  </a:lnTo>
                  <a:lnTo>
                    <a:pt x="103" y="144"/>
                  </a:lnTo>
                  <a:lnTo>
                    <a:pt x="118" y="120"/>
                  </a:lnTo>
                  <a:lnTo>
                    <a:pt x="130" y="81"/>
                  </a:lnTo>
                  <a:lnTo>
                    <a:pt x="147" y="36"/>
                  </a:lnTo>
                  <a:lnTo>
                    <a:pt x="152" y="19"/>
                  </a:lnTo>
                  <a:lnTo>
                    <a:pt x="154" y="7"/>
                  </a:lnTo>
                  <a:lnTo>
                    <a:pt x="154" y="2"/>
                  </a:lnTo>
                  <a:lnTo>
                    <a:pt x="161" y="0"/>
                  </a:lnTo>
                  <a:lnTo>
                    <a:pt x="171" y="2"/>
                  </a:lnTo>
                  <a:lnTo>
                    <a:pt x="176" y="0"/>
                  </a:lnTo>
                  <a:lnTo>
                    <a:pt x="188" y="7"/>
                  </a:lnTo>
                  <a:lnTo>
                    <a:pt x="195" y="12"/>
                  </a:lnTo>
                  <a:lnTo>
                    <a:pt x="197" y="16"/>
                  </a:lnTo>
                  <a:lnTo>
                    <a:pt x="209" y="16"/>
                  </a:lnTo>
                  <a:lnTo>
                    <a:pt x="226" y="28"/>
                  </a:lnTo>
                  <a:lnTo>
                    <a:pt x="228" y="45"/>
                  </a:lnTo>
                  <a:lnTo>
                    <a:pt x="226" y="50"/>
                  </a:lnTo>
                  <a:lnTo>
                    <a:pt x="224" y="79"/>
                  </a:lnTo>
                  <a:lnTo>
                    <a:pt x="228" y="86"/>
                  </a:lnTo>
                  <a:lnTo>
                    <a:pt x="250" y="98"/>
                  </a:lnTo>
                  <a:lnTo>
                    <a:pt x="276" y="101"/>
                  </a:lnTo>
                  <a:lnTo>
                    <a:pt x="293" y="98"/>
                  </a:lnTo>
                  <a:lnTo>
                    <a:pt x="308" y="101"/>
                  </a:lnTo>
                  <a:lnTo>
                    <a:pt x="336" y="108"/>
                  </a:lnTo>
                  <a:lnTo>
                    <a:pt x="341" y="117"/>
                  </a:lnTo>
                  <a:lnTo>
                    <a:pt x="377" y="113"/>
                  </a:lnTo>
                  <a:lnTo>
                    <a:pt x="387" y="117"/>
                  </a:lnTo>
                  <a:lnTo>
                    <a:pt x="392" y="120"/>
                  </a:lnTo>
                  <a:lnTo>
                    <a:pt x="411" y="122"/>
                  </a:lnTo>
                  <a:lnTo>
                    <a:pt x="420" y="122"/>
                  </a:lnTo>
                  <a:lnTo>
                    <a:pt x="430" y="117"/>
                  </a:lnTo>
                  <a:lnTo>
                    <a:pt x="440" y="117"/>
                  </a:lnTo>
                  <a:lnTo>
                    <a:pt x="452" y="120"/>
                  </a:lnTo>
                  <a:lnTo>
                    <a:pt x="459" y="117"/>
                  </a:lnTo>
                  <a:lnTo>
                    <a:pt x="466" y="117"/>
                  </a:lnTo>
                  <a:lnTo>
                    <a:pt x="473" y="120"/>
                  </a:lnTo>
                  <a:lnTo>
                    <a:pt x="483" y="120"/>
                  </a:lnTo>
                  <a:lnTo>
                    <a:pt x="490" y="122"/>
                  </a:lnTo>
                  <a:lnTo>
                    <a:pt x="497" y="122"/>
                  </a:lnTo>
                  <a:lnTo>
                    <a:pt x="509" y="117"/>
                  </a:lnTo>
                  <a:lnTo>
                    <a:pt x="658" y="153"/>
                  </a:lnTo>
                  <a:lnTo>
                    <a:pt x="661" y="163"/>
                  </a:lnTo>
                  <a:lnTo>
                    <a:pt x="668" y="173"/>
                  </a:lnTo>
                  <a:lnTo>
                    <a:pt x="673" y="173"/>
                  </a:lnTo>
                  <a:lnTo>
                    <a:pt x="682" y="180"/>
                  </a:lnTo>
                  <a:lnTo>
                    <a:pt x="685" y="194"/>
                  </a:lnTo>
                  <a:lnTo>
                    <a:pt x="646" y="252"/>
                  </a:lnTo>
                  <a:lnTo>
                    <a:pt x="639" y="259"/>
                  </a:lnTo>
                  <a:lnTo>
                    <a:pt x="639" y="266"/>
                  </a:lnTo>
                  <a:lnTo>
                    <a:pt x="632" y="274"/>
                  </a:lnTo>
                  <a:lnTo>
                    <a:pt x="620" y="281"/>
                  </a:lnTo>
                  <a:lnTo>
                    <a:pt x="601" y="310"/>
                  </a:lnTo>
                  <a:lnTo>
                    <a:pt x="598" y="322"/>
                  </a:lnTo>
                  <a:lnTo>
                    <a:pt x="601" y="329"/>
                  </a:lnTo>
                  <a:lnTo>
                    <a:pt x="613" y="334"/>
                  </a:lnTo>
                  <a:lnTo>
                    <a:pt x="615" y="348"/>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5" name="Freeform 30"/>
            <p:cNvSpPr>
              <a:spLocks/>
            </p:cNvSpPr>
            <p:nvPr/>
          </p:nvSpPr>
          <p:spPr bwMode="auto">
            <a:xfrm>
              <a:off x="7018762" y="3881316"/>
              <a:ext cx="990600" cy="506412"/>
            </a:xfrm>
            <a:custGeom>
              <a:avLst/>
              <a:gdLst>
                <a:gd name="T0" fmla="*/ 124 w 624"/>
                <a:gd name="T1" fmla="*/ 310 h 319"/>
                <a:gd name="T2" fmla="*/ 120 w 624"/>
                <a:gd name="T3" fmla="*/ 293 h 319"/>
                <a:gd name="T4" fmla="*/ 141 w 624"/>
                <a:gd name="T5" fmla="*/ 295 h 319"/>
                <a:gd name="T6" fmla="*/ 501 w 624"/>
                <a:gd name="T7" fmla="*/ 257 h 319"/>
                <a:gd name="T8" fmla="*/ 538 w 624"/>
                <a:gd name="T9" fmla="*/ 238 h 319"/>
                <a:gd name="T10" fmla="*/ 557 w 624"/>
                <a:gd name="T11" fmla="*/ 218 h 319"/>
                <a:gd name="T12" fmla="*/ 559 w 624"/>
                <a:gd name="T13" fmla="*/ 206 h 319"/>
                <a:gd name="T14" fmla="*/ 569 w 624"/>
                <a:gd name="T15" fmla="*/ 192 h 319"/>
                <a:gd name="T16" fmla="*/ 622 w 624"/>
                <a:gd name="T17" fmla="*/ 146 h 319"/>
                <a:gd name="T18" fmla="*/ 617 w 624"/>
                <a:gd name="T19" fmla="*/ 139 h 319"/>
                <a:gd name="T20" fmla="*/ 610 w 624"/>
                <a:gd name="T21" fmla="*/ 134 h 319"/>
                <a:gd name="T22" fmla="*/ 598 w 624"/>
                <a:gd name="T23" fmla="*/ 127 h 319"/>
                <a:gd name="T24" fmla="*/ 593 w 624"/>
                <a:gd name="T25" fmla="*/ 125 h 319"/>
                <a:gd name="T26" fmla="*/ 564 w 624"/>
                <a:gd name="T27" fmla="*/ 86 h 319"/>
                <a:gd name="T28" fmla="*/ 562 w 624"/>
                <a:gd name="T29" fmla="*/ 74 h 319"/>
                <a:gd name="T30" fmla="*/ 559 w 624"/>
                <a:gd name="T31" fmla="*/ 50 h 319"/>
                <a:gd name="T32" fmla="*/ 547 w 624"/>
                <a:gd name="T33" fmla="*/ 40 h 319"/>
                <a:gd name="T34" fmla="*/ 530 w 624"/>
                <a:gd name="T35" fmla="*/ 26 h 319"/>
                <a:gd name="T36" fmla="*/ 516 w 624"/>
                <a:gd name="T37" fmla="*/ 26 h 319"/>
                <a:gd name="T38" fmla="*/ 506 w 624"/>
                <a:gd name="T39" fmla="*/ 33 h 319"/>
                <a:gd name="T40" fmla="*/ 492 w 624"/>
                <a:gd name="T41" fmla="*/ 38 h 319"/>
                <a:gd name="T42" fmla="*/ 473 w 624"/>
                <a:gd name="T43" fmla="*/ 33 h 319"/>
                <a:gd name="T44" fmla="*/ 449 w 624"/>
                <a:gd name="T45" fmla="*/ 31 h 319"/>
                <a:gd name="T46" fmla="*/ 417 w 624"/>
                <a:gd name="T47" fmla="*/ 26 h 319"/>
                <a:gd name="T48" fmla="*/ 396 w 624"/>
                <a:gd name="T49" fmla="*/ 0 h 319"/>
                <a:gd name="T50" fmla="*/ 381 w 624"/>
                <a:gd name="T51" fmla="*/ 4 h 319"/>
                <a:gd name="T52" fmla="*/ 365 w 624"/>
                <a:gd name="T53" fmla="*/ 0 h 319"/>
                <a:gd name="T54" fmla="*/ 362 w 624"/>
                <a:gd name="T55" fmla="*/ 14 h 319"/>
                <a:gd name="T56" fmla="*/ 365 w 624"/>
                <a:gd name="T57" fmla="*/ 38 h 319"/>
                <a:gd name="T58" fmla="*/ 343 w 624"/>
                <a:gd name="T59" fmla="*/ 50 h 319"/>
                <a:gd name="T60" fmla="*/ 321 w 624"/>
                <a:gd name="T61" fmla="*/ 52 h 319"/>
                <a:gd name="T62" fmla="*/ 288 w 624"/>
                <a:gd name="T63" fmla="*/ 110 h 319"/>
                <a:gd name="T64" fmla="*/ 261 w 624"/>
                <a:gd name="T65" fmla="*/ 132 h 319"/>
                <a:gd name="T66" fmla="*/ 247 w 624"/>
                <a:gd name="T67" fmla="*/ 120 h 319"/>
                <a:gd name="T68" fmla="*/ 235 w 624"/>
                <a:gd name="T69" fmla="*/ 149 h 319"/>
                <a:gd name="T70" fmla="*/ 221 w 624"/>
                <a:gd name="T71" fmla="*/ 149 h 319"/>
                <a:gd name="T72" fmla="*/ 199 w 624"/>
                <a:gd name="T73" fmla="*/ 146 h 319"/>
                <a:gd name="T74" fmla="*/ 189 w 624"/>
                <a:gd name="T75" fmla="*/ 163 h 319"/>
                <a:gd name="T76" fmla="*/ 160 w 624"/>
                <a:gd name="T77" fmla="*/ 151 h 319"/>
                <a:gd name="T78" fmla="*/ 124 w 624"/>
                <a:gd name="T79" fmla="*/ 156 h 319"/>
                <a:gd name="T80" fmla="*/ 124 w 624"/>
                <a:gd name="T81" fmla="*/ 168 h 319"/>
                <a:gd name="T82" fmla="*/ 110 w 624"/>
                <a:gd name="T83" fmla="*/ 170 h 319"/>
                <a:gd name="T84" fmla="*/ 112 w 624"/>
                <a:gd name="T85" fmla="*/ 170 h 319"/>
                <a:gd name="T86" fmla="*/ 108 w 624"/>
                <a:gd name="T87" fmla="*/ 185 h 319"/>
                <a:gd name="T88" fmla="*/ 103 w 624"/>
                <a:gd name="T89" fmla="*/ 189 h 319"/>
                <a:gd name="T90" fmla="*/ 110 w 624"/>
                <a:gd name="T91" fmla="*/ 204 h 319"/>
                <a:gd name="T92" fmla="*/ 76 w 624"/>
                <a:gd name="T93" fmla="*/ 214 h 319"/>
                <a:gd name="T94" fmla="*/ 84 w 624"/>
                <a:gd name="T95" fmla="*/ 247 h 319"/>
                <a:gd name="T96" fmla="*/ 62 w 624"/>
                <a:gd name="T97" fmla="*/ 245 h 319"/>
                <a:gd name="T98" fmla="*/ 36 w 624"/>
                <a:gd name="T99" fmla="*/ 238 h 319"/>
                <a:gd name="T100" fmla="*/ 21 w 624"/>
                <a:gd name="T101" fmla="*/ 262 h 319"/>
                <a:gd name="T102" fmla="*/ 26 w 624"/>
                <a:gd name="T103" fmla="*/ 264 h 319"/>
                <a:gd name="T104" fmla="*/ 33 w 624"/>
                <a:gd name="T105" fmla="*/ 278 h 319"/>
                <a:gd name="T106" fmla="*/ 19 w 624"/>
                <a:gd name="T107" fmla="*/ 310 h 319"/>
                <a:gd name="T108" fmla="*/ 4 w 624"/>
                <a:gd name="T109" fmla="*/ 31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4" h="319">
                  <a:moveTo>
                    <a:pt x="0" y="319"/>
                  </a:moveTo>
                  <a:lnTo>
                    <a:pt x="124" y="310"/>
                  </a:lnTo>
                  <a:lnTo>
                    <a:pt x="124" y="298"/>
                  </a:lnTo>
                  <a:lnTo>
                    <a:pt x="120" y="293"/>
                  </a:lnTo>
                  <a:lnTo>
                    <a:pt x="134" y="290"/>
                  </a:lnTo>
                  <a:lnTo>
                    <a:pt x="141" y="295"/>
                  </a:lnTo>
                  <a:lnTo>
                    <a:pt x="492" y="262"/>
                  </a:lnTo>
                  <a:lnTo>
                    <a:pt x="501" y="257"/>
                  </a:lnTo>
                  <a:lnTo>
                    <a:pt x="506" y="252"/>
                  </a:lnTo>
                  <a:lnTo>
                    <a:pt x="538" y="238"/>
                  </a:lnTo>
                  <a:lnTo>
                    <a:pt x="540" y="230"/>
                  </a:lnTo>
                  <a:lnTo>
                    <a:pt x="557" y="218"/>
                  </a:lnTo>
                  <a:lnTo>
                    <a:pt x="557" y="211"/>
                  </a:lnTo>
                  <a:lnTo>
                    <a:pt x="559" y="206"/>
                  </a:lnTo>
                  <a:lnTo>
                    <a:pt x="569" y="201"/>
                  </a:lnTo>
                  <a:lnTo>
                    <a:pt x="569" y="192"/>
                  </a:lnTo>
                  <a:lnTo>
                    <a:pt x="578" y="185"/>
                  </a:lnTo>
                  <a:lnTo>
                    <a:pt x="622" y="146"/>
                  </a:lnTo>
                  <a:lnTo>
                    <a:pt x="624" y="139"/>
                  </a:lnTo>
                  <a:lnTo>
                    <a:pt x="617" y="139"/>
                  </a:lnTo>
                  <a:lnTo>
                    <a:pt x="612" y="134"/>
                  </a:lnTo>
                  <a:lnTo>
                    <a:pt x="610" y="134"/>
                  </a:lnTo>
                  <a:lnTo>
                    <a:pt x="607" y="132"/>
                  </a:lnTo>
                  <a:lnTo>
                    <a:pt x="598" y="127"/>
                  </a:lnTo>
                  <a:lnTo>
                    <a:pt x="595" y="127"/>
                  </a:lnTo>
                  <a:lnTo>
                    <a:pt x="593" y="125"/>
                  </a:lnTo>
                  <a:lnTo>
                    <a:pt x="581" y="108"/>
                  </a:lnTo>
                  <a:lnTo>
                    <a:pt x="564" y="86"/>
                  </a:lnTo>
                  <a:lnTo>
                    <a:pt x="562" y="81"/>
                  </a:lnTo>
                  <a:lnTo>
                    <a:pt x="562" y="74"/>
                  </a:lnTo>
                  <a:lnTo>
                    <a:pt x="562" y="64"/>
                  </a:lnTo>
                  <a:lnTo>
                    <a:pt x="559" y="50"/>
                  </a:lnTo>
                  <a:lnTo>
                    <a:pt x="557" y="48"/>
                  </a:lnTo>
                  <a:lnTo>
                    <a:pt x="547" y="40"/>
                  </a:lnTo>
                  <a:lnTo>
                    <a:pt x="538" y="38"/>
                  </a:lnTo>
                  <a:lnTo>
                    <a:pt x="530" y="26"/>
                  </a:lnTo>
                  <a:lnTo>
                    <a:pt x="526" y="19"/>
                  </a:lnTo>
                  <a:lnTo>
                    <a:pt x="516" y="26"/>
                  </a:lnTo>
                  <a:lnTo>
                    <a:pt x="513" y="31"/>
                  </a:lnTo>
                  <a:lnTo>
                    <a:pt x="506" y="33"/>
                  </a:lnTo>
                  <a:lnTo>
                    <a:pt x="506" y="36"/>
                  </a:lnTo>
                  <a:lnTo>
                    <a:pt x="492" y="38"/>
                  </a:lnTo>
                  <a:lnTo>
                    <a:pt x="477" y="33"/>
                  </a:lnTo>
                  <a:lnTo>
                    <a:pt x="473" y="33"/>
                  </a:lnTo>
                  <a:lnTo>
                    <a:pt x="465" y="43"/>
                  </a:lnTo>
                  <a:lnTo>
                    <a:pt x="449" y="31"/>
                  </a:lnTo>
                  <a:lnTo>
                    <a:pt x="429" y="31"/>
                  </a:lnTo>
                  <a:lnTo>
                    <a:pt x="417" y="26"/>
                  </a:lnTo>
                  <a:lnTo>
                    <a:pt x="413" y="12"/>
                  </a:lnTo>
                  <a:lnTo>
                    <a:pt x="396" y="0"/>
                  </a:lnTo>
                  <a:lnTo>
                    <a:pt x="386" y="4"/>
                  </a:lnTo>
                  <a:lnTo>
                    <a:pt x="381" y="4"/>
                  </a:lnTo>
                  <a:lnTo>
                    <a:pt x="372" y="0"/>
                  </a:lnTo>
                  <a:lnTo>
                    <a:pt x="365" y="0"/>
                  </a:lnTo>
                  <a:lnTo>
                    <a:pt x="362" y="7"/>
                  </a:lnTo>
                  <a:lnTo>
                    <a:pt x="362" y="14"/>
                  </a:lnTo>
                  <a:lnTo>
                    <a:pt x="367" y="31"/>
                  </a:lnTo>
                  <a:lnTo>
                    <a:pt x="365" y="38"/>
                  </a:lnTo>
                  <a:lnTo>
                    <a:pt x="355" y="40"/>
                  </a:lnTo>
                  <a:lnTo>
                    <a:pt x="343" y="50"/>
                  </a:lnTo>
                  <a:lnTo>
                    <a:pt x="329" y="48"/>
                  </a:lnTo>
                  <a:lnTo>
                    <a:pt x="321" y="52"/>
                  </a:lnTo>
                  <a:lnTo>
                    <a:pt x="321" y="67"/>
                  </a:lnTo>
                  <a:lnTo>
                    <a:pt x="288" y="110"/>
                  </a:lnTo>
                  <a:lnTo>
                    <a:pt x="283" y="132"/>
                  </a:lnTo>
                  <a:lnTo>
                    <a:pt x="261" y="132"/>
                  </a:lnTo>
                  <a:lnTo>
                    <a:pt x="252" y="120"/>
                  </a:lnTo>
                  <a:lnTo>
                    <a:pt x="247" y="120"/>
                  </a:lnTo>
                  <a:lnTo>
                    <a:pt x="242" y="127"/>
                  </a:lnTo>
                  <a:lnTo>
                    <a:pt x="235" y="149"/>
                  </a:lnTo>
                  <a:lnTo>
                    <a:pt x="228" y="153"/>
                  </a:lnTo>
                  <a:lnTo>
                    <a:pt x="221" y="149"/>
                  </a:lnTo>
                  <a:lnTo>
                    <a:pt x="213" y="141"/>
                  </a:lnTo>
                  <a:lnTo>
                    <a:pt x="199" y="146"/>
                  </a:lnTo>
                  <a:lnTo>
                    <a:pt x="194" y="163"/>
                  </a:lnTo>
                  <a:lnTo>
                    <a:pt x="189" y="163"/>
                  </a:lnTo>
                  <a:lnTo>
                    <a:pt x="187" y="161"/>
                  </a:lnTo>
                  <a:lnTo>
                    <a:pt x="160" y="151"/>
                  </a:lnTo>
                  <a:lnTo>
                    <a:pt x="141" y="158"/>
                  </a:lnTo>
                  <a:lnTo>
                    <a:pt x="124" y="156"/>
                  </a:lnTo>
                  <a:lnTo>
                    <a:pt x="122" y="163"/>
                  </a:lnTo>
                  <a:lnTo>
                    <a:pt x="124" y="168"/>
                  </a:lnTo>
                  <a:lnTo>
                    <a:pt x="117" y="170"/>
                  </a:lnTo>
                  <a:lnTo>
                    <a:pt x="110" y="170"/>
                  </a:lnTo>
                  <a:lnTo>
                    <a:pt x="110" y="170"/>
                  </a:lnTo>
                  <a:lnTo>
                    <a:pt x="112" y="170"/>
                  </a:lnTo>
                  <a:lnTo>
                    <a:pt x="108" y="175"/>
                  </a:lnTo>
                  <a:lnTo>
                    <a:pt x="108" y="185"/>
                  </a:lnTo>
                  <a:lnTo>
                    <a:pt x="103" y="187"/>
                  </a:lnTo>
                  <a:lnTo>
                    <a:pt x="103" y="189"/>
                  </a:lnTo>
                  <a:lnTo>
                    <a:pt x="112" y="201"/>
                  </a:lnTo>
                  <a:lnTo>
                    <a:pt x="110" y="204"/>
                  </a:lnTo>
                  <a:lnTo>
                    <a:pt x="84" y="211"/>
                  </a:lnTo>
                  <a:lnTo>
                    <a:pt x="76" y="214"/>
                  </a:lnTo>
                  <a:lnTo>
                    <a:pt x="79" y="226"/>
                  </a:lnTo>
                  <a:lnTo>
                    <a:pt x="84" y="247"/>
                  </a:lnTo>
                  <a:lnTo>
                    <a:pt x="72" y="252"/>
                  </a:lnTo>
                  <a:lnTo>
                    <a:pt x="62" y="245"/>
                  </a:lnTo>
                  <a:lnTo>
                    <a:pt x="50" y="240"/>
                  </a:lnTo>
                  <a:lnTo>
                    <a:pt x="36" y="238"/>
                  </a:lnTo>
                  <a:lnTo>
                    <a:pt x="26" y="242"/>
                  </a:lnTo>
                  <a:lnTo>
                    <a:pt x="21" y="262"/>
                  </a:lnTo>
                  <a:lnTo>
                    <a:pt x="24" y="264"/>
                  </a:lnTo>
                  <a:lnTo>
                    <a:pt x="26" y="264"/>
                  </a:lnTo>
                  <a:lnTo>
                    <a:pt x="31" y="269"/>
                  </a:lnTo>
                  <a:lnTo>
                    <a:pt x="33" y="278"/>
                  </a:lnTo>
                  <a:lnTo>
                    <a:pt x="24" y="305"/>
                  </a:lnTo>
                  <a:lnTo>
                    <a:pt x="19" y="310"/>
                  </a:lnTo>
                  <a:lnTo>
                    <a:pt x="16" y="307"/>
                  </a:lnTo>
                  <a:lnTo>
                    <a:pt x="4" y="312"/>
                  </a:lnTo>
                  <a:lnTo>
                    <a:pt x="0" y="319"/>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6" name="Freeform 31"/>
            <p:cNvSpPr>
              <a:spLocks/>
            </p:cNvSpPr>
            <p:nvPr/>
          </p:nvSpPr>
          <p:spPr bwMode="auto">
            <a:xfrm>
              <a:off x="9088862" y="2095379"/>
              <a:ext cx="495300" cy="793750"/>
            </a:xfrm>
            <a:custGeom>
              <a:avLst/>
              <a:gdLst>
                <a:gd name="T0" fmla="*/ 60 w 312"/>
                <a:gd name="T1" fmla="*/ 449 h 500"/>
                <a:gd name="T2" fmla="*/ 60 w 312"/>
                <a:gd name="T3" fmla="*/ 461 h 500"/>
                <a:gd name="T4" fmla="*/ 76 w 312"/>
                <a:gd name="T5" fmla="*/ 476 h 500"/>
                <a:gd name="T6" fmla="*/ 81 w 312"/>
                <a:gd name="T7" fmla="*/ 483 h 500"/>
                <a:gd name="T8" fmla="*/ 91 w 312"/>
                <a:gd name="T9" fmla="*/ 500 h 500"/>
                <a:gd name="T10" fmla="*/ 93 w 312"/>
                <a:gd name="T11" fmla="*/ 485 h 500"/>
                <a:gd name="T12" fmla="*/ 103 w 312"/>
                <a:gd name="T13" fmla="*/ 459 h 500"/>
                <a:gd name="T14" fmla="*/ 115 w 312"/>
                <a:gd name="T15" fmla="*/ 432 h 500"/>
                <a:gd name="T16" fmla="*/ 110 w 312"/>
                <a:gd name="T17" fmla="*/ 425 h 500"/>
                <a:gd name="T18" fmla="*/ 127 w 312"/>
                <a:gd name="T19" fmla="*/ 394 h 500"/>
                <a:gd name="T20" fmla="*/ 134 w 312"/>
                <a:gd name="T21" fmla="*/ 406 h 500"/>
                <a:gd name="T22" fmla="*/ 139 w 312"/>
                <a:gd name="T23" fmla="*/ 406 h 500"/>
                <a:gd name="T24" fmla="*/ 141 w 312"/>
                <a:gd name="T25" fmla="*/ 392 h 500"/>
                <a:gd name="T26" fmla="*/ 163 w 312"/>
                <a:gd name="T27" fmla="*/ 382 h 500"/>
                <a:gd name="T28" fmla="*/ 165 w 312"/>
                <a:gd name="T29" fmla="*/ 372 h 500"/>
                <a:gd name="T30" fmla="*/ 177 w 312"/>
                <a:gd name="T31" fmla="*/ 370 h 500"/>
                <a:gd name="T32" fmla="*/ 185 w 312"/>
                <a:gd name="T33" fmla="*/ 353 h 500"/>
                <a:gd name="T34" fmla="*/ 192 w 312"/>
                <a:gd name="T35" fmla="*/ 331 h 500"/>
                <a:gd name="T36" fmla="*/ 197 w 312"/>
                <a:gd name="T37" fmla="*/ 324 h 500"/>
                <a:gd name="T38" fmla="*/ 213 w 312"/>
                <a:gd name="T39" fmla="*/ 324 h 500"/>
                <a:gd name="T40" fmla="*/ 221 w 312"/>
                <a:gd name="T41" fmla="*/ 307 h 500"/>
                <a:gd name="T42" fmla="*/ 230 w 312"/>
                <a:gd name="T43" fmla="*/ 295 h 500"/>
                <a:gd name="T44" fmla="*/ 252 w 312"/>
                <a:gd name="T45" fmla="*/ 305 h 500"/>
                <a:gd name="T46" fmla="*/ 273 w 312"/>
                <a:gd name="T47" fmla="*/ 279 h 500"/>
                <a:gd name="T48" fmla="*/ 293 w 312"/>
                <a:gd name="T49" fmla="*/ 257 h 500"/>
                <a:gd name="T50" fmla="*/ 300 w 312"/>
                <a:gd name="T51" fmla="*/ 255 h 500"/>
                <a:gd name="T52" fmla="*/ 312 w 312"/>
                <a:gd name="T53" fmla="*/ 240 h 500"/>
                <a:gd name="T54" fmla="*/ 302 w 312"/>
                <a:gd name="T55" fmla="*/ 231 h 500"/>
                <a:gd name="T56" fmla="*/ 297 w 312"/>
                <a:gd name="T57" fmla="*/ 231 h 500"/>
                <a:gd name="T58" fmla="*/ 302 w 312"/>
                <a:gd name="T59" fmla="*/ 221 h 500"/>
                <a:gd name="T60" fmla="*/ 297 w 312"/>
                <a:gd name="T61" fmla="*/ 202 h 500"/>
                <a:gd name="T62" fmla="*/ 283 w 312"/>
                <a:gd name="T63" fmla="*/ 199 h 500"/>
                <a:gd name="T64" fmla="*/ 273 w 312"/>
                <a:gd name="T65" fmla="*/ 204 h 500"/>
                <a:gd name="T66" fmla="*/ 259 w 312"/>
                <a:gd name="T67" fmla="*/ 173 h 500"/>
                <a:gd name="T68" fmla="*/ 261 w 312"/>
                <a:gd name="T69" fmla="*/ 166 h 500"/>
                <a:gd name="T70" fmla="*/ 252 w 312"/>
                <a:gd name="T71" fmla="*/ 163 h 500"/>
                <a:gd name="T72" fmla="*/ 240 w 312"/>
                <a:gd name="T73" fmla="*/ 161 h 500"/>
                <a:gd name="T74" fmla="*/ 228 w 312"/>
                <a:gd name="T75" fmla="*/ 158 h 500"/>
                <a:gd name="T76" fmla="*/ 223 w 312"/>
                <a:gd name="T77" fmla="*/ 137 h 500"/>
                <a:gd name="T78" fmla="*/ 153 w 312"/>
                <a:gd name="T79" fmla="*/ 0 h 500"/>
                <a:gd name="T80" fmla="*/ 136 w 312"/>
                <a:gd name="T81" fmla="*/ 0 h 500"/>
                <a:gd name="T82" fmla="*/ 132 w 312"/>
                <a:gd name="T83" fmla="*/ 9 h 500"/>
                <a:gd name="T84" fmla="*/ 115 w 312"/>
                <a:gd name="T85" fmla="*/ 17 h 500"/>
                <a:gd name="T86" fmla="*/ 93 w 312"/>
                <a:gd name="T87" fmla="*/ 31 h 500"/>
                <a:gd name="T88" fmla="*/ 88 w 312"/>
                <a:gd name="T89" fmla="*/ 12 h 500"/>
                <a:gd name="T90" fmla="*/ 79 w 312"/>
                <a:gd name="T91" fmla="*/ 7 h 500"/>
                <a:gd name="T92" fmla="*/ 40 w 312"/>
                <a:gd name="T93" fmla="*/ 103 h 500"/>
                <a:gd name="T94" fmla="*/ 43 w 312"/>
                <a:gd name="T95" fmla="*/ 122 h 500"/>
                <a:gd name="T96" fmla="*/ 40 w 312"/>
                <a:gd name="T97" fmla="*/ 139 h 500"/>
                <a:gd name="T98" fmla="*/ 33 w 312"/>
                <a:gd name="T99" fmla="*/ 151 h 500"/>
                <a:gd name="T100" fmla="*/ 38 w 312"/>
                <a:gd name="T101" fmla="*/ 202 h 500"/>
                <a:gd name="T102" fmla="*/ 24 w 312"/>
                <a:gd name="T103" fmla="*/ 228 h 500"/>
                <a:gd name="T104" fmla="*/ 28 w 312"/>
                <a:gd name="T105" fmla="*/ 247 h 500"/>
                <a:gd name="T106" fmla="*/ 19 w 312"/>
                <a:gd name="T107" fmla="*/ 250 h 500"/>
                <a:gd name="T108" fmla="*/ 19 w 312"/>
                <a:gd name="T109" fmla="*/ 264 h 500"/>
                <a:gd name="T110" fmla="*/ 7 w 312"/>
                <a:gd name="T111" fmla="*/ 262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2" h="500">
                  <a:moveTo>
                    <a:pt x="0" y="269"/>
                  </a:moveTo>
                  <a:lnTo>
                    <a:pt x="60" y="449"/>
                  </a:lnTo>
                  <a:lnTo>
                    <a:pt x="62" y="452"/>
                  </a:lnTo>
                  <a:lnTo>
                    <a:pt x="60" y="461"/>
                  </a:lnTo>
                  <a:lnTo>
                    <a:pt x="62" y="464"/>
                  </a:lnTo>
                  <a:lnTo>
                    <a:pt x="76" y="476"/>
                  </a:lnTo>
                  <a:lnTo>
                    <a:pt x="79" y="476"/>
                  </a:lnTo>
                  <a:lnTo>
                    <a:pt x="81" y="483"/>
                  </a:lnTo>
                  <a:lnTo>
                    <a:pt x="81" y="485"/>
                  </a:lnTo>
                  <a:lnTo>
                    <a:pt x="91" y="500"/>
                  </a:lnTo>
                  <a:lnTo>
                    <a:pt x="91" y="497"/>
                  </a:lnTo>
                  <a:lnTo>
                    <a:pt x="93" y="485"/>
                  </a:lnTo>
                  <a:lnTo>
                    <a:pt x="96" y="473"/>
                  </a:lnTo>
                  <a:lnTo>
                    <a:pt x="103" y="459"/>
                  </a:lnTo>
                  <a:lnTo>
                    <a:pt x="105" y="440"/>
                  </a:lnTo>
                  <a:lnTo>
                    <a:pt x="115" y="432"/>
                  </a:lnTo>
                  <a:lnTo>
                    <a:pt x="115" y="428"/>
                  </a:lnTo>
                  <a:lnTo>
                    <a:pt x="110" y="425"/>
                  </a:lnTo>
                  <a:lnTo>
                    <a:pt x="108" y="413"/>
                  </a:lnTo>
                  <a:lnTo>
                    <a:pt x="127" y="394"/>
                  </a:lnTo>
                  <a:lnTo>
                    <a:pt x="129" y="396"/>
                  </a:lnTo>
                  <a:lnTo>
                    <a:pt x="134" y="406"/>
                  </a:lnTo>
                  <a:lnTo>
                    <a:pt x="136" y="408"/>
                  </a:lnTo>
                  <a:lnTo>
                    <a:pt x="139" y="406"/>
                  </a:lnTo>
                  <a:lnTo>
                    <a:pt x="139" y="396"/>
                  </a:lnTo>
                  <a:lnTo>
                    <a:pt x="141" y="392"/>
                  </a:lnTo>
                  <a:lnTo>
                    <a:pt x="156" y="389"/>
                  </a:lnTo>
                  <a:lnTo>
                    <a:pt x="163" y="382"/>
                  </a:lnTo>
                  <a:lnTo>
                    <a:pt x="163" y="375"/>
                  </a:lnTo>
                  <a:lnTo>
                    <a:pt x="165" y="372"/>
                  </a:lnTo>
                  <a:lnTo>
                    <a:pt x="172" y="372"/>
                  </a:lnTo>
                  <a:lnTo>
                    <a:pt x="177" y="370"/>
                  </a:lnTo>
                  <a:lnTo>
                    <a:pt x="180" y="365"/>
                  </a:lnTo>
                  <a:lnTo>
                    <a:pt x="185" y="353"/>
                  </a:lnTo>
                  <a:lnTo>
                    <a:pt x="182" y="341"/>
                  </a:lnTo>
                  <a:lnTo>
                    <a:pt x="192" y="331"/>
                  </a:lnTo>
                  <a:lnTo>
                    <a:pt x="192" y="324"/>
                  </a:lnTo>
                  <a:lnTo>
                    <a:pt x="197" y="324"/>
                  </a:lnTo>
                  <a:lnTo>
                    <a:pt x="209" y="327"/>
                  </a:lnTo>
                  <a:lnTo>
                    <a:pt x="213" y="324"/>
                  </a:lnTo>
                  <a:lnTo>
                    <a:pt x="216" y="317"/>
                  </a:lnTo>
                  <a:lnTo>
                    <a:pt x="221" y="307"/>
                  </a:lnTo>
                  <a:lnTo>
                    <a:pt x="225" y="307"/>
                  </a:lnTo>
                  <a:lnTo>
                    <a:pt x="230" y="295"/>
                  </a:lnTo>
                  <a:lnTo>
                    <a:pt x="242" y="295"/>
                  </a:lnTo>
                  <a:lnTo>
                    <a:pt x="252" y="305"/>
                  </a:lnTo>
                  <a:lnTo>
                    <a:pt x="264" y="283"/>
                  </a:lnTo>
                  <a:lnTo>
                    <a:pt x="273" y="279"/>
                  </a:lnTo>
                  <a:lnTo>
                    <a:pt x="288" y="264"/>
                  </a:lnTo>
                  <a:lnTo>
                    <a:pt x="293" y="257"/>
                  </a:lnTo>
                  <a:lnTo>
                    <a:pt x="295" y="255"/>
                  </a:lnTo>
                  <a:lnTo>
                    <a:pt x="300" y="255"/>
                  </a:lnTo>
                  <a:lnTo>
                    <a:pt x="307" y="250"/>
                  </a:lnTo>
                  <a:lnTo>
                    <a:pt x="312" y="240"/>
                  </a:lnTo>
                  <a:lnTo>
                    <a:pt x="309" y="235"/>
                  </a:lnTo>
                  <a:lnTo>
                    <a:pt x="302" y="231"/>
                  </a:lnTo>
                  <a:lnTo>
                    <a:pt x="302" y="233"/>
                  </a:lnTo>
                  <a:lnTo>
                    <a:pt x="297" y="231"/>
                  </a:lnTo>
                  <a:lnTo>
                    <a:pt x="300" y="223"/>
                  </a:lnTo>
                  <a:lnTo>
                    <a:pt x="302" y="221"/>
                  </a:lnTo>
                  <a:lnTo>
                    <a:pt x="302" y="216"/>
                  </a:lnTo>
                  <a:lnTo>
                    <a:pt x="297" y="202"/>
                  </a:lnTo>
                  <a:lnTo>
                    <a:pt x="288" y="197"/>
                  </a:lnTo>
                  <a:lnTo>
                    <a:pt x="283" y="199"/>
                  </a:lnTo>
                  <a:lnTo>
                    <a:pt x="281" y="202"/>
                  </a:lnTo>
                  <a:lnTo>
                    <a:pt x="273" y="204"/>
                  </a:lnTo>
                  <a:lnTo>
                    <a:pt x="266" y="202"/>
                  </a:lnTo>
                  <a:lnTo>
                    <a:pt x="259" y="173"/>
                  </a:lnTo>
                  <a:lnTo>
                    <a:pt x="261" y="170"/>
                  </a:lnTo>
                  <a:lnTo>
                    <a:pt x="261" y="166"/>
                  </a:lnTo>
                  <a:lnTo>
                    <a:pt x="259" y="163"/>
                  </a:lnTo>
                  <a:lnTo>
                    <a:pt x="252" y="163"/>
                  </a:lnTo>
                  <a:lnTo>
                    <a:pt x="249" y="166"/>
                  </a:lnTo>
                  <a:lnTo>
                    <a:pt x="240" y="161"/>
                  </a:lnTo>
                  <a:lnTo>
                    <a:pt x="233" y="161"/>
                  </a:lnTo>
                  <a:lnTo>
                    <a:pt x="228" y="158"/>
                  </a:lnTo>
                  <a:lnTo>
                    <a:pt x="223" y="142"/>
                  </a:lnTo>
                  <a:lnTo>
                    <a:pt x="223" y="137"/>
                  </a:lnTo>
                  <a:lnTo>
                    <a:pt x="187" y="21"/>
                  </a:lnTo>
                  <a:lnTo>
                    <a:pt x="153" y="0"/>
                  </a:lnTo>
                  <a:lnTo>
                    <a:pt x="144" y="0"/>
                  </a:lnTo>
                  <a:lnTo>
                    <a:pt x="136" y="0"/>
                  </a:lnTo>
                  <a:lnTo>
                    <a:pt x="134" y="5"/>
                  </a:lnTo>
                  <a:lnTo>
                    <a:pt x="132" y="9"/>
                  </a:lnTo>
                  <a:lnTo>
                    <a:pt x="127" y="9"/>
                  </a:lnTo>
                  <a:lnTo>
                    <a:pt x="115" y="17"/>
                  </a:lnTo>
                  <a:lnTo>
                    <a:pt x="98" y="29"/>
                  </a:lnTo>
                  <a:lnTo>
                    <a:pt x="93" y="31"/>
                  </a:lnTo>
                  <a:lnTo>
                    <a:pt x="86" y="24"/>
                  </a:lnTo>
                  <a:lnTo>
                    <a:pt x="88" y="12"/>
                  </a:lnTo>
                  <a:lnTo>
                    <a:pt x="86" y="7"/>
                  </a:lnTo>
                  <a:lnTo>
                    <a:pt x="79" y="7"/>
                  </a:lnTo>
                  <a:lnTo>
                    <a:pt x="67" y="12"/>
                  </a:lnTo>
                  <a:lnTo>
                    <a:pt x="40" y="103"/>
                  </a:lnTo>
                  <a:lnTo>
                    <a:pt x="38" y="115"/>
                  </a:lnTo>
                  <a:lnTo>
                    <a:pt x="43" y="122"/>
                  </a:lnTo>
                  <a:lnTo>
                    <a:pt x="45" y="132"/>
                  </a:lnTo>
                  <a:lnTo>
                    <a:pt x="40" y="139"/>
                  </a:lnTo>
                  <a:lnTo>
                    <a:pt x="38" y="144"/>
                  </a:lnTo>
                  <a:lnTo>
                    <a:pt x="33" y="151"/>
                  </a:lnTo>
                  <a:lnTo>
                    <a:pt x="43" y="190"/>
                  </a:lnTo>
                  <a:lnTo>
                    <a:pt x="38" y="202"/>
                  </a:lnTo>
                  <a:lnTo>
                    <a:pt x="38" y="211"/>
                  </a:lnTo>
                  <a:lnTo>
                    <a:pt x="24" y="228"/>
                  </a:lnTo>
                  <a:lnTo>
                    <a:pt x="24" y="235"/>
                  </a:lnTo>
                  <a:lnTo>
                    <a:pt x="28" y="247"/>
                  </a:lnTo>
                  <a:lnTo>
                    <a:pt x="26" y="250"/>
                  </a:lnTo>
                  <a:lnTo>
                    <a:pt x="19" y="250"/>
                  </a:lnTo>
                  <a:lnTo>
                    <a:pt x="21" y="259"/>
                  </a:lnTo>
                  <a:lnTo>
                    <a:pt x="19" y="264"/>
                  </a:lnTo>
                  <a:lnTo>
                    <a:pt x="14" y="264"/>
                  </a:lnTo>
                  <a:lnTo>
                    <a:pt x="7" y="262"/>
                  </a:lnTo>
                  <a:lnTo>
                    <a:pt x="0" y="269"/>
                  </a:lnTo>
                  <a:close/>
                </a:path>
              </a:pathLst>
            </a:custGeom>
            <a:solidFill>
              <a:schemeClr val="tx1">
                <a:alpha val="13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7" name="Freeform 32"/>
            <p:cNvSpPr>
              <a:spLocks/>
            </p:cNvSpPr>
            <p:nvPr/>
          </p:nvSpPr>
          <p:spPr bwMode="auto">
            <a:xfrm>
              <a:off x="8074449" y="3190754"/>
              <a:ext cx="792163" cy="511175"/>
            </a:xfrm>
            <a:custGeom>
              <a:avLst/>
              <a:gdLst>
                <a:gd name="T0" fmla="*/ 125 w 499"/>
                <a:gd name="T1" fmla="*/ 305 h 322"/>
                <a:gd name="T2" fmla="*/ 348 w 499"/>
                <a:gd name="T3" fmla="*/ 262 h 322"/>
                <a:gd name="T4" fmla="*/ 420 w 499"/>
                <a:gd name="T5" fmla="*/ 250 h 322"/>
                <a:gd name="T6" fmla="*/ 420 w 499"/>
                <a:gd name="T7" fmla="*/ 247 h 322"/>
                <a:gd name="T8" fmla="*/ 425 w 499"/>
                <a:gd name="T9" fmla="*/ 247 h 322"/>
                <a:gd name="T10" fmla="*/ 425 w 499"/>
                <a:gd name="T11" fmla="*/ 240 h 322"/>
                <a:gd name="T12" fmla="*/ 432 w 499"/>
                <a:gd name="T13" fmla="*/ 233 h 322"/>
                <a:gd name="T14" fmla="*/ 442 w 499"/>
                <a:gd name="T15" fmla="*/ 230 h 322"/>
                <a:gd name="T16" fmla="*/ 449 w 499"/>
                <a:gd name="T17" fmla="*/ 233 h 322"/>
                <a:gd name="T18" fmla="*/ 468 w 499"/>
                <a:gd name="T19" fmla="*/ 218 h 322"/>
                <a:gd name="T20" fmla="*/ 470 w 499"/>
                <a:gd name="T21" fmla="*/ 206 h 322"/>
                <a:gd name="T22" fmla="*/ 485 w 499"/>
                <a:gd name="T23" fmla="*/ 194 h 322"/>
                <a:gd name="T24" fmla="*/ 497 w 499"/>
                <a:gd name="T25" fmla="*/ 187 h 322"/>
                <a:gd name="T26" fmla="*/ 499 w 499"/>
                <a:gd name="T27" fmla="*/ 185 h 322"/>
                <a:gd name="T28" fmla="*/ 487 w 499"/>
                <a:gd name="T29" fmla="*/ 175 h 322"/>
                <a:gd name="T30" fmla="*/ 482 w 499"/>
                <a:gd name="T31" fmla="*/ 170 h 322"/>
                <a:gd name="T32" fmla="*/ 475 w 499"/>
                <a:gd name="T33" fmla="*/ 168 h 322"/>
                <a:gd name="T34" fmla="*/ 473 w 499"/>
                <a:gd name="T35" fmla="*/ 165 h 322"/>
                <a:gd name="T36" fmla="*/ 466 w 499"/>
                <a:gd name="T37" fmla="*/ 161 h 322"/>
                <a:gd name="T38" fmla="*/ 461 w 499"/>
                <a:gd name="T39" fmla="*/ 149 h 322"/>
                <a:gd name="T40" fmla="*/ 451 w 499"/>
                <a:gd name="T41" fmla="*/ 149 h 322"/>
                <a:gd name="T42" fmla="*/ 449 w 499"/>
                <a:gd name="T43" fmla="*/ 146 h 322"/>
                <a:gd name="T44" fmla="*/ 449 w 499"/>
                <a:gd name="T45" fmla="*/ 127 h 322"/>
                <a:gd name="T46" fmla="*/ 454 w 499"/>
                <a:gd name="T47" fmla="*/ 122 h 322"/>
                <a:gd name="T48" fmla="*/ 451 w 499"/>
                <a:gd name="T49" fmla="*/ 113 h 322"/>
                <a:gd name="T50" fmla="*/ 446 w 499"/>
                <a:gd name="T51" fmla="*/ 105 h 322"/>
                <a:gd name="T52" fmla="*/ 446 w 499"/>
                <a:gd name="T53" fmla="*/ 103 h 322"/>
                <a:gd name="T54" fmla="*/ 446 w 499"/>
                <a:gd name="T55" fmla="*/ 98 h 322"/>
                <a:gd name="T56" fmla="*/ 456 w 499"/>
                <a:gd name="T57" fmla="*/ 89 h 322"/>
                <a:gd name="T58" fmla="*/ 461 w 499"/>
                <a:gd name="T59" fmla="*/ 74 h 322"/>
                <a:gd name="T60" fmla="*/ 461 w 499"/>
                <a:gd name="T61" fmla="*/ 69 h 322"/>
                <a:gd name="T62" fmla="*/ 466 w 499"/>
                <a:gd name="T63" fmla="*/ 60 h 322"/>
                <a:gd name="T64" fmla="*/ 470 w 499"/>
                <a:gd name="T65" fmla="*/ 57 h 322"/>
                <a:gd name="T66" fmla="*/ 463 w 499"/>
                <a:gd name="T67" fmla="*/ 52 h 322"/>
                <a:gd name="T68" fmla="*/ 444 w 499"/>
                <a:gd name="T69" fmla="*/ 50 h 322"/>
                <a:gd name="T70" fmla="*/ 442 w 499"/>
                <a:gd name="T71" fmla="*/ 48 h 322"/>
                <a:gd name="T72" fmla="*/ 439 w 499"/>
                <a:gd name="T73" fmla="*/ 45 h 322"/>
                <a:gd name="T74" fmla="*/ 437 w 499"/>
                <a:gd name="T75" fmla="*/ 36 h 322"/>
                <a:gd name="T76" fmla="*/ 425 w 499"/>
                <a:gd name="T77" fmla="*/ 16 h 322"/>
                <a:gd name="T78" fmla="*/ 420 w 499"/>
                <a:gd name="T79" fmla="*/ 14 h 322"/>
                <a:gd name="T80" fmla="*/ 418 w 499"/>
                <a:gd name="T81" fmla="*/ 12 h 322"/>
                <a:gd name="T82" fmla="*/ 415 w 499"/>
                <a:gd name="T83" fmla="*/ 12 h 322"/>
                <a:gd name="T84" fmla="*/ 413 w 499"/>
                <a:gd name="T85" fmla="*/ 9 h 322"/>
                <a:gd name="T86" fmla="*/ 410 w 499"/>
                <a:gd name="T87" fmla="*/ 4 h 322"/>
                <a:gd name="T88" fmla="*/ 403 w 499"/>
                <a:gd name="T89" fmla="*/ 0 h 322"/>
                <a:gd name="T90" fmla="*/ 60 w 499"/>
                <a:gd name="T91" fmla="*/ 69 h 322"/>
                <a:gd name="T92" fmla="*/ 53 w 499"/>
                <a:gd name="T93" fmla="*/ 40 h 322"/>
                <a:gd name="T94" fmla="*/ 36 w 499"/>
                <a:gd name="T95" fmla="*/ 57 h 322"/>
                <a:gd name="T96" fmla="*/ 31 w 499"/>
                <a:gd name="T97" fmla="*/ 60 h 322"/>
                <a:gd name="T98" fmla="*/ 29 w 499"/>
                <a:gd name="T99" fmla="*/ 57 h 322"/>
                <a:gd name="T100" fmla="*/ 26 w 499"/>
                <a:gd name="T101" fmla="*/ 57 h 322"/>
                <a:gd name="T102" fmla="*/ 21 w 499"/>
                <a:gd name="T103" fmla="*/ 67 h 322"/>
                <a:gd name="T104" fmla="*/ 7 w 499"/>
                <a:gd name="T105" fmla="*/ 81 h 322"/>
                <a:gd name="T106" fmla="*/ 0 w 499"/>
                <a:gd name="T107" fmla="*/ 86 h 322"/>
                <a:gd name="T108" fmla="*/ 26 w 499"/>
                <a:gd name="T109" fmla="*/ 226 h 322"/>
                <a:gd name="T110" fmla="*/ 41 w 499"/>
                <a:gd name="T111" fmla="*/ 322 h 322"/>
                <a:gd name="T112" fmla="*/ 125 w 499"/>
                <a:gd name="T113" fmla="*/ 305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9" h="322">
                  <a:moveTo>
                    <a:pt x="125" y="305"/>
                  </a:moveTo>
                  <a:lnTo>
                    <a:pt x="348" y="262"/>
                  </a:lnTo>
                  <a:lnTo>
                    <a:pt x="420" y="250"/>
                  </a:lnTo>
                  <a:lnTo>
                    <a:pt x="420" y="247"/>
                  </a:lnTo>
                  <a:lnTo>
                    <a:pt x="425" y="247"/>
                  </a:lnTo>
                  <a:lnTo>
                    <a:pt x="425" y="240"/>
                  </a:lnTo>
                  <a:lnTo>
                    <a:pt x="432" y="233"/>
                  </a:lnTo>
                  <a:lnTo>
                    <a:pt x="442" y="230"/>
                  </a:lnTo>
                  <a:lnTo>
                    <a:pt x="449" y="233"/>
                  </a:lnTo>
                  <a:lnTo>
                    <a:pt x="468" y="218"/>
                  </a:lnTo>
                  <a:lnTo>
                    <a:pt x="470" y="206"/>
                  </a:lnTo>
                  <a:lnTo>
                    <a:pt x="485" y="194"/>
                  </a:lnTo>
                  <a:lnTo>
                    <a:pt x="497" y="187"/>
                  </a:lnTo>
                  <a:lnTo>
                    <a:pt x="499" y="185"/>
                  </a:lnTo>
                  <a:lnTo>
                    <a:pt x="487" y="175"/>
                  </a:lnTo>
                  <a:lnTo>
                    <a:pt x="482" y="170"/>
                  </a:lnTo>
                  <a:lnTo>
                    <a:pt x="475" y="168"/>
                  </a:lnTo>
                  <a:lnTo>
                    <a:pt x="473" y="165"/>
                  </a:lnTo>
                  <a:lnTo>
                    <a:pt x="466" y="161"/>
                  </a:lnTo>
                  <a:lnTo>
                    <a:pt x="461" y="149"/>
                  </a:lnTo>
                  <a:lnTo>
                    <a:pt x="451" y="149"/>
                  </a:lnTo>
                  <a:lnTo>
                    <a:pt x="449" y="146"/>
                  </a:lnTo>
                  <a:lnTo>
                    <a:pt x="449" y="127"/>
                  </a:lnTo>
                  <a:lnTo>
                    <a:pt x="454" y="122"/>
                  </a:lnTo>
                  <a:lnTo>
                    <a:pt x="451" y="113"/>
                  </a:lnTo>
                  <a:lnTo>
                    <a:pt x="446" y="105"/>
                  </a:lnTo>
                  <a:lnTo>
                    <a:pt x="446" y="103"/>
                  </a:lnTo>
                  <a:lnTo>
                    <a:pt x="446" y="98"/>
                  </a:lnTo>
                  <a:lnTo>
                    <a:pt x="456" y="89"/>
                  </a:lnTo>
                  <a:lnTo>
                    <a:pt x="461" y="74"/>
                  </a:lnTo>
                  <a:lnTo>
                    <a:pt x="461" y="69"/>
                  </a:lnTo>
                  <a:lnTo>
                    <a:pt x="466" y="60"/>
                  </a:lnTo>
                  <a:lnTo>
                    <a:pt x="470" y="57"/>
                  </a:lnTo>
                  <a:lnTo>
                    <a:pt x="463" y="52"/>
                  </a:lnTo>
                  <a:lnTo>
                    <a:pt x="444" y="50"/>
                  </a:lnTo>
                  <a:lnTo>
                    <a:pt x="442" y="48"/>
                  </a:lnTo>
                  <a:lnTo>
                    <a:pt x="439" y="45"/>
                  </a:lnTo>
                  <a:lnTo>
                    <a:pt x="437" y="36"/>
                  </a:lnTo>
                  <a:lnTo>
                    <a:pt x="425" y="16"/>
                  </a:lnTo>
                  <a:lnTo>
                    <a:pt x="420" y="14"/>
                  </a:lnTo>
                  <a:lnTo>
                    <a:pt x="418" y="12"/>
                  </a:lnTo>
                  <a:lnTo>
                    <a:pt x="415" y="12"/>
                  </a:lnTo>
                  <a:lnTo>
                    <a:pt x="413" y="9"/>
                  </a:lnTo>
                  <a:lnTo>
                    <a:pt x="410" y="4"/>
                  </a:lnTo>
                  <a:lnTo>
                    <a:pt x="403" y="0"/>
                  </a:lnTo>
                  <a:lnTo>
                    <a:pt x="60" y="69"/>
                  </a:lnTo>
                  <a:lnTo>
                    <a:pt x="53" y="40"/>
                  </a:lnTo>
                  <a:lnTo>
                    <a:pt x="36" y="57"/>
                  </a:lnTo>
                  <a:lnTo>
                    <a:pt x="31" y="60"/>
                  </a:lnTo>
                  <a:lnTo>
                    <a:pt x="29" y="57"/>
                  </a:lnTo>
                  <a:lnTo>
                    <a:pt x="26" y="57"/>
                  </a:lnTo>
                  <a:lnTo>
                    <a:pt x="21" y="67"/>
                  </a:lnTo>
                  <a:lnTo>
                    <a:pt x="7" y="81"/>
                  </a:lnTo>
                  <a:lnTo>
                    <a:pt x="0" y="86"/>
                  </a:lnTo>
                  <a:lnTo>
                    <a:pt x="26" y="226"/>
                  </a:lnTo>
                  <a:lnTo>
                    <a:pt x="41" y="322"/>
                  </a:lnTo>
                  <a:lnTo>
                    <a:pt x="125" y="305"/>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8" name="Freeform 33"/>
            <p:cNvSpPr>
              <a:spLocks/>
            </p:cNvSpPr>
            <p:nvPr/>
          </p:nvSpPr>
          <p:spPr bwMode="auto">
            <a:xfrm>
              <a:off x="7285462" y="2743079"/>
              <a:ext cx="525463" cy="722312"/>
            </a:xfrm>
            <a:custGeom>
              <a:avLst/>
              <a:gdLst>
                <a:gd name="T0" fmla="*/ 165 w 331"/>
                <a:gd name="T1" fmla="*/ 433 h 455"/>
                <a:gd name="T2" fmla="*/ 269 w 331"/>
                <a:gd name="T3" fmla="*/ 423 h 455"/>
                <a:gd name="T4" fmla="*/ 283 w 331"/>
                <a:gd name="T5" fmla="*/ 395 h 455"/>
                <a:gd name="T6" fmla="*/ 288 w 331"/>
                <a:gd name="T7" fmla="*/ 371 h 455"/>
                <a:gd name="T8" fmla="*/ 305 w 331"/>
                <a:gd name="T9" fmla="*/ 346 h 455"/>
                <a:gd name="T10" fmla="*/ 307 w 331"/>
                <a:gd name="T11" fmla="*/ 330 h 455"/>
                <a:gd name="T12" fmla="*/ 317 w 331"/>
                <a:gd name="T13" fmla="*/ 315 h 455"/>
                <a:gd name="T14" fmla="*/ 321 w 331"/>
                <a:gd name="T15" fmla="*/ 322 h 455"/>
                <a:gd name="T16" fmla="*/ 329 w 331"/>
                <a:gd name="T17" fmla="*/ 318 h 455"/>
                <a:gd name="T18" fmla="*/ 329 w 331"/>
                <a:gd name="T19" fmla="*/ 296 h 455"/>
                <a:gd name="T20" fmla="*/ 324 w 331"/>
                <a:gd name="T21" fmla="*/ 265 h 455"/>
                <a:gd name="T22" fmla="*/ 297 w 331"/>
                <a:gd name="T23" fmla="*/ 178 h 455"/>
                <a:gd name="T24" fmla="*/ 266 w 331"/>
                <a:gd name="T25" fmla="*/ 176 h 455"/>
                <a:gd name="T26" fmla="*/ 228 w 331"/>
                <a:gd name="T27" fmla="*/ 229 h 455"/>
                <a:gd name="T28" fmla="*/ 221 w 331"/>
                <a:gd name="T29" fmla="*/ 226 h 455"/>
                <a:gd name="T30" fmla="*/ 209 w 331"/>
                <a:gd name="T31" fmla="*/ 219 h 455"/>
                <a:gd name="T32" fmla="*/ 206 w 331"/>
                <a:gd name="T33" fmla="*/ 193 h 455"/>
                <a:gd name="T34" fmla="*/ 225 w 331"/>
                <a:gd name="T35" fmla="*/ 176 h 455"/>
                <a:gd name="T36" fmla="*/ 230 w 331"/>
                <a:gd name="T37" fmla="*/ 164 h 455"/>
                <a:gd name="T38" fmla="*/ 237 w 331"/>
                <a:gd name="T39" fmla="*/ 152 h 455"/>
                <a:gd name="T40" fmla="*/ 245 w 331"/>
                <a:gd name="T41" fmla="*/ 111 h 455"/>
                <a:gd name="T42" fmla="*/ 235 w 331"/>
                <a:gd name="T43" fmla="*/ 92 h 455"/>
                <a:gd name="T44" fmla="*/ 223 w 331"/>
                <a:gd name="T45" fmla="*/ 75 h 455"/>
                <a:gd name="T46" fmla="*/ 235 w 331"/>
                <a:gd name="T47" fmla="*/ 65 h 455"/>
                <a:gd name="T48" fmla="*/ 225 w 331"/>
                <a:gd name="T49" fmla="*/ 44 h 455"/>
                <a:gd name="T50" fmla="*/ 189 w 331"/>
                <a:gd name="T51" fmla="*/ 27 h 455"/>
                <a:gd name="T52" fmla="*/ 163 w 331"/>
                <a:gd name="T53" fmla="*/ 17 h 455"/>
                <a:gd name="T54" fmla="*/ 132 w 331"/>
                <a:gd name="T55" fmla="*/ 8 h 455"/>
                <a:gd name="T56" fmla="*/ 113 w 331"/>
                <a:gd name="T57" fmla="*/ 5 h 455"/>
                <a:gd name="T58" fmla="*/ 96 w 331"/>
                <a:gd name="T59" fmla="*/ 24 h 455"/>
                <a:gd name="T60" fmla="*/ 98 w 331"/>
                <a:gd name="T61" fmla="*/ 41 h 455"/>
                <a:gd name="T62" fmla="*/ 103 w 331"/>
                <a:gd name="T63" fmla="*/ 46 h 455"/>
                <a:gd name="T64" fmla="*/ 93 w 331"/>
                <a:gd name="T65" fmla="*/ 51 h 455"/>
                <a:gd name="T66" fmla="*/ 81 w 331"/>
                <a:gd name="T67" fmla="*/ 63 h 455"/>
                <a:gd name="T68" fmla="*/ 79 w 331"/>
                <a:gd name="T69" fmla="*/ 84 h 455"/>
                <a:gd name="T70" fmla="*/ 74 w 331"/>
                <a:gd name="T71" fmla="*/ 109 h 455"/>
                <a:gd name="T72" fmla="*/ 62 w 331"/>
                <a:gd name="T73" fmla="*/ 104 h 455"/>
                <a:gd name="T74" fmla="*/ 62 w 331"/>
                <a:gd name="T75" fmla="*/ 82 h 455"/>
                <a:gd name="T76" fmla="*/ 62 w 331"/>
                <a:gd name="T77" fmla="*/ 75 h 455"/>
                <a:gd name="T78" fmla="*/ 55 w 331"/>
                <a:gd name="T79" fmla="*/ 84 h 455"/>
                <a:gd name="T80" fmla="*/ 48 w 331"/>
                <a:gd name="T81" fmla="*/ 101 h 455"/>
                <a:gd name="T82" fmla="*/ 33 w 331"/>
                <a:gd name="T83" fmla="*/ 109 h 455"/>
                <a:gd name="T84" fmla="*/ 28 w 331"/>
                <a:gd name="T85" fmla="*/ 123 h 455"/>
                <a:gd name="T86" fmla="*/ 19 w 331"/>
                <a:gd name="T87" fmla="*/ 149 h 455"/>
                <a:gd name="T88" fmla="*/ 16 w 331"/>
                <a:gd name="T89" fmla="*/ 181 h 455"/>
                <a:gd name="T90" fmla="*/ 4 w 331"/>
                <a:gd name="T91" fmla="*/ 202 h 455"/>
                <a:gd name="T92" fmla="*/ 12 w 331"/>
                <a:gd name="T93" fmla="*/ 236 h 455"/>
                <a:gd name="T94" fmla="*/ 14 w 331"/>
                <a:gd name="T95" fmla="*/ 262 h 455"/>
                <a:gd name="T96" fmla="*/ 41 w 331"/>
                <a:gd name="T97" fmla="*/ 320 h 455"/>
                <a:gd name="T98" fmla="*/ 45 w 331"/>
                <a:gd name="T99" fmla="*/ 346 h 455"/>
                <a:gd name="T100" fmla="*/ 43 w 331"/>
                <a:gd name="T101" fmla="*/ 354 h 455"/>
                <a:gd name="T102" fmla="*/ 36 w 331"/>
                <a:gd name="T103" fmla="*/ 392 h 455"/>
                <a:gd name="T104" fmla="*/ 16 w 331"/>
                <a:gd name="T105" fmla="*/ 440 h 455"/>
                <a:gd name="T106" fmla="*/ 0 w 331"/>
                <a:gd name="T107" fmla="*/ 455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31" h="455">
                  <a:moveTo>
                    <a:pt x="0" y="455"/>
                  </a:moveTo>
                  <a:lnTo>
                    <a:pt x="165" y="433"/>
                  </a:lnTo>
                  <a:lnTo>
                    <a:pt x="165" y="438"/>
                  </a:lnTo>
                  <a:lnTo>
                    <a:pt x="269" y="423"/>
                  </a:lnTo>
                  <a:lnTo>
                    <a:pt x="271" y="419"/>
                  </a:lnTo>
                  <a:lnTo>
                    <a:pt x="283" y="395"/>
                  </a:lnTo>
                  <a:lnTo>
                    <a:pt x="288" y="387"/>
                  </a:lnTo>
                  <a:lnTo>
                    <a:pt x="288" y="371"/>
                  </a:lnTo>
                  <a:lnTo>
                    <a:pt x="293" y="356"/>
                  </a:lnTo>
                  <a:lnTo>
                    <a:pt x="305" y="346"/>
                  </a:lnTo>
                  <a:lnTo>
                    <a:pt x="305" y="332"/>
                  </a:lnTo>
                  <a:lnTo>
                    <a:pt x="307" y="330"/>
                  </a:lnTo>
                  <a:lnTo>
                    <a:pt x="307" y="322"/>
                  </a:lnTo>
                  <a:lnTo>
                    <a:pt x="317" y="315"/>
                  </a:lnTo>
                  <a:lnTo>
                    <a:pt x="319" y="322"/>
                  </a:lnTo>
                  <a:lnTo>
                    <a:pt x="321" y="322"/>
                  </a:lnTo>
                  <a:lnTo>
                    <a:pt x="326" y="320"/>
                  </a:lnTo>
                  <a:lnTo>
                    <a:pt x="329" y="318"/>
                  </a:lnTo>
                  <a:lnTo>
                    <a:pt x="331" y="310"/>
                  </a:lnTo>
                  <a:lnTo>
                    <a:pt x="329" y="296"/>
                  </a:lnTo>
                  <a:lnTo>
                    <a:pt x="331" y="277"/>
                  </a:lnTo>
                  <a:lnTo>
                    <a:pt x="324" y="265"/>
                  </a:lnTo>
                  <a:lnTo>
                    <a:pt x="321" y="238"/>
                  </a:lnTo>
                  <a:lnTo>
                    <a:pt x="297" y="178"/>
                  </a:lnTo>
                  <a:lnTo>
                    <a:pt x="273" y="171"/>
                  </a:lnTo>
                  <a:lnTo>
                    <a:pt x="266" y="176"/>
                  </a:lnTo>
                  <a:lnTo>
                    <a:pt x="254" y="188"/>
                  </a:lnTo>
                  <a:lnTo>
                    <a:pt x="228" y="229"/>
                  </a:lnTo>
                  <a:lnTo>
                    <a:pt x="223" y="229"/>
                  </a:lnTo>
                  <a:lnTo>
                    <a:pt x="221" y="226"/>
                  </a:lnTo>
                  <a:lnTo>
                    <a:pt x="211" y="221"/>
                  </a:lnTo>
                  <a:lnTo>
                    <a:pt x="209" y="219"/>
                  </a:lnTo>
                  <a:lnTo>
                    <a:pt x="204" y="209"/>
                  </a:lnTo>
                  <a:lnTo>
                    <a:pt x="206" y="193"/>
                  </a:lnTo>
                  <a:lnTo>
                    <a:pt x="211" y="185"/>
                  </a:lnTo>
                  <a:lnTo>
                    <a:pt x="225" y="176"/>
                  </a:lnTo>
                  <a:lnTo>
                    <a:pt x="228" y="169"/>
                  </a:lnTo>
                  <a:lnTo>
                    <a:pt x="230" y="164"/>
                  </a:lnTo>
                  <a:lnTo>
                    <a:pt x="230" y="157"/>
                  </a:lnTo>
                  <a:lnTo>
                    <a:pt x="237" y="152"/>
                  </a:lnTo>
                  <a:lnTo>
                    <a:pt x="245" y="140"/>
                  </a:lnTo>
                  <a:lnTo>
                    <a:pt x="245" y="111"/>
                  </a:lnTo>
                  <a:lnTo>
                    <a:pt x="240" y="99"/>
                  </a:lnTo>
                  <a:lnTo>
                    <a:pt x="235" y="92"/>
                  </a:lnTo>
                  <a:lnTo>
                    <a:pt x="228" y="82"/>
                  </a:lnTo>
                  <a:lnTo>
                    <a:pt x="223" y="75"/>
                  </a:lnTo>
                  <a:lnTo>
                    <a:pt x="225" y="70"/>
                  </a:lnTo>
                  <a:lnTo>
                    <a:pt x="235" y="65"/>
                  </a:lnTo>
                  <a:lnTo>
                    <a:pt x="237" y="63"/>
                  </a:lnTo>
                  <a:lnTo>
                    <a:pt x="225" y="44"/>
                  </a:lnTo>
                  <a:lnTo>
                    <a:pt x="216" y="39"/>
                  </a:lnTo>
                  <a:lnTo>
                    <a:pt x="189" y="27"/>
                  </a:lnTo>
                  <a:lnTo>
                    <a:pt x="168" y="24"/>
                  </a:lnTo>
                  <a:lnTo>
                    <a:pt x="163" y="17"/>
                  </a:lnTo>
                  <a:lnTo>
                    <a:pt x="146" y="12"/>
                  </a:lnTo>
                  <a:lnTo>
                    <a:pt x="132" y="8"/>
                  </a:lnTo>
                  <a:lnTo>
                    <a:pt x="120" y="0"/>
                  </a:lnTo>
                  <a:lnTo>
                    <a:pt x="113" y="5"/>
                  </a:lnTo>
                  <a:lnTo>
                    <a:pt x="105" y="10"/>
                  </a:lnTo>
                  <a:lnTo>
                    <a:pt x="96" y="24"/>
                  </a:lnTo>
                  <a:lnTo>
                    <a:pt x="96" y="36"/>
                  </a:lnTo>
                  <a:lnTo>
                    <a:pt x="98" y="41"/>
                  </a:lnTo>
                  <a:lnTo>
                    <a:pt x="101" y="41"/>
                  </a:lnTo>
                  <a:lnTo>
                    <a:pt x="103" y="46"/>
                  </a:lnTo>
                  <a:lnTo>
                    <a:pt x="101" y="48"/>
                  </a:lnTo>
                  <a:lnTo>
                    <a:pt x="93" y="51"/>
                  </a:lnTo>
                  <a:lnTo>
                    <a:pt x="89" y="56"/>
                  </a:lnTo>
                  <a:lnTo>
                    <a:pt x="81" y="63"/>
                  </a:lnTo>
                  <a:lnTo>
                    <a:pt x="77" y="72"/>
                  </a:lnTo>
                  <a:lnTo>
                    <a:pt x="79" y="84"/>
                  </a:lnTo>
                  <a:lnTo>
                    <a:pt x="79" y="97"/>
                  </a:lnTo>
                  <a:lnTo>
                    <a:pt x="74" y="109"/>
                  </a:lnTo>
                  <a:lnTo>
                    <a:pt x="65" y="113"/>
                  </a:lnTo>
                  <a:lnTo>
                    <a:pt x="62" y="104"/>
                  </a:lnTo>
                  <a:lnTo>
                    <a:pt x="67" y="94"/>
                  </a:lnTo>
                  <a:lnTo>
                    <a:pt x="62" y="82"/>
                  </a:lnTo>
                  <a:lnTo>
                    <a:pt x="65" y="77"/>
                  </a:lnTo>
                  <a:lnTo>
                    <a:pt x="62" y="75"/>
                  </a:lnTo>
                  <a:lnTo>
                    <a:pt x="60" y="77"/>
                  </a:lnTo>
                  <a:lnTo>
                    <a:pt x="55" y="84"/>
                  </a:lnTo>
                  <a:lnTo>
                    <a:pt x="53" y="94"/>
                  </a:lnTo>
                  <a:lnTo>
                    <a:pt x="48" y="101"/>
                  </a:lnTo>
                  <a:lnTo>
                    <a:pt x="43" y="101"/>
                  </a:lnTo>
                  <a:lnTo>
                    <a:pt x="33" y="109"/>
                  </a:lnTo>
                  <a:lnTo>
                    <a:pt x="28" y="118"/>
                  </a:lnTo>
                  <a:lnTo>
                    <a:pt x="28" y="123"/>
                  </a:lnTo>
                  <a:lnTo>
                    <a:pt x="19" y="133"/>
                  </a:lnTo>
                  <a:lnTo>
                    <a:pt x="19" y="149"/>
                  </a:lnTo>
                  <a:lnTo>
                    <a:pt x="19" y="169"/>
                  </a:lnTo>
                  <a:lnTo>
                    <a:pt x="16" y="181"/>
                  </a:lnTo>
                  <a:lnTo>
                    <a:pt x="9" y="195"/>
                  </a:lnTo>
                  <a:lnTo>
                    <a:pt x="4" y="202"/>
                  </a:lnTo>
                  <a:lnTo>
                    <a:pt x="4" y="212"/>
                  </a:lnTo>
                  <a:lnTo>
                    <a:pt x="12" y="236"/>
                  </a:lnTo>
                  <a:lnTo>
                    <a:pt x="9" y="250"/>
                  </a:lnTo>
                  <a:lnTo>
                    <a:pt x="14" y="262"/>
                  </a:lnTo>
                  <a:lnTo>
                    <a:pt x="28" y="294"/>
                  </a:lnTo>
                  <a:lnTo>
                    <a:pt x="41" y="320"/>
                  </a:lnTo>
                  <a:lnTo>
                    <a:pt x="41" y="342"/>
                  </a:lnTo>
                  <a:lnTo>
                    <a:pt x="45" y="346"/>
                  </a:lnTo>
                  <a:lnTo>
                    <a:pt x="45" y="351"/>
                  </a:lnTo>
                  <a:lnTo>
                    <a:pt x="43" y="354"/>
                  </a:lnTo>
                  <a:lnTo>
                    <a:pt x="41" y="375"/>
                  </a:lnTo>
                  <a:lnTo>
                    <a:pt x="36" y="392"/>
                  </a:lnTo>
                  <a:lnTo>
                    <a:pt x="28" y="409"/>
                  </a:lnTo>
                  <a:lnTo>
                    <a:pt x="16" y="440"/>
                  </a:lnTo>
                  <a:lnTo>
                    <a:pt x="4" y="450"/>
                  </a:lnTo>
                  <a:lnTo>
                    <a:pt x="0" y="455"/>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9" name="Freeform 34"/>
            <p:cNvSpPr>
              <a:spLocks/>
            </p:cNvSpPr>
            <p:nvPr/>
          </p:nvSpPr>
          <p:spPr bwMode="auto">
            <a:xfrm>
              <a:off x="6793337" y="2500191"/>
              <a:ext cx="819150" cy="403225"/>
            </a:xfrm>
            <a:custGeom>
              <a:avLst/>
              <a:gdLst>
                <a:gd name="T0" fmla="*/ 21 w 516"/>
                <a:gd name="T1" fmla="*/ 98 h 254"/>
                <a:gd name="T2" fmla="*/ 48 w 516"/>
                <a:gd name="T3" fmla="*/ 79 h 254"/>
                <a:gd name="T4" fmla="*/ 120 w 516"/>
                <a:gd name="T5" fmla="*/ 33 h 254"/>
                <a:gd name="T6" fmla="*/ 161 w 516"/>
                <a:gd name="T7" fmla="*/ 2 h 254"/>
                <a:gd name="T8" fmla="*/ 190 w 516"/>
                <a:gd name="T9" fmla="*/ 2 h 254"/>
                <a:gd name="T10" fmla="*/ 170 w 516"/>
                <a:gd name="T11" fmla="*/ 21 h 254"/>
                <a:gd name="T12" fmla="*/ 142 w 516"/>
                <a:gd name="T13" fmla="*/ 52 h 254"/>
                <a:gd name="T14" fmla="*/ 144 w 516"/>
                <a:gd name="T15" fmla="*/ 72 h 254"/>
                <a:gd name="T16" fmla="*/ 173 w 516"/>
                <a:gd name="T17" fmla="*/ 60 h 254"/>
                <a:gd name="T18" fmla="*/ 245 w 516"/>
                <a:gd name="T19" fmla="*/ 96 h 254"/>
                <a:gd name="T20" fmla="*/ 266 w 516"/>
                <a:gd name="T21" fmla="*/ 101 h 254"/>
                <a:gd name="T22" fmla="*/ 276 w 516"/>
                <a:gd name="T23" fmla="*/ 105 h 254"/>
                <a:gd name="T24" fmla="*/ 302 w 516"/>
                <a:gd name="T25" fmla="*/ 81 h 254"/>
                <a:gd name="T26" fmla="*/ 396 w 516"/>
                <a:gd name="T27" fmla="*/ 50 h 254"/>
                <a:gd name="T28" fmla="*/ 394 w 516"/>
                <a:gd name="T29" fmla="*/ 69 h 254"/>
                <a:gd name="T30" fmla="*/ 411 w 516"/>
                <a:gd name="T31" fmla="*/ 86 h 254"/>
                <a:gd name="T32" fmla="*/ 449 w 516"/>
                <a:gd name="T33" fmla="*/ 81 h 254"/>
                <a:gd name="T34" fmla="*/ 473 w 516"/>
                <a:gd name="T35" fmla="*/ 110 h 254"/>
                <a:gd name="T36" fmla="*/ 511 w 516"/>
                <a:gd name="T37" fmla="*/ 115 h 254"/>
                <a:gd name="T38" fmla="*/ 509 w 516"/>
                <a:gd name="T39" fmla="*/ 132 h 254"/>
                <a:gd name="T40" fmla="*/ 492 w 516"/>
                <a:gd name="T41" fmla="*/ 127 h 254"/>
                <a:gd name="T42" fmla="*/ 471 w 516"/>
                <a:gd name="T43" fmla="*/ 132 h 254"/>
                <a:gd name="T44" fmla="*/ 435 w 516"/>
                <a:gd name="T45" fmla="*/ 132 h 254"/>
                <a:gd name="T46" fmla="*/ 430 w 516"/>
                <a:gd name="T47" fmla="*/ 149 h 254"/>
                <a:gd name="T48" fmla="*/ 387 w 516"/>
                <a:gd name="T49" fmla="*/ 132 h 254"/>
                <a:gd name="T50" fmla="*/ 353 w 516"/>
                <a:gd name="T51" fmla="*/ 144 h 254"/>
                <a:gd name="T52" fmla="*/ 338 w 516"/>
                <a:gd name="T53" fmla="*/ 153 h 254"/>
                <a:gd name="T54" fmla="*/ 312 w 516"/>
                <a:gd name="T55" fmla="*/ 153 h 254"/>
                <a:gd name="T56" fmla="*/ 286 w 516"/>
                <a:gd name="T57" fmla="*/ 189 h 254"/>
                <a:gd name="T58" fmla="*/ 288 w 516"/>
                <a:gd name="T59" fmla="*/ 170 h 254"/>
                <a:gd name="T60" fmla="*/ 271 w 516"/>
                <a:gd name="T61" fmla="*/ 177 h 254"/>
                <a:gd name="T62" fmla="*/ 259 w 516"/>
                <a:gd name="T63" fmla="*/ 165 h 254"/>
                <a:gd name="T64" fmla="*/ 245 w 516"/>
                <a:gd name="T65" fmla="*/ 197 h 254"/>
                <a:gd name="T66" fmla="*/ 226 w 516"/>
                <a:gd name="T67" fmla="*/ 237 h 254"/>
                <a:gd name="T68" fmla="*/ 211 w 516"/>
                <a:gd name="T69" fmla="*/ 247 h 254"/>
                <a:gd name="T70" fmla="*/ 214 w 516"/>
                <a:gd name="T71" fmla="*/ 225 h 254"/>
                <a:gd name="T72" fmla="*/ 197 w 516"/>
                <a:gd name="T73" fmla="*/ 225 h 254"/>
                <a:gd name="T74" fmla="*/ 185 w 516"/>
                <a:gd name="T75" fmla="*/ 180 h 254"/>
                <a:gd name="T76" fmla="*/ 175 w 516"/>
                <a:gd name="T77" fmla="*/ 173 h 254"/>
                <a:gd name="T78" fmla="*/ 144 w 516"/>
                <a:gd name="T79" fmla="*/ 161 h 254"/>
                <a:gd name="T80" fmla="*/ 132 w 516"/>
                <a:gd name="T81" fmla="*/ 161 h 254"/>
                <a:gd name="T82" fmla="*/ 98 w 516"/>
                <a:gd name="T83" fmla="*/ 149 h 254"/>
                <a:gd name="T84" fmla="*/ 19 w 516"/>
                <a:gd name="T85" fmla="*/ 120 h 254"/>
                <a:gd name="T86" fmla="*/ 0 w 516"/>
                <a:gd name="T87" fmla="*/ 10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6" h="254">
                  <a:moveTo>
                    <a:pt x="0" y="108"/>
                  </a:moveTo>
                  <a:lnTo>
                    <a:pt x="14" y="103"/>
                  </a:lnTo>
                  <a:lnTo>
                    <a:pt x="21" y="98"/>
                  </a:lnTo>
                  <a:lnTo>
                    <a:pt x="38" y="88"/>
                  </a:lnTo>
                  <a:lnTo>
                    <a:pt x="41" y="81"/>
                  </a:lnTo>
                  <a:lnTo>
                    <a:pt x="48" y="79"/>
                  </a:lnTo>
                  <a:lnTo>
                    <a:pt x="77" y="69"/>
                  </a:lnTo>
                  <a:lnTo>
                    <a:pt x="96" y="57"/>
                  </a:lnTo>
                  <a:lnTo>
                    <a:pt x="120" y="33"/>
                  </a:lnTo>
                  <a:lnTo>
                    <a:pt x="127" y="31"/>
                  </a:lnTo>
                  <a:lnTo>
                    <a:pt x="146" y="9"/>
                  </a:lnTo>
                  <a:lnTo>
                    <a:pt x="161" y="2"/>
                  </a:lnTo>
                  <a:lnTo>
                    <a:pt x="182" y="0"/>
                  </a:lnTo>
                  <a:lnTo>
                    <a:pt x="190" y="0"/>
                  </a:lnTo>
                  <a:lnTo>
                    <a:pt x="190" y="2"/>
                  </a:lnTo>
                  <a:lnTo>
                    <a:pt x="178" y="12"/>
                  </a:lnTo>
                  <a:lnTo>
                    <a:pt x="175" y="12"/>
                  </a:lnTo>
                  <a:lnTo>
                    <a:pt x="170" y="21"/>
                  </a:lnTo>
                  <a:lnTo>
                    <a:pt x="154" y="40"/>
                  </a:lnTo>
                  <a:lnTo>
                    <a:pt x="146" y="48"/>
                  </a:lnTo>
                  <a:lnTo>
                    <a:pt x="142" y="52"/>
                  </a:lnTo>
                  <a:lnTo>
                    <a:pt x="139" y="67"/>
                  </a:lnTo>
                  <a:lnTo>
                    <a:pt x="142" y="79"/>
                  </a:lnTo>
                  <a:lnTo>
                    <a:pt x="144" y="72"/>
                  </a:lnTo>
                  <a:lnTo>
                    <a:pt x="158" y="62"/>
                  </a:lnTo>
                  <a:lnTo>
                    <a:pt x="166" y="62"/>
                  </a:lnTo>
                  <a:lnTo>
                    <a:pt x="173" y="60"/>
                  </a:lnTo>
                  <a:lnTo>
                    <a:pt x="202" y="72"/>
                  </a:lnTo>
                  <a:lnTo>
                    <a:pt x="226" y="98"/>
                  </a:lnTo>
                  <a:lnTo>
                    <a:pt x="245" y="96"/>
                  </a:lnTo>
                  <a:lnTo>
                    <a:pt x="252" y="98"/>
                  </a:lnTo>
                  <a:lnTo>
                    <a:pt x="259" y="101"/>
                  </a:lnTo>
                  <a:lnTo>
                    <a:pt x="266" y="101"/>
                  </a:lnTo>
                  <a:lnTo>
                    <a:pt x="269" y="101"/>
                  </a:lnTo>
                  <a:lnTo>
                    <a:pt x="276" y="103"/>
                  </a:lnTo>
                  <a:lnTo>
                    <a:pt x="276" y="105"/>
                  </a:lnTo>
                  <a:lnTo>
                    <a:pt x="278" y="103"/>
                  </a:lnTo>
                  <a:lnTo>
                    <a:pt x="283" y="96"/>
                  </a:lnTo>
                  <a:lnTo>
                    <a:pt x="302" y="81"/>
                  </a:lnTo>
                  <a:lnTo>
                    <a:pt x="370" y="64"/>
                  </a:lnTo>
                  <a:lnTo>
                    <a:pt x="389" y="52"/>
                  </a:lnTo>
                  <a:lnTo>
                    <a:pt x="396" y="50"/>
                  </a:lnTo>
                  <a:lnTo>
                    <a:pt x="401" y="55"/>
                  </a:lnTo>
                  <a:lnTo>
                    <a:pt x="394" y="64"/>
                  </a:lnTo>
                  <a:lnTo>
                    <a:pt x="394" y="69"/>
                  </a:lnTo>
                  <a:lnTo>
                    <a:pt x="403" y="86"/>
                  </a:lnTo>
                  <a:lnTo>
                    <a:pt x="408" y="88"/>
                  </a:lnTo>
                  <a:lnTo>
                    <a:pt x="411" y="86"/>
                  </a:lnTo>
                  <a:lnTo>
                    <a:pt x="423" y="86"/>
                  </a:lnTo>
                  <a:lnTo>
                    <a:pt x="427" y="84"/>
                  </a:lnTo>
                  <a:lnTo>
                    <a:pt x="449" y="81"/>
                  </a:lnTo>
                  <a:lnTo>
                    <a:pt x="459" y="86"/>
                  </a:lnTo>
                  <a:lnTo>
                    <a:pt x="468" y="103"/>
                  </a:lnTo>
                  <a:lnTo>
                    <a:pt x="473" y="110"/>
                  </a:lnTo>
                  <a:lnTo>
                    <a:pt x="490" y="117"/>
                  </a:lnTo>
                  <a:lnTo>
                    <a:pt x="507" y="115"/>
                  </a:lnTo>
                  <a:lnTo>
                    <a:pt x="511" y="115"/>
                  </a:lnTo>
                  <a:lnTo>
                    <a:pt x="516" y="117"/>
                  </a:lnTo>
                  <a:lnTo>
                    <a:pt x="516" y="125"/>
                  </a:lnTo>
                  <a:lnTo>
                    <a:pt x="509" y="132"/>
                  </a:lnTo>
                  <a:lnTo>
                    <a:pt x="499" y="132"/>
                  </a:lnTo>
                  <a:lnTo>
                    <a:pt x="492" y="132"/>
                  </a:lnTo>
                  <a:lnTo>
                    <a:pt x="492" y="127"/>
                  </a:lnTo>
                  <a:lnTo>
                    <a:pt x="487" y="127"/>
                  </a:lnTo>
                  <a:lnTo>
                    <a:pt x="478" y="134"/>
                  </a:lnTo>
                  <a:lnTo>
                    <a:pt x="471" y="132"/>
                  </a:lnTo>
                  <a:lnTo>
                    <a:pt x="463" y="129"/>
                  </a:lnTo>
                  <a:lnTo>
                    <a:pt x="444" y="134"/>
                  </a:lnTo>
                  <a:lnTo>
                    <a:pt x="435" y="132"/>
                  </a:lnTo>
                  <a:lnTo>
                    <a:pt x="430" y="134"/>
                  </a:lnTo>
                  <a:lnTo>
                    <a:pt x="432" y="144"/>
                  </a:lnTo>
                  <a:lnTo>
                    <a:pt x="430" y="149"/>
                  </a:lnTo>
                  <a:lnTo>
                    <a:pt x="425" y="146"/>
                  </a:lnTo>
                  <a:lnTo>
                    <a:pt x="413" y="137"/>
                  </a:lnTo>
                  <a:lnTo>
                    <a:pt x="387" y="132"/>
                  </a:lnTo>
                  <a:lnTo>
                    <a:pt x="379" y="134"/>
                  </a:lnTo>
                  <a:lnTo>
                    <a:pt x="372" y="132"/>
                  </a:lnTo>
                  <a:lnTo>
                    <a:pt x="353" y="144"/>
                  </a:lnTo>
                  <a:lnTo>
                    <a:pt x="351" y="144"/>
                  </a:lnTo>
                  <a:lnTo>
                    <a:pt x="341" y="149"/>
                  </a:lnTo>
                  <a:lnTo>
                    <a:pt x="338" y="153"/>
                  </a:lnTo>
                  <a:lnTo>
                    <a:pt x="336" y="153"/>
                  </a:lnTo>
                  <a:lnTo>
                    <a:pt x="324" y="151"/>
                  </a:lnTo>
                  <a:lnTo>
                    <a:pt x="312" y="153"/>
                  </a:lnTo>
                  <a:lnTo>
                    <a:pt x="312" y="163"/>
                  </a:lnTo>
                  <a:lnTo>
                    <a:pt x="310" y="168"/>
                  </a:lnTo>
                  <a:lnTo>
                    <a:pt x="286" y="189"/>
                  </a:lnTo>
                  <a:lnTo>
                    <a:pt x="281" y="187"/>
                  </a:lnTo>
                  <a:lnTo>
                    <a:pt x="278" y="185"/>
                  </a:lnTo>
                  <a:lnTo>
                    <a:pt x="288" y="170"/>
                  </a:lnTo>
                  <a:lnTo>
                    <a:pt x="288" y="165"/>
                  </a:lnTo>
                  <a:lnTo>
                    <a:pt x="276" y="165"/>
                  </a:lnTo>
                  <a:lnTo>
                    <a:pt x="271" y="177"/>
                  </a:lnTo>
                  <a:lnTo>
                    <a:pt x="266" y="182"/>
                  </a:lnTo>
                  <a:lnTo>
                    <a:pt x="262" y="177"/>
                  </a:lnTo>
                  <a:lnTo>
                    <a:pt x="259" y="165"/>
                  </a:lnTo>
                  <a:lnTo>
                    <a:pt x="257" y="168"/>
                  </a:lnTo>
                  <a:lnTo>
                    <a:pt x="254" y="182"/>
                  </a:lnTo>
                  <a:lnTo>
                    <a:pt x="245" y="197"/>
                  </a:lnTo>
                  <a:lnTo>
                    <a:pt x="240" y="211"/>
                  </a:lnTo>
                  <a:lnTo>
                    <a:pt x="235" y="221"/>
                  </a:lnTo>
                  <a:lnTo>
                    <a:pt x="226" y="237"/>
                  </a:lnTo>
                  <a:lnTo>
                    <a:pt x="226" y="250"/>
                  </a:lnTo>
                  <a:lnTo>
                    <a:pt x="223" y="254"/>
                  </a:lnTo>
                  <a:lnTo>
                    <a:pt x="211" y="247"/>
                  </a:lnTo>
                  <a:lnTo>
                    <a:pt x="209" y="235"/>
                  </a:lnTo>
                  <a:lnTo>
                    <a:pt x="211" y="230"/>
                  </a:lnTo>
                  <a:lnTo>
                    <a:pt x="214" y="225"/>
                  </a:lnTo>
                  <a:lnTo>
                    <a:pt x="211" y="223"/>
                  </a:lnTo>
                  <a:lnTo>
                    <a:pt x="199" y="225"/>
                  </a:lnTo>
                  <a:lnTo>
                    <a:pt x="197" y="225"/>
                  </a:lnTo>
                  <a:lnTo>
                    <a:pt x="199" y="197"/>
                  </a:lnTo>
                  <a:lnTo>
                    <a:pt x="199" y="187"/>
                  </a:lnTo>
                  <a:lnTo>
                    <a:pt x="185" y="180"/>
                  </a:lnTo>
                  <a:lnTo>
                    <a:pt x="173" y="177"/>
                  </a:lnTo>
                  <a:lnTo>
                    <a:pt x="175" y="175"/>
                  </a:lnTo>
                  <a:lnTo>
                    <a:pt x="175" y="173"/>
                  </a:lnTo>
                  <a:lnTo>
                    <a:pt x="173" y="168"/>
                  </a:lnTo>
                  <a:lnTo>
                    <a:pt x="161" y="165"/>
                  </a:lnTo>
                  <a:lnTo>
                    <a:pt x="144" y="161"/>
                  </a:lnTo>
                  <a:lnTo>
                    <a:pt x="139" y="161"/>
                  </a:lnTo>
                  <a:lnTo>
                    <a:pt x="134" y="165"/>
                  </a:lnTo>
                  <a:lnTo>
                    <a:pt x="132" y="161"/>
                  </a:lnTo>
                  <a:lnTo>
                    <a:pt x="122" y="161"/>
                  </a:lnTo>
                  <a:lnTo>
                    <a:pt x="106" y="149"/>
                  </a:lnTo>
                  <a:lnTo>
                    <a:pt x="98" y="149"/>
                  </a:lnTo>
                  <a:lnTo>
                    <a:pt x="26" y="134"/>
                  </a:lnTo>
                  <a:lnTo>
                    <a:pt x="21" y="132"/>
                  </a:lnTo>
                  <a:lnTo>
                    <a:pt x="19" y="120"/>
                  </a:lnTo>
                  <a:lnTo>
                    <a:pt x="14" y="115"/>
                  </a:lnTo>
                  <a:lnTo>
                    <a:pt x="2" y="113"/>
                  </a:lnTo>
                  <a:lnTo>
                    <a:pt x="0" y="108"/>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0" name="Freeform 35"/>
            <p:cNvSpPr>
              <a:spLocks/>
            </p:cNvSpPr>
            <p:nvPr/>
          </p:nvSpPr>
          <p:spPr bwMode="auto">
            <a:xfrm>
              <a:off x="8942812" y="2911354"/>
              <a:ext cx="446088" cy="233362"/>
            </a:xfrm>
            <a:custGeom>
              <a:avLst/>
              <a:gdLst>
                <a:gd name="T0" fmla="*/ 58 w 281"/>
                <a:gd name="T1" fmla="*/ 51 h 147"/>
                <a:gd name="T2" fmla="*/ 149 w 281"/>
                <a:gd name="T3" fmla="*/ 24 h 147"/>
                <a:gd name="T4" fmla="*/ 156 w 281"/>
                <a:gd name="T5" fmla="*/ 24 h 147"/>
                <a:gd name="T6" fmla="*/ 156 w 281"/>
                <a:gd name="T7" fmla="*/ 17 h 147"/>
                <a:gd name="T8" fmla="*/ 168 w 281"/>
                <a:gd name="T9" fmla="*/ 3 h 147"/>
                <a:gd name="T10" fmla="*/ 180 w 281"/>
                <a:gd name="T11" fmla="*/ 3 h 147"/>
                <a:gd name="T12" fmla="*/ 195 w 281"/>
                <a:gd name="T13" fmla="*/ 24 h 147"/>
                <a:gd name="T14" fmla="*/ 195 w 281"/>
                <a:gd name="T15" fmla="*/ 34 h 147"/>
                <a:gd name="T16" fmla="*/ 185 w 281"/>
                <a:gd name="T17" fmla="*/ 46 h 147"/>
                <a:gd name="T18" fmla="*/ 183 w 281"/>
                <a:gd name="T19" fmla="*/ 63 h 147"/>
                <a:gd name="T20" fmla="*/ 204 w 281"/>
                <a:gd name="T21" fmla="*/ 70 h 147"/>
                <a:gd name="T22" fmla="*/ 226 w 281"/>
                <a:gd name="T23" fmla="*/ 96 h 147"/>
                <a:gd name="T24" fmla="*/ 252 w 281"/>
                <a:gd name="T25" fmla="*/ 106 h 147"/>
                <a:gd name="T26" fmla="*/ 272 w 281"/>
                <a:gd name="T27" fmla="*/ 89 h 147"/>
                <a:gd name="T28" fmla="*/ 260 w 281"/>
                <a:gd name="T29" fmla="*/ 79 h 147"/>
                <a:gd name="T30" fmla="*/ 250 w 281"/>
                <a:gd name="T31" fmla="*/ 70 h 147"/>
                <a:gd name="T32" fmla="*/ 262 w 281"/>
                <a:gd name="T33" fmla="*/ 70 h 147"/>
                <a:gd name="T34" fmla="*/ 281 w 281"/>
                <a:gd name="T35" fmla="*/ 106 h 147"/>
                <a:gd name="T36" fmla="*/ 274 w 281"/>
                <a:gd name="T37" fmla="*/ 111 h 147"/>
                <a:gd name="T38" fmla="*/ 250 w 281"/>
                <a:gd name="T39" fmla="*/ 123 h 147"/>
                <a:gd name="T40" fmla="*/ 233 w 281"/>
                <a:gd name="T41" fmla="*/ 135 h 147"/>
                <a:gd name="T42" fmla="*/ 231 w 281"/>
                <a:gd name="T43" fmla="*/ 128 h 147"/>
                <a:gd name="T44" fmla="*/ 226 w 281"/>
                <a:gd name="T45" fmla="*/ 118 h 147"/>
                <a:gd name="T46" fmla="*/ 209 w 281"/>
                <a:gd name="T47" fmla="*/ 144 h 147"/>
                <a:gd name="T48" fmla="*/ 200 w 281"/>
                <a:gd name="T49" fmla="*/ 140 h 147"/>
                <a:gd name="T50" fmla="*/ 195 w 281"/>
                <a:gd name="T51" fmla="*/ 137 h 147"/>
                <a:gd name="T52" fmla="*/ 188 w 281"/>
                <a:gd name="T53" fmla="*/ 130 h 147"/>
                <a:gd name="T54" fmla="*/ 173 w 281"/>
                <a:gd name="T55" fmla="*/ 123 h 147"/>
                <a:gd name="T56" fmla="*/ 164 w 281"/>
                <a:gd name="T57" fmla="*/ 111 h 147"/>
                <a:gd name="T58" fmla="*/ 130 w 281"/>
                <a:gd name="T59" fmla="*/ 108 h 147"/>
                <a:gd name="T60" fmla="*/ 58 w 281"/>
                <a:gd name="T61" fmla="*/ 130 h 147"/>
                <a:gd name="T62" fmla="*/ 51 w 281"/>
                <a:gd name="T63" fmla="*/ 128 h 147"/>
                <a:gd name="T64" fmla="*/ 0 w 281"/>
                <a:gd name="T65" fmla="*/ 13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1" h="147">
                  <a:moveTo>
                    <a:pt x="0" y="63"/>
                  </a:moveTo>
                  <a:lnTo>
                    <a:pt x="58" y="51"/>
                  </a:lnTo>
                  <a:lnTo>
                    <a:pt x="149" y="29"/>
                  </a:lnTo>
                  <a:lnTo>
                    <a:pt x="149" y="24"/>
                  </a:lnTo>
                  <a:lnTo>
                    <a:pt x="152" y="22"/>
                  </a:lnTo>
                  <a:lnTo>
                    <a:pt x="156" y="24"/>
                  </a:lnTo>
                  <a:lnTo>
                    <a:pt x="156" y="22"/>
                  </a:lnTo>
                  <a:lnTo>
                    <a:pt x="156" y="17"/>
                  </a:lnTo>
                  <a:lnTo>
                    <a:pt x="164" y="15"/>
                  </a:lnTo>
                  <a:lnTo>
                    <a:pt x="168" y="3"/>
                  </a:lnTo>
                  <a:lnTo>
                    <a:pt x="176" y="0"/>
                  </a:lnTo>
                  <a:lnTo>
                    <a:pt x="180" y="3"/>
                  </a:lnTo>
                  <a:lnTo>
                    <a:pt x="183" y="17"/>
                  </a:lnTo>
                  <a:lnTo>
                    <a:pt x="195" y="24"/>
                  </a:lnTo>
                  <a:lnTo>
                    <a:pt x="197" y="29"/>
                  </a:lnTo>
                  <a:lnTo>
                    <a:pt x="195" y="34"/>
                  </a:lnTo>
                  <a:lnTo>
                    <a:pt x="190" y="36"/>
                  </a:lnTo>
                  <a:lnTo>
                    <a:pt x="185" y="46"/>
                  </a:lnTo>
                  <a:lnTo>
                    <a:pt x="183" y="58"/>
                  </a:lnTo>
                  <a:lnTo>
                    <a:pt x="183" y="63"/>
                  </a:lnTo>
                  <a:lnTo>
                    <a:pt x="195" y="63"/>
                  </a:lnTo>
                  <a:lnTo>
                    <a:pt x="204" y="70"/>
                  </a:lnTo>
                  <a:lnTo>
                    <a:pt x="221" y="87"/>
                  </a:lnTo>
                  <a:lnTo>
                    <a:pt x="226" y="96"/>
                  </a:lnTo>
                  <a:lnTo>
                    <a:pt x="233" y="106"/>
                  </a:lnTo>
                  <a:lnTo>
                    <a:pt x="252" y="106"/>
                  </a:lnTo>
                  <a:lnTo>
                    <a:pt x="264" y="101"/>
                  </a:lnTo>
                  <a:lnTo>
                    <a:pt x="272" y="89"/>
                  </a:lnTo>
                  <a:lnTo>
                    <a:pt x="267" y="87"/>
                  </a:lnTo>
                  <a:lnTo>
                    <a:pt x="260" y="79"/>
                  </a:lnTo>
                  <a:lnTo>
                    <a:pt x="250" y="75"/>
                  </a:lnTo>
                  <a:lnTo>
                    <a:pt x="250" y="70"/>
                  </a:lnTo>
                  <a:lnTo>
                    <a:pt x="257" y="70"/>
                  </a:lnTo>
                  <a:lnTo>
                    <a:pt x="262" y="70"/>
                  </a:lnTo>
                  <a:lnTo>
                    <a:pt x="274" y="89"/>
                  </a:lnTo>
                  <a:lnTo>
                    <a:pt x="281" y="106"/>
                  </a:lnTo>
                  <a:lnTo>
                    <a:pt x="281" y="115"/>
                  </a:lnTo>
                  <a:lnTo>
                    <a:pt x="274" y="111"/>
                  </a:lnTo>
                  <a:lnTo>
                    <a:pt x="264" y="118"/>
                  </a:lnTo>
                  <a:lnTo>
                    <a:pt x="250" y="123"/>
                  </a:lnTo>
                  <a:lnTo>
                    <a:pt x="238" y="135"/>
                  </a:lnTo>
                  <a:lnTo>
                    <a:pt x="233" y="135"/>
                  </a:lnTo>
                  <a:lnTo>
                    <a:pt x="231" y="132"/>
                  </a:lnTo>
                  <a:lnTo>
                    <a:pt x="231" y="128"/>
                  </a:lnTo>
                  <a:lnTo>
                    <a:pt x="228" y="118"/>
                  </a:lnTo>
                  <a:lnTo>
                    <a:pt x="226" y="118"/>
                  </a:lnTo>
                  <a:lnTo>
                    <a:pt x="219" y="132"/>
                  </a:lnTo>
                  <a:lnTo>
                    <a:pt x="209" y="144"/>
                  </a:lnTo>
                  <a:lnTo>
                    <a:pt x="204" y="147"/>
                  </a:lnTo>
                  <a:lnTo>
                    <a:pt x="200" y="140"/>
                  </a:lnTo>
                  <a:lnTo>
                    <a:pt x="200" y="137"/>
                  </a:lnTo>
                  <a:lnTo>
                    <a:pt x="195" y="137"/>
                  </a:lnTo>
                  <a:lnTo>
                    <a:pt x="195" y="135"/>
                  </a:lnTo>
                  <a:lnTo>
                    <a:pt x="188" y="130"/>
                  </a:lnTo>
                  <a:lnTo>
                    <a:pt x="188" y="128"/>
                  </a:lnTo>
                  <a:lnTo>
                    <a:pt x="173" y="123"/>
                  </a:lnTo>
                  <a:lnTo>
                    <a:pt x="168" y="113"/>
                  </a:lnTo>
                  <a:lnTo>
                    <a:pt x="164" y="111"/>
                  </a:lnTo>
                  <a:lnTo>
                    <a:pt x="161" y="101"/>
                  </a:lnTo>
                  <a:lnTo>
                    <a:pt x="130" y="108"/>
                  </a:lnTo>
                  <a:lnTo>
                    <a:pt x="58" y="128"/>
                  </a:lnTo>
                  <a:lnTo>
                    <a:pt x="58" y="130"/>
                  </a:lnTo>
                  <a:lnTo>
                    <a:pt x="56" y="132"/>
                  </a:lnTo>
                  <a:lnTo>
                    <a:pt x="51" y="128"/>
                  </a:lnTo>
                  <a:lnTo>
                    <a:pt x="3" y="140"/>
                  </a:lnTo>
                  <a:lnTo>
                    <a:pt x="0" y="137"/>
                  </a:lnTo>
                  <a:lnTo>
                    <a:pt x="0" y="63"/>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1" name="Freeform 36"/>
            <p:cNvSpPr>
              <a:spLocks/>
            </p:cNvSpPr>
            <p:nvPr/>
          </p:nvSpPr>
          <p:spPr bwMode="auto">
            <a:xfrm>
              <a:off x="9149187" y="3071691"/>
              <a:ext cx="117475" cy="130175"/>
            </a:xfrm>
            <a:custGeom>
              <a:avLst/>
              <a:gdLst>
                <a:gd name="T0" fmla="*/ 0 w 74"/>
                <a:gd name="T1" fmla="*/ 7 h 82"/>
                <a:gd name="T2" fmla="*/ 19 w 74"/>
                <a:gd name="T3" fmla="*/ 67 h 82"/>
                <a:gd name="T4" fmla="*/ 17 w 74"/>
                <a:gd name="T5" fmla="*/ 72 h 82"/>
                <a:gd name="T6" fmla="*/ 14 w 74"/>
                <a:gd name="T7" fmla="*/ 77 h 82"/>
                <a:gd name="T8" fmla="*/ 14 w 74"/>
                <a:gd name="T9" fmla="*/ 79 h 82"/>
                <a:gd name="T10" fmla="*/ 17 w 74"/>
                <a:gd name="T11" fmla="*/ 82 h 82"/>
                <a:gd name="T12" fmla="*/ 19 w 74"/>
                <a:gd name="T13" fmla="*/ 82 h 82"/>
                <a:gd name="T14" fmla="*/ 36 w 74"/>
                <a:gd name="T15" fmla="*/ 72 h 82"/>
                <a:gd name="T16" fmla="*/ 46 w 74"/>
                <a:gd name="T17" fmla="*/ 63 h 82"/>
                <a:gd name="T18" fmla="*/ 46 w 74"/>
                <a:gd name="T19" fmla="*/ 58 h 82"/>
                <a:gd name="T20" fmla="*/ 41 w 74"/>
                <a:gd name="T21" fmla="*/ 53 h 82"/>
                <a:gd name="T22" fmla="*/ 41 w 74"/>
                <a:gd name="T23" fmla="*/ 43 h 82"/>
                <a:gd name="T24" fmla="*/ 48 w 74"/>
                <a:gd name="T25" fmla="*/ 36 h 82"/>
                <a:gd name="T26" fmla="*/ 50 w 74"/>
                <a:gd name="T27" fmla="*/ 39 h 82"/>
                <a:gd name="T28" fmla="*/ 50 w 74"/>
                <a:gd name="T29" fmla="*/ 43 h 82"/>
                <a:gd name="T30" fmla="*/ 50 w 74"/>
                <a:gd name="T31" fmla="*/ 58 h 82"/>
                <a:gd name="T32" fmla="*/ 53 w 74"/>
                <a:gd name="T33" fmla="*/ 60 h 82"/>
                <a:gd name="T34" fmla="*/ 58 w 74"/>
                <a:gd name="T35" fmla="*/ 60 h 82"/>
                <a:gd name="T36" fmla="*/ 58 w 74"/>
                <a:gd name="T37" fmla="*/ 53 h 82"/>
                <a:gd name="T38" fmla="*/ 62 w 74"/>
                <a:gd name="T39" fmla="*/ 53 h 82"/>
                <a:gd name="T40" fmla="*/ 67 w 74"/>
                <a:gd name="T41" fmla="*/ 48 h 82"/>
                <a:gd name="T42" fmla="*/ 74 w 74"/>
                <a:gd name="T43" fmla="*/ 46 h 82"/>
                <a:gd name="T44" fmla="*/ 74 w 74"/>
                <a:gd name="T45" fmla="*/ 46 h 82"/>
                <a:gd name="T46" fmla="*/ 70 w 74"/>
                <a:gd name="T47" fmla="*/ 39 h 82"/>
                <a:gd name="T48" fmla="*/ 70 w 74"/>
                <a:gd name="T49" fmla="*/ 36 h 82"/>
                <a:gd name="T50" fmla="*/ 65 w 74"/>
                <a:gd name="T51" fmla="*/ 36 h 82"/>
                <a:gd name="T52" fmla="*/ 65 w 74"/>
                <a:gd name="T53" fmla="*/ 34 h 82"/>
                <a:gd name="T54" fmla="*/ 58 w 74"/>
                <a:gd name="T55" fmla="*/ 29 h 82"/>
                <a:gd name="T56" fmla="*/ 58 w 74"/>
                <a:gd name="T57" fmla="*/ 27 h 82"/>
                <a:gd name="T58" fmla="*/ 43 w 74"/>
                <a:gd name="T59" fmla="*/ 22 h 82"/>
                <a:gd name="T60" fmla="*/ 38 w 74"/>
                <a:gd name="T61" fmla="*/ 12 h 82"/>
                <a:gd name="T62" fmla="*/ 34 w 74"/>
                <a:gd name="T63" fmla="*/ 10 h 82"/>
                <a:gd name="T64" fmla="*/ 31 w 74"/>
                <a:gd name="T65" fmla="*/ 0 h 82"/>
                <a:gd name="T66" fmla="*/ 0 w 74"/>
                <a:gd name="T6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82">
                  <a:moveTo>
                    <a:pt x="0" y="7"/>
                  </a:moveTo>
                  <a:lnTo>
                    <a:pt x="19" y="67"/>
                  </a:lnTo>
                  <a:lnTo>
                    <a:pt x="17" y="72"/>
                  </a:lnTo>
                  <a:lnTo>
                    <a:pt x="14" y="77"/>
                  </a:lnTo>
                  <a:lnTo>
                    <a:pt x="14" y="79"/>
                  </a:lnTo>
                  <a:lnTo>
                    <a:pt x="17" y="82"/>
                  </a:lnTo>
                  <a:lnTo>
                    <a:pt x="19" y="82"/>
                  </a:lnTo>
                  <a:lnTo>
                    <a:pt x="36" y="72"/>
                  </a:lnTo>
                  <a:lnTo>
                    <a:pt x="46" y="63"/>
                  </a:lnTo>
                  <a:lnTo>
                    <a:pt x="46" y="58"/>
                  </a:lnTo>
                  <a:lnTo>
                    <a:pt x="41" y="53"/>
                  </a:lnTo>
                  <a:lnTo>
                    <a:pt x="41" y="43"/>
                  </a:lnTo>
                  <a:lnTo>
                    <a:pt x="48" y="36"/>
                  </a:lnTo>
                  <a:lnTo>
                    <a:pt x="50" y="39"/>
                  </a:lnTo>
                  <a:lnTo>
                    <a:pt x="50" y="43"/>
                  </a:lnTo>
                  <a:lnTo>
                    <a:pt x="50" y="58"/>
                  </a:lnTo>
                  <a:lnTo>
                    <a:pt x="53" y="60"/>
                  </a:lnTo>
                  <a:lnTo>
                    <a:pt x="58" y="60"/>
                  </a:lnTo>
                  <a:lnTo>
                    <a:pt x="58" y="53"/>
                  </a:lnTo>
                  <a:lnTo>
                    <a:pt x="62" y="53"/>
                  </a:lnTo>
                  <a:lnTo>
                    <a:pt x="67" y="48"/>
                  </a:lnTo>
                  <a:lnTo>
                    <a:pt x="74" y="46"/>
                  </a:lnTo>
                  <a:lnTo>
                    <a:pt x="74" y="46"/>
                  </a:lnTo>
                  <a:lnTo>
                    <a:pt x="70" y="39"/>
                  </a:lnTo>
                  <a:lnTo>
                    <a:pt x="70" y="36"/>
                  </a:lnTo>
                  <a:lnTo>
                    <a:pt x="65" y="36"/>
                  </a:lnTo>
                  <a:lnTo>
                    <a:pt x="65" y="34"/>
                  </a:lnTo>
                  <a:lnTo>
                    <a:pt x="58" y="29"/>
                  </a:lnTo>
                  <a:lnTo>
                    <a:pt x="58" y="27"/>
                  </a:lnTo>
                  <a:lnTo>
                    <a:pt x="43" y="22"/>
                  </a:lnTo>
                  <a:lnTo>
                    <a:pt x="38" y="12"/>
                  </a:lnTo>
                  <a:lnTo>
                    <a:pt x="34" y="10"/>
                  </a:lnTo>
                  <a:lnTo>
                    <a:pt x="31" y="0"/>
                  </a:lnTo>
                  <a:lnTo>
                    <a:pt x="0" y="7"/>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2" name="Freeform 37"/>
            <p:cNvSpPr>
              <a:spLocks/>
            </p:cNvSpPr>
            <p:nvPr/>
          </p:nvSpPr>
          <p:spPr bwMode="auto">
            <a:xfrm>
              <a:off x="8947574" y="3082804"/>
              <a:ext cx="231775" cy="228600"/>
            </a:xfrm>
            <a:custGeom>
              <a:avLst/>
              <a:gdLst>
                <a:gd name="T0" fmla="*/ 0 w 146"/>
                <a:gd name="T1" fmla="*/ 32 h 144"/>
                <a:gd name="T2" fmla="*/ 48 w 146"/>
                <a:gd name="T3" fmla="*/ 20 h 144"/>
                <a:gd name="T4" fmla="*/ 53 w 146"/>
                <a:gd name="T5" fmla="*/ 24 h 144"/>
                <a:gd name="T6" fmla="*/ 55 w 146"/>
                <a:gd name="T7" fmla="*/ 22 h 144"/>
                <a:gd name="T8" fmla="*/ 55 w 146"/>
                <a:gd name="T9" fmla="*/ 20 h 144"/>
                <a:gd name="T10" fmla="*/ 127 w 146"/>
                <a:gd name="T11" fmla="*/ 0 h 144"/>
                <a:gd name="T12" fmla="*/ 146 w 146"/>
                <a:gd name="T13" fmla="*/ 60 h 144"/>
                <a:gd name="T14" fmla="*/ 144 w 146"/>
                <a:gd name="T15" fmla="*/ 65 h 144"/>
                <a:gd name="T16" fmla="*/ 141 w 146"/>
                <a:gd name="T17" fmla="*/ 70 h 144"/>
                <a:gd name="T18" fmla="*/ 141 w 146"/>
                <a:gd name="T19" fmla="*/ 72 h 144"/>
                <a:gd name="T20" fmla="*/ 144 w 146"/>
                <a:gd name="T21" fmla="*/ 75 h 144"/>
                <a:gd name="T22" fmla="*/ 134 w 146"/>
                <a:gd name="T23" fmla="*/ 77 h 144"/>
                <a:gd name="T24" fmla="*/ 110 w 146"/>
                <a:gd name="T25" fmla="*/ 87 h 144"/>
                <a:gd name="T26" fmla="*/ 103 w 146"/>
                <a:gd name="T27" fmla="*/ 84 h 144"/>
                <a:gd name="T28" fmla="*/ 101 w 146"/>
                <a:gd name="T29" fmla="*/ 87 h 144"/>
                <a:gd name="T30" fmla="*/ 101 w 146"/>
                <a:gd name="T31" fmla="*/ 92 h 144"/>
                <a:gd name="T32" fmla="*/ 98 w 146"/>
                <a:gd name="T33" fmla="*/ 94 h 144"/>
                <a:gd name="T34" fmla="*/ 84 w 146"/>
                <a:gd name="T35" fmla="*/ 96 h 144"/>
                <a:gd name="T36" fmla="*/ 62 w 146"/>
                <a:gd name="T37" fmla="*/ 104 h 144"/>
                <a:gd name="T38" fmla="*/ 60 w 146"/>
                <a:gd name="T39" fmla="*/ 101 h 144"/>
                <a:gd name="T40" fmla="*/ 50 w 146"/>
                <a:gd name="T41" fmla="*/ 116 h 144"/>
                <a:gd name="T42" fmla="*/ 21 w 146"/>
                <a:gd name="T43" fmla="*/ 137 h 144"/>
                <a:gd name="T44" fmla="*/ 9 w 146"/>
                <a:gd name="T45" fmla="*/ 144 h 144"/>
                <a:gd name="T46" fmla="*/ 2 w 146"/>
                <a:gd name="T47" fmla="*/ 135 h 144"/>
                <a:gd name="T48" fmla="*/ 14 w 146"/>
                <a:gd name="T49" fmla="*/ 123 h 144"/>
                <a:gd name="T50" fmla="*/ 17 w 146"/>
                <a:gd name="T51" fmla="*/ 116 h 144"/>
                <a:gd name="T52" fmla="*/ 9 w 146"/>
                <a:gd name="T53" fmla="*/ 108 h 144"/>
                <a:gd name="T54" fmla="*/ 0 w 146"/>
                <a:gd name="T55" fmla="*/ 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6" h="144">
                  <a:moveTo>
                    <a:pt x="0" y="32"/>
                  </a:moveTo>
                  <a:lnTo>
                    <a:pt x="48" y="20"/>
                  </a:lnTo>
                  <a:lnTo>
                    <a:pt x="53" y="24"/>
                  </a:lnTo>
                  <a:lnTo>
                    <a:pt x="55" y="22"/>
                  </a:lnTo>
                  <a:lnTo>
                    <a:pt x="55" y="20"/>
                  </a:lnTo>
                  <a:lnTo>
                    <a:pt x="127" y="0"/>
                  </a:lnTo>
                  <a:lnTo>
                    <a:pt x="146" y="60"/>
                  </a:lnTo>
                  <a:lnTo>
                    <a:pt x="144" y="65"/>
                  </a:lnTo>
                  <a:lnTo>
                    <a:pt x="141" y="70"/>
                  </a:lnTo>
                  <a:lnTo>
                    <a:pt x="141" y="72"/>
                  </a:lnTo>
                  <a:lnTo>
                    <a:pt x="144" y="75"/>
                  </a:lnTo>
                  <a:lnTo>
                    <a:pt x="134" y="77"/>
                  </a:lnTo>
                  <a:lnTo>
                    <a:pt x="110" y="87"/>
                  </a:lnTo>
                  <a:lnTo>
                    <a:pt x="103" y="84"/>
                  </a:lnTo>
                  <a:lnTo>
                    <a:pt x="101" y="87"/>
                  </a:lnTo>
                  <a:lnTo>
                    <a:pt x="101" y="92"/>
                  </a:lnTo>
                  <a:lnTo>
                    <a:pt x="98" y="94"/>
                  </a:lnTo>
                  <a:lnTo>
                    <a:pt x="84" y="96"/>
                  </a:lnTo>
                  <a:lnTo>
                    <a:pt x="62" y="104"/>
                  </a:lnTo>
                  <a:lnTo>
                    <a:pt x="60" y="101"/>
                  </a:lnTo>
                  <a:lnTo>
                    <a:pt x="50" y="116"/>
                  </a:lnTo>
                  <a:lnTo>
                    <a:pt x="21" y="137"/>
                  </a:lnTo>
                  <a:lnTo>
                    <a:pt x="9" y="144"/>
                  </a:lnTo>
                  <a:lnTo>
                    <a:pt x="2" y="135"/>
                  </a:lnTo>
                  <a:lnTo>
                    <a:pt x="14" y="123"/>
                  </a:lnTo>
                  <a:lnTo>
                    <a:pt x="17" y="116"/>
                  </a:lnTo>
                  <a:lnTo>
                    <a:pt x="9" y="108"/>
                  </a:lnTo>
                  <a:lnTo>
                    <a:pt x="0" y="32"/>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3" name="Freeform 38"/>
            <p:cNvSpPr>
              <a:spLocks/>
            </p:cNvSpPr>
            <p:nvPr/>
          </p:nvSpPr>
          <p:spPr bwMode="auto">
            <a:xfrm>
              <a:off x="7906174" y="3549529"/>
              <a:ext cx="609600" cy="601662"/>
            </a:xfrm>
            <a:custGeom>
              <a:avLst/>
              <a:gdLst>
                <a:gd name="T0" fmla="*/ 127 w 384"/>
                <a:gd name="T1" fmla="*/ 0 h 379"/>
                <a:gd name="T2" fmla="*/ 127 w 384"/>
                <a:gd name="T3" fmla="*/ 16 h 379"/>
                <a:gd name="T4" fmla="*/ 132 w 384"/>
                <a:gd name="T5" fmla="*/ 33 h 379"/>
                <a:gd name="T6" fmla="*/ 123 w 384"/>
                <a:gd name="T7" fmla="*/ 81 h 379"/>
                <a:gd name="T8" fmla="*/ 123 w 384"/>
                <a:gd name="T9" fmla="*/ 96 h 379"/>
                <a:gd name="T10" fmla="*/ 115 w 384"/>
                <a:gd name="T11" fmla="*/ 117 h 379"/>
                <a:gd name="T12" fmla="*/ 96 w 384"/>
                <a:gd name="T13" fmla="*/ 136 h 379"/>
                <a:gd name="T14" fmla="*/ 84 w 384"/>
                <a:gd name="T15" fmla="*/ 144 h 379"/>
                <a:gd name="T16" fmla="*/ 72 w 384"/>
                <a:gd name="T17" fmla="*/ 149 h 379"/>
                <a:gd name="T18" fmla="*/ 63 w 384"/>
                <a:gd name="T19" fmla="*/ 161 h 379"/>
                <a:gd name="T20" fmla="*/ 58 w 384"/>
                <a:gd name="T21" fmla="*/ 192 h 379"/>
                <a:gd name="T22" fmla="*/ 41 w 384"/>
                <a:gd name="T23" fmla="*/ 189 h 379"/>
                <a:gd name="T24" fmla="*/ 27 w 384"/>
                <a:gd name="T25" fmla="*/ 216 h 379"/>
                <a:gd name="T26" fmla="*/ 27 w 384"/>
                <a:gd name="T27" fmla="*/ 240 h 379"/>
                <a:gd name="T28" fmla="*/ 12 w 384"/>
                <a:gd name="T29" fmla="*/ 259 h 379"/>
                <a:gd name="T30" fmla="*/ 3 w 384"/>
                <a:gd name="T31" fmla="*/ 273 h 379"/>
                <a:gd name="T32" fmla="*/ 3 w 384"/>
                <a:gd name="T33" fmla="*/ 290 h 379"/>
                <a:gd name="T34" fmla="*/ 22 w 384"/>
                <a:gd name="T35" fmla="*/ 317 h 379"/>
                <a:gd name="T36" fmla="*/ 36 w 384"/>
                <a:gd name="T37" fmla="*/ 336 h 379"/>
                <a:gd name="T38" fmla="*/ 48 w 384"/>
                <a:gd name="T39" fmla="*/ 341 h 379"/>
                <a:gd name="T40" fmla="*/ 53 w 384"/>
                <a:gd name="T41" fmla="*/ 343 h 379"/>
                <a:gd name="T42" fmla="*/ 65 w 384"/>
                <a:gd name="T43" fmla="*/ 348 h 379"/>
                <a:gd name="T44" fmla="*/ 65 w 384"/>
                <a:gd name="T45" fmla="*/ 358 h 379"/>
                <a:gd name="T46" fmla="*/ 96 w 384"/>
                <a:gd name="T47" fmla="*/ 377 h 379"/>
                <a:gd name="T48" fmla="*/ 115 w 384"/>
                <a:gd name="T49" fmla="*/ 370 h 379"/>
                <a:gd name="T50" fmla="*/ 123 w 384"/>
                <a:gd name="T51" fmla="*/ 360 h 379"/>
                <a:gd name="T52" fmla="*/ 135 w 384"/>
                <a:gd name="T53" fmla="*/ 370 h 379"/>
                <a:gd name="T54" fmla="*/ 161 w 384"/>
                <a:gd name="T55" fmla="*/ 360 h 379"/>
                <a:gd name="T56" fmla="*/ 168 w 384"/>
                <a:gd name="T57" fmla="*/ 346 h 379"/>
                <a:gd name="T58" fmla="*/ 190 w 384"/>
                <a:gd name="T59" fmla="*/ 334 h 379"/>
                <a:gd name="T60" fmla="*/ 209 w 384"/>
                <a:gd name="T61" fmla="*/ 319 h 379"/>
                <a:gd name="T62" fmla="*/ 207 w 384"/>
                <a:gd name="T63" fmla="*/ 300 h 379"/>
                <a:gd name="T64" fmla="*/ 240 w 384"/>
                <a:gd name="T65" fmla="*/ 204 h 379"/>
                <a:gd name="T66" fmla="*/ 252 w 384"/>
                <a:gd name="T67" fmla="*/ 209 h 379"/>
                <a:gd name="T68" fmla="*/ 259 w 384"/>
                <a:gd name="T69" fmla="*/ 218 h 379"/>
                <a:gd name="T70" fmla="*/ 279 w 384"/>
                <a:gd name="T71" fmla="*/ 204 h 379"/>
                <a:gd name="T72" fmla="*/ 291 w 384"/>
                <a:gd name="T73" fmla="*/ 168 h 379"/>
                <a:gd name="T74" fmla="*/ 308 w 384"/>
                <a:gd name="T75" fmla="*/ 156 h 379"/>
                <a:gd name="T76" fmla="*/ 320 w 384"/>
                <a:gd name="T77" fmla="*/ 146 h 379"/>
                <a:gd name="T78" fmla="*/ 329 w 384"/>
                <a:gd name="T79" fmla="*/ 127 h 379"/>
                <a:gd name="T80" fmla="*/ 327 w 384"/>
                <a:gd name="T81" fmla="*/ 122 h 379"/>
                <a:gd name="T82" fmla="*/ 329 w 384"/>
                <a:gd name="T83" fmla="*/ 98 h 379"/>
                <a:gd name="T84" fmla="*/ 372 w 384"/>
                <a:gd name="T85" fmla="*/ 120 h 379"/>
                <a:gd name="T86" fmla="*/ 380 w 384"/>
                <a:gd name="T87" fmla="*/ 120 h 379"/>
                <a:gd name="T88" fmla="*/ 384 w 384"/>
                <a:gd name="T89" fmla="*/ 98 h 379"/>
                <a:gd name="T90" fmla="*/ 370 w 384"/>
                <a:gd name="T91" fmla="*/ 79 h 379"/>
                <a:gd name="T92" fmla="*/ 360 w 384"/>
                <a:gd name="T93" fmla="*/ 72 h 379"/>
                <a:gd name="T94" fmla="*/ 348 w 384"/>
                <a:gd name="T95" fmla="*/ 67 h 379"/>
                <a:gd name="T96" fmla="*/ 317 w 384"/>
                <a:gd name="T97" fmla="*/ 84 h 379"/>
                <a:gd name="T98" fmla="*/ 298 w 384"/>
                <a:gd name="T99" fmla="*/ 86 h 379"/>
                <a:gd name="T100" fmla="*/ 288 w 384"/>
                <a:gd name="T101" fmla="*/ 91 h 379"/>
                <a:gd name="T102" fmla="*/ 276 w 384"/>
                <a:gd name="T103" fmla="*/ 103 h 379"/>
                <a:gd name="T104" fmla="*/ 252 w 384"/>
                <a:gd name="T105" fmla="*/ 124 h 379"/>
                <a:gd name="T106" fmla="*/ 243 w 384"/>
                <a:gd name="T107" fmla="*/ 134 h 379"/>
                <a:gd name="T108" fmla="*/ 147 w 384"/>
                <a:gd name="T109" fmla="*/ 96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84" h="379">
                  <a:moveTo>
                    <a:pt x="132" y="0"/>
                  </a:moveTo>
                  <a:lnTo>
                    <a:pt x="127" y="0"/>
                  </a:lnTo>
                  <a:lnTo>
                    <a:pt x="123" y="4"/>
                  </a:lnTo>
                  <a:lnTo>
                    <a:pt x="127" y="16"/>
                  </a:lnTo>
                  <a:lnTo>
                    <a:pt x="115" y="26"/>
                  </a:lnTo>
                  <a:lnTo>
                    <a:pt x="132" y="33"/>
                  </a:lnTo>
                  <a:lnTo>
                    <a:pt x="125" y="72"/>
                  </a:lnTo>
                  <a:lnTo>
                    <a:pt x="123" y="81"/>
                  </a:lnTo>
                  <a:lnTo>
                    <a:pt x="123" y="91"/>
                  </a:lnTo>
                  <a:lnTo>
                    <a:pt x="123" y="96"/>
                  </a:lnTo>
                  <a:lnTo>
                    <a:pt x="125" y="108"/>
                  </a:lnTo>
                  <a:lnTo>
                    <a:pt x="115" y="117"/>
                  </a:lnTo>
                  <a:lnTo>
                    <a:pt x="111" y="117"/>
                  </a:lnTo>
                  <a:lnTo>
                    <a:pt x="96" y="136"/>
                  </a:lnTo>
                  <a:lnTo>
                    <a:pt x="96" y="141"/>
                  </a:lnTo>
                  <a:lnTo>
                    <a:pt x="84" y="144"/>
                  </a:lnTo>
                  <a:lnTo>
                    <a:pt x="79" y="141"/>
                  </a:lnTo>
                  <a:lnTo>
                    <a:pt x="72" y="149"/>
                  </a:lnTo>
                  <a:lnTo>
                    <a:pt x="70" y="153"/>
                  </a:lnTo>
                  <a:lnTo>
                    <a:pt x="63" y="161"/>
                  </a:lnTo>
                  <a:lnTo>
                    <a:pt x="55" y="177"/>
                  </a:lnTo>
                  <a:lnTo>
                    <a:pt x="58" y="192"/>
                  </a:lnTo>
                  <a:lnTo>
                    <a:pt x="48" y="204"/>
                  </a:lnTo>
                  <a:lnTo>
                    <a:pt x="41" y="189"/>
                  </a:lnTo>
                  <a:lnTo>
                    <a:pt x="34" y="189"/>
                  </a:lnTo>
                  <a:lnTo>
                    <a:pt x="27" y="216"/>
                  </a:lnTo>
                  <a:lnTo>
                    <a:pt x="29" y="228"/>
                  </a:lnTo>
                  <a:lnTo>
                    <a:pt x="27" y="240"/>
                  </a:lnTo>
                  <a:lnTo>
                    <a:pt x="19" y="245"/>
                  </a:lnTo>
                  <a:lnTo>
                    <a:pt x="12" y="259"/>
                  </a:lnTo>
                  <a:lnTo>
                    <a:pt x="0" y="259"/>
                  </a:lnTo>
                  <a:lnTo>
                    <a:pt x="3" y="273"/>
                  </a:lnTo>
                  <a:lnTo>
                    <a:pt x="3" y="283"/>
                  </a:lnTo>
                  <a:lnTo>
                    <a:pt x="3" y="290"/>
                  </a:lnTo>
                  <a:lnTo>
                    <a:pt x="5" y="295"/>
                  </a:lnTo>
                  <a:lnTo>
                    <a:pt x="22" y="317"/>
                  </a:lnTo>
                  <a:lnTo>
                    <a:pt x="34" y="334"/>
                  </a:lnTo>
                  <a:lnTo>
                    <a:pt x="36" y="336"/>
                  </a:lnTo>
                  <a:lnTo>
                    <a:pt x="39" y="336"/>
                  </a:lnTo>
                  <a:lnTo>
                    <a:pt x="48" y="341"/>
                  </a:lnTo>
                  <a:lnTo>
                    <a:pt x="51" y="343"/>
                  </a:lnTo>
                  <a:lnTo>
                    <a:pt x="53" y="343"/>
                  </a:lnTo>
                  <a:lnTo>
                    <a:pt x="58" y="348"/>
                  </a:lnTo>
                  <a:lnTo>
                    <a:pt x="65" y="348"/>
                  </a:lnTo>
                  <a:lnTo>
                    <a:pt x="67" y="350"/>
                  </a:lnTo>
                  <a:lnTo>
                    <a:pt x="65" y="358"/>
                  </a:lnTo>
                  <a:lnTo>
                    <a:pt x="79" y="370"/>
                  </a:lnTo>
                  <a:lnTo>
                    <a:pt x="96" y="377"/>
                  </a:lnTo>
                  <a:lnTo>
                    <a:pt x="106" y="379"/>
                  </a:lnTo>
                  <a:lnTo>
                    <a:pt x="115" y="370"/>
                  </a:lnTo>
                  <a:lnTo>
                    <a:pt x="115" y="365"/>
                  </a:lnTo>
                  <a:lnTo>
                    <a:pt x="123" y="360"/>
                  </a:lnTo>
                  <a:lnTo>
                    <a:pt x="130" y="367"/>
                  </a:lnTo>
                  <a:lnTo>
                    <a:pt x="135" y="370"/>
                  </a:lnTo>
                  <a:lnTo>
                    <a:pt x="139" y="367"/>
                  </a:lnTo>
                  <a:lnTo>
                    <a:pt x="161" y="360"/>
                  </a:lnTo>
                  <a:lnTo>
                    <a:pt x="166" y="346"/>
                  </a:lnTo>
                  <a:lnTo>
                    <a:pt x="168" y="346"/>
                  </a:lnTo>
                  <a:lnTo>
                    <a:pt x="173" y="350"/>
                  </a:lnTo>
                  <a:lnTo>
                    <a:pt x="190" y="334"/>
                  </a:lnTo>
                  <a:lnTo>
                    <a:pt x="195" y="338"/>
                  </a:lnTo>
                  <a:lnTo>
                    <a:pt x="209" y="319"/>
                  </a:lnTo>
                  <a:lnTo>
                    <a:pt x="207" y="312"/>
                  </a:lnTo>
                  <a:lnTo>
                    <a:pt x="207" y="300"/>
                  </a:lnTo>
                  <a:lnTo>
                    <a:pt x="221" y="273"/>
                  </a:lnTo>
                  <a:lnTo>
                    <a:pt x="240" y="204"/>
                  </a:lnTo>
                  <a:lnTo>
                    <a:pt x="243" y="201"/>
                  </a:lnTo>
                  <a:lnTo>
                    <a:pt x="252" y="209"/>
                  </a:lnTo>
                  <a:lnTo>
                    <a:pt x="255" y="213"/>
                  </a:lnTo>
                  <a:lnTo>
                    <a:pt x="259" y="218"/>
                  </a:lnTo>
                  <a:lnTo>
                    <a:pt x="271" y="216"/>
                  </a:lnTo>
                  <a:lnTo>
                    <a:pt x="279" y="204"/>
                  </a:lnTo>
                  <a:lnTo>
                    <a:pt x="284" y="177"/>
                  </a:lnTo>
                  <a:lnTo>
                    <a:pt x="291" y="168"/>
                  </a:lnTo>
                  <a:lnTo>
                    <a:pt x="300" y="173"/>
                  </a:lnTo>
                  <a:lnTo>
                    <a:pt x="308" y="156"/>
                  </a:lnTo>
                  <a:lnTo>
                    <a:pt x="315" y="153"/>
                  </a:lnTo>
                  <a:lnTo>
                    <a:pt x="320" y="146"/>
                  </a:lnTo>
                  <a:lnTo>
                    <a:pt x="324" y="132"/>
                  </a:lnTo>
                  <a:lnTo>
                    <a:pt x="329" y="127"/>
                  </a:lnTo>
                  <a:lnTo>
                    <a:pt x="329" y="124"/>
                  </a:lnTo>
                  <a:lnTo>
                    <a:pt x="327" y="122"/>
                  </a:lnTo>
                  <a:lnTo>
                    <a:pt x="329" y="100"/>
                  </a:lnTo>
                  <a:lnTo>
                    <a:pt x="329" y="98"/>
                  </a:lnTo>
                  <a:lnTo>
                    <a:pt x="334" y="93"/>
                  </a:lnTo>
                  <a:lnTo>
                    <a:pt x="372" y="120"/>
                  </a:lnTo>
                  <a:lnTo>
                    <a:pt x="377" y="120"/>
                  </a:lnTo>
                  <a:lnTo>
                    <a:pt x="380" y="120"/>
                  </a:lnTo>
                  <a:lnTo>
                    <a:pt x="384" y="98"/>
                  </a:lnTo>
                  <a:lnTo>
                    <a:pt x="384" y="98"/>
                  </a:lnTo>
                  <a:lnTo>
                    <a:pt x="375" y="79"/>
                  </a:lnTo>
                  <a:lnTo>
                    <a:pt x="370" y="79"/>
                  </a:lnTo>
                  <a:lnTo>
                    <a:pt x="368" y="69"/>
                  </a:lnTo>
                  <a:lnTo>
                    <a:pt x="360" y="72"/>
                  </a:lnTo>
                  <a:lnTo>
                    <a:pt x="353" y="72"/>
                  </a:lnTo>
                  <a:lnTo>
                    <a:pt x="348" y="67"/>
                  </a:lnTo>
                  <a:lnTo>
                    <a:pt x="322" y="76"/>
                  </a:lnTo>
                  <a:lnTo>
                    <a:pt x="317" y="84"/>
                  </a:lnTo>
                  <a:lnTo>
                    <a:pt x="308" y="88"/>
                  </a:lnTo>
                  <a:lnTo>
                    <a:pt x="298" y="86"/>
                  </a:lnTo>
                  <a:lnTo>
                    <a:pt x="293" y="81"/>
                  </a:lnTo>
                  <a:lnTo>
                    <a:pt x="288" y="91"/>
                  </a:lnTo>
                  <a:lnTo>
                    <a:pt x="281" y="93"/>
                  </a:lnTo>
                  <a:lnTo>
                    <a:pt x="276" y="103"/>
                  </a:lnTo>
                  <a:lnTo>
                    <a:pt x="269" y="105"/>
                  </a:lnTo>
                  <a:lnTo>
                    <a:pt x="252" y="124"/>
                  </a:lnTo>
                  <a:lnTo>
                    <a:pt x="247" y="127"/>
                  </a:lnTo>
                  <a:lnTo>
                    <a:pt x="243" y="134"/>
                  </a:lnTo>
                  <a:lnTo>
                    <a:pt x="231" y="79"/>
                  </a:lnTo>
                  <a:lnTo>
                    <a:pt x="147" y="96"/>
                  </a:lnTo>
                  <a:lnTo>
                    <a:pt x="132"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4" name="Freeform 39"/>
            <p:cNvSpPr>
              <a:spLocks/>
            </p:cNvSpPr>
            <p:nvPr/>
          </p:nvSpPr>
          <p:spPr bwMode="auto">
            <a:xfrm>
              <a:off x="7547399" y="3327279"/>
              <a:ext cx="568325" cy="633412"/>
            </a:xfrm>
            <a:custGeom>
              <a:avLst/>
              <a:gdLst>
                <a:gd name="T0" fmla="*/ 32 w 358"/>
                <a:gd name="T1" fmla="*/ 349 h 399"/>
                <a:gd name="T2" fmla="*/ 48 w 358"/>
                <a:gd name="T3" fmla="*/ 353 h 399"/>
                <a:gd name="T4" fmla="*/ 63 w 358"/>
                <a:gd name="T5" fmla="*/ 349 h 399"/>
                <a:gd name="T6" fmla="*/ 84 w 358"/>
                <a:gd name="T7" fmla="*/ 375 h 399"/>
                <a:gd name="T8" fmla="*/ 116 w 358"/>
                <a:gd name="T9" fmla="*/ 380 h 399"/>
                <a:gd name="T10" fmla="*/ 140 w 358"/>
                <a:gd name="T11" fmla="*/ 382 h 399"/>
                <a:gd name="T12" fmla="*/ 159 w 358"/>
                <a:gd name="T13" fmla="*/ 387 h 399"/>
                <a:gd name="T14" fmla="*/ 173 w 358"/>
                <a:gd name="T15" fmla="*/ 382 h 399"/>
                <a:gd name="T16" fmla="*/ 183 w 358"/>
                <a:gd name="T17" fmla="*/ 375 h 399"/>
                <a:gd name="T18" fmla="*/ 197 w 358"/>
                <a:gd name="T19" fmla="*/ 375 h 399"/>
                <a:gd name="T20" fmla="*/ 214 w 358"/>
                <a:gd name="T21" fmla="*/ 389 h 399"/>
                <a:gd name="T22" fmla="*/ 226 w 358"/>
                <a:gd name="T23" fmla="*/ 399 h 399"/>
                <a:gd name="T24" fmla="*/ 245 w 358"/>
                <a:gd name="T25" fmla="*/ 385 h 399"/>
                <a:gd name="T26" fmla="*/ 255 w 358"/>
                <a:gd name="T27" fmla="*/ 368 h 399"/>
                <a:gd name="T28" fmla="*/ 260 w 358"/>
                <a:gd name="T29" fmla="*/ 329 h 399"/>
                <a:gd name="T30" fmla="*/ 274 w 358"/>
                <a:gd name="T31" fmla="*/ 344 h 399"/>
                <a:gd name="T32" fmla="*/ 281 w 358"/>
                <a:gd name="T33" fmla="*/ 317 h 399"/>
                <a:gd name="T34" fmla="*/ 296 w 358"/>
                <a:gd name="T35" fmla="*/ 293 h 399"/>
                <a:gd name="T36" fmla="*/ 305 w 358"/>
                <a:gd name="T37" fmla="*/ 281 h 399"/>
                <a:gd name="T38" fmla="*/ 322 w 358"/>
                <a:gd name="T39" fmla="*/ 281 h 399"/>
                <a:gd name="T40" fmla="*/ 337 w 358"/>
                <a:gd name="T41" fmla="*/ 257 h 399"/>
                <a:gd name="T42" fmla="*/ 351 w 358"/>
                <a:gd name="T43" fmla="*/ 248 h 399"/>
                <a:gd name="T44" fmla="*/ 349 w 358"/>
                <a:gd name="T45" fmla="*/ 231 h 399"/>
                <a:gd name="T46" fmla="*/ 351 w 358"/>
                <a:gd name="T47" fmla="*/ 212 h 399"/>
                <a:gd name="T48" fmla="*/ 341 w 358"/>
                <a:gd name="T49" fmla="*/ 166 h 399"/>
                <a:gd name="T50" fmla="*/ 349 w 358"/>
                <a:gd name="T51" fmla="*/ 144 h 399"/>
                <a:gd name="T52" fmla="*/ 358 w 358"/>
                <a:gd name="T53" fmla="*/ 140 h 399"/>
                <a:gd name="T54" fmla="*/ 291 w 358"/>
                <a:gd name="T55" fmla="*/ 19 h 399"/>
                <a:gd name="T56" fmla="*/ 267 w 358"/>
                <a:gd name="T57" fmla="*/ 36 h 399"/>
                <a:gd name="T58" fmla="*/ 238 w 358"/>
                <a:gd name="T59" fmla="*/ 65 h 399"/>
                <a:gd name="T60" fmla="*/ 217 w 358"/>
                <a:gd name="T61" fmla="*/ 65 h 399"/>
                <a:gd name="T62" fmla="*/ 190 w 358"/>
                <a:gd name="T63" fmla="*/ 84 h 399"/>
                <a:gd name="T64" fmla="*/ 168 w 358"/>
                <a:gd name="T65" fmla="*/ 77 h 399"/>
                <a:gd name="T66" fmla="*/ 156 w 358"/>
                <a:gd name="T67" fmla="*/ 77 h 399"/>
                <a:gd name="T68" fmla="*/ 159 w 358"/>
                <a:gd name="T69" fmla="*/ 70 h 399"/>
                <a:gd name="T70" fmla="*/ 120 w 358"/>
                <a:gd name="T71" fmla="*/ 60 h 399"/>
                <a:gd name="T72" fmla="*/ 104 w 358"/>
                <a:gd name="T73" fmla="*/ 60 h 399"/>
                <a:gd name="T74" fmla="*/ 0 w 358"/>
                <a:gd name="T75" fmla="*/ 70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58" h="399">
                  <a:moveTo>
                    <a:pt x="0" y="70"/>
                  </a:moveTo>
                  <a:lnTo>
                    <a:pt x="32" y="349"/>
                  </a:lnTo>
                  <a:lnTo>
                    <a:pt x="39" y="349"/>
                  </a:lnTo>
                  <a:lnTo>
                    <a:pt x="48" y="353"/>
                  </a:lnTo>
                  <a:lnTo>
                    <a:pt x="53" y="353"/>
                  </a:lnTo>
                  <a:lnTo>
                    <a:pt x="63" y="349"/>
                  </a:lnTo>
                  <a:lnTo>
                    <a:pt x="80" y="361"/>
                  </a:lnTo>
                  <a:lnTo>
                    <a:pt x="84" y="375"/>
                  </a:lnTo>
                  <a:lnTo>
                    <a:pt x="96" y="380"/>
                  </a:lnTo>
                  <a:lnTo>
                    <a:pt x="116" y="380"/>
                  </a:lnTo>
                  <a:lnTo>
                    <a:pt x="132" y="392"/>
                  </a:lnTo>
                  <a:lnTo>
                    <a:pt x="140" y="382"/>
                  </a:lnTo>
                  <a:lnTo>
                    <a:pt x="144" y="382"/>
                  </a:lnTo>
                  <a:lnTo>
                    <a:pt x="159" y="387"/>
                  </a:lnTo>
                  <a:lnTo>
                    <a:pt x="173" y="385"/>
                  </a:lnTo>
                  <a:lnTo>
                    <a:pt x="173" y="382"/>
                  </a:lnTo>
                  <a:lnTo>
                    <a:pt x="180" y="380"/>
                  </a:lnTo>
                  <a:lnTo>
                    <a:pt x="183" y="375"/>
                  </a:lnTo>
                  <a:lnTo>
                    <a:pt x="193" y="368"/>
                  </a:lnTo>
                  <a:lnTo>
                    <a:pt x="197" y="375"/>
                  </a:lnTo>
                  <a:lnTo>
                    <a:pt x="205" y="387"/>
                  </a:lnTo>
                  <a:lnTo>
                    <a:pt x="214" y="389"/>
                  </a:lnTo>
                  <a:lnTo>
                    <a:pt x="224" y="397"/>
                  </a:lnTo>
                  <a:lnTo>
                    <a:pt x="226" y="399"/>
                  </a:lnTo>
                  <a:lnTo>
                    <a:pt x="238" y="399"/>
                  </a:lnTo>
                  <a:lnTo>
                    <a:pt x="245" y="385"/>
                  </a:lnTo>
                  <a:lnTo>
                    <a:pt x="253" y="380"/>
                  </a:lnTo>
                  <a:lnTo>
                    <a:pt x="255" y="368"/>
                  </a:lnTo>
                  <a:lnTo>
                    <a:pt x="253" y="356"/>
                  </a:lnTo>
                  <a:lnTo>
                    <a:pt x="260" y="329"/>
                  </a:lnTo>
                  <a:lnTo>
                    <a:pt x="267" y="329"/>
                  </a:lnTo>
                  <a:lnTo>
                    <a:pt x="274" y="344"/>
                  </a:lnTo>
                  <a:lnTo>
                    <a:pt x="284" y="332"/>
                  </a:lnTo>
                  <a:lnTo>
                    <a:pt x="281" y="317"/>
                  </a:lnTo>
                  <a:lnTo>
                    <a:pt x="289" y="301"/>
                  </a:lnTo>
                  <a:lnTo>
                    <a:pt x="296" y="293"/>
                  </a:lnTo>
                  <a:lnTo>
                    <a:pt x="298" y="289"/>
                  </a:lnTo>
                  <a:lnTo>
                    <a:pt x="305" y="281"/>
                  </a:lnTo>
                  <a:lnTo>
                    <a:pt x="310" y="284"/>
                  </a:lnTo>
                  <a:lnTo>
                    <a:pt x="322" y="281"/>
                  </a:lnTo>
                  <a:lnTo>
                    <a:pt x="322" y="276"/>
                  </a:lnTo>
                  <a:lnTo>
                    <a:pt x="337" y="257"/>
                  </a:lnTo>
                  <a:lnTo>
                    <a:pt x="341" y="257"/>
                  </a:lnTo>
                  <a:lnTo>
                    <a:pt x="351" y="248"/>
                  </a:lnTo>
                  <a:lnTo>
                    <a:pt x="349" y="236"/>
                  </a:lnTo>
                  <a:lnTo>
                    <a:pt x="349" y="231"/>
                  </a:lnTo>
                  <a:lnTo>
                    <a:pt x="349" y="221"/>
                  </a:lnTo>
                  <a:lnTo>
                    <a:pt x="351" y="212"/>
                  </a:lnTo>
                  <a:lnTo>
                    <a:pt x="358" y="173"/>
                  </a:lnTo>
                  <a:lnTo>
                    <a:pt x="341" y="166"/>
                  </a:lnTo>
                  <a:lnTo>
                    <a:pt x="353" y="156"/>
                  </a:lnTo>
                  <a:lnTo>
                    <a:pt x="349" y="144"/>
                  </a:lnTo>
                  <a:lnTo>
                    <a:pt x="353" y="140"/>
                  </a:lnTo>
                  <a:lnTo>
                    <a:pt x="358" y="140"/>
                  </a:lnTo>
                  <a:lnTo>
                    <a:pt x="332" y="0"/>
                  </a:lnTo>
                  <a:lnTo>
                    <a:pt x="291" y="19"/>
                  </a:lnTo>
                  <a:lnTo>
                    <a:pt x="274" y="31"/>
                  </a:lnTo>
                  <a:lnTo>
                    <a:pt x="267" y="36"/>
                  </a:lnTo>
                  <a:lnTo>
                    <a:pt x="243" y="63"/>
                  </a:lnTo>
                  <a:lnTo>
                    <a:pt x="238" y="65"/>
                  </a:lnTo>
                  <a:lnTo>
                    <a:pt x="231" y="65"/>
                  </a:lnTo>
                  <a:lnTo>
                    <a:pt x="217" y="65"/>
                  </a:lnTo>
                  <a:lnTo>
                    <a:pt x="209" y="67"/>
                  </a:lnTo>
                  <a:lnTo>
                    <a:pt x="190" y="84"/>
                  </a:lnTo>
                  <a:lnTo>
                    <a:pt x="183" y="82"/>
                  </a:lnTo>
                  <a:lnTo>
                    <a:pt x="168" y="77"/>
                  </a:lnTo>
                  <a:lnTo>
                    <a:pt x="164" y="79"/>
                  </a:lnTo>
                  <a:lnTo>
                    <a:pt x="156" y="77"/>
                  </a:lnTo>
                  <a:lnTo>
                    <a:pt x="161" y="70"/>
                  </a:lnTo>
                  <a:lnTo>
                    <a:pt x="159" y="70"/>
                  </a:lnTo>
                  <a:lnTo>
                    <a:pt x="147" y="67"/>
                  </a:lnTo>
                  <a:lnTo>
                    <a:pt x="120" y="60"/>
                  </a:lnTo>
                  <a:lnTo>
                    <a:pt x="116" y="58"/>
                  </a:lnTo>
                  <a:lnTo>
                    <a:pt x="104" y="60"/>
                  </a:lnTo>
                  <a:lnTo>
                    <a:pt x="104" y="55"/>
                  </a:lnTo>
                  <a:lnTo>
                    <a:pt x="0" y="7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5" name="Freeform 40"/>
            <p:cNvSpPr>
              <a:spLocks/>
            </p:cNvSpPr>
            <p:nvPr/>
          </p:nvSpPr>
          <p:spPr bwMode="auto">
            <a:xfrm>
              <a:off x="7193387" y="3430466"/>
              <a:ext cx="407988" cy="720725"/>
            </a:xfrm>
            <a:custGeom>
              <a:avLst/>
              <a:gdLst>
                <a:gd name="T0" fmla="*/ 7 w 257"/>
                <a:gd name="T1" fmla="*/ 26 h 454"/>
                <a:gd name="T2" fmla="*/ 29 w 257"/>
                <a:gd name="T3" fmla="*/ 281 h 454"/>
                <a:gd name="T4" fmla="*/ 26 w 257"/>
                <a:gd name="T5" fmla="*/ 286 h 454"/>
                <a:gd name="T6" fmla="*/ 26 w 257"/>
                <a:gd name="T7" fmla="*/ 296 h 454"/>
                <a:gd name="T8" fmla="*/ 24 w 257"/>
                <a:gd name="T9" fmla="*/ 308 h 454"/>
                <a:gd name="T10" fmla="*/ 34 w 257"/>
                <a:gd name="T11" fmla="*/ 329 h 454"/>
                <a:gd name="T12" fmla="*/ 36 w 257"/>
                <a:gd name="T13" fmla="*/ 351 h 454"/>
                <a:gd name="T14" fmla="*/ 26 w 257"/>
                <a:gd name="T15" fmla="*/ 373 h 454"/>
                <a:gd name="T16" fmla="*/ 24 w 257"/>
                <a:gd name="T17" fmla="*/ 380 h 454"/>
                <a:gd name="T18" fmla="*/ 17 w 257"/>
                <a:gd name="T19" fmla="*/ 397 h 454"/>
                <a:gd name="T20" fmla="*/ 2 w 257"/>
                <a:gd name="T21" fmla="*/ 409 h 454"/>
                <a:gd name="T22" fmla="*/ 2 w 257"/>
                <a:gd name="T23" fmla="*/ 425 h 454"/>
                <a:gd name="T24" fmla="*/ 0 w 257"/>
                <a:gd name="T25" fmla="*/ 445 h 454"/>
                <a:gd name="T26" fmla="*/ 0 w 257"/>
                <a:gd name="T27" fmla="*/ 449 h 454"/>
                <a:gd name="T28" fmla="*/ 0 w 257"/>
                <a:gd name="T29" fmla="*/ 454 h 454"/>
                <a:gd name="T30" fmla="*/ 0 w 257"/>
                <a:gd name="T31" fmla="*/ 454 h 454"/>
                <a:gd name="T32" fmla="*/ 7 w 257"/>
                <a:gd name="T33" fmla="*/ 454 h 454"/>
                <a:gd name="T34" fmla="*/ 14 w 257"/>
                <a:gd name="T35" fmla="*/ 452 h 454"/>
                <a:gd name="T36" fmla="*/ 12 w 257"/>
                <a:gd name="T37" fmla="*/ 447 h 454"/>
                <a:gd name="T38" fmla="*/ 14 w 257"/>
                <a:gd name="T39" fmla="*/ 440 h 454"/>
                <a:gd name="T40" fmla="*/ 31 w 257"/>
                <a:gd name="T41" fmla="*/ 442 h 454"/>
                <a:gd name="T42" fmla="*/ 50 w 257"/>
                <a:gd name="T43" fmla="*/ 435 h 454"/>
                <a:gd name="T44" fmla="*/ 77 w 257"/>
                <a:gd name="T45" fmla="*/ 445 h 454"/>
                <a:gd name="T46" fmla="*/ 79 w 257"/>
                <a:gd name="T47" fmla="*/ 447 h 454"/>
                <a:gd name="T48" fmla="*/ 84 w 257"/>
                <a:gd name="T49" fmla="*/ 447 h 454"/>
                <a:gd name="T50" fmla="*/ 89 w 257"/>
                <a:gd name="T51" fmla="*/ 430 h 454"/>
                <a:gd name="T52" fmla="*/ 103 w 257"/>
                <a:gd name="T53" fmla="*/ 425 h 454"/>
                <a:gd name="T54" fmla="*/ 111 w 257"/>
                <a:gd name="T55" fmla="*/ 433 h 454"/>
                <a:gd name="T56" fmla="*/ 118 w 257"/>
                <a:gd name="T57" fmla="*/ 437 h 454"/>
                <a:gd name="T58" fmla="*/ 125 w 257"/>
                <a:gd name="T59" fmla="*/ 433 h 454"/>
                <a:gd name="T60" fmla="*/ 132 w 257"/>
                <a:gd name="T61" fmla="*/ 411 h 454"/>
                <a:gd name="T62" fmla="*/ 137 w 257"/>
                <a:gd name="T63" fmla="*/ 404 h 454"/>
                <a:gd name="T64" fmla="*/ 142 w 257"/>
                <a:gd name="T65" fmla="*/ 404 h 454"/>
                <a:gd name="T66" fmla="*/ 151 w 257"/>
                <a:gd name="T67" fmla="*/ 416 h 454"/>
                <a:gd name="T68" fmla="*/ 173 w 257"/>
                <a:gd name="T69" fmla="*/ 416 h 454"/>
                <a:gd name="T70" fmla="*/ 178 w 257"/>
                <a:gd name="T71" fmla="*/ 394 h 454"/>
                <a:gd name="T72" fmla="*/ 211 w 257"/>
                <a:gd name="T73" fmla="*/ 351 h 454"/>
                <a:gd name="T74" fmla="*/ 211 w 257"/>
                <a:gd name="T75" fmla="*/ 336 h 454"/>
                <a:gd name="T76" fmla="*/ 219 w 257"/>
                <a:gd name="T77" fmla="*/ 332 h 454"/>
                <a:gd name="T78" fmla="*/ 233 w 257"/>
                <a:gd name="T79" fmla="*/ 334 h 454"/>
                <a:gd name="T80" fmla="*/ 245 w 257"/>
                <a:gd name="T81" fmla="*/ 324 h 454"/>
                <a:gd name="T82" fmla="*/ 255 w 257"/>
                <a:gd name="T83" fmla="*/ 322 h 454"/>
                <a:gd name="T84" fmla="*/ 257 w 257"/>
                <a:gd name="T85" fmla="*/ 315 h 454"/>
                <a:gd name="T86" fmla="*/ 252 w 257"/>
                <a:gd name="T87" fmla="*/ 298 h 454"/>
                <a:gd name="T88" fmla="*/ 252 w 257"/>
                <a:gd name="T89" fmla="*/ 291 h 454"/>
                <a:gd name="T90" fmla="*/ 255 w 257"/>
                <a:gd name="T91" fmla="*/ 284 h 454"/>
                <a:gd name="T92" fmla="*/ 223 w 257"/>
                <a:gd name="T93" fmla="*/ 5 h 454"/>
                <a:gd name="T94" fmla="*/ 223 w 257"/>
                <a:gd name="T95" fmla="*/ 0 h 454"/>
                <a:gd name="T96" fmla="*/ 58 w 257"/>
                <a:gd name="T97" fmla="*/ 22 h 454"/>
                <a:gd name="T98" fmla="*/ 53 w 257"/>
                <a:gd name="T99" fmla="*/ 24 h 454"/>
                <a:gd name="T100" fmla="*/ 41 w 257"/>
                <a:gd name="T101" fmla="*/ 29 h 454"/>
                <a:gd name="T102" fmla="*/ 34 w 257"/>
                <a:gd name="T103" fmla="*/ 34 h 454"/>
                <a:gd name="T104" fmla="*/ 19 w 257"/>
                <a:gd name="T105" fmla="*/ 36 h 454"/>
                <a:gd name="T106" fmla="*/ 7 w 257"/>
                <a:gd name="T107" fmla="*/ 26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7" h="454">
                  <a:moveTo>
                    <a:pt x="7" y="26"/>
                  </a:moveTo>
                  <a:lnTo>
                    <a:pt x="29" y="281"/>
                  </a:lnTo>
                  <a:lnTo>
                    <a:pt x="26" y="286"/>
                  </a:lnTo>
                  <a:lnTo>
                    <a:pt x="26" y="296"/>
                  </a:lnTo>
                  <a:lnTo>
                    <a:pt x="24" y="308"/>
                  </a:lnTo>
                  <a:lnTo>
                    <a:pt x="34" y="329"/>
                  </a:lnTo>
                  <a:lnTo>
                    <a:pt x="36" y="351"/>
                  </a:lnTo>
                  <a:lnTo>
                    <a:pt x="26" y="373"/>
                  </a:lnTo>
                  <a:lnTo>
                    <a:pt x="24" y="380"/>
                  </a:lnTo>
                  <a:lnTo>
                    <a:pt x="17" y="397"/>
                  </a:lnTo>
                  <a:lnTo>
                    <a:pt x="2" y="409"/>
                  </a:lnTo>
                  <a:lnTo>
                    <a:pt x="2" y="425"/>
                  </a:lnTo>
                  <a:lnTo>
                    <a:pt x="0" y="445"/>
                  </a:lnTo>
                  <a:lnTo>
                    <a:pt x="0" y="449"/>
                  </a:lnTo>
                  <a:lnTo>
                    <a:pt x="0" y="454"/>
                  </a:lnTo>
                  <a:lnTo>
                    <a:pt x="0" y="454"/>
                  </a:lnTo>
                  <a:lnTo>
                    <a:pt x="7" y="454"/>
                  </a:lnTo>
                  <a:lnTo>
                    <a:pt x="14" y="452"/>
                  </a:lnTo>
                  <a:lnTo>
                    <a:pt x="12" y="447"/>
                  </a:lnTo>
                  <a:lnTo>
                    <a:pt x="14" y="440"/>
                  </a:lnTo>
                  <a:lnTo>
                    <a:pt x="31" y="442"/>
                  </a:lnTo>
                  <a:lnTo>
                    <a:pt x="50" y="435"/>
                  </a:lnTo>
                  <a:lnTo>
                    <a:pt x="77" y="445"/>
                  </a:lnTo>
                  <a:lnTo>
                    <a:pt x="79" y="447"/>
                  </a:lnTo>
                  <a:lnTo>
                    <a:pt x="84" y="447"/>
                  </a:lnTo>
                  <a:lnTo>
                    <a:pt x="89" y="430"/>
                  </a:lnTo>
                  <a:lnTo>
                    <a:pt x="103" y="425"/>
                  </a:lnTo>
                  <a:lnTo>
                    <a:pt x="111" y="433"/>
                  </a:lnTo>
                  <a:lnTo>
                    <a:pt x="118" y="437"/>
                  </a:lnTo>
                  <a:lnTo>
                    <a:pt x="125" y="433"/>
                  </a:lnTo>
                  <a:lnTo>
                    <a:pt x="132" y="411"/>
                  </a:lnTo>
                  <a:lnTo>
                    <a:pt x="137" y="404"/>
                  </a:lnTo>
                  <a:lnTo>
                    <a:pt x="142" y="404"/>
                  </a:lnTo>
                  <a:lnTo>
                    <a:pt x="151" y="416"/>
                  </a:lnTo>
                  <a:lnTo>
                    <a:pt x="173" y="416"/>
                  </a:lnTo>
                  <a:lnTo>
                    <a:pt x="178" y="394"/>
                  </a:lnTo>
                  <a:lnTo>
                    <a:pt x="211" y="351"/>
                  </a:lnTo>
                  <a:lnTo>
                    <a:pt x="211" y="336"/>
                  </a:lnTo>
                  <a:lnTo>
                    <a:pt x="219" y="332"/>
                  </a:lnTo>
                  <a:lnTo>
                    <a:pt x="233" y="334"/>
                  </a:lnTo>
                  <a:lnTo>
                    <a:pt x="245" y="324"/>
                  </a:lnTo>
                  <a:lnTo>
                    <a:pt x="255" y="322"/>
                  </a:lnTo>
                  <a:lnTo>
                    <a:pt x="257" y="315"/>
                  </a:lnTo>
                  <a:lnTo>
                    <a:pt x="252" y="298"/>
                  </a:lnTo>
                  <a:lnTo>
                    <a:pt x="252" y="291"/>
                  </a:lnTo>
                  <a:lnTo>
                    <a:pt x="255" y="284"/>
                  </a:lnTo>
                  <a:lnTo>
                    <a:pt x="223" y="5"/>
                  </a:lnTo>
                  <a:lnTo>
                    <a:pt x="223" y="0"/>
                  </a:lnTo>
                  <a:lnTo>
                    <a:pt x="58" y="22"/>
                  </a:lnTo>
                  <a:lnTo>
                    <a:pt x="53" y="24"/>
                  </a:lnTo>
                  <a:lnTo>
                    <a:pt x="41" y="29"/>
                  </a:lnTo>
                  <a:lnTo>
                    <a:pt x="34" y="34"/>
                  </a:lnTo>
                  <a:lnTo>
                    <a:pt x="19" y="36"/>
                  </a:lnTo>
                  <a:lnTo>
                    <a:pt x="7" y="26"/>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6" name="Freeform 41"/>
            <p:cNvSpPr>
              <a:spLocks/>
            </p:cNvSpPr>
            <p:nvPr/>
          </p:nvSpPr>
          <p:spPr bwMode="auto">
            <a:xfrm>
              <a:off x="6712374" y="3346329"/>
              <a:ext cx="538163" cy="954087"/>
            </a:xfrm>
            <a:custGeom>
              <a:avLst/>
              <a:gdLst>
                <a:gd name="T0" fmla="*/ 58 w 339"/>
                <a:gd name="T1" fmla="*/ 15 h 601"/>
                <a:gd name="T2" fmla="*/ 77 w 339"/>
                <a:gd name="T3" fmla="*/ 31 h 601"/>
                <a:gd name="T4" fmla="*/ 94 w 339"/>
                <a:gd name="T5" fmla="*/ 51 h 601"/>
                <a:gd name="T6" fmla="*/ 99 w 339"/>
                <a:gd name="T7" fmla="*/ 77 h 601"/>
                <a:gd name="T8" fmla="*/ 89 w 339"/>
                <a:gd name="T9" fmla="*/ 94 h 601"/>
                <a:gd name="T10" fmla="*/ 75 w 339"/>
                <a:gd name="T11" fmla="*/ 120 h 601"/>
                <a:gd name="T12" fmla="*/ 58 w 339"/>
                <a:gd name="T13" fmla="*/ 128 h 601"/>
                <a:gd name="T14" fmla="*/ 34 w 339"/>
                <a:gd name="T15" fmla="*/ 132 h 601"/>
                <a:gd name="T16" fmla="*/ 29 w 339"/>
                <a:gd name="T17" fmla="*/ 154 h 601"/>
                <a:gd name="T18" fmla="*/ 41 w 339"/>
                <a:gd name="T19" fmla="*/ 171 h 601"/>
                <a:gd name="T20" fmla="*/ 27 w 339"/>
                <a:gd name="T21" fmla="*/ 212 h 601"/>
                <a:gd name="T22" fmla="*/ 10 w 339"/>
                <a:gd name="T23" fmla="*/ 228 h 601"/>
                <a:gd name="T24" fmla="*/ 5 w 339"/>
                <a:gd name="T25" fmla="*/ 248 h 601"/>
                <a:gd name="T26" fmla="*/ 0 w 339"/>
                <a:gd name="T27" fmla="*/ 262 h 601"/>
                <a:gd name="T28" fmla="*/ 8 w 339"/>
                <a:gd name="T29" fmla="*/ 301 h 601"/>
                <a:gd name="T30" fmla="*/ 34 w 339"/>
                <a:gd name="T31" fmla="*/ 337 h 601"/>
                <a:gd name="T32" fmla="*/ 65 w 339"/>
                <a:gd name="T33" fmla="*/ 363 h 601"/>
                <a:gd name="T34" fmla="*/ 85 w 339"/>
                <a:gd name="T35" fmla="*/ 404 h 601"/>
                <a:gd name="T36" fmla="*/ 99 w 339"/>
                <a:gd name="T37" fmla="*/ 394 h 601"/>
                <a:gd name="T38" fmla="*/ 123 w 339"/>
                <a:gd name="T39" fmla="*/ 411 h 601"/>
                <a:gd name="T40" fmla="*/ 121 w 339"/>
                <a:gd name="T41" fmla="*/ 440 h 601"/>
                <a:gd name="T42" fmla="*/ 101 w 339"/>
                <a:gd name="T43" fmla="*/ 464 h 601"/>
                <a:gd name="T44" fmla="*/ 121 w 339"/>
                <a:gd name="T45" fmla="*/ 490 h 601"/>
                <a:gd name="T46" fmla="*/ 157 w 339"/>
                <a:gd name="T47" fmla="*/ 510 h 601"/>
                <a:gd name="T48" fmla="*/ 185 w 339"/>
                <a:gd name="T49" fmla="*/ 548 h 601"/>
                <a:gd name="T50" fmla="*/ 193 w 339"/>
                <a:gd name="T51" fmla="*/ 563 h 601"/>
                <a:gd name="T52" fmla="*/ 185 w 339"/>
                <a:gd name="T53" fmla="*/ 572 h 601"/>
                <a:gd name="T54" fmla="*/ 207 w 339"/>
                <a:gd name="T55" fmla="*/ 601 h 601"/>
                <a:gd name="T56" fmla="*/ 212 w 339"/>
                <a:gd name="T57" fmla="*/ 596 h 601"/>
                <a:gd name="T58" fmla="*/ 219 w 339"/>
                <a:gd name="T59" fmla="*/ 579 h 601"/>
                <a:gd name="T60" fmla="*/ 243 w 339"/>
                <a:gd name="T61" fmla="*/ 577 h 601"/>
                <a:gd name="T62" fmla="*/ 265 w 339"/>
                <a:gd name="T63" fmla="*/ 589 h 601"/>
                <a:gd name="T64" fmla="*/ 272 w 339"/>
                <a:gd name="T65" fmla="*/ 563 h 601"/>
                <a:gd name="T66" fmla="*/ 277 w 339"/>
                <a:gd name="T67" fmla="*/ 548 h 601"/>
                <a:gd name="T68" fmla="*/ 305 w 339"/>
                <a:gd name="T69" fmla="*/ 538 h 601"/>
                <a:gd name="T70" fmla="*/ 296 w 339"/>
                <a:gd name="T71" fmla="*/ 524 h 601"/>
                <a:gd name="T72" fmla="*/ 301 w 339"/>
                <a:gd name="T73" fmla="*/ 512 h 601"/>
                <a:gd name="T74" fmla="*/ 303 w 339"/>
                <a:gd name="T75" fmla="*/ 507 h 601"/>
                <a:gd name="T76" fmla="*/ 303 w 339"/>
                <a:gd name="T77" fmla="*/ 498 h 601"/>
                <a:gd name="T78" fmla="*/ 305 w 339"/>
                <a:gd name="T79" fmla="*/ 462 h 601"/>
                <a:gd name="T80" fmla="*/ 327 w 339"/>
                <a:gd name="T81" fmla="*/ 433 h 601"/>
                <a:gd name="T82" fmla="*/ 339 w 339"/>
                <a:gd name="T83" fmla="*/ 404 h 601"/>
                <a:gd name="T84" fmla="*/ 327 w 339"/>
                <a:gd name="T85" fmla="*/ 361 h 601"/>
                <a:gd name="T86" fmla="*/ 329 w 339"/>
                <a:gd name="T87" fmla="*/ 339 h 601"/>
                <a:gd name="T88" fmla="*/ 310 w 339"/>
                <a:gd name="T89" fmla="*/ 79 h 601"/>
                <a:gd name="T90" fmla="*/ 303 w 339"/>
                <a:gd name="T91" fmla="*/ 72 h 601"/>
                <a:gd name="T92" fmla="*/ 296 w 339"/>
                <a:gd name="T93" fmla="*/ 41 h 601"/>
                <a:gd name="T94" fmla="*/ 279 w 339"/>
                <a:gd name="T95" fmla="*/ 19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39" h="601">
                  <a:moveTo>
                    <a:pt x="279" y="0"/>
                  </a:moveTo>
                  <a:lnTo>
                    <a:pt x="58" y="15"/>
                  </a:lnTo>
                  <a:lnTo>
                    <a:pt x="60" y="19"/>
                  </a:lnTo>
                  <a:lnTo>
                    <a:pt x="77" y="31"/>
                  </a:lnTo>
                  <a:lnTo>
                    <a:pt x="80" y="41"/>
                  </a:lnTo>
                  <a:lnTo>
                    <a:pt x="94" y="51"/>
                  </a:lnTo>
                  <a:lnTo>
                    <a:pt x="101" y="70"/>
                  </a:lnTo>
                  <a:lnTo>
                    <a:pt x="99" y="77"/>
                  </a:lnTo>
                  <a:lnTo>
                    <a:pt x="94" y="89"/>
                  </a:lnTo>
                  <a:lnTo>
                    <a:pt x="89" y="94"/>
                  </a:lnTo>
                  <a:lnTo>
                    <a:pt x="89" y="103"/>
                  </a:lnTo>
                  <a:lnTo>
                    <a:pt x="75" y="120"/>
                  </a:lnTo>
                  <a:lnTo>
                    <a:pt x="60" y="123"/>
                  </a:lnTo>
                  <a:lnTo>
                    <a:pt x="58" y="128"/>
                  </a:lnTo>
                  <a:lnTo>
                    <a:pt x="41" y="128"/>
                  </a:lnTo>
                  <a:lnTo>
                    <a:pt x="34" y="132"/>
                  </a:lnTo>
                  <a:lnTo>
                    <a:pt x="27" y="144"/>
                  </a:lnTo>
                  <a:lnTo>
                    <a:pt x="29" y="154"/>
                  </a:lnTo>
                  <a:lnTo>
                    <a:pt x="39" y="164"/>
                  </a:lnTo>
                  <a:lnTo>
                    <a:pt x="41" y="171"/>
                  </a:lnTo>
                  <a:lnTo>
                    <a:pt x="39" y="185"/>
                  </a:lnTo>
                  <a:lnTo>
                    <a:pt x="27" y="212"/>
                  </a:lnTo>
                  <a:lnTo>
                    <a:pt x="15" y="221"/>
                  </a:lnTo>
                  <a:lnTo>
                    <a:pt x="10" y="228"/>
                  </a:lnTo>
                  <a:lnTo>
                    <a:pt x="10" y="238"/>
                  </a:lnTo>
                  <a:lnTo>
                    <a:pt x="5" y="248"/>
                  </a:lnTo>
                  <a:lnTo>
                    <a:pt x="5" y="250"/>
                  </a:lnTo>
                  <a:lnTo>
                    <a:pt x="0" y="262"/>
                  </a:lnTo>
                  <a:lnTo>
                    <a:pt x="3" y="284"/>
                  </a:lnTo>
                  <a:lnTo>
                    <a:pt x="8" y="301"/>
                  </a:lnTo>
                  <a:lnTo>
                    <a:pt x="10" y="308"/>
                  </a:lnTo>
                  <a:lnTo>
                    <a:pt x="34" y="337"/>
                  </a:lnTo>
                  <a:lnTo>
                    <a:pt x="58" y="356"/>
                  </a:lnTo>
                  <a:lnTo>
                    <a:pt x="65" y="363"/>
                  </a:lnTo>
                  <a:lnTo>
                    <a:pt x="80" y="401"/>
                  </a:lnTo>
                  <a:lnTo>
                    <a:pt x="85" y="404"/>
                  </a:lnTo>
                  <a:lnTo>
                    <a:pt x="92" y="397"/>
                  </a:lnTo>
                  <a:lnTo>
                    <a:pt x="99" y="394"/>
                  </a:lnTo>
                  <a:lnTo>
                    <a:pt x="118" y="404"/>
                  </a:lnTo>
                  <a:lnTo>
                    <a:pt x="123" y="411"/>
                  </a:lnTo>
                  <a:lnTo>
                    <a:pt x="118" y="423"/>
                  </a:lnTo>
                  <a:lnTo>
                    <a:pt x="121" y="440"/>
                  </a:lnTo>
                  <a:lnTo>
                    <a:pt x="104" y="457"/>
                  </a:lnTo>
                  <a:lnTo>
                    <a:pt x="101" y="464"/>
                  </a:lnTo>
                  <a:lnTo>
                    <a:pt x="106" y="476"/>
                  </a:lnTo>
                  <a:lnTo>
                    <a:pt x="121" y="490"/>
                  </a:lnTo>
                  <a:lnTo>
                    <a:pt x="145" y="505"/>
                  </a:lnTo>
                  <a:lnTo>
                    <a:pt x="157" y="510"/>
                  </a:lnTo>
                  <a:lnTo>
                    <a:pt x="181" y="529"/>
                  </a:lnTo>
                  <a:lnTo>
                    <a:pt x="185" y="548"/>
                  </a:lnTo>
                  <a:lnTo>
                    <a:pt x="193" y="558"/>
                  </a:lnTo>
                  <a:lnTo>
                    <a:pt x="193" y="563"/>
                  </a:lnTo>
                  <a:lnTo>
                    <a:pt x="185" y="567"/>
                  </a:lnTo>
                  <a:lnTo>
                    <a:pt x="185" y="572"/>
                  </a:lnTo>
                  <a:lnTo>
                    <a:pt x="202" y="601"/>
                  </a:lnTo>
                  <a:lnTo>
                    <a:pt x="207" y="601"/>
                  </a:lnTo>
                  <a:lnTo>
                    <a:pt x="207" y="596"/>
                  </a:lnTo>
                  <a:lnTo>
                    <a:pt x="212" y="596"/>
                  </a:lnTo>
                  <a:lnTo>
                    <a:pt x="214" y="599"/>
                  </a:lnTo>
                  <a:lnTo>
                    <a:pt x="219" y="579"/>
                  </a:lnTo>
                  <a:lnTo>
                    <a:pt x="229" y="575"/>
                  </a:lnTo>
                  <a:lnTo>
                    <a:pt x="243" y="577"/>
                  </a:lnTo>
                  <a:lnTo>
                    <a:pt x="255" y="582"/>
                  </a:lnTo>
                  <a:lnTo>
                    <a:pt x="265" y="589"/>
                  </a:lnTo>
                  <a:lnTo>
                    <a:pt x="277" y="584"/>
                  </a:lnTo>
                  <a:lnTo>
                    <a:pt x="272" y="563"/>
                  </a:lnTo>
                  <a:lnTo>
                    <a:pt x="269" y="551"/>
                  </a:lnTo>
                  <a:lnTo>
                    <a:pt x="277" y="548"/>
                  </a:lnTo>
                  <a:lnTo>
                    <a:pt x="303" y="541"/>
                  </a:lnTo>
                  <a:lnTo>
                    <a:pt x="305" y="538"/>
                  </a:lnTo>
                  <a:lnTo>
                    <a:pt x="296" y="526"/>
                  </a:lnTo>
                  <a:lnTo>
                    <a:pt x="296" y="524"/>
                  </a:lnTo>
                  <a:lnTo>
                    <a:pt x="301" y="522"/>
                  </a:lnTo>
                  <a:lnTo>
                    <a:pt x="301" y="512"/>
                  </a:lnTo>
                  <a:lnTo>
                    <a:pt x="305" y="507"/>
                  </a:lnTo>
                  <a:lnTo>
                    <a:pt x="303" y="507"/>
                  </a:lnTo>
                  <a:lnTo>
                    <a:pt x="303" y="502"/>
                  </a:lnTo>
                  <a:lnTo>
                    <a:pt x="303" y="498"/>
                  </a:lnTo>
                  <a:lnTo>
                    <a:pt x="305" y="478"/>
                  </a:lnTo>
                  <a:lnTo>
                    <a:pt x="305" y="462"/>
                  </a:lnTo>
                  <a:lnTo>
                    <a:pt x="320" y="450"/>
                  </a:lnTo>
                  <a:lnTo>
                    <a:pt x="327" y="433"/>
                  </a:lnTo>
                  <a:lnTo>
                    <a:pt x="329" y="426"/>
                  </a:lnTo>
                  <a:lnTo>
                    <a:pt x="339" y="404"/>
                  </a:lnTo>
                  <a:lnTo>
                    <a:pt x="337" y="382"/>
                  </a:lnTo>
                  <a:lnTo>
                    <a:pt x="327" y="361"/>
                  </a:lnTo>
                  <a:lnTo>
                    <a:pt x="329" y="349"/>
                  </a:lnTo>
                  <a:lnTo>
                    <a:pt x="329" y="339"/>
                  </a:lnTo>
                  <a:lnTo>
                    <a:pt x="332" y="334"/>
                  </a:lnTo>
                  <a:lnTo>
                    <a:pt x="310" y="79"/>
                  </a:lnTo>
                  <a:lnTo>
                    <a:pt x="305" y="77"/>
                  </a:lnTo>
                  <a:lnTo>
                    <a:pt x="303" y="72"/>
                  </a:lnTo>
                  <a:lnTo>
                    <a:pt x="298" y="48"/>
                  </a:lnTo>
                  <a:lnTo>
                    <a:pt x="296" y="41"/>
                  </a:lnTo>
                  <a:lnTo>
                    <a:pt x="286" y="34"/>
                  </a:lnTo>
                  <a:lnTo>
                    <a:pt x="279" y="19"/>
                  </a:lnTo>
                  <a:lnTo>
                    <a:pt x="279"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7" name="Freeform 42"/>
            <p:cNvSpPr>
              <a:spLocks/>
            </p:cNvSpPr>
            <p:nvPr/>
          </p:nvSpPr>
          <p:spPr bwMode="auto">
            <a:xfrm>
              <a:off x="7712499" y="4128966"/>
              <a:ext cx="1185863" cy="514350"/>
            </a:xfrm>
            <a:custGeom>
              <a:avLst/>
              <a:gdLst>
                <a:gd name="T0" fmla="*/ 9 w 747"/>
                <a:gd name="T1" fmla="*/ 262 h 324"/>
                <a:gd name="T2" fmla="*/ 19 w 747"/>
                <a:gd name="T3" fmla="*/ 247 h 324"/>
                <a:gd name="T4" fmla="*/ 28 w 747"/>
                <a:gd name="T5" fmla="*/ 228 h 324"/>
                <a:gd name="T6" fmla="*/ 86 w 747"/>
                <a:gd name="T7" fmla="*/ 197 h 324"/>
                <a:gd name="T8" fmla="*/ 110 w 747"/>
                <a:gd name="T9" fmla="*/ 173 h 324"/>
                <a:gd name="T10" fmla="*/ 120 w 747"/>
                <a:gd name="T11" fmla="*/ 168 h 324"/>
                <a:gd name="T12" fmla="*/ 132 w 747"/>
                <a:gd name="T13" fmla="*/ 158 h 324"/>
                <a:gd name="T14" fmla="*/ 144 w 747"/>
                <a:gd name="T15" fmla="*/ 156 h 324"/>
                <a:gd name="T16" fmla="*/ 175 w 747"/>
                <a:gd name="T17" fmla="*/ 144 h 324"/>
                <a:gd name="T18" fmla="*/ 204 w 747"/>
                <a:gd name="T19" fmla="*/ 106 h 324"/>
                <a:gd name="T20" fmla="*/ 206 w 747"/>
                <a:gd name="T21" fmla="*/ 84 h 324"/>
                <a:gd name="T22" fmla="*/ 228 w 747"/>
                <a:gd name="T23" fmla="*/ 82 h 324"/>
                <a:gd name="T24" fmla="*/ 264 w 747"/>
                <a:gd name="T25" fmla="*/ 77 h 324"/>
                <a:gd name="T26" fmla="*/ 706 w 747"/>
                <a:gd name="T27" fmla="*/ 5 h 324"/>
                <a:gd name="T28" fmla="*/ 718 w 747"/>
                <a:gd name="T29" fmla="*/ 12 h 324"/>
                <a:gd name="T30" fmla="*/ 730 w 747"/>
                <a:gd name="T31" fmla="*/ 31 h 324"/>
                <a:gd name="T32" fmla="*/ 725 w 747"/>
                <a:gd name="T33" fmla="*/ 36 h 324"/>
                <a:gd name="T34" fmla="*/ 713 w 747"/>
                <a:gd name="T35" fmla="*/ 33 h 324"/>
                <a:gd name="T36" fmla="*/ 708 w 747"/>
                <a:gd name="T37" fmla="*/ 36 h 324"/>
                <a:gd name="T38" fmla="*/ 682 w 747"/>
                <a:gd name="T39" fmla="*/ 53 h 324"/>
                <a:gd name="T40" fmla="*/ 660 w 747"/>
                <a:gd name="T41" fmla="*/ 70 h 324"/>
                <a:gd name="T42" fmla="*/ 667 w 747"/>
                <a:gd name="T43" fmla="*/ 72 h 324"/>
                <a:gd name="T44" fmla="*/ 701 w 747"/>
                <a:gd name="T45" fmla="*/ 58 h 324"/>
                <a:gd name="T46" fmla="*/ 713 w 747"/>
                <a:gd name="T47" fmla="*/ 67 h 324"/>
                <a:gd name="T48" fmla="*/ 725 w 747"/>
                <a:gd name="T49" fmla="*/ 72 h 324"/>
                <a:gd name="T50" fmla="*/ 739 w 747"/>
                <a:gd name="T51" fmla="*/ 58 h 324"/>
                <a:gd name="T52" fmla="*/ 747 w 747"/>
                <a:gd name="T53" fmla="*/ 91 h 324"/>
                <a:gd name="T54" fmla="*/ 735 w 747"/>
                <a:gd name="T55" fmla="*/ 108 h 324"/>
                <a:gd name="T56" fmla="*/ 718 w 747"/>
                <a:gd name="T57" fmla="*/ 122 h 324"/>
                <a:gd name="T58" fmla="*/ 691 w 747"/>
                <a:gd name="T59" fmla="*/ 125 h 324"/>
                <a:gd name="T60" fmla="*/ 686 w 747"/>
                <a:gd name="T61" fmla="*/ 120 h 324"/>
                <a:gd name="T62" fmla="*/ 679 w 747"/>
                <a:gd name="T63" fmla="*/ 113 h 324"/>
                <a:gd name="T64" fmla="*/ 677 w 747"/>
                <a:gd name="T65" fmla="*/ 132 h 324"/>
                <a:gd name="T66" fmla="*/ 686 w 747"/>
                <a:gd name="T67" fmla="*/ 137 h 324"/>
                <a:gd name="T68" fmla="*/ 691 w 747"/>
                <a:gd name="T69" fmla="*/ 156 h 324"/>
                <a:gd name="T70" fmla="*/ 660 w 747"/>
                <a:gd name="T71" fmla="*/ 173 h 324"/>
                <a:gd name="T72" fmla="*/ 658 w 747"/>
                <a:gd name="T73" fmla="*/ 180 h 324"/>
                <a:gd name="T74" fmla="*/ 703 w 747"/>
                <a:gd name="T75" fmla="*/ 168 h 324"/>
                <a:gd name="T76" fmla="*/ 715 w 747"/>
                <a:gd name="T77" fmla="*/ 170 h 324"/>
                <a:gd name="T78" fmla="*/ 682 w 747"/>
                <a:gd name="T79" fmla="*/ 199 h 324"/>
                <a:gd name="T80" fmla="*/ 643 w 747"/>
                <a:gd name="T81" fmla="*/ 231 h 324"/>
                <a:gd name="T82" fmla="*/ 638 w 747"/>
                <a:gd name="T83" fmla="*/ 235 h 324"/>
                <a:gd name="T84" fmla="*/ 602 w 747"/>
                <a:gd name="T85" fmla="*/ 279 h 324"/>
                <a:gd name="T86" fmla="*/ 586 w 747"/>
                <a:gd name="T87" fmla="*/ 315 h 324"/>
                <a:gd name="T88" fmla="*/ 432 w 747"/>
                <a:gd name="T89" fmla="*/ 245 h 324"/>
                <a:gd name="T90" fmla="*/ 314 w 747"/>
                <a:gd name="T91" fmla="*/ 231 h 324"/>
                <a:gd name="T92" fmla="*/ 305 w 747"/>
                <a:gd name="T93" fmla="*/ 226 h 324"/>
                <a:gd name="T94" fmla="*/ 187 w 747"/>
                <a:gd name="T95" fmla="*/ 238 h 324"/>
                <a:gd name="T96" fmla="*/ 161 w 747"/>
                <a:gd name="T97" fmla="*/ 255 h 324"/>
                <a:gd name="T98" fmla="*/ 0 w 747"/>
                <a:gd name="T99" fmla="*/ 286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47" h="324">
                  <a:moveTo>
                    <a:pt x="0" y="286"/>
                  </a:moveTo>
                  <a:lnTo>
                    <a:pt x="2" y="262"/>
                  </a:lnTo>
                  <a:lnTo>
                    <a:pt x="9" y="262"/>
                  </a:lnTo>
                  <a:lnTo>
                    <a:pt x="12" y="259"/>
                  </a:lnTo>
                  <a:lnTo>
                    <a:pt x="19" y="255"/>
                  </a:lnTo>
                  <a:lnTo>
                    <a:pt x="19" y="247"/>
                  </a:lnTo>
                  <a:lnTo>
                    <a:pt x="19" y="243"/>
                  </a:lnTo>
                  <a:lnTo>
                    <a:pt x="21" y="238"/>
                  </a:lnTo>
                  <a:lnTo>
                    <a:pt x="28" y="228"/>
                  </a:lnTo>
                  <a:lnTo>
                    <a:pt x="45" y="221"/>
                  </a:lnTo>
                  <a:lnTo>
                    <a:pt x="67" y="216"/>
                  </a:lnTo>
                  <a:lnTo>
                    <a:pt x="86" y="197"/>
                  </a:lnTo>
                  <a:lnTo>
                    <a:pt x="93" y="194"/>
                  </a:lnTo>
                  <a:lnTo>
                    <a:pt x="105" y="182"/>
                  </a:lnTo>
                  <a:lnTo>
                    <a:pt x="110" y="173"/>
                  </a:lnTo>
                  <a:lnTo>
                    <a:pt x="110" y="173"/>
                  </a:lnTo>
                  <a:lnTo>
                    <a:pt x="117" y="173"/>
                  </a:lnTo>
                  <a:lnTo>
                    <a:pt x="120" y="168"/>
                  </a:lnTo>
                  <a:lnTo>
                    <a:pt x="122" y="166"/>
                  </a:lnTo>
                  <a:lnTo>
                    <a:pt x="127" y="158"/>
                  </a:lnTo>
                  <a:lnTo>
                    <a:pt x="132" y="158"/>
                  </a:lnTo>
                  <a:lnTo>
                    <a:pt x="137" y="163"/>
                  </a:lnTo>
                  <a:lnTo>
                    <a:pt x="144" y="158"/>
                  </a:lnTo>
                  <a:lnTo>
                    <a:pt x="144" y="156"/>
                  </a:lnTo>
                  <a:lnTo>
                    <a:pt x="156" y="149"/>
                  </a:lnTo>
                  <a:lnTo>
                    <a:pt x="163" y="144"/>
                  </a:lnTo>
                  <a:lnTo>
                    <a:pt x="175" y="144"/>
                  </a:lnTo>
                  <a:lnTo>
                    <a:pt x="189" y="120"/>
                  </a:lnTo>
                  <a:lnTo>
                    <a:pt x="201" y="113"/>
                  </a:lnTo>
                  <a:lnTo>
                    <a:pt x="204" y="106"/>
                  </a:lnTo>
                  <a:lnTo>
                    <a:pt x="204" y="98"/>
                  </a:lnTo>
                  <a:lnTo>
                    <a:pt x="204" y="91"/>
                  </a:lnTo>
                  <a:lnTo>
                    <a:pt x="206" y="84"/>
                  </a:lnTo>
                  <a:lnTo>
                    <a:pt x="206" y="82"/>
                  </a:lnTo>
                  <a:lnTo>
                    <a:pt x="228" y="77"/>
                  </a:lnTo>
                  <a:lnTo>
                    <a:pt x="228" y="82"/>
                  </a:lnTo>
                  <a:lnTo>
                    <a:pt x="249" y="79"/>
                  </a:lnTo>
                  <a:lnTo>
                    <a:pt x="259" y="77"/>
                  </a:lnTo>
                  <a:lnTo>
                    <a:pt x="264" y="77"/>
                  </a:lnTo>
                  <a:lnTo>
                    <a:pt x="490" y="41"/>
                  </a:lnTo>
                  <a:lnTo>
                    <a:pt x="703" y="0"/>
                  </a:lnTo>
                  <a:lnTo>
                    <a:pt x="706" y="5"/>
                  </a:lnTo>
                  <a:lnTo>
                    <a:pt x="708" y="7"/>
                  </a:lnTo>
                  <a:lnTo>
                    <a:pt x="713" y="12"/>
                  </a:lnTo>
                  <a:lnTo>
                    <a:pt x="718" y="12"/>
                  </a:lnTo>
                  <a:lnTo>
                    <a:pt x="722" y="17"/>
                  </a:lnTo>
                  <a:lnTo>
                    <a:pt x="725" y="21"/>
                  </a:lnTo>
                  <a:lnTo>
                    <a:pt x="730" y="31"/>
                  </a:lnTo>
                  <a:lnTo>
                    <a:pt x="727" y="33"/>
                  </a:lnTo>
                  <a:lnTo>
                    <a:pt x="727" y="36"/>
                  </a:lnTo>
                  <a:lnTo>
                    <a:pt x="725" y="36"/>
                  </a:lnTo>
                  <a:lnTo>
                    <a:pt x="725" y="31"/>
                  </a:lnTo>
                  <a:lnTo>
                    <a:pt x="718" y="33"/>
                  </a:lnTo>
                  <a:lnTo>
                    <a:pt x="713" y="33"/>
                  </a:lnTo>
                  <a:lnTo>
                    <a:pt x="708" y="31"/>
                  </a:lnTo>
                  <a:lnTo>
                    <a:pt x="706" y="33"/>
                  </a:lnTo>
                  <a:lnTo>
                    <a:pt x="708" y="36"/>
                  </a:lnTo>
                  <a:lnTo>
                    <a:pt x="708" y="38"/>
                  </a:lnTo>
                  <a:lnTo>
                    <a:pt x="686" y="48"/>
                  </a:lnTo>
                  <a:lnTo>
                    <a:pt x="682" y="53"/>
                  </a:lnTo>
                  <a:lnTo>
                    <a:pt x="674" y="60"/>
                  </a:lnTo>
                  <a:lnTo>
                    <a:pt x="662" y="62"/>
                  </a:lnTo>
                  <a:lnTo>
                    <a:pt x="660" y="70"/>
                  </a:lnTo>
                  <a:lnTo>
                    <a:pt x="660" y="72"/>
                  </a:lnTo>
                  <a:lnTo>
                    <a:pt x="662" y="74"/>
                  </a:lnTo>
                  <a:lnTo>
                    <a:pt x="667" y="72"/>
                  </a:lnTo>
                  <a:lnTo>
                    <a:pt x="679" y="67"/>
                  </a:lnTo>
                  <a:lnTo>
                    <a:pt x="694" y="62"/>
                  </a:lnTo>
                  <a:lnTo>
                    <a:pt x="701" y="58"/>
                  </a:lnTo>
                  <a:lnTo>
                    <a:pt x="713" y="58"/>
                  </a:lnTo>
                  <a:lnTo>
                    <a:pt x="715" y="60"/>
                  </a:lnTo>
                  <a:lnTo>
                    <a:pt x="713" y="67"/>
                  </a:lnTo>
                  <a:lnTo>
                    <a:pt x="715" y="72"/>
                  </a:lnTo>
                  <a:lnTo>
                    <a:pt x="718" y="74"/>
                  </a:lnTo>
                  <a:lnTo>
                    <a:pt x="725" y="72"/>
                  </a:lnTo>
                  <a:lnTo>
                    <a:pt x="725" y="67"/>
                  </a:lnTo>
                  <a:lnTo>
                    <a:pt x="732" y="58"/>
                  </a:lnTo>
                  <a:lnTo>
                    <a:pt x="739" y="58"/>
                  </a:lnTo>
                  <a:lnTo>
                    <a:pt x="744" y="70"/>
                  </a:lnTo>
                  <a:lnTo>
                    <a:pt x="747" y="86"/>
                  </a:lnTo>
                  <a:lnTo>
                    <a:pt x="747" y="91"/>
                  </a:lnTo>
                  <a:lnTo>
                    <a:pt x="747" y="94"/>
                  </a:lnTo>
                  <a:lnTo>
                    <a:pt x="737" y="103"/>
                  </a:lnTo>
                  <a:lnTo>
                    <a:pt x="735" y="108"/>
                  </a:lnTo>
                  <a:lnTo>
                    <a:pt x="732" y="113"/>
                  </a:lnTo>
                  <a:lnTo>
                    <a:pt x="725" y="120"/>
                  </a:lnTo>
                  <a:lnTo>
                    <a:pt x="718" y="122"/>
                  </a:lnTo>
                  <a:lnTo>
                    <a:pt x="710" y="127"/>
                  </a:lnTo>
                  <a:lnTo>
                    <a:pt x="696" y="125"/>
                  </a:lnTo>
                  <a:lnTo>
                    <a:pt x="691" y="125"/>
                  </a:lnTo>
                  <a:lnTo>
                    <a:pt x="691" y="125"/>
                  </a:lnTo>
                  <a:lnTo>
                    <a:pt x="689" y="125"/>
                  </a:lnTo>
                  <a:lnTo>
                    <a:pt x="686" y="120"/>
                  </a:lnTo>
                  <a:lnTo>
                    <a:pt x="686" y="115"/>
                  </a:lnTo>
                  <a:lnTo>
                    <a:pt x="684" y="113"/>
                  </a:lnTo>
                  <a:lnTo>
                    <a:pt x="679" y="113"/>
                  </a:lnTo>
                  <a:lnTo>
                    <a:pt x="677" y="115"/>
                  </a:lnTo>
                  <a:lnTo>
                    <a:pt x="679" y="127"/>
                  </a:lnTo>
                  <a:lnTo>
                    <a:pt x="677" y="132"/>
                  </a:lnTo>
                  <a:lnTo>
                    <a:pt x="677" y="130"/>
                  </a:lnTo>
                  <a:lnTo>
                    <a:pt x="679" y="137"/>
                  </a:lnTo>
                  <a:lnTo>
                    <a:pt x="686" y="137"/>
                  </a:lnTo>
                  <a:lnTo>
                    <a:pt x="691" y="144"/>
                  </a:lnTo>
                  <a:lnTo>
                    <a:pt x="689" y="151"/>
                  </a:lnTo>
                  <a:lnTo>
                    <a:pt x="691" y="156"/>
                  </a:lnTo>
                  <a:lnTo>
                    <a:pt x="674" y="175"/>
                  </a:lnTo>
                  <a:lnTo>
                    <a:pt x="670" y="175"/>
                  </a:lnTo>
                  <a:lnTo>
                    <a:pt x="660" y="173"/>
                  </a:lnTo>
                  <a:lnTo>
                    <a:pt x="653" y="173"/>
                  </a:lnTo>
                  <a:lnTo>
                    <a:pt x="653" y="175"/>
                  </a:lnTo>
                  <a:lnTo>
                    <a:pt x="658" y="180"/>
                  </a:lnTo>
                  <a:lnTo>
                    <a:pt x="677" y="180"/>
                  </a:lnTo>
                  <a:lnTo>
                    <a:pt x="686" y="175"/>
                  </a:lnTo>
                  <a:lnTo>
                    <a:pt x="703" y="168"/>
                  </a:lnTo>
                  <a:lnTo>
                    <a:pt x="706" y="163"/>
                  </a:lnTo>
                  <a:lnTo>
                    <a:pt x="708" y="163"/>
                  </a:lnTo>
                  <a:lnTo>
                    <a:pt x="715" y="170"/>
                  </a:lnTo>
                  <a:lnTo>
                    <a:pt x="708" y="182"/>
                  </a:lnTo>
                  <a:lnTo>
                    <a:pt x="696" y="197"/>
                  </a:lnTo>
                  <a:lnTo>
                    <a:pt x="682" y="199"/>
                  </a:lnTo>
                  <a:lnTo>
                    <a:pt x="674" y="204"/>
                  </a:lnTo>
                  <a:lnTo>
                    <a:pt x="658" y="207"/>
                  </a:lnTo>
                  <a:lnTo>
                    <a:pt x="643" y="231"/>
                  </a:lnTo>
                  <a:lnTo>
                    <a:pt x="636" y="231"/>
                  </a:lnTo>
                  <a:lnTo>
                    <a:pt x="636" y="233"/>
                  </a:lnTo>
                  <a:lnTo>
                    <a:pt x="638" y="235"/>
                  </a:lnTo>
                  <a:lnTo>
                    <a:pt x="622" y="245"/>
                  </a:lnTo>
                  <a:lnTo>
                    <a:pt x="612" y="257"/>
                  </a:lnTo>
                  <a:lnTo>
                    <a:pt x="602" y="279"/>
                  </a:lnTo>
                  <a:lnTo>
                    <a:pt x="598" y="303"/>
                  </a:lnTo>
                  <a:lnTo>
                    <a:pt x="593" y="310"/>
                  </a:lnTo>
                  <a:lnTo>
                    <a:pt x="586" y="315"/>
                  </a:lnTo>
                  <a:lnTo>
                    <a:pt x="550" y="319"/>
                  </a:lnTo>
                  <a:lnTo>
                    <a:pt x="545" y="324"/>
                  </a:lnTo>
                  <a:lnTo>
                    <a:pt x="432" y="245"/>
                  </a:lnTo>
                  <a:lnTo>
                    <a:pt x="333" y="257"/>
                  </a:lnTo>
                  <a:lnTo>
                    <a:pt x="331" y="243"/>
                  </a:lnTo>
                  <a:lnTo>
                    <a:pt x="314" y="231"/>
                  </a:lnTo>
                  <a:lnTo>
                    <a:pt x="307" y="233"/>
                  </a:lnTo>
                  <a:lnTo>
                    <a:pt x="302" y="231"/>
                  </a:lnTo>
                  <a:lnTo>
                    <a:pt x="305" y="226"/>
                  </a:lnTo>
                  <a:lnTo>
                    <a:pt x="302" y="223"/>
                  </a:lnTo>
                  <a:lnTo>
                    <a:pt x="189" y="238"/>
                  </a:lnTo>
                  <a:lnTo>
                    <a:pt x="187" y="238"/>
                  </a:lnTo>
                  <a:lnTo>
                    <a:pt x="185" y="240"/>
                  </a:lnTo>
                  <a:lnTo>
                    <a:pt x="161" y="250"/>
                  </a:lnTo>
                  <a:lnTo>
                    <a:pt x="161" y="255"/>
                  </a:lnTo>
                  <a:lnTo>
                    <a:pt x="153" y="255"/>
                  </a:lnTo>
                  <a:lnTo>
                    <a:pt x="127" y="267"/>
                  </a:lnTo>
                  <a:lnTo>
                    <a:pt x="0" y="286"/>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8" name="Freeform 43"/>
            <p:cNvSpPr>
              <a:spLocks/>
            </p:cNvSpPr>
            <p:nvPr/>
          </p:nvSpPr>
          <p:spPr bwMode="auto">
            <a:xfrm>
              <a:off x="6929862" y="4262316"/>
              <a:ext cx="1109663" cy="388937"/>
            </a:xfrm>
            <a:custGeom>
              <a:avLst/>
              <a:gdLst>
                <a:gd name="T0" fmla="*/ 699 w 699"/>
                <a:gd name="T1" fmla="*/ 0 h 245"/>
                <a:gd name="T2" fmla="*/ 557 w 699"/>
                <a:gd name="T3" fmla="*/ 17 h 245"/>
                <a:gd name="T4" fmla="*/ 548 w 699"/>
                <a:gd name="T5" fmla="*/ 22 h 245"/>
                <a:gd name="T6" fmla="*/ 197 w 699"/>
                <a:gd name="T7" fmla="*/ 55 h 245"/>
                <a:gd name="T8" fmla="*/ 190 w 699"/>
                <a:gd name="T9" fmla="*/ 50 h 245"/>
                <a:gd name="T10" fmla="*/ 176 w 699"/>
                <a:gd name="T11" fmla="*/ 53 h 245"/>
                <a:gd name="T12" fmla="*/ 180 w 699"/>
                <a:gd name="T13" fmla="*/ 58 h 245"/>
                <a:gd name="T14" fmla="*/ 180 w 699"/>
                <a:gd name="T15" fmla="*/ 70 h 245"/>
                <a:gd name="T16" fmla="*/ 56 w 699"/>
                <a:gd name="T17" fmla="*/ 79 h 245"/>
                <a:gd name="T18" fmla="*/ 48 w 699"/>
                <a:gd name="T19" fmla="*/ 94 h 245"/>
                <a:gd name="T20" fmla="*/ 44 w 699"/>
                <a:gd name="T21" fmla="*/ 113 h 245"/>
                <a:gd name="T22" fmla="*/ 46 w 699"/>
                <a:gd name="T23" fmla="*/ 118 h 245"/>
                <a:gd name="T24" fmla="*/ 41 w 699"/>
                <a:gd name="T25" fmla="*/ 135 h 245"/>
                <a:gd name="T26" fmla="*/ 39 w 699"/>
                <a:gd name="T27" fmla="*/ 139 h 245"/>
                <a:gd name="T28" fmla="*/ 41 w 699"/>
                <a:gd name="T29" fmla="*/ 144 h 245"/>
                <a:gd name="T30" fmla="*/ 36 w 699"/>
                <a:gd name="T31" fmla="*/ 154 h 245"/>
                <a:gd name="T32" fmla="*/ 27 w 699"/>
                <a:gd name="T33" fmla="*/ 166 h 245"/>
                <a:gd name="T34" fmla="*/ 22 w 699"/>
                <a:gd name="T35" fmla="*/ 187 h 245"/>
                <a:gd name="T36" fmla="*/ 10 w 699"/>
                <a:gd name="T37" fmla="*/ 202 h 245"/>
                <a:gd name="T38" fmla="*/ 12 w 699"/>
                <a:gd name="T39" fmla="*/ 216 h 245"/>
                <a:gd name="T40" fmla="*/ 12 w 699"/>
                <a:gd name="T41" fmla="*/ 235 h 245"/>
                <a:gd name="T42" fmla="*/ 8 w 699"/>
                <a:gd name="T43" fmla="*/ 235 h 245"/>
                <a:gd name="T44" fmla="*/ 0 w 699"/>
                <a:gd name="T45" fmla="*/ 245 h 245"/>
                <a:gd name="T46" fmla="*/ 180 w 699"/>
                <a:gd name="T47" fmla="*/ 233 h 245"/>
                <a:gd name="T48" fmla="*/ 404 w 699"/>
                <a:gd name="T49" fmla="*/ 211 h 245"/>
                <a:gd name="T50" fmla="*/ 493 w 699"/>
                <a:gd name="T51" fmla="*/ 202 h 245"/>
                <a:gd name="T52" fmla="*/ 495 w 699"/>
                <a:gd name="T53" fmla="*/ 178 h 245"/>
                <a:gd name="T54" fmla="*/ 502 w 699"/>
                <a:gd name="T55" fmla="*/ 178 h 245"/>
                <a:gd name="T56" fmla="*/ 505 w 699"/>
                <a:gd name="T57" fmla="*/ 175 h 245"/>
                <a:gd name="T58" fmla="*/ 512 w 699"/>
                <a:gd name="T59" fmla="*/ 171 h 245"/>
                <a:gd name="T60" fmla="*/ 512 w 699"/>
                <a:gd name="T61" fmla="*/ 163 h 245"/>
                <a:gd name="T62" fmla="*/ 512 w 699"/>
                <a:gd name="T63" fmla="*/ 159 h 245"/>
                <a:gd name="T64" fmla="*/ 514 w 699"/>
                <a:gd name="T65" fmla="*/ 154 h 245"/>
                <a:gd name="T66" fmla="*/ 521 w 699"/>
                <a:gd name="T67" fmla="*/ 144 h 245"/>
                <a:gd name="T68" fmla="*/ 538 w 699"/>
                <a:gd name="T69" fmla="*/ 137 h 245"/>
                <a:gd name="T70" fmla="*/ 560 w 699"/>
                <a:gd name="T71" fmla="*/ 132 h 245"/>
                <a:gd name="T72" fmla="*/ 579 w 699"/>
                <a:gd name="T73" fmla="*/ 113 h 245"/>
                <a:gd name="T74" fmla="*/ 586 w 699"/>
                <a:gd name="T75" fmla="*/ 110 h 245"/>
                <a:gd name="T76" fmla="*/ 598 w 699"/>
                <a:gd name="T77" fmla="*/ 98 h 245"/>
                <a:gd name="T78" fmla="*/ 603 w 699"/>
                <a:gd name="T79" fmla="*/ 89 h 245"/>
                <a:gd name="T80" fmla="*/ 603 w 699"/>
                <a:gd name="T81" fmla="*/ 89 h 245"/>
                <a:gd name="T82" fmla="*/ 610 w 699"/>
                <a:gd name="T83" fmla="*/ 89 h 245"/>
                <a:gd name="T84" fmla="*/ 613 w 699"/>
                <a:gd name="T85" fmla="*/ 84 h 245"/>
                <a:gd name="T86" fmla="*/ 615 w 699"/>
                <a:gd name="T87" fmla="*/ 82 h 245"/>
                <a:gd name="T88" fmla="*/ 620 w 699"/>
                <a:gd name="T89" fmla="*/ 74 h 245"/>
                <a:gd name="T90" fmla="*/ 625 w 699"/>
                <a:gd name="T91" fmla="*/ 74 h 245"/>
                <a:gd name="T92" fmla="*/ 630 w 699"/>
                <a:gd name="T93" fmla="*/ 79 h 245"/>
                <a:gd name="T94" fmla="*/ 637 w 699"/>
                <a:gd name="T95" fmla="*/ 74 h 245"/>
                <a:gd name="T96" fmla="*/ 637 w 699"/>
                <a:gd name="T97" fmla="*/ 72 h 245"/>
                <a:gd name="T98" fmla="*/ 649 w 699"/>
                <a:gd name="T99" fmla="*/ 65 h 245"/>
                <a:gd name="T100" fmla="*/ 656 w 699"/>
                <a:gd name="T101" fmla="*/ 60 h 245"/>
                <a:gd name="T102" fmla="*/ 668 w 699"/>
                <a:gd name="T103" fmla="*/ 60 h 245"/>
                <a:gd name="T104" fmla="*/ 682 w 699"/>
                <a:gd name="T105" fmla="*/ 36 h 245"/>
                <a:gd name="T106" fmla="*/ 694 w 699"/>
                <a:gd name="T107" fmla="*/ 29 h 245"/>
                <a:gd name="T108" fmla="*/ 697 w 699"/>
                <a:gd name="T109" fmla="*/ 22 h 245"/>
                <a:gd name="T110" fmla="*/ 697 w 699"/>
                <a:gd name="T111" fmla="*/ 14 h 245"/>
                <a:gd name="T112" fmla="*/ 697 w 699"/>
                <a:gd name="T113" fmla="*/ 7 h 245"/>
                <a:gd name="T114" fmla="*/ 699 w 699"/>
                <a:gd name="T115"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99" h="245">
                  <a:moveTo>
                    <a:pt x="699" y="0"/>
                  </a:moveTo>
                  <a:lnTo>
                    <a:pt x="557" y="17"/>
                  </a:lnTo>
                  <a:lnTo>
                    <a:pt x="548" y="22"/>
                  </a:lnTo>
                  <a:lnTo>
                    <a:pt x="197" y="55"/>
                  </a:lnTo>
                  <a:lnTo>
                    <a:pt x="190" y="50"/>
                  </a:lnTo>
                  <a:lnTo>
                    <a:pt x="176" y="53"/>
                  </a:lnTo>
                  <a:lnTo>
                    <a:pt x="180" y="58"/>
                  </a:lnTo>
                  <a:lnTo>
                    <a:pt x="180" y="70"/>
                  </a:lnTo>
                  <a:lnTo>
                    <a:pt x="56" y="79"/>
                  </a:lnTo>
                  <a:lnTo>
                    <a:pt x="48" y="94"/>
                  </a:lnTo>
                  <a:lnTo>
                    <a:pt x="44" y="113"/>
                  </a:lnTo>
                  <a:lnTo>
                    <a:pt x="46" y="118"/>
                  </a:lnTo>
                  <a:lnTo>
                    <a:pt x="41" y="135"/>
                  </a:lnTo>
                  <a:lnTo>
                    <a:pt x="39" y="139"/>
                  </a:lnTo>
                  <a:lnTo>
                    <a:pt x="41" y="144"/>
                  </a:lnTo>
                  <a:lnTo>
                    <a:pt x="36" y="154"/>
                  </a:lnTo>
                  <a:lnTo>
                    <a:pt x="27" y="166"/>
                  </a:lnTo>
                  <a:lnTo>
                    <a:pt x="22" y="187"/>
                  </a:lnTo>
                  <a:lnTo>
                    <a:pt x="10" y="202"/>
                  </a:lnTo>
                  <a:lnTo>
                    <a:pt x="12" y="216"/>
                  </a:lnTo>
                  <a:lnTo>
                    <a:pt x="12" y="235"/>
                  </a:lnTo>
                  <a:lnTo>
                    <a:pt x="8" y="235"/>
                  </a:lnTo>
                  <a:lnTo>
                    <a:pt x="0" y="245"/>
                  </a:lnTo>
                  <a:lnTo>
                    <a:pt x="180" y="233"/>
                  </a:lnTo>
                  <a:lnTo>
                    <a:pt x="404" y="211"/>
                  </a:lnTo>
                  <a:lnTo>
                    <a:pt x="493" y="202"/>
                  </a:lnTo>
                  <a:lnTo>
                    <a:pt x="495" y="178"/>
                  </a:lnTo>
                  <a:lnTo>
                    <a:pt x="502" y="178"/>
                  </a:lnTo>
                  <a:lnTo>
                    <a:pt x="505" y="175"/>
                  </a:lnTo>
                  <a:lnTo>
                    <a:pt x="512" y="171"/>
                  </a:lnTo>
                  <a:lnTo>
                    <a:pt x="512" y="163"/>
                  </a:lnTo>
                  <a:lnTo>
                    <a:pt x="512" y="159"/>
                  </a:lnTo>
                  <a:lnTo>
                    <a:pt x="514" y="154"/>
                  </a:lnTo>
                  <a:lnTo>
                    <a:pt x="521" y="144"/>
                  </a:lnTo>
                  <a:lnTo>
                    <a:pt x="538" y="137"/>
                  </a:lnTo>
                  <a:lnTo>
                    <a:pt x="560" y="132"/>
                  </a:lnTo>
                  <a:lnTo>
                    <a:pt x="579" y="113"/>
                  </a:lnTo>
                  <a:lnTo>
                    <a:pt x="586" y="110"/>
                  </a:lnTo>
                  <a:lnTo>
                    <a:pt x="598" y="98"/>
                  </a:lnTo>
                  <a:lnTo>
                    <a:pt x="603" y="89"/>
                  </a:lnTo>
                  <a:lnTo>
                    <a:pt x="603" y="89"/>
                  </a:lnTo>
                  <a:lnTo>
                    <a:pt x="610" y="89"/>
                  </a:lnTo>
                  <a:lnTo>
                    <a:pt x="613" y="84"/>
                  </a:lnTo>
                  <a:lnTo>
                    <a:pt x="615" y="82"/>
                  </a:lnTo>
                  <a:lnTo>
                    <a:pt x="620" y="74"/>
                  </a:lnTo>
                  <a:lnTo>
                    <a:pt x="625" y="74"/>
                  </a:lnTo>
                  <a:lnTo>
                    <a:pt x="630" y="79"/>
                  </a:lnTo>
                  <a:lnTo>
                    <a:pt x="637" y="74"/>
                  </a:lnTo>
                  <a:lnTo>
                    <a:pt x="637" y="72"/>
                  </a:lnTo>
                  <a:lnTo>
                    <a:pt x="649" y="65"/>
                  </a:lnTo>
                  <a:lnTo>
                    <a:pt x="656" y="60"/>
                  </a:lnTo>
                  <a:lnTo>
                    <a:pt x="668" y="60"/>
                  </a:lnTo>
                  <a:lnTo>
                    <a:pt x="682" y="36"/>
                  </a:lnTo>
                  <a:lnTo>
                    <a:pt x="694" y="29"/>
                  </a:lnTo>
                  <a:lnTo>
                    <a:pt x="697" y="22"/>
                  </a:lnTo>
                  <a:lnTo>
                    <a:pt x="697" y="14"/>
                  </a:lnTo>
                  <a:lnTo>
                    <a:pt x="697" y="7"/>
                  </a:lnTo>
                  <a:lnTo>
                    <a:pt x="699"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44"/>
            <p:cNvSpPr>
              <a:spLocks/>
            </p:cNvSpPr>
            <p:nvPr/>
          </p:nvSpPr>
          <p:spPr bwMode="auto">
            <a:xfrm>
              <a:off x="7887124" y="4482979"/>
              <a:ext cx="690563" cy="523875"/>
            </a:xfrm>
            <a:custGeom>
              <a:avLst/>
              <a:gdLst>
                <a:gd name="T0" fmla="*/ 257 w 435"/>
                <a:gd name="T1" fmla="*/ 330 h 330"/>
                <a:gd name="T2" fmla="*/ 240 w 435"/>
                <a:gd name="T3" fmla="*/ 327 h 330"/>
                <a:gd name="T4" fmla="*/ 233 w 435"/>
                <a:gd name="T5" fmla="*/ 298 h 330"/>
                <a:gd name="T6" fmla="*/ 209 w 435"/>
                <a:gd name="T7" fmla="*/ 279 h 330"/>
                <a:gd name="T8" fmla="*/ 192 w 435"/>
                <a:gd name="T9" fmla="*/ 245 h 330"/>
                <a:gd name="T10" fmla="*/ 183 w 435"/>
                <a:gd name="T11" fmla="*/ 231 h 330"/>
                <a:gd name="T12" fmla="*/ 156 w 435"/>
                <a:gd name="T13" fmla="*/ 214 h 330"/>
                <a:gd name="T14" fmla="*/ 147 w 435"/>
                <a:gd name="T15" fmla="*/ 200 h 330"/>
                <a:gd name="T16" fmla="*/ 137 w 435"/>
                <a:gd name="T17" fmla="*/ 188 h 330"/>
                <a:gd name="T18" fmla="*/ 96 w 435"/>
                <a:gd name="T19" fmla="*/ 157 h 330"/>
                <a:gd name="T20" fmla="*/ 79 w 435"/>
                <a:gd name="T21" fmla="*/ 142 h 330"/>
                <a:gd name="T22" fmla="*/ 60 w 435"/>
                <a:gd name="T23" fmla="*/ 116 h 330"/>
                <a:gd name="T24" fmla="*/ 48 w 435"/>
                <a:gd name="T25" fmla="*/ 101 h 330"/>
                <a:gd name="T26" fmla="*/ 7 w 435"/>
                <a:gd name="T27" fmla="*/ 87 h 330"/>
                <a:gd name="T28" fmla="*/ 7 w 435"/>
                <a:gd name="T29" fmla="*/ 60 h 330"/>
                <a:gd name="T30" fmla="*/ 17 w 435"/>
                <a:gd name="T31" fmla="*/ 51 h 330"/>
                <a:gd name="T32" fmla="*/ 17 w 435"/>
                <a:gd name="T33" fmla="*/ 44 h 330"/>
                <a:gd name="T34" fmla="*/ 51 w 435"/>
                <a:gd name="T35" fmla="*/ 32 h 330"/>
                <a:gd name="T36" fmla="*/ 75 w 435"/>
                <a:gd name="T37" fmla="*/ 17 h 330"/>
                <a:gd name="T38" fmla="*/ 79 w 435"/>
                <a:gd name="T39" fmla="*/ 15 h 330"/>
                <a:gd name="T40" fmla="*/ 195 w 435"/>
                <a:gd name="T41" fmla="*/ 3 h 330"/>
                <a:gd name="T42" fmla="*/ 197 w 435"/>
                <a:gd name="T43" fmla="*/ 10 h 330"/>
                <a:gd name="T44" fmla="*/ 221 w 435"/>
                <a:gd name="T45" fmla="*/ 20 h 330"/>
                <a:gd name="T46" fmla="*/ 322 w 435"/>
                <a:gd name="T47" fmla="*/ 22 h 330"/>
                <a:gd name="T48" fmla="*/ 432 w 435"/>
                <a:gd name="T49" fmla="*/ 104 h 330"/>
                <a:gd name="T50" fmla="*/ 416 w 435"/>
                <a:gd name="T51" fmla="*/ 121 h 330"/>
                <a:gd name="T52" fmla="*/ 396 w 435"/>
                <a:gd name="T53" fmla="*/ 149 h 330"/>
                <a:gd name="T54" fmla="*/ 392 w 435"/>
                <a:gd name="T55" fmla="*/ 173 h 330"/>
                <a:gd name="T56" fmla="*/ 389 w 435"/>
                <a:gd name="T57" fmla="*/ 188 h 330"/>
                <a:gd name="T58" fmla="*/ 380 w 435"/>
                <a:gd name="T59" fmla="*/ 193 h 330"/>
                <a:gd name="T60" fmla="*/ 370 w 435"/>
                <a:gd name="T61" fmla="*/ 205 h 330"/>
                <a:gd name="T62" fmla="*/ 358 w 435"/>
                <a:gd name="T63" fmla="*/ 221 h 330"/>
                <a:gd name="T64" fmla="*/ 336 w 435"/>
                <a:gd name="T65" fmla="*/ 245 h 330"/>
                <a:gd name="T66" fmla="*/ 320 w 435"/>
                <a:gd name="T67" fmla="*/ 260 h 330"/>
                <a:gd name="T68" fmla="*/ 308 w 435"/>
                <a:gd name="T69" fmla="*/ 270 h 330"/>
                <a:gd name="T70" fmla="*/ 293 w 435"/>
                <a:gd name="T71" fmla="*/ 277 h 330"/>
                <a:gd name="T72" fmla="*/ 291 w 435"/>
                <a:gd name="T73" fmla="*/ 282 h 330"/>
                <a:gd name="T74" fmla="*/ 286 w 435"/>
                <a:gd name="T75" fmla="*/ 294 h 330"/>
                <a:gd name="T76" fmla="*/ 271 w 435"/>
                <a:gd name="T77" fmla="*/ 298 h 330"/>
                <a:gd name="T78" fmla="*/ 269 w 435"/>
                <a:gd name="T79" fmla="*/ 303 h 330"/>
                <a:gd name="T80" fmla="*/ 274 w 435"/>
                <a:gd name="T81" fmla="*/ 306 h 330"/>
                <a:gd name="T82" fmla="*/ 276 w 435"/>
                <a:gd name="T83" fmla="*/ 313 h 330"/>
                <a:gd name="T84" fmla="*/ 264 w 435"/>
                <a:gd name="T85" fmla="*/ 322 h 330"/>
                <a:gd name="T86" fmla="*/ 262 w 435"/>
                <a:gd name="T87" fmla="*/ 33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5" h="330">
                  <a:moveTo>
                    <a:pt x="262" y="330"/>
                  </a:moveTo>
                  <a:lnTo>
                    <a:pt x="257" y="330"/>
                  </a:lnTo>
                  <a:lnTo>
                    <a:pt x="245" y="330"/>
                  </a:lnTo>
                  <a:lnTo>
                    <a:pt x="240" y="327"/>
                  </a:lnTo>
                  <a:lnTo>
                    <a:pt x="238" y="320"/>
                  </a:lnTo>
                  <a:lnTo>
                    <a:pt x="233" y="298"/>
                  </a:lnTo>
                  <a:lnTo>
                    <a:pt x="221" y="284"/>
                  </a:lnTo>
                  <a:lnTo>
                    <a:pt x="209" y="279"/>
                  </a:lnTo>
                  <a:lnTo>
                    <a:pt x="202" y="258"/>
                  </a:lnTo>
                  <a:lnTo>
                    <a:pt x="192" y="245"/>
                  </a:lnTo>
                  <a:lnTo>
                    <a:pt x="190" y="233"/>
                  </a:lnTo>
                  <a:lnTo>
                    <a:pt x="183" y="231"/>
                  </a:lnTo>
                  <a:lnTo>
                    <a:pt x="166" y="226"/>
                  </a:lnTo>
                  <a:lnTo>
                    <a:pt x="156" y="214"/>
                  </a:lnTo>
                  <a:lnTo>
                    <a:pt x="147" y="207"/>
                  </a:lnTo>
                  <a:lnTo>
                    <a:pt x="147" y="200"/>
                  </a:lnTo>
                  <a:lnTo>
                    <a:pt x="142" y="190"/>
                  </a:lnTo>
                  <a:lnTo>
                    <a:pt x="137" y="188"/>
                  </a:lnTo>
                  <a:lnTo>
                    <a:pt x="123" y="181"/>
                  </a:lnTo>
                  <a:lnTo>
                    <a:pt x="96" y="157"/>
                  </a:lnTo>
                  <a:lnTo>
                    <a:pt x="84" y="152"/>
                  </a:lnTo>
                  <a:lnTo>
                    <a:pt x="79" y="142"/>
                  </a:lnTo>
                  <a:lnTo>
                    <a:pt x="67" y="133"/>
                  </a:lnTo>
                  <a:lnTo>
                    <a:pt x="60" y="116"/>
                  </a:lnTo>
                  <a:lnTo>
                    <a:pt x="51" y="108"/>
                  </a:lnTo>
                  <a:lnTo>
                    <a:pt x="48" y="101"/>
                  </a:lnTo>
                  <a:lnTo>
                    <a:pt x="31" y="96"/>
                  </a:lnTo>
                  <a:lnTo>
                    <a:pt x="7" y="87"/>
                  </a:lnTo>
                  <a:lnTo>
                    <a:pt x="0" y="80"/>
                  </a:lnTo>
                  <a:lnTo>
                    <a:pt x="7" y="60"/>
                  </a:lnTo>
                  <a:lnTo>
                    <a:pt x="15" y="56"/>
                  </a:lnTo>
                  <a:lnTo>
                    <a:pt x="17" y="51"/>
                  </a:lnTo>
                  <a:lnTo>
                    <a:pt x="19" y="46"/>
                  </a:lnTo>
                  <a:lnTo>
                    <a:pt x="17" y="44"/>
                  </a:lnTo>
                  <a:lnTo>
                    <a:pt x="43" y="32"/>
                  </a:lnTo>
                  <a:lnTo>
                    <a:pt x="51" y="32"/>
                  </a:lnTo>
                  <a:lnTo>
                    <a:pt x="51" y="27"/>
                  </a:lnTo>
                  <a:lnTo>
                    <a:pt x="75" y="17"/>
                  </a:lnTo>
                  <a:lnTo>
                    <a:pt x="77" y="15"/>
                  </a:lnTo>
                  <a:lnTo>
                    <a:pt x="79" y="15"/>
                  </a:lnTo>
                  <a:lnTo>
                    <a:pt x="192" y="0"/>
                  </a:lnTo>
                  <a:lnTo>
                    <a:pt x="195" y="3"/>
                  </a:lnTo>
                  <a:lnTo>
                    <a:pt x="192" y="8"/>
                  </a:lnTo>
                  <a:lnTo>
                    <a:pt x="197" y="10"/>
                  </a:lnTo>
                  <a:lnTo>
                    <a:pt x="204" y="8"/>
                  </a:lnTo>
                  <a:lnTo>
                    <a:pt x="221" y="20"/>
                  </a:lnTo>
                  <a:lnTo>
                    <a:pt x="223" y="34"/>
                  </a:lnTo>
                  <a:lnTo>
                    <a:pt x="322" y="22"/>
                  </a:lnTo>
                  <a:lnTo>
                    <a:pt x="435" y="101"/>
                  </a:lnTo>
                  <a:lnTo>
                    <a:pt x="432" y="104"/>
                  </a:lnTo>
                  <a:lnTo>
                    <a:pt x="423" y="108"/>
                  </a:lnTo>
                  <a:lnTo>
                    <a:pt x="416" y="121"/>
                  </a:lnTo>
                  <a:lnTo>
                    <a:pt x="404" y="135"/>
                  </a:lnTo>
                  <a:lnTo>
                    <a:pt x="396" y="149"/>
                  </a:lnTo>
                  <a:lnTo>
                    <a:pt x="392" y="161"/>
                  </a:lnTo>
                  <a:lnTo>
                    <a:pt x="392" y="173"/>
                  </a:lnTo>
                  <a:lnTo>
                    <a:pt x="392" y="183"/>
                  </a:lnTo>
                  <a:lnTo>
                    <a:pt x="389" y="188"/>
                  </a:lnTo>
                  <a:lnTo>
                    <a:pt x="387" y="193"/>
                  </a:lnTo>
                  <a:lnTo>
                    <a:pt x="380" y="193"/>
                  </a:lnTo>
                  <a:lnTo>
                    <a:pt x="375" y="197"/>
                  </a:lnTo>
                  <a:lnTo>
                    <a:pt x="370" y="205"/>
                  </a:lnTo>
                  <a:lnTo>
                    <a:pt x="363" y="214"/>
                  </a:lnTo>
                  <a:lnTo>
                    <a:pt x="358" y="221"/>
                  </a:lnTo>
                  <a:lnTo>
                    <a:pt x="344" y="231"/>
                  </a:lnTo>
                  <a:lnTo>
                    <a:pt x="336" y="245"/>
                  </a:lnTo>
                  <a:lnTo>
                    <a:pt x="329" y="250"/>
                  </a:lnTo>
                  <a:lnTo>
                    <a:pt x="320" y="260"/>
                  </a:lnTo>
                  <a:lnTo>
                    <a:pt x="312" y="265"/>
                  </a:lnTo>
                  <a:lnTo>
                    <a:pt x="308" y="270"/>
                  </a:lnTo>
                  <a:lnTo>
                    <a:pt x="298" y="274"/>
                  </a:lnTo>
                  <a:lnTo>
                    <a:pt x="293" y="277"/>
                  </a:lnTo>
                  <a:lnTo>
                    <a:pt x="291" y="279"/>
                  </a:lnTo>
                  <a:lnTo>
                    <a:pt x="291" y="282"/>
                  </a:lnTo>
                  <a:lnTo>
                    <a:pt x="291" y="284"/>
                  </a:lnTo>
                  <a:lnTo>
                    <a:pt x="286" y="294"/>
                  </a:lnTo>
                  <a:lnTo>
                    <a:pt x="279" y="298"/>
                  </a:lnTo>
                  <a:lnTo>
                    <a:pt x="271" y="298"/>
                  </a:lnTo>
                  <a:lnTo>
                    <a:pt x="271" y="301"/>
                  </a:lnTo>
                  <a:lnTo>
                    <a:pt x="269" y="303"/>
                  </a:lnTo>
                  <a:lnTo>
                    <a:pt x="271" y="306"/>
                  </a:lnTo>
                  <a:lnTo>
                    <a:pt x="274" y="306"/>
                  </a:lnTo>
                  <a:lnTo>
                    <a:pt x="276" y="308"/>
                  </a:lnTo>
                  <a:lnTo>
                    <a:pt x="276" y="313"/>
                  </a:lnTo>
                  <a:lnTo>
                    <a:pt x="271" y="315"/>
                  </a:lnTo>
                  <a:lnTo>
                    <a:pt x="264" y="322"/>
                  </a:lnTo>
                  <a:lnTo>
                    <a:pt x="262" y="327"/>
                  </a:lnTo>
                  <a:lnTo>
                    <a:pt x="262" y="33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0" name="Freeform 45"/>
            <p:cNvSpPr>
              <a:spLocks/>
            </p:cNvSpPr>
            <p:nvPr/>
          </p:nvSpPr>
          <p:spPr bwMode="auto">
            <a:xfrm>
              <a:off x="7215612" y="4597279"/>
              <a:ext cx="519113" cy="831850"/>
            </a:xfrm>
            <a:custGeom>
              <a:avLst/>
              <a:gdLst>
                <a:gd name="T0" fmla="*/ 0 w 327"/>
                <a:gd name="T1" fmla="*/ 22 h 524"/>
                <a:gd name="T2" fmla="*/ 8 w 327"/>
                <a:gd name="T3" fmla="*/ 32 h 524"/>
                <a:gd name="T4" fmla="*/ 0 w 327"/>
                <a:gd name="T5" fmla="*/ 347 h 524"/>
                <a:gd name="T6" fmla="*/ 3 w 327"/>
                <a:gd name="T7" fmla="*/ 361 h 524"/>
                <a:gd name="T8" fmla="*/ 22 w 327"/>
                <a:gd name="T9" fmla="*/ 522 h 524"/>
                <a:gd name="T10" fmla="*/ 27 w 327"/>
                <a:gd name="T11" fmla="*/ 517 h 524"/>
                <a:gd name="T12" fmla="*/ 32 w 327"/>
                <a:gd name="T13" fmla="*/ 515 h 524"/>
                <a:gd name="T14" fmla="*/ 46 w 327"/>
                <a:gd name="T15" fmla="*/ 520 h 524"/>
                <a:gd name="T16" fmla="*/ 48 w 327"/>
                <a:gd name="T17" fmla="*/ 512 h 524"/>
                <a:gd name="T18" fmla="*/ 51 w 327"/>
                <a:gd name="T19" fmla="*/ 491 h 524"/>
                <a:gd name="T20" fmla="*/ 58 w 327"/>
                <a:gd name="T21" fmla="*/ 474 h 524"/>
                <a:gd name="T22" fmla="*/ 68 w 327"/>
                <a:gd name="T23" fmla="*/ 491 h 524"/>
                <a:gd name="T24" fmla="*/ 65 w 327"/>
                <a:gd name="T25" fmla="*/ 496 h 524"/>
                <a:gd name="T26" fmla="*/ 70 w 327"/>
                <a:gd name="T27" fmla="*/ 508 h 524"/>
                <a:gd name="T28" fmla="*/ 80 w 327"/>
                <a:gd name="T29" fmla="*/ 522 h 524"/>
                <a:gd name="T30" fmla="*/ 89 w 327"/>
                <a:gd name="T31" fmla="*/ 524 h 524"/>
                <a:gd name="T32" fmla="*/ 97 w 327"/>
                <a:gd name="T33" fmla="*/ 522 h 524"/>
                <a:gd name="T34" fmla="*/ 109 w 327"/>
                <a:gd name="T35" fmla="*/ 510 h 524"/>
                <a:gd name="T36" fmla="*/ 111 w 327"/>
                <a:gd name="T37" fmla="*/ 510 h 524"/>
                <a:gd name="T38" fmla="*/ 116 w 327"/>
                <a:gd name="T39" fmla="*/ 505 h 524"/>
                <a:gd name="T40" fmla="*/ 116 w 327"/>
                <a:gd name="T41" fmla="*/ 503 h 524"/>
                <a:gd name="T42" fmla="*/ 113 w 327"/>
                <a:gd name="T43" fmla="*/ 500 h 524"/>
                <a:gd name="T44" fmla="*/ 109 w 327"/>
                <a:gd name="T45" fmla="*/ 498 h 524"/>
                <a:gd name="T46" fmla="*/ 109 w 327"/>
                <a:gd name="T47" fmla="*/ 496 h 524"/>
                <a:gd name="T48" fmla="*/ 113 w 327"/>
                <a:gd name="T49" fmla="*/ 486 h 524"/>
                <a:gd name="T50" fmla="*/ 111 w 327"/>
                <a:gd name="T51" fmla="*/ 484 h 524"/>
                <a:gd name="T52" fmla="*/ 104 w 327"/>
                <a:gd name="T53" fmla="*/ 476 h 524"/>
                <a:gd name="T54" fmla="*/ 101 w 327"/>
                <a:gd name="T55" fmla="*/ 476 h 524"/>
                <a:gd name="T56" fmla="*/ 97 w 327"/>
                <a:gd name="T57" fmla="*/ 472 h 524"/>
                <a:gd name="T58" fmla="*/ 89 w 327"/>
                <a:gd name="T59" fmla="*/ 462 h 524"/>
                <a:gd name="T60" fmla="*/ 89 w 327"/>
                <a:gd name="T61" fmla="*/ 455 h 524"/>
                <a:gd name="T62" fmla="*/ 92 w 327"/>
                <a:gd name="T63" fmla="*/ 452 h 524"/>
                <a:gd name="T64" fmla="*/ 92 w 327"/>
                <a:gd name="T65" fmla="*/ 450 h 524"/>
                <a:gd name="T66" fmla="*/ 92 w 327"/>
                <a:gd name="T67" fmla="*/ 445 h 524"/>
                <a:gd name="T68" fmla="*/ 327 w 327"/>
                <a:gd name="T69" fmla="*/ 421 h 524"/>
                <a:gd name="T70" fmla="*/ 327 w 327"/>
                <a:gd name="T71" fmla="*/ 416 h 524"/>
                <a:gd name="T72" fmla="*/ 315 w 327"/>
                <a:gd name="T73" fmla="*/ 399 h 524"/>
                <a:gd name="T74" fmla="*/ 317 w 327"/>
                <a:gd name="T75" fmla="*/ 371 h 524"/>
                <a:gd name="T76" fmla="*/ 305 w 327"/>
                <a:gd name="T77" fmla="*/ 347 h 524"/>
                <a:gd name="T78" fmla="*/ 305 w 327"/>
                <a:gd name="T79" fmla="*/ 327 h 524"/>
                <a:gd name="T80" fmla="*/ 310 w 327"/>
                <a:gd name="T81" fmla="*/ 315 h 524"/>
                <a:gd name="T82" fmla="*/ 310 w 327"/>
                <a:gd name="T83" fmla="*/ 301 h 524"/>
                <a:gd name="T84" fmla="*/ 317 w 327"/>
                <a:gd name="T85" fmla="*/ 289 h 524"/>
                <a:gd name="T86" fmla="*/ 320 w 327"/>
                <a:gd name="T87" fmla="*/ 286 h 524"/>
                <a:gd name="T88" fmla="*/ 313 w 327"/>
                <a:gd name="T89" fmla="*/ 277 h 524"/>
                <a:gd name="T90" fmla="*/ 315 w 327"/>
                <a:gd name="T91" fmla="*/ 267 h 524"/>
                <a:gd name="T92" fmla="*/ 310 w 327"/>
                <a:gd name="T93" fmla="*/ 260 h 524"/>
                <a:gd name="T94" fmla="*/ 301 w 327"/>
                <a:gd name="T95" fmla="*/ 255 h 524"/>
                <a:gd name="T96" fmla="*/ 298 w 327"/>
                <a:gd name="T97" fmla="*/ 248 h 524"/>
                <a:gd name="T98" fmla="*/ 293 w 327"/>
                <a:gd name="T99" fmla="*/ 234 h 524"/>
                <a:gd name="T100" fmla="*/ 289 w 327"/>
                <a:gd name="T101" fmla="*/ 226 h 524"/>
                <a:gd name="T102" fmla="*/ 224 w 327"/>
                <a:gd name="T103" fmla="*/ 0 h 524"/>
                <a:gd name="T104" fmla="*/ 0 w 327"/>
                <a:gd name="T105" fmla="*/ 22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7" h="524">
                  <a:moveTo>
                    <a:pt x="0" y="22"/>
                  </a:moveTo>
                  <a:lnTo>
                    <a:pt x="8" y="32"/>
                  </a:lnTo>
                  <a:lnTo>
                    <a:pt x="0" y="347"/>
                  </a:lnTo>
                  <a:lnTo>
                    <a:pt x="3" y="361"/>
                  </a:lnTo>
                  <a:lnTo>
                    <a:pt x="22" y="522"/>
                  </a:lnTo>
                  <a:lnTo>
                    <a:pt x="27" y="517"/>
                  </a:lnTo>
                  <a:lnTo>
                    <a:pt x="32" y="515"/>
                  </a:lnTo>
                  <a:lnTo>
                    <a:pt x="46" y="520"/>
                  </a:lnTo>
                  <a:lnTo>
                    <a:pt x="48" y="512"/>
                  </a:lnTo>
                  <a:lnTo>
                    <a:pt x="51" y="491"/>
                  </a:lnTo>
                  <a:lnTo>
                    <a:pt x="58" y="474"/>
                  </a:lnTo>
                  <a:lnTo>
                    <a:pt x="68" y="491"/>
                  </a:lnTo>
                  <a:lnTo>
                    <a:pt x="65" y="496"/>
                  </a:lnTo>
                  <a:lnTo>
                    <a:pt x="70" y="508"/>
                  </a:lnTo>
                  <a:lnTo>
                    <a:pt x="80" y="522"/>
                  </a:lnTo>
                  <a:lnTo>
                    <a:pt x="89" y="524"/>
                  </a:lnTo>
                  <a:lnTo>
                    <a:pt x="97" y="522"/>
                  </a:lnTo>
                  <a:lnTo>
                    <a:pt x="109" y="510"/>
                  </a:lnTo>
                  <a:lnTo>
                    <a:pt x="111" y="510"/>
                  </a:lnTo>
                  <a:lnTo>
                    <a:pt x="116" y="505"/>
                  </a:lnTo>
                  <a:lnTo>
                    <a:pt x="116" y="503"/>
                  </a:lnTo>
                  <a:lnTo>
                    <a:pt x="113" y="500"/>
                  </a:lnTo>
                  <a:lnTo>
                    <a:pt x="109" y="498"/>
                  </a:lnTo>
                  <a:lnTo>
                    <a:pt x="109" y="496"/>
                  </a:lnTo>
                  <a:lnTo>
                    <a:pt x="113" y="486"/>
                  </a:lnTo>
                  <a:lnTo>
                    <a:pt x="111" y="484"/>
                  </a:lnTo>
                  <a:lnTo>
                    <a:pt x="104" y="476"/>
                  </a:lnTo>
                  <a:lnTo>
                    <a:pt x="101" y="476"/>
                  </a:lnTo>
                  <a:lnTo>
                    <a:pt x="97" y="472"/>
                  </a:lnTo>
                  <a:lnTo>
                    <a:pt x="89" y="462"/>
                  </a:lnTo>
                  <a:lnTo>
                    <a:pt x="89" y="455"/>
                  </a:lnTo>
                  <a:lnTo>
                    <a:pt x="92" y="452"/>
                  </a:lnTo>
                  <a:lnTo>
                    <a:pt x="92" y="450"/>
                  </a:lnTo>
                  <a:lnTo>
                    <a:pt x="92" y="445"/>
                  </a:lnTo>
                  <a:lnTo>
                    <a:pt x="327" y="421"/>
                  </a:lnTo>
                  <a:lnTo>
                    <a:pt x="327" y="416"/>
                  </a:lnTo>
                  <a:lnTo>
                    <a:pt x="315" y="399"/>
                  </a:lnTo>
                  <a:lnTo>
                    <a:pt x="317" y="371"/>
                  </a:lnTo>
                  <a:lnTo>
                    <a:pt x="305" y="347"/>
                  </a:lnTo>
                  <a:lnTo>
                    <a:pt x="305" y="327"/>
                  </a:lnTo>
                  <a:lnTo>
                    <a:pt x="310" y="315"/>
                  </a:lnTo>
                  <a:lnTo>
                    <a:pt x="310" y="301"/>
                  </a:lnTo>
                  <a:lnTo>
                    <a:pt x="317" y="289"/>
                  </a:lnTo>
                  <a:lnTo>
                    <a:pt x="320" y="286"/>
                  </a:lnTo>
                  <a:lnTo>
                    <a:pt x="313" y="277"/>
                  </a:lnTo>
                  <a:lnTo>
                    <a:pt x="315" y="267"/>
                  </a:lnTo>
                  <a:lnTo>
                    <a:pt x="310" y="260"/>
                  </a:lnTo>
                  <a:lnTo>
                    <a:pt x="301" y="255"/>
                  </a:lnTo>
                  <a:lnTo>
                    <a:pt x="298" y="248"/>
                  </a:lnTo>
                  <a:lnTo>
                    <a:pt x="293" y="234"/>
                  </a:lnTo>
                  <a:lnTo>
                    <a:pt x="289" y="226"/>
                  </a:lnTo>
                  <a:lnTo>
                    <a:pt x="224" y="0"/>
                  </a:lnTo>
                  <a:lnTo>
                    <a:pt x="0" y="22"/>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1" name="Freeform 46"/>
            <p:cNvSpPr>
              <a:spLocks/>
            </p:cNvSpPr>
            <p:nvPr/>
          </p:nvSpPr>
          <p:spPr bwMode="auto">
            <a:xfrm>
              <a:off x="6774287" y="4632204"/>
              <a:ext cx="476250" cy="831850"/>
            </a:xfrm>
            <a:custGeom>
              <a:avLst/>
              <a:gdLst>
                <a:gd name="T0" fmla="*/ 278 w 300"/>
                <a:gd name="T1" fmla="*/ 0 h 524"/>
                <a:gd name="T2" fmla="*/ 98 w 300"/>
                <a:gd name="T3" fmla="*/ 12 h 524"/>
                <a:gd name="T4" fmla="*/ 96 w 300"/>
                <a:gd name="T5" fmla="*/ 17 h 524"/>
                <a:gd name="T6" fmla="*/ 79 w 300"/>
                <a:gd name="T7" fmla="*/ 34 h 524"/>
                <a:gd name="T8" fmla="*/ 74 w 300"/>
                <a:gd name="T9" fmla="*/ 48 h 524"/>
                <a:gd name="T10" fmla="*/ 74 w 300"/>
                <a:gd name="T11" fmla="*/ 67 h 524"/>
                <a:gd name="T12" fmla="*/ 72 w 300"/>
                <a:gd name="T13" fmla="*/ 77 h 524"/>
                <a:gd name="T14" fmla="*/ 58 w 300"/>
                <a:gd name="T15" fmla="*/ 87 h 524"/>
                <a:gd name="T16" fmla="*/ 46 w 300"/>
                <a:gd name="T17" fmla="*/ 101 h 524"/>
                <a:gd name="T18" fmla="*/ 43 w 300"/>
                <a:gd name="T19" fmla="*/ 106 h 524"/>
                <a:gd name="T20" fmla="*/ 43 w 300"/>
                <a:gd name="T21" fmla="*/ 120 h 524"/>
                <a:gd name="T22" fmla="*/ 33 w 300"/>
                <a:gd name="T23" fmla="*/ 130 h 524"/>
                <a:gd name="T24" fmla="*/ 33 w 300"/>
                <a:gd name="T25" fmla="*/ 139 h 524"/>
                <a:gd name="T26" fmla="*/ 29 w 300"/>
                <a:gd name="T27" fmla="*/ 154 h 524"/>
                <a:gd name="T28" fmla="*/ 19 w 300"/>
                <a:gd name="T29" fmla="*/ 168 h 524"/>
                <a:gd name="T30" fmla="*/ 24 w 300"/>
                <a:gd name="T31" fmla="*/ 185 h 524"/>
                <a:gd name="T32" fmla="*/ 31 w 300"/>
                <a:gd name="T33" fmla="*/ 195 h 524"/>
                <a:gd name="T34" fmla="*/ 33 w 300"/>
                <a:gd name="T35" fmla="*/ 204 h 524"/>
                <a:gd name="T36" fmla="*/ 36 w 300"/>
                <a:gd name="T37" fmla="*/ 209 h 524"/>
                <a:gd name="T38" fmla="*/ 36 w 300"/>
                <a:gd name="T39" fmla="*/ 212 h 524"/>
                <a:gd name="T40" fmla="*/ 31 w 300"/>
                <a:gd name="T41" fmla="*/ 216 h 524"/>
                <a:gd name="T42" fmla="*/ 29 w 300"/>
                <a:gd name="T43" fmla="*/ 226 h 524"/>
                <a:gd name="T44" fmla="*/ 29 w 300"/>
                <a:gd name="T45" fmla="*/ 231 h 524"/>
                <a:gd name="T46" fmla="*/ 29 w 300"/>
                <a:gd name="T47" fmla="*/ 240 h 524"/>
                <a:gd name="T48" fmla="*/ 41 w 300"/>
                <a:gd name="T49" fmla="*/ 262 h 524"/>
                <a:gd name="T50" fmla="*/ 43 w 300"/>
                <a:gd name="T51" fmla="*/ 281 h 524"/>
                <a:gd name="T52" fmla="*/ 48 w 300"/>
                <a:gd name="T53" fmla="*/ 293 h 524"/>
                <a:gd name="T54" fmla="*/ 53 w 300"/>
                <a:gd name="T55" fmla="*/ 298 h 524"/>
                <a:gd name="T56" fmla="*/ 53 w 300"/>
                <a:gd name="T57" fmla="*/ 310 h 524"/>
                <a:gd name="T58" fmla="*/ 43 w 300"/>
                <a:gd name="T59" fmla="*/ 315 h 524"/>
                <a:gd name="T60" fmla="*/ 38 w 300"/>
                <a:gd name="T61" fmla="*/ 320 h 524"/>
                <a:gd name="T62" fmla="*/ 33 w 300"/>
                <a:gd name="T63" fmla="*/ 341 h 524"/>
                <a:gd name="T64" fmla="*/ 17 w 300"/>
                <a:gd name="T65" fmla="*/ 368 h 524"/>
                <a:gd name="T66" fmla="*/ 2 w 300"/>
                <a:gd name="T67" fmla="*/ 413 h 524"/>
                <a:gd name="T68" fmla="*/ 0 w 300"/>
                <a:gd name="T69" fmla="*/ 447 h 524"/>
                <a:gd name="T70" fmla="*/ 168 w 300"/>
                <a:gd name="T71" fmla="*/ 440 h 524"/>
                <a:gd name="T72" fmla="*/ 173 w 300"/>
                <a:gd name="T73" fmla="*/ 445 h 524"/>
                <a:gd name="T74" fmla="*/ 168 w 300"/>
                <a:gd name="T75" fmla="*/ 462 h 524"/>
                <a:gd name="T76" fmla="*/ 168 w 300"/>
                <a:gd name="T77" fmla="*/ 486 h 524"/>
                <a:gd name="T78" fmla="*/ 187 w 300"/>
                <a:gd name="T79" fmla="*/ 502 h 524"/>
                <a:gd name="T80" fmla="*/ 190 w 300"/>
                <a:gd name="T81" fmla="*/ 522 h 524"/>
                <a:gd name="T82" fmla="*/ 202 w 300"/>
                <a:gd name="T83" fmla="*/ 524 h 524"/>
                <a:gd name="T84" fmla="*/ 221 w 300"/>
                <a:gd name="T85" fmla="*/ 507 h 524"/>
                <a:gd name="T86" fmla="*/ 262 w 300"/>
                <a:gd name="T87" fmla="*/ 495 h 524"/>
                <a:gd name="T88" fmla="*/ 271 w 300"/>
                <a:gd name="T89" fmla="*/ 500 h 524"/>
                <a:gd name="T90" fmla="*/ 286 w 300"/>
                <a:gd name="T91" fmla="*/ 495 h 524"/>
                <a:gd name="T92" fmla="*/ 288 w 300"/>
                <a:gd name="T93" fmla="*/ 498 h 524"/>
                <a:gd name="T94" fmla="*/ 298 w 300"/>
                <a:gd name="T95" fmla="*/ 500 h 524"/>
                <a:gd name="T96" fmla="*/ 300 w 300"/>
                <a:gd name="T97" fmla="*/ 500 h 524"/>
                <a:gd name="T98" fmla="*/ 281 w 300"/>
                <a:gd name="T99" fmla="*/ 339 h 524"/>
                <a:gd name="T100" fmla="*/ 278 w 300"/>
                <a:gd name="T101" fmla="*/ 325 h 524"/>
                <a:gd name="T102" fmla="*/ 286 w 300"/>
                <a:gd name="T103" fmla="*/ 10 h 524"/>
                <a:gd name="T104" fmla="*/ 278 w 300"/>
                <a:gd name="T105"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00" h="524">
                  <a:moveTo>
                    <a:pt x="278" y="0"/>
                  </a:moveTo>
                  <a:lnTo>
                    <a:pt x="98" y="12"/>
                  </a:lnTo>
                  <a:lnTo>
                    <a:pt x="96" y="17"/>
                  </a:lnTo>
                  <a:lnTo>
                    <a:pt x="79" y="34"/>
                  </a:lnTo>
                  <a:lnTo>
                    <a:pt x="74" y="48"/>
                  </a:lnTo>
                  <a:lnTo>
                    <a:pt x="74" y="67"/>
                  </a:lnTo>
                  <a:lnTo>
                    <a:pt x="72" y="77"/>
                  </a:lnTo>
                  <a:lnTo>
                    <a:pt x="58" y="87"/>
                  </a:lnTo>
                  <a:lnTo>
                    <a:pt x="46" y="101"/>
                  </a:lnTo>
                  <a:lnTo>
                    <a:pt x="43" y="106"/>
                  </a:lnTo>
                  <a:lnTo>
                    <a:pt x="43" y="120"/>
                  </a:lnTo>
                  <a:lnTo>
                    <a:pt x="33" y="130"/>
                  </a:lnTo>
                  <a:lnTo>
                    <a:pt x="33" y="139"/>
                  </a:lnTo>
                  <a:lnTo>
                    <a:pt x="29" y="154"/>
                  </a:lnTo>
                  <a:lnTo>
                    <a:pt x="19" y="168"/>
                  </a:lnTo>
                  <a:lnTo>
                    <a:pt x="24" y="185"/>
                  </a:lnTo>
                  <a:lnTo>
                    <a:pt x="31" y="195"/>
                  </a:lnTo>
                  <a:lnTo>
                    <a:pt x="33" y="204"/>
                  </a:lnTo>
                  <a:lnTo>
                    <a:pt x="36" y="209"/>
                  </a:lnTo>
                  <a:lnTo>
                    <a:pt x="36" y="212"/>
                  </a:lnTo>
                  <a:lnTo>
                    <a:pt x="31" y="216"/>
                  </a:lnTo>
                  <a:lnTo>
                    <a:pt x="29" y="226"/>
                  </a:lnTo>
                  <a:lnTo>
                    <a:pt x="29" y="231"/>
                  </a:lnTo>
                  <a:lnTo>
                    <a:pt x="29" y="240"/>
                  </a:lnTo>
                  <a:lnTo>
                    <a:pt x="41" y="262"/>
                  </a:lnTo>
                  <a:lnTo>
                    <a:pt x="43" y="281"/>
                  </a:lnTo>
                  <a:lnTo>
                    <a:pt x="48" y="293"/>
                  </a:lnTo>
                  <a:lnTo>
                    <a:pt x="53" y="298"/>
                  </a:lnTo>
                  <a:lnTo>
                    <a:pt x="53" y="310"/>
                  </a:lnTo>
                  <a:lnTo>
                    <a:pt x="43" y="315"/>
                  </a:lnTo>
                  <a:lnTo>
                    <a:pt x="38" y="320"/>
                  </a:lnTo>
                  <a:lnTo>
                    <a:pt x="33" y="341"/>
                  </a:lnTo>
                  <a:lnTo>
                    <a:pt x="17" y="368"/>
                  </a:lnTo>
                  <a:lnTo>
                    <a:pt x="2" y="413"/>
                  </a:lnTo>
                  <a:lnTo>
                    <a:pt x="0" y="447"/>
                  </a:lnTo>
                  <a:lnTo>
                    <a:pt x="168" y="440"/>
                  </a:lnTo>
                  <a:lnTo>
                    <a:pt x="173" y="445"/>
                  </a:lnTo>
                  <a:lnTo>
                    <a:pt x="168" y="462"/>
                  </a:lnTo>
                  <a:lnTo>
                    <a:pt x="168" y="486"/>
                  </a:lnTo>
                  <a:lnTo>
                    <a:pt x="187" y="502"/>
                  </a:lnTo>
                  <a:lnTo>
                    <a:pt x="190" y="522"/>
                  </a:lnTo>
                  <a:lnTo>
                    <a:pt x="202" y="524"/>
                  </a:lnTo>
                  <a:lnTo>
                    <a:pt x="221" y="507"/>
                  </a:lnTo>
                  <a:lnTo>
                    <a:pt x="262" y="495"/>
                  </a:lnTo>
                  <a:lnTo>
                    <a:pt x="271" y="500"/>
                  </a:lnTo>
                  <a:lnTo>
                    <a:pt x="286" y="495"/>
                  </a:lnTo>
                  <a:lnTo>
                    <a:pt x="288" y="498"/>
                  </a:lnTo>
                  <a:lnTo>
                    <a:pt x="298" y="500"/>
                  </a:lnTo>
                  <a:lnTo>
                    <a:pt x="300" y="500"/>
                  </a:lnTo>
                  <a:lnTo>
                    <a:pt x="281" y="339"/>
                  </a:lnTo>
                  <a:lnTo>
                    <a:pt x="278" y="325"/>
                  </a:lnTo>
                  <a:lnTo>
                    <a:pt x="286" y="10"/>
                  </a:lnTo>
                  <a:lnTo>
                    <a:pt x="278" y="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47"/>
            <p:cNvSpPr>
              <a:spLocks/>
            </p:cNvSpPr>
            <p:nvPr/>
          </p:nvSpPr>
          <p:spPr bwMode="auto">
            <a:xfrm>
              <a:off x="6323437" y="4392491"/>
              <a:ext cx="671513" cy="617537"/>
            </a:xfrm>
            <a:custGeom>
              <a:avLst/>
              <a:gdLst>
                <a:gd name="T0" fmla="*/ 0 w 423"/>
                <a:gd name="T1" fmla="*/ 16 h 389"/>
                <a:gd name="T2" fmla="*/ 380 w 423"/>
                <a:gd name="T3" fmla="*/ 0 h 389"/>
                <a:gd name="T4" fmla="*/ 380 w 423"/>
                <a:gd name="T5" fmla="*/ 4 h 389"/>
                <a:gd name="T6" fmla="*/ 387 w 423"/>
                <a:gd name="T7" fmla="*/ 9 h 389"/>
                <a:gd name="T8" fmla="*/ 390 w 423"/>
                <a:gd name="T9" fmla="*/ 19 h 389"/>
                <a:gd name="T10" fmla="*/ 390 w 423"/>
                <a:gd name="T11" fmla="*/ 28 h 389"/>
                <a:gd name="T12" fmla="*/ 378 w 423"/>
                <a:gd name="T13" fmla="*/ 38 h 389"/>
                <a:gd name="T14" fmla="*/ 368 w 423"/>
                <a:gd name="T15" fmla="*/ 48 h 389"/>
                <a:gd name="T16" fmla="*/ 366 w 423"/>
                <a:gd name="T17" fmla="*/ 57 h 389"/>
                <a:gd name="T18" fmla="*/ 423 w 423"/>
                <a:gd name="T19" fmla="*/ 53 h 389"/>
                <a:gd name="T20" fmla="*/ 421 w 423"/>
                <a:gd name="T21" fmla="*/ 57 h 389"/>
                <a:gd name="T22" fmla="*/ 423 w 423"/>
                <a:gd name="T23" fmla="*/ 62 h 389"/>
                <a:gd name="T24" fmla="*/ 418 w 423"/>
                <a:gd name="T25" fmla="*/ 72 h 389"/>
                <a:gd name="T26" fmla="*/ 409 w 423"/>
                <a:gd name="T27" fmla="*/ 84 h 389"/>
                <a:gd name="T28" fmla="*/ 404 w 423"/>
                <a:gd name="T29" fmla="*/ 105 h 389"/>
                <a:gd name="T30" fmla="*/ 392 w 423"/>
                <a:gd name="T31" fmla="*/ 120 h 389"/>
                <a:gd name="T32" fmla="*/ 394 w 423"/>
                <a:gd name="T33" fmla="*/ 134 h 389"/>
                <a:gd name="T34" fmla="*/ 394 w 423"/>
                <a:gd name="T35" fmla="*/ 153 h 389"/>
                <a:gd name="T36" fmla="*/ 390 w 423"/>
                <a:gd name="T37" fmla="*/ 153 h 389"/>
                <a:gd name="T38" fmla="*/ 382 w 423"/>
                <a:gd name="T39" fmla="*/ 163 h 389"/>
                <a:gd name="T40" fmla="*/ 380 w 423"/>
                <a:gd name="T41" fmla="*/ 168 h 389"/>
                <a:gd name="T42" fmla="*/ 363 w 423"/>
                <a:gd name="T43" fmla="*/ 185 h 389"/>
                <a:gd name="T44" fmla="*/ 358 w 423"/>
                <a:gd name="T45" fmla="*/ 199 h 389"/>
                <a:gd name="T46" fmla="*/ 358 w 423"/>
                <a:gd name="T47" fmla="*/ 218 h 389"/>
                <a:gd name="T48" fmla="*/ 356 w 423"/>
                <a:gd name="T49" fmla="*/ 228 h 389"/>
                <a:gd name="T50" fmla="*/ 342 w 423"/>
                <a:gd name="T51" fmla="*/ 238 h 389"/>
                <a:gd name="T52" fmla="*/ 330 w 423"/>
                <a:gd name="T53" fmla="*/ 252 h 389"/>
                <a:gd name="T54" fmla="*/ 327 w 423"/>
                <a:gd name="T55" fmla="*/ 257 h 389"/>
                <a:gd name="T56" fmla="*/ 327 w 423"/>
                <a:gd name="T57" fmla="*/ 271 h 389"/>
                <a:gd name="T58" fmla="*/ 317 w 423"/>
                <a:gd name="T59" fmla="*/ 281 h 389"/>
                <a:gd name="T60" fmla="*/ 317 w 423"/>
                <a:gd name="T61" fmla="*/ 290 h 389"/>
                <a:gd name="T62" fmla="*/ 313 w 423"/>
                <a:gd name="T63" fmla="*/ 305 h 389"/>
                <a:gd name="T64" fmla="*/ 303 w 423"/>
                <a:gd name="T65" fmla="*/ 319 h 389"/>
                <a:gd name="T66" fmla="*/ 308 w 423"/>
                <a:gd name="T67" fmla="*/ 336 h 389"/>
                <a:gd name="T68" fmla="*/ 315 w 423"/>
                <a:gd name="T69" fmla="*/ 346 h 389"/>
                <a:gd name="T70" fmla="*/ 317 w 423"/>
                <a:gd name="T71" fmla="*/ 355 h 389"/>
                <a:gd name="T72" fmla="*/ 320 w 423"/>
                <a:gd name="T73" fmla="*/ 360 h 389"/>
                <a:gd name="T74" fmla="*/ 320 w 423"/>
                <a:gd name="T75" fmla="*/ 363 h 389"/>
                <a:gd name="T76" fmla="*/ 315 w 423"/>
                <a:gd name="T77" fmla="*/ 367 h 389"/>
                <a:gd name="T78" fmla="*/ 313 w 423"/>
                <a:gd name="T79" fmla="*/ 377 h 389"/>
                <a:gd name="T80" fmla="*/ 313 w 423"/>
                <a:gd name="T81" fmla="*/ 382 h 389"/>
                <a:gd name="T82" fmla="*/ 56 w 423"/>
                <a:gd name="T83" fmla="*/ 389 h 389"/>
                <a:gd name="T84" fmla="*/ 56 w 423"/>
                <a:gd name="T85" fmla="*/ 334 h 389"/>
                <a:gd name="T86" fmla="*/ 41 w 423"/>
                <a:gd name="T87" fmla="*/ 329 h 389"/>
                <a:gd name="T88" fmla="*/ 29 w 423"/>
                <a:gd name="T89" fmla="*/ 334 h 389"/>
                <a:gd name="T90" fmla="*/ 25 w 423"/>
                <a:gd name="T91" fmla="*/ 334 h 389"/>
                <a:gd name="T92" fmla="*/ 13 w 423"/>
                <a:gd name="T93" fmla="*/ 324 h 389"/>
                <a:gd name="T94" fmla="*/ 15 w 423"/>
                <a:gd name="T95" fmla="*/ 134 h 389"/>
                <a:gd name="T96" fmla="*/ 0 w 423"/>
                <a:gd name="T97" fmla="*/ 16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3" h="389">
                  <a:moveTo>
                    <a:pt x="0" y="16"/>
                  </a:moveTo>
                  <a:lnTo>
                    <a:pt x="380" y="0"/>
                  </a:lnTo>
                  <a:lnTo>
                    <a:pt x="380" y="4"/>
                  </a:lnTo>
                  <a:lnTo>
                    <a:pt x="387" y="9"/>
                  </a:lnTo>
                  <a:lnTo>
                    <a:pt x="390" y="19"/>
                  </a:lnTo>
                  <a:lnTo>
                    <a:pt x="390" y="28"/>
                  </a:lnTo>
                  <a:lnTo>
                    <a:pt x="378" y="38"/>
                  </a:lnTo>
                  <a:lnTo>
                    <a:pt x="368" y="48"/>
                  </a:lnTo>
                  <a:lnTo>
                    <a:pt x="366" y="57"/>
                  </a:lnTo>
                  <a:lnTo>
                    <a:pt x="423" y="53"/>
                  </a:lnTo>
                  <a:lnTo>
                    <a:pt x="421" y="57"/>
                  </a:lnTo>
                  <a:lnTo>
                    <a:pt x="423" y="62"/>
                  </a:lnTo>
                  <a:lnTo>
                    <a:pt x="418" y="72"/>
                  </a:lnTo>
                  <a:lnTo>
                    <a:pt x="409" y="84"/>
                  </a:lnTo>
                  <a:lnTo>
                    <a:pt x="404" y="105"/>
                  </a:lnTo>
                  <a:lnTo>
                    <a:pt x="392" y="120"/>
                  </a:lnTo>
                  <a:lnTo>
                    <a:pt x="394" y="134"/>
                  </a:lnTo>
                  <a:lnTo>
                    <a:pt x="394" y="153"/>
                  </a:lnTo>
                  <a:lnTo>
                    <a:pt x="390" y="153"/>
                  </a:lnTo>
                  <a:lnTo>
                    <a:pt x="382" y="163"/>
                  </a:lnTo>
                  <a:lnTo>
                    <a:pt x="380" y="168"/>
                  </a:lnTo>
                  <a:lnTo>
                    <a:pt x="363" y="185"/>
                  </a:lnTo>
                  <a:lnTo>
                    <a:pt x="358" y="199"/>
                  </a:lnTo>
                  <a:lnTo>
                    <a:pt x="358" y="218"/>
                  </a:lnTo>
                  <a:lnTo>
                    <a:pt x="356" y="228"/>
                  </a:lnTo>
                  <a:lnTo>
                    <a:pt x="342" y="238"/>
                  </a:lnTo>
                  <a:lnTo>
                    <a:pt x="330" y="252"/>
                  </a:lnTo>
                  <a:lnTo>
                    <a:pt x="327" y="257"/>
                  </a:lnTo>
                  <a:lnTo>
                    <a:pt x="327" y="271"/>
                  </a:lnTo>
                  <a:lnTo>
                    <a:pt x="317" y="281"/>
                  </a:lnTo>
                  <a:lnTo>
                    <a:pt x="317" y="290"/>
                  </a:lnTo>
                  <a:lnTo>
                    <a:pt x="313" y="305"/>
                  </a:lnTo>
                  <a:lnTo>
                    <a:pt x="303" y="319"/>
                  </a:lnTo>
                  <a:lnTo>
                    <a:pt x="308" y="336"/>
                  </a:lnTo>
                  <a:lnTo>
                    <a:pt x="315" y="346"/>
                  </a:lnTo>
                  <a:lnTo>
                    <a:pt x="317" y="355"/>
                  </a:lnTo>
                  <a:lnTo>
                    <a:pt x="320" y="360"/>
                  </a:lnTo>
                  <a:lnTo>
                    <a:pt x="320" y="363"/>
                  </a:lnTo>
                  <a:lnTo>
                    <a:pt x="315" y="367"/>
                  </a:lnTo>
                  <a:lnTo>
                    <a:pt x="313" y="377"/>
                  </a:lnTo>
                  <a:lnTo>
                    <a:pt x="313" y="382"/>
                  </a:lnTo>
                  <a:lnTo>
                    <a:pt x="56" y="389"/>
                  </a:lnTo>
                  <a:lnTo>
                    <a:pt x="56" y="334"/>
                  </a:lnTo>
                  <a:lnTo>
                    <a:pt x="41" y="329"/>
                  </a:lnTo>
                  <a:lnTo>
                    <a:pt x="29" y="334"/>
                  </a:lnTo>
                  <a:lnTo>
                    <a:pt x="25" y="334"/>
                  </a:lnTo>
                  <a:lnTo>
                    <a:pt x="13" y="324"/>
                  </a:lnTo>
                  <a:lnTo>
                    <a:pt x="15" y="134"/>
                  </a:lnTo>
                  <a:lnTo>
                    <a:pt x="0" y="16"/>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3" name="Freeform 48"/>
            <p:cNvSpPr>
              <a:spLocks/>
            </p:cNvSpPr>
            <p:nvPr/>
          </p:nvSpPr>
          <p:spPr bwMode="auto">
            <a:xfrm>
              <a:off x="6412337" y="4998916"/>
              <a:ext cx="765175" cy="666750"/>
            </a:xfrm>
            <a:custGeom>
              <a:avLst/>
              <a:gdLst>
                <a:gd name="T0" fmla="*/ 257 w 482"/>
                <a:gd name="T1" fmla="*/ 9 h 420"/>
                <a:gd name="T2" fmla="*/ 276 w 482"/>
                <a:gd name="T3" fmla="*/ 62 h 420"/>
                <a:gd name="T4" fmla="*/ 271 w 482"/>
                <a:gd name="T5" fmla="*/ 84 h 420"/>
                <a:gd name="T6" fmla="*/ 245 w 482"/>
                <a:gd name="T7" fmla="*/ 137 h 420"/>
                <a:gd name="T8" fmla="*/ 396 w 482"/>
                <a:gd name="T9" fmla="*/ 209 h 420"/>
                <a:gd name="T10" fmla="*/ 396 w 482"/>
                <a:gd name="T11" fmla="*/ 255 h 420"/>
                <a:gd name="T12" fmla="*/ 394 w 482"/>
                <a:gd name="T13" fmla="*/ 286 h 420"/>
                <a:gd name="T14" fmla="*/ 360 w 482"/>
                <a:gd name="T15" fmla="*/ 279 h 420"/>
                <a:gd name="T16" fmla="*/ 350 w 482"/>
                <a:gd name="T17" fmla="*/ 310 h 420"/>
                <a:gd name="T18" fmla="*/ 386 w 482"/>
                <a:gd name="T19" fmla="*/ 303 h 420"/>
                <a:gd name="T20" fmla="*/ 410 w 482"/>
                <a:gd name="T21" fmla="*/ 300 h 420"/>
                <a:gd name="T22" fmla="*/ 401 w 482"/>
                <a:gd name="T23" fmla="*/ 312 h 420"/>
                <a:gd name="T24" fmla="*/ 415 w 482"/>
                <a:gd name="T25" fmla="*/ 324 h 420"/>
                <a:gd name="T26" fmla="*/ 446 w 482"/>
                <a:gd name="T27" fmla="*/ 300 h 420"/>
                <a:gd name="T28" fmla="*/ 461 w 482"/>
                <a:gd name="T29" fmla="*/ 303 h 420"/>
                <a:gd name="T30" fmla="*/ 458 w 482"/>
                <a:gd name="T31" fmla="*/ 319 h 420"/>
                <a:gd name="T32" fmla="*/ 422 w 482"/>
                <a:gd name="T33" fmla="*/ 353 h 420"/>
                <a:gd name="T34" fmla="*/ 446 w 482"/>
                <a:gd name="T35" fmla="*/ 382 h 420"/>
                <a:gd name="T36" fmla="*/ 480 w 482"/>
                <a:gd name="T37" fmla="*/ 408 h 420"/>
                <a:gd name="T38" fmla="*/ 446 w 482"/>
                <a:gd name="T39" fmla="*/ 401 h 420"/>
                <a:gd name="T40" fmla="*/ 401 w 482"/>
                <a:gd name="T41" fmla="*/ 375 h 420"/>
                <a:gd name="T42" fmla="*/ 384 w 482"/>
                <a:gd name="T43" fmla="*/ 394 h 420"/>
                <a:gd name="T44" fmla="*/ 372 w 482"/>
                <a:gd name="T45" fmla="*/ 411 h 420"/>
                <a:gd name="T46" fmla="*/ 355 w 482"/>
                <a:gd name="T47" fmla="*/ 396 h 420"/>
                <a:gd name="T48" fmla="*/ 336 w 482"/>
                <a:gd name="T49" fmla="*/ 396 h 420"/>
                <a:gd name="T50" fmla="*/ 305 w 482"/>
                <a:gd name="T51" fmla="*/ 408 h 420"/>
                <a:gd name="T52" fmla="*/ 254 w 482"/>
                <a:gd name="T53" fmla="*/ 375 h 420"/>
                <a:gd name="T54" fmla="*/ 233 w 482"/>
                <a:gd name="T55" fmla="*/ 360 h 420"/>
                <a:gd name="T56" fmla="*/ 233 w 482"/>
                <a:gd name="T57" fmla="*/ 353 h 420"/>
                <a:gd name="T58" fmla="*/ 213 w 482"/>
                <a:gd name="T59" fmla="*/ 351 h 420"/>
                <a:gd name="T60" fmla="*/ 204 w 482"/>
                <a:gd name="T61" fmla="*/ 341 h 420"/>
                <a:gd name="T62" fmla="*/ 192 w 482"/>
                <a:gd name="T63" fmla="*/ 370 h 420"/>
                <a:gd name="T64" fmla="*/ 89 w 482"/>
                <a:gd name="T65" fmla="*/ 353 h 420"/>
                <a:gd name="T66" fmla="*/ 19 w 482"/>
                <a:gd name="T67" fmla="*/ 351 h 420"/>
                <a:gd name="T68" fmla="*/ 31 w 482"/>
                <a:gd name="T69" fmla="*/ 334 h 420"/>
                <a:gd name="T70" fmla="*/ 33 w 482"/>
                <a:gd name="T71" fmla="*/ 293 h 420"/>
                <a:gd name="T72" fmla="*/ 36 w 482"/>
                <a:gd name="T73" fmla="*/ 267 h 420"/>
                <a:gd name="T74" fmla="*/ 50 w 482"/>
                <a:gd name="T75" fmla="*/ 233 h 420"/>
                <a:gd name="T76" fmla="*/ 41 w 482"/>
                <a:gd name="T77" fmla="*/ 192 h 420"/>
                <a:gd name="T78" fmla="*/ 36 w 482"/>
                <a:gd name="T79" fmla="*/ 180 h 420"/>
                <a:gd name="T80" fmla="*/ 21 w 482"/>
                <a:gd name="T81" fmla="*/ 161 h 420"/>
                <a:gd name="T82" fmla="*/ 5 w 482"/>
                <a:gd name="T83" fmla="*/ 122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82" h="420">
                  <a:moveTo>
                    <a:pt x="0" y="7"/>
                  </a:moveTo>
                  <a:lnTo>
                    <a:pt x="257" y="0"/>
                  </a:lnTo>
                  <a:lnTo>
                    <a:pt x="257" y="9"/>
                  </a:lnTo>
                  <a:lnTo>
                    <a:pt x="269" y="31"/>
                  </a:lnTo>
                  <a:lnTo>
                    <a:pt x="271" y="50"/>
                  </a:lnTo>
                  <a:lnTo>
                    <a:pt x="276" y="62"/>
                  </a:lnTo>
                  <a:lnTo>
                    <a:pt x="281" y="67"/>
                  </a:lnTo>
                  <a:lnTo>
                    <a:pt x="281" y="79"/>
                  </a:lnTo>
                  <a:lnTo>
                    <a:pt x="271" y="84"/>
                  </a:lnTo>
                  <a:lnTo>
                    <a:pt x="266" y="89"/>
                  </a:lnTo>
                  <a:lnTo>
                    <a:pt x="261" y="110"/>
                  </a:lnTo>
                  <a:lnTo>
                    <a:pt x="245" y="137"/>
                  </a:lnTo>
                  <a:lnTo>
                    <a:pt x="230" y="182"/>
                  </a:lnTo>
                  <a:lnTo>
                    <a:pt x="228" y="216"/>
                  </a:lnTo>
                  <a:lnTo>
                    <a:pt x="396" y="209"/>
                  </a:lnTo>
                  <a:lnTo>
                    <a:pt x="401" y="214"/>
                  </a:lnTo>
                  <a:lnTo>
                    <a:pt x="396" y="231"/>
                  </a:lnTo>
                  <a:lnTo>
                    <a:pt x="396" y="255"/>
                  </a:lnTo>
                  <a:lnTo>
                    <a:pt x="415" y="271"/>
                  </a:lnTo>
                  <a:lnTo>
                    <a:pt x="418" y="291"/>
                  </a:lnTo>
                  <a:lnTo>
                    <a:pt x="394" y="286"/>
                  </a:lnTo>
                  <a:lnTo>
                    <a:pt x="372" y="276"/>
                  </a:lnTo>
                  <a:lnTo>
                    <a:pt x="367" y="276"/>
                  </a:lnTo>
                  <a:lnTo>
                    <a:pt x="360" y="279"/>
                  </a:lnTo>
                  <a:lnTo>
                    <a:pt x="346" y="293"/>
                  </a:lnTo>
                  <a:lnTo>
                    <a:pt x="343" y="300"/>
                  </a:lnTo>
                  <a:lnTo>
                    <a:pt x="350" y="310"/>
                  </a:lnTo>
                  <a:lnTo>
                    <a:pt x="360" y="312"/>
                  </a:lnTo>
                  <a:lnTo>
                    <a:pt x="377" y="310"/>
                  </a:lnTo>
                  <a:lnTo>
                    <a:pt x="386" y="303"/>
                  </a:lnTo>
                  <a:lnTo>
                    <a:pt x="394" y="300"/>
                  </a:lnTo>
                  <a:lnTo>
                    <a:pt x="406" y="300"/>
                  </a:lnTo>
                  <a:lnTo>
                    <a:pt x="410" y="300"/>
                  </a:lnTo>
                  <a:lnTo>
                    <a:pt x="410" y="303"/>
                  </a:lnTo>
                  <a:lnTo>
                    <a:pt x="408" y="307"/>
                  </a:lnTo>
                  <a:lnTo>
                    <a:pt x="401" y="312"/>
                  </a:lnTo>
                  <a:lnTo>
                    <a:pt x="403" y="319"/>
                  </a:lnTo>
                  <a:lnTo>
                    <a:pt x="410" y="324"/>
                  </a:lnTo>
                  <a:lnTo>
                    <a:pt x="415" y="324"/>
                  </a:lnTo>
                  <a:lnTo>
                    <a:pt x="420" y="322"/>
                  </a:lnTo>
                  <a:lnTo>
                    <a:pt x="427" y="307"/>
                  </a:lnTo>
                  <a:lnTo>
                    <a:pt x="446" y="300"/>
                  </a:lnTo>
                  <a:lnTo>
                    <a:pt x="451" y="298"/>
                  </a:lnTo>
                  <a:lnTo>
                    <a:pt x="456" y="298"/>
                  </a:lnTo>
                  <a:lnTo>
                    <a:pt x="461" y="303"/>
                  </a:lnTo>
                  <a:lnTo>
                    <a:pt x="458" y="310"/>
                  </a:lnTo>
                  <a:lnTo>
                    <a:pt x="461" y="315"/>
                  </a:lnTo>
                  <a:lnTo>
                    <a:pt x="458" y="319"/>
                  </a:lnTo>
                  <a:lnTo>
                    <a:pt x="451" y="327"/>
                  </a:lnTo>
                  <a:lnTo>
                    <a:pt x="437" y="343"/>
                  </a:lnTo>
                  <a:lnTo>
                    <a:pt x="422" y="353"/>
                  </a:lnTo>
                  <a:lnTo>
                    <a:pt x="422" y="363"/>
                  </a:lnTo>
                  <a:lnTo>
                    <a:pt x="427" y="372"/>
                  </a:lnTo>
                  <a:lnTo>
                    <a:pt x="446" y="382"/>
                  </a:lnTo>
                  <a:lnTo>
                    <a:pt x="478" y="394"/>
                  </a:lnTo>
                  <a:lnTo>
                    <a:pt x="482" y="401"/>
                  </a:lnTo>
                  <a:lnTo>
                    <a:pt x="480" y="408"/>
                  </a:lnTo>
                  <a:lnTo>
                    <a:pt x="473" y="411"/>
                  </a:lnTo>
                  <a:lnTo>
                    <a:pt x="449" y="420"/>
                  </a:lnTo>
                  <a:lnTo>
                    <a:pt x="446" y="401"/>
                  </a:lnTo>
                  <a:lnTo>
                    <a:pt x="432" y="394"/>
                  </a:lnTo>
                  <a:lnTo>
                    <a:pt x="403" y="382"/>
                  </a:lnTo>
                  <a:lnTo>
                    <a:pt x="401" y="375"/>
                  </a:lnTo>
                  <a:lnTo>
                    <a:pt x="396" y="370"/>
                  </a:lnTo>
                  <a:lnTo>
                    <a:pt x="386" y="375"/>
                  </a:lnTo>
                  <a:lnTo>
                    <a:pt x="384" y="394"/>
                  </a:lnTo>
                  <a:lnTo>
                    <a:pt x="386" y="396"/>
                  </a:lnTo>
                  <a:lnTo>
                    <a:pt x="386" y="401"/>
                  </a:lnTo>
                  <a:lnTo>
                    <a:pt x="372" y="411"/>
                  </a:lnTo>
                  <a:lnTo>
                    <a:pt x="367" y="408"/>
                  </a:lnTo>
                  <a:lnTo>
                    <a:pt x="360" y="399"/>
                  </a:lnTo>
                  <a:lnTo>
                    <a:pt x="355" y="396"/>
                  </a:lnTo>
                  <a:lnTo>
                    <a:pt x="346" y="401"/>
                  </a:lnTo>
                  <a:lnTo>
                    <a:pt x="341" y="396"/>
                  </a:lnTo>
                  <a:lnTo>
                    <a:pt x="336" y="396"/>
                  </a:lnTo>
                  <a:lnTo>
                    <a:pt x="324" y="411"/>
                  </a:lnTo>
                  <a:lnTo>
                    <a:pt x="310" y="411"/>
                  </a:lnTo>
                  <a:lnTo>
                    <a:pt x="305" y="408"/>
                  </a:lnTo>
                  <a:lnTo>
                    <a:pt x="290" y="406"/>
                  </a:lnTo>
                  <a:lnTo>
                    <a:pt x="266" y="377"/>
                  </a:lnTo>
                  <a:lnTo>
                    <a:pt x="254" y="375"/>
                  </a:lnTo>
                  <a:lnTo>
                    <a:pt x="242" y="370"/>
                  </a:lnTo>
                  <a:lnTo>
                    <a:pt x="237" y="360"/>
                  </a:lnTo>
                  <a:lnTo>
                    <a:pt x="233" y="360"/>
                  </a:lnTo>
                  <a:lnTo>
                    <a:pt x="233" y="358"/>
                  </a:lnTo>
                  <a:lnTo>
                    <a:pt x="230" y="358"/>
                  </a:lnTo>
                  <a:lnTo>
                    <a:pt x="233" y="353"/>
                  </a:lnTo>
                  <a:lnTo>
                    <a:pt x="228" y="351"/>
                  </a:lnTo>
                  <a:lnTo>
                    <a:pt x="223" y="353"/>
                  </a:lnTo>
                  <a:lnTo>
                    <a:pt x="213" y="351"/>
                  </a:lnTo>
                  <a:lnTo>
                    <a:pt x="211" y="348"/>
                  </a:lnTo>
                  <a:lnTo>
                    <a:pt x="209" y="341"/>
                  </a:lnTo>
                  <a:lnTo>
                    <a:pt x="204" y="341"/>
                  </a:lnTo>
                  <a:lnTo>
                    <a:pt x="187" y="358"/>
                  </a:lnTo>
                  <a:lnTo>
                    <a:pt x="194" y="368"/>
                  </a:lnTo>
                  <a:lnTo>
                    <a:pt x="192" y="370"/>
                  </a:lnTo>
                  <a:lnTo>
                    <a:pt x="163" y="372"/>
                  </a:lnTo>
                  <a:lnTo>
                    <a:pt x="115" y="363"/>
                  </a:lnTo>
                  <a:lnTo>
                    <a:pt x="89" y="353"/>
                  </a:lnTo>
                  <a:lnTo>
                    <a:pt x="24" y="360"/>
                  </a:lnTo>
                  <a:lnTo>
                    <a:pt x="21" y="358"/>
                  </a:lnTo>
                  <a:lnTo>
                    <a:pt x="19" y="351"/>
                  </a:lnTo>
                  <a:lnTo>
                    <a:pt x="21" y="346"/>
                  </a:lnTo>
                  <a:lnTo>
                    <a:pt x="24" y="341"/>
                  </a:lnTo>
                  <a:lnTo>
                    <a:pt x="31" y="334"/>
                  </a:lnTo>
                  <a:lnTo>
                    <a:pt x="38" y="310"/>
                  </a:lnTo>
                  <a:lnTo>
                    <a:pt x="33" y="300"/>
                  </a:lnTo>
                  <a:lnTo>
                    <a:pt x="33" y="293"/>
                  </a:lnTo>
                  <a:lnTo>
                    <a:pt x="33" y="288"/>
                  </a:lnTo>
                  <a:lnTo>
                    <a:pt x="33" y="281"/>
                  </a:lnTo>
                  <a:lnTo>
                    <a:pt x="36" y="267"/>
                  </a:lnTo>
                  <a:lnTo>
                    <a:pt x="43" y="262"/>
                  </a:lnTo>
                  <a:lnTo>
                    <a:pt x="48" y="252"/>
                  </a:lnTo>
                  <a:lnTo>
                    <a:pt x="50" y="233"/>
                  </a:lnTo>
                  <a:lnTo>
                    <a:pt x="50" y="221"/>
                  </a:lnTo>
                  <a:lnTo>
                    <a:pt x="48" y="204"/>
                  </a:lnTo>
                  <a:lnTo>
                    <a:pt x="41" y="192"/>
                  </a:lnTo>
                  <a:lnTo>
                    <a:pt x="36" y="190"/>
                  </a:lnTo>
                  <a:lnTo>
                    <a:pt x="38" y="182"/>
                  </a:lnTo>
                  <a:lnTo>
                    <a:pt x="36" y="180"/>
                  </a:lnTo>
                  <a:lnTo>
                    <a:pt x="31" y="168"/>
                  </a:lnTo>
                  <a:lnTo>
                    <a:pt x="24" y="163"/>
                  </a:lnTo>
                  <a:lnTo>
                    <a:pt x="21" y="161"/>
                  </a:lnTo>
                  <a:lnTo>
                    <a:pt x="26" y="149"/>
                  </a:lnTo>
                  <a:lnTo>
                    <a:pt x="19" y="134"/>
                  </a:lnTo>
                  <a:lnTo>
                    <a:pt x="5" y="122"/>
                  </a:lnTo>
                  <a:lnTo>
                    <a:pt x="2" y="115"/>
                  </a:lnTo>
                  <a:lnTo>
                    <a:pt x="0" y="7"/>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4" name="Freeform 49"/>
            <p:cNvSpPr>
              <a:spLocks/>
            </p:cNvSpPr>
            <p:nvPr/>
          </p:nvSpPr>
          <p:spPr bwMode="auto">
            <a:xfrm>
              <a:off x="6167862" y="3697166"/>
              <a:ext cx="903288" cy="785812"/>
            </a:xfrm>
            <a:custGeom>
              <a:avLst/>
              <a:gdLst>
                <a:gd name="T0" fmla="*/ 478 w 569"/>
                <a:gd name="T1" fmla="*/ 438 h 495"/>
                <a:gd name="T2" fmla="*/ 485 w 569"/>
                <a:gd name="T3" fmla="*/ 447 h 495"/>
                <a:gd name="T4" fmla="*/ 488 w 569"/>
                <a:gd name="T5" fmla="*/ 466 h 495"/>
                <a:gd name="T6" fmla="*/ 466 w 569"/>
                <a:gd name="T7" fmla="*/ 486 h 495"/>
                <a:gd name="T8" fmla="*/ 521 w 569"/>
                <a:gd name="T9" fmla="*/ 491 h 495"/>
                <a:gd name="T10" fmla="*/ 524 w 569"/>
                <a:gd name="T11" fmla="*/ 469 h 495"/>
                <a:gd name="T12" fmla="*/ 536 w 569"/>
                <a:gd name="T13" fmla="*/ 435 h 495"/>
                <a:gd name="T14" fmla="*/ 552 w 569"/>
                <a:gd name="T15" fmla="*/ 423 h 495"/>
                <a:gd name="T16" fmla="*/ 560 w 569"/>
                <a:gd name="T17" fmla="*/ 421 h 495"/>
                <a:gd name="T18" fmla="*/ 567 w 569"/>
                <a:gd name="T19" fmla="*/ 385 h 495"/>
                <a:gd name="T20" fmla="*/ 560 w 569"/>
                <a:gd name="T21" fmla="*/ 380 h 495"/>
                <a:gd name="T22" fmla="*/ 555 w 569"/>
                <a:gd name="T23" fmla="*/ 375 h 495"/>
                <a:gd name="T24" fmla="*/ 550 w 569"/>
                <a:gd name="T25" fmla="*/ 380 h 495"/>
                <a:gd name="T26" fmla="*/ 528 w 569"/>
                <a:gd name="T27" fmla="*/ 351 h 495"/>
                <a:gd name="T28" fmla="*/ 536 w 569"/>
                <a:gd name="T29" fmla="*/ 342 h 495"/>
                <a:gd name="T30" fmla="*/ 528 w 569"/>
                <a:gd name="T31" fmla="*/ 327 h 495"/>
                <a:gd name="T32" fmla="*/ 500 w 569"/>
                <a:gd name="T33" fmla="*/ 289 h 495"/>
                <a:gd name="T34" fmla="*/ 464 w 569"/>
                <a:gd name="T35" fmla="*/ 269 h 495"/>
                <a:gd name="T36" fmla="*/ 444 w 569"/>
                <a:gd name="T37" fmla="*/ 243 h 495"/>
                <a:gd name="T38" fmla="*/ 464 w 569"/>
                <a:gd name="T39" fmla="*/ 219 h 495"/>
                <a:gd name="T40" fmla="*/ 466 w 569"/>
                <a:gd name="T41" fmla="*/ 190 h 495"/>
                <a:gd name="T42" fmla="*/ 442 w 569"/>
                <a:gd name="T43" fmla="*/ 173 h 495"/>
                <a:gd name="T44" fmla="*/ 428 w 569"/>
                <a:gd name="T45" fmla="*/ 183 h 495"/>
                <a:gd name="T46" fmla="*/ 408 w 569"/>
                <a:gd name="T47" fmla="*/ 142 h 495"/>
                <a:gd name="T48" fmla="*/ 377 w 569"/>
                <a:gd name="T49" fmla="*/ 116 h 495"/>
                <a:gd name="T50" fmla="*/ 351 w 569"/>
                <a:gd name="T51" fmla="*/ 80 h 495"/>
                <a:gd name="T52" fmla="*/ 343 w 569"/>
                <a:gd name="T53" fmla="*/ 41 h 495"/>
                <a:gd name="T54" fmla="*/ 348 w 569"/>
                <a:gd name="T55" fmla="*/ 27 h 495"/>
                <a:gd name="T56" fmla="*/ 0 w 569"/>
                <a:gd name="T57" fmla="*/ 12 h 495"/>
                <a:gd name="T58" fmla="*/ 14 w 569"/>
                <a:gd name="T59" fmla="*/ 29 h 495"/>
                <a:gd name="T60" fmla="*/ 29 w 569"/>
                <a:gd name="T61" fmla="*/ 58 h 495"/>
                <a:gd name="T62" fmla="*/ 31 w 569"/>
                <a:gd name="T63" fmla="*/ 72 h 495"/>
                <a:gd name="T64" fmla="*/ 67 w 569"/>
                <a:gd name="T65" fmla="*/ 101 h 495"/>
                <a:gd name="T66" fmla="*/ 53 w 569"/>
                <a:gd name="T67" fmla="*/ 130 h 495"/>
                <a:gd name="T68" fmla="*/ 70 w 569"/>
                <a:gd name="T69" fmla="*/ 140 h 495"/>
                <a:gd name="T70" fmla="*/ 82 w 569"/>
                <a:gd name="T71" fmla="*/ 164 h 495"/>
                <a:gd name="T72" fmla="*/ 94 w 569"/>
                <a:gd name="T73" fmla="*/ 168 h 495"/>
                <a:gd name="T74" fmla="*/ 98 w 569"/>
                <a:gd name="T75" fmla="*/ 454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69" h="495">
                  <a:moveTo>
                    <a:pt x="98" y="454"/>
                  </a:moveTo>
                  <a:lnTo>
                    <a:pt x="478" y="438"/>
                  </a:lnTo>
                  <a:lnTo>
                    <a:pt x="478" y="442"/>
                  </a:lnTo>
                  <a:lnTo>
                    <a:pt x="485" y="447"/>
                  </a:lnTo>
                  <a:lnTo>
                    <a:pt x="488" y="457"/>
                  </a:lnTo>
                  <a:lnTo>
                    <a:pt x="488" y="466"/>
                  </a:lnTo>
                  <a:lnTo>
                    <a:pt x="476" y="476"/>
                  </a:lnTo>
                  <a:lnTo>
                    <a:pt x="466" y="486"/>
                  </a:lnTo>
                  <a:lnTo>
                    <a:pt x="464" y="495"/>
                  </a:lnTo>
                  <a:lnTo>
                    <a:pt x="521" y="491"/>
                  </a:lnTo>
                  <a:lnTo>
                    <a:pt x="526" y="474"/>
                  </a:lnTo>
                  <a:lnTo>
                    <a:pt x="524" y="469"/>
                  </a:lnTo>
                  <a:lnTo>
                    <a:pt x="528" y="450"/>
                  </a:lnTo>
                  <a:lnTo>
                    <a:pt x="536" y="435"/>
                  </a:lnTo>
                  <a:lnTo>
                    <a:pt x="540" y="428"/>
                  </a:lnTo>
                  <a:lnTo>
                    <a:pt x="552" y="423"/>
                  </a:lnTo>
                  <a:lnTo>
                    <a:pt x="555" y="426"/>
                  </a:lnTo>
                  <a:lnTo>
                    <a:pt x="560" y="421"/>
                  </a:lnTo>
                  <a:lnTo>
                    <a:pt x="569" y="394"/>
                  </a:lnTo>
                  <a:lnTo>
                    <a:pt x="567" y="385"/>
                  </a:lnTo>
                  <a:lnTo>
                    <a:pt x="562" y="380"/>
                  </a:lnTo>
                  <a:lnTo>
                    <a:pt x="560" y="380"/>
                  </a:lnTo>
                  <a:lnTo>
                    <a:pt x="557" y="378"/>
                  </a:lnTo>
                  <a:lnTo>
                    <a:pt x="555" y="375"/>
                  </a:lnTo>
                  <a:lnTo>
                    <a:pt x="550" y="375"/>
                  </a:lnTo>
                  <a:lnTo>
                    <a:pt x="550" y="380"/>
                  </a:lnTo>
                  <a:lnTo>
                    <a:pt x="545" y="380"/>
                  </a:lnTo>
                  <a:lnTo>
                    <a:pt x="528" y="351"/>
                  </a:lnTo>
                  <a:lnTo>
                    <a:pt x="528" y="346"/>
                  </a:lnTo>
                  <a:lnTo>
                    <a:pt x="536" y="342"/>
                  </a:lnTo>
                  <a:lnTo>
                    <a:pt x="536" y="337"/>
                  </a:lnTo>
                  <a:lnTo>
                    <a:pt x="528" y="327"/>
                  </a:lnTo>
                  <a:lnTo>
                    <a:pt x="524" y="308"/>
                  </a:lnTo>
                  <a:lnTo>
                    <a:pt x="500" y="289"/>
                  </a:lnTo>
                  <a:lnTo>
                    <a:pt x="488" y="284"/>
                  </a:lnTo>
                  <a:lnTo>
                    <a:pt x="464" y="269"/>
                  </a:lnTo>
                  <a:lnTo>
                    <a:pt x="449" y="255"/>
                  </a:lnTo>
                  <a:lnTo>
                    <a:pt x="444" y="243"/>
                  </a:lnTo>
                  <a:lnTo>
                    <a:pt x="447" y="236"/>
                  </a:lnTo>
                  <a:lnTo>
                    <a:pt x="464" y="219"/>
                  </a:lnTo>
                  <a:lnTo>
                    <a:pt x="461" y="202"/>
                  </a:lnTo>
                  <a:lnTo>
                    <a:pt x="466" y="190"/>
                  </a:lnTo>
                  <a:lnTo>
                    <a:pt x="461" y="183"/>
                  </a:lnTo>
                  <a:lnTo>
                    <a:pt x="442" y="173"/>
                  </a:lnTo>
                  <a:lnTo>
                    <a:pt x="435" y="176"/>
                  </a:lnTo>
                  <a:lnTo>
                    <a:pt x="428" y="183"/>
                  </a:lnTo>
                  <a:lnTo>
                    <a:pt x="423" y="180"/>
                  </a:lnTo>
                  <a:lnTo>
                    <a:pt x="408" y="142"/>
                  </a:lnTo>
                  <a:lnTo>
                    <a:pt x="401" y="135"/>
                  </a:lnTo>
                  <a:lnTo>
                    <a:pt x="377" y="116"/>
                  </a:lnTo>
                  <a:lnTo>
                    <a:pt x="353" y="87"/>
                  </a:lnTo>
                  <a:lnTo>
                    <a:pt x="351" y="80"/>
                  </a:lnTo>
                  <a:lnTo>
                    <a:pt x="346" y="63"/>
                  </a:lnTo>
                  <a:lnTo>
                    <a:pt x="343" y="41"/>
                  </a:lnTo>
                  <a:lnTo>
                    <a:pt x="348" y="29"/>
                  </a:lnTo>
                  <a:lnTo>
                    <a:pt x="348" y="27"/>
                  </a:lnTo>
                  <a:lnTo>
                    <a:pt x="324" y="0"/>
                  </a:lnTo>
                  <a:lnTo>
                    <a:pt x="0" y="12"/>
                  </a:lnTo>
                  <a:lnTo>
                    <a:pt x="5" y="22"/>
                  </a:lnTo>
                  <a:lnTo>
                    <a:pt x="14" y="29"/>
                  </a:lnTo>
                  <a:lnTo>
                    <a:pt x="17" y="43"/>
                  </a:lnTo>
                  <a:lnTo>
                    <a:pt x="29" y="58"/>
                  </a:lnTo>
                  <a:lnTo>
                    <a:pt x="34" y="60"/>
                  </a:lnTo>
                  <a:lnTo>
                    <a:pt x="31" y="72"/>
                  </a:lnTo>
                  <a:lnTo>
                    <a:pt x="31" y="75"/>
                  </a:lnTo>
                  <a:lnTo>
                    <a:pt x="67" y="101"/>
                  </a:lnTo>
                  <a:lnTo>
                    <a:pt x="55" y="116"/>
                  </a:lnTo>
                  <a:lnTo>
                    <a:pt x="53" y="130"/>
                  </a:lnTo>
                  <a:lnTo>
                    <a:pt x="60" y="135"/>
                  </a:lnTo>
                  <a:lnTo>
                    <a:pt x="70" y="140"/>
                  </a:lnTo>
                  <a:lnTo>
                    <a:pt x="74" y="159"/>
                  </a:lnTo>
                  <a:lnTo>
                    <a:pt x="82" y="164"/>
                  </a:lnTo>
                  <a:lnTo>
                    <a:pt x="91" y="166"/>
                  </a:lnTo>
                  <a:lnTo>
                    <a:pt x="94" y="168"/>
                  </a:lnTo>
                  <a:lnTo>
                    <a:pt x="96" y="402"/>
                  </a:lnTo>
                  <a:lnTo>
                    <a:pt x="98" y="454"/>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50"/>
            <p:cNvSpPr>
              <a:spLocks/>
            </p:cNvSpPr>
            <p:nvPr/>
          </p:nvSpPr>
          <p:spPr bwMode="auto">
            <a:xfrm>
              <a:off x="6056737" y="3197104"/>
              <a:ext cx="815975" cy="542925"/>
            </a:xfrm>
            <a:custGeom>
              <a:avLst/>
              <a:gdLst>
                <a:gd name="T0" fmla="*/ 418 w 514"/>
                <a:gd name="T1" fmla="*/ 0 h 342"/>
                <a:gd name="T2" fmla="*/ 430 w 514"/>
                <a:gd name="T3" fmla="*/ 24 h 342"/>
                <a:gd name="T4" fmla="*/ 423 w 514"/>
                <a:gd name="T5" fmla="*/ 41 h 342"/>
                <a:gd name="T6" fmla="*/ 435 w 514"/>
                <a:gd name="T7" fmla="*/ 82 h 342"/>
                <a:gd name="T8" fmla="*/ 469 w 514"/>
                <a:gd name="T9" fmla="*/ 99 h 342"/>
                <a:gd name="T10" fmla="*/ 473 w 514"/>
                <a:gd name="T11" fmla="*/ 113 h 342"/>
                <a:gd name="T12" fmla="*/ 493 w 514"/>
                <a:gd name="T13" fmla="*/ 135 h 342"/>
                <a:gd name="T14" fmla="*/ 514 w 514"/>
                <a:gd name="T15" fmla="*/ 164 h 342"/>
                <a:gd name="T16" fmla="*/ 507 w 514"/>
                <a:gd name="T17" fmla="*/ 183 h 342"/>
                <a:gd name="T18" fmla="*/ 502 w 514"/>
                <a:gd name="T19" fmla="*/ 197 h 342"/>
                <a:gd name="T20" fmla="*/ 473 w 514"/>
                <a:gd name="T21" fmla="*/ 217 h 342"/>
                <a:gd name="T22" fmla="*/ 454 w 514"/>
                <a:gd name="T23" fmla="*/ 222 h 342"/>
                <a:gd name="T24" fmla="*/ 440 w 514"/>
                <a:gd name="T25" fmla="*/ 238 h 342"/>
                <a:gd name="T26" fmla="*/ 452 w 514"/>
                <a:gd name="T27" fmla="*/ 258 h 342"/>
                <a:gd name="T28" fmla="*/ 452 w 514"/>
                <a:gd name="T29" fmla="*/ 279 h 342"/>
                <a:gd name="T30" fmla="*/ 428 w 514"/>
                <a:gd name="T31" fmla="*/ 315 h 342"/>
                <a:gd name="T32" fmla="*/ 423 w 514"/>
                <a:gd name="T33" fmla="*/ 332 h 342"/>
                <a:gd name="T34" fmla="*/ 394 w 514"/>
                <a:gd name="T35" fmla="*/ 315 h 342"/>
                <a:gd name="T36" fmla="*/ 65 w 514"/>
                <a:gd name="T37" fmla="*/ 322 h 342"/>
                <a:gd name="T38" fmla="*/ 65 w 514"/>
                <a:gd name="T39" fmla="*/ 301 h 342"/>
                <a:gd name="T40" fmla="*/ 58 w 514"/>
                <a:gd name="T41" fmla="*/ 284 h 342"/>
                <a:gd name="T42" fmla="*/ 60 w 514"/>
                <a:gd name="T43" fmla="*/ 267 h 342"/>
                <a:gd name="T44" fmla="*/ 51 w 514"/>
                <a:gd name="T45" fmla="*/ 246 h 342"/>
                <a:gd name="T46" fmla="*/ 51 w 514"/>
                <a:gd name="T47" fmla="*/ 226 h 342"/>
                <a:gd name="T48" fmla="*/ 36 w 514"/>
                <a:gd name="T49" fmla="*/ 209 h 342"/>
                <a:gd name="T50" fmla="*/ 32 w 514"/>
                <a:gd name="T51" fmla="*/ 193 h 342"/>
                <a:gd name="T52" fmla="*/ 17 w 514"/>
                <a:gd name="T53" fmla="*/ 169 h 342"/>
                <a:gd name="T54" fmla="*/ 22 w 514"/>
                <a:gd name="T55" fmla="*/ 145 h 342"/>
                <a:gd name="T56" fmla="*/ 12 w 514"/>
                <a:gd name="T57" fmla="*/ 128 h 342"/>
                <a:gd name="T58" fmla="*/ 10 w 514"/>
                <a:gd name="T59" fmla="*/ 113 h 342"/>
                <a:gd name="T60" fmla="*/ 10 w 514"/>
                <a:gd name="T61" fmla="*/ 75 h 342"/>
                <a:gd name="T62" fmla="*/ 15 w 514"/>
                <a:gd name="T63" fmla="*/ 60 h 342"/>
                <a:gd name="T64" fmla="*/ 5 w 514"/>
                <a:gd name="T65" fmla="*/ 39 h 342"/>
                <a:gd name="T66" fmla="*/ 5 w 514"/>
                <a:gd name="T67" fmla="*/ 22 h 342"/>
                <a:gd name="T68" fmla="*/ 10 w 514"/>
                <a:gd name="T69" fmla="*/ 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4" h="342">
                  <a:moveTo>
                    <a:pt x="15" y="15"/>
                  </a:moveTo>
                  <a:lnTo>
                    <a:pt x="418" y="0"/>
                  </a:lnTo>
                  <a:lnTo>
                    <a:pt x="421" y="15"/>
                  </a:lnTo>
                  <a:lnTo>
                    <a:pt x="430" y="24"/>
                  </a:lnTo>
                  <a:lnTo>
                    <a:pt x="430" y="29"/>
                  </a:lnTo>
                  <a:lnTo>
                    <a:pt x="423" y="41"/>
                  </a:lnTo>
                  <a:lnTo>
                    <a:pt x="428" y="53"/>
                  </a:lnTo>
                  <a:lnTo>
                    <a:pt x="435" y="82"/>
                  </a:lnTo>
                  <a:lnTo>
                    <a:pt x="461" y="92"/>
                  </a:lnTo>
                  <a:lnTo>
                    <a:pt x="469" y="99"/>
                  </a:lnTo>
                  <a:lnTo>
                    <a:pt x="471" y="109"/>
                  </a:lnTo>
                  <a:lnTo>
                    <a:pt x="473" y="113"/>
                  </a:lnTo>
                  <a:lnTo>
                    <a:pt x="490" y="125"/>
                  </a:lnTo>
                  <a:lnTo>
                    <a:pt x="493" y="135"/>
                  </a:lnTo>
                  <a:lnTo>
                    <a:pt x="507" y="145"/>
                  </a:lnTo>
                  <a:lnTo>
                    <a:pt x="514" y="164"/>
                  </a:lnTo>
                  <a:lnTo>
                    <a:pt x="512" y="171"/>
                  </a:lnTo>
                  <a:lnTo>
                    <a:pt x="507" y="183"/>
                  </a:lnTo>
                  <a:lnTo>
                    <a:pt x="502" y="188"/>
                  </a:lnTo>
                  <a:lnTo>
                    <a:pt x="502" y="197"/>
                  </a:lnTo>
                  <a:lnTo>
                    <a:pt x="488" y="214"/>
                  </a:lnTo>
                  <a:lnTo>
                    <a:pt x="473" y="217"/>
                  </a:lnTo>
                  <a:lnTo>
                    <a:pt x="471" y="222"/>
                  </a:lnTo>
                  <a:lnTo>
                    <a:pt x="454" y="222"/>
                  </a:lnTo>
                  <a:lnTo>
                    <a:pt x="447" y="226"/>
                  </a:lnTo>
                  <a:lnTo>
                    <a:pt x="440" y="238"/>
                  </a:lnTo>
                  <a:lnTo>
                    <a:pt x="442" y="248"/>
                  </a:lnTo>
                  <a:lnTo>
                    <a:pt x="452" y="258"/>
                  </a:lnTo>
                  <a:lnTo>
                    <a:pt x="454" y="265"/>
                  </a:lnTo>
                  <a:lnTo>
                    <a:pt x="452" y="279"/>
                  </a:lnTo>
                  <a:lnTo>
                    <a:pt x="440" y="306"/>
                  </a:lnTo>
                  <a:lnTo>
                    <a:pt x="428" y="315"/>
                  </a:lnTo>
                  <a:lnTo>
                    <a:pt x="423" y="322"/>
                  </a:lnTo>
                  <a:lnTo>
                    <a:pt x="423" y="332"/>
                  </a:lnTo>
                  <a:lnTo>
                    <a:pt x="418" y="342"/>
                  </a:lnTo>
                  <a:lnTo>
                    <a:pt x="394" y="315"/>
                  </a:lnTo>
                  <a:lnTo>
                    <a:pt x="70" y="327"/>
                  </a:lnTo>
                  <a:lnTo>
                    <a:pt x="65" y="322"/>
                  </a:lnTo>
                  <a:lnTo>
                    <a:pt x="63" y="310"/>
                  </a:lnTo>
                  <a:lnTo>
                    <a:pt x="65" y="301"/>
                  </a:lnTo>
                  <a:lnTo>
                    <a:pt x="60" y="294"/>
                  </a:lnTo>
                  <a:lnTo>
                    <a:pt x="58" y="284"/>
                  </a:lnTo>
                  <a:lnTo>
                    <a:pt x="63" y="277"/>
                  </a:lnTo>
                  <a:lnTo>
                    <a:pt x="60" y="267"/>
                  </a:lnTo>
                  <a:lnTo>
                    <a:pt x="48" y="262"/>
                  </a:lnTo>
                  <a:lnTo>
                    <a:pt x="51" y="246"/>
                  </a:lnTo>
                  <a:lnTo>
                    <a:pt x="56" y="236"/>
                  </a:lnTo>
                  <a:lnTo>
                    <a:pt x="51" y="226"/>
                  </a:lnTo>
                  <a:lnTo>
                    <a:pt x="41" y="219"/>
                  </a:lnTo>
                  <a:lnTo>
                    <a:pt x="36" y="209"/>
                  </a:lnTo>
                  <a:lnTo>
                    <a:pt x="41" y="202"/>
                  </a:lnTo>
                  <a:lnTo>
                    <a:pt x="32" y="193"/>
                  </a:lnTo>
                  <a:lnTo>
                    <a:pt x="27" y="176"/>
                  </a:lnTo>
                  <a:lnTo>
                    <a:pt x="17" y="169"/>
                  </a:lnTo>
                  <a:lnTo>
                    <a:pt x="22" y="152"/>
                  </a:lnTo>
                  <a:lnTo>
                    <a:pt x="22" y="145"/>
                  </a:lnTo>
                  <a:lnTo>
                    <a:pt x="12" y="137"/>
                  </a:lnTo>
                  <a:lnTo>
                    <a:pt x="12" y="128"/>
                  </a:lnTo>
                  <a:lnTo>
                    <a:pt x="12" y="125"/>
                  </a:lnTo>
                  <a:lnTo>
                    <a:pt x="10" y="113"/>
                  </a:lnTo>
                  <a:lnTo>
                    <a:pt x="0" y="94"/>
                  </a:lnTo>
                  <a:lnTo>
                    <a:pt x="10" y="75"/>
                  </a:lnTo>
                  <a:lnTo>
                    <a:pt x="8" y="65"/>
                  </a:lnTo>
                  <a:lnTo>
                    <a:pt x="15" y="60"/>
                  </a:lnTo>
                  <a:lnTo>
                    <a:pt x="10" y="44"/>
                  </a:lnTo>
                  <a:lnTo>
                    <a:pt x="5" y="39"/>
                  </a:lnTo>
                  <a:lnTo>
                    <a:pt x="10" y="27"/>
                  </a:lnTo>
                  <a:lnTo>
                    <a:pt x="5" y="22"/>
                  </a:lnTo>
                  <a:lnTo>
                    <a:pt x="3" y="15"/>
                  </a:lnTo>
                  <a:lnTo>
                    <a:pt x="10" y="15"/>
                  </a:lnTo>
                  <a:lnTo>
                    <a:pt x="15" y="15"/>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6" name="Freeform 51"/>
            <p:cNvSpPr>
              <a:spLocks/>
            </p:cNvSpPr>
            <p:nvPr/>
          </p:nvSpPr>
          <p:spPr bwMode="auto">
            <a:xfrm>
              <a:off x="5993237" y="2220791"/>
              <a:ext cx="887413" cy="1000125"/>
            </a:xfrm>
            <a:custGeom>
              <a:avLst/>
              <a:gdLst>
                <a:gd name="T0" fmla="*/ 55 w 559"/>
                <a:gd name="T1" fmla="*/ 435 h 630"/>
                <a:gd name="T2" fmla="*/ 26 w 559"/>
                <a:gd name="T3" fmla="*/ 399 h 630"/>
                <a:gd name="T4" fmla="*/ 45 w 559"/>
                <a:gd name="T5" fmla="*/ 373 h 630"/>
                <a:gd name="T6" fmla="*/ 43 w 559"/>
                <a:gd name="T7" fmla="*/ 349 h 630"/>
                <a:gd name="T8" fmla="*/ 33 w 559"/>
                <a:gd name="T9" fmla="*/ 296 h 630"/>
                <a:gd name="T10" fmla="*/ 31 w 559"/>
                <a:gd name="T11" fmla="*/ 269 h 630"/>
                <a:gd name="T12" fmla="*/ 26 w 559"/>
                <a:gd name="T13" fmla="*/ 204 h 630"/>
                <a:gd name="T14" fmla="*/ 12 w 559"/>
                <a:gd name="T15" fmla="*/ 164 h 630"/>
                <a:gd name="T16" fmla="*/ 4 w 559"/>
                <a:gd name="T17" fmla="*/ 99 h 630"/>
                <a:gd name="T18" fmla="*/ 9 w 559"/>
                <a:gd name="T19" fmla="*/ 72 h 630"/>
                <a:gd name="T20" fmla="*/ 0 w 559"/>
                <a:gd name="T21" fmla="*/ 39 h 630"/>
                <a:gd name="T22" fmla="*/ 146 w 559"/>
                <a:gd name="T23" fmla="*/ 15 h 630"/>
                <a:gd name="T24" fmla="*/ 158 w 559"/>
                <a:gd name="T25" fmla="*/ 0 h 630"/>
                <a:gd name="T26" fmla="*/ 175 w 559"/>
                <a:gd name="T27" fmla="*/ 29 h 630"/>
                <a:gd name="T28" fmla="*/ 180 w 559"/>
                <a:gd name="T29" fmla="*/ 60 h 630"/>
                <a:gd name="T30" fmla="*/ 201 w 559"/>
                <a:gd name="T31" fmla="*/ 70 h 630"/>
                <a:gd name="T32" fmla="*/ 216 w 559"/>
                <a:gd name="T33" fmla="*/ 77 h 630"/>
                <a:gd name="T34" fmla="*/ 242 w 559"/>
                <a:gd name="T35" fmla="*/ 77 h 630"/>
                <a:gd name="T36" fmla="*/ 247 w 559"/>
                <a:gd name="T37" fmla="*/ 87 h 630"/>
                <a:gd name="T38" fmla="*/ 273 w 559"/>
                <a:gd name="T39" fmla="*/ 77 h 630"/>
                <a:gd name="T40" fmla="*/ 324 w 559"/>
                <a:gd name="T41" fmla="*/ 82 h 630"/>
                <a:gd name="T42" fmla="*/ 326 w 559"/>
                <a:gd name="T43" fmla="*/ 89 h 630"/>
                <a:gd name="T44" fmla="*/ 336 w 559"/>
                <a:gd name="T45" fmla="*/ 91 h 630"/>
                <a:gd name="T46" fmla="*/ 343 w 559"/>
                <a:gd name="T47" fmla="*/ 111 h 630"/>
                <a:gd name="T48" fmla="*/ 360 w 559"/>
                <a:gd name="T49" fmla="*/ 103 h 630"/>
                <a:gd name="T50" fmla="*/ 372 w 559"/>
                <a:gd name="T51" fmla="*/ 103 h 630"/>
                <a:gd name="T52" fmla="*/ 393 w 559"/>
                <a:gd name="T53" fmla="*/ 118 h 630"/>
                <a:gd name="T54" fmla="*/ 405 w 559"/>
                <a:gd name="T55" fmla="*/ 132 h 630"/>
                <a:gd name="T56" fmla="*/ 427 w 559"/>
                <a:gd name="T57" fmla="*/ 127 h 630"/>
                <a:gd name="T58" fmla="*/ 461 w 559"/>
                <a:gd name="T59" fmla="*/ 111 h 630"/>
                <a:gd name="T60" fmla="*/ 509 w 559"/>
                <a:gd name="T61" fmla="*/ 120 h 630"/>
                <a:gd name="T62" fmla="*/ 521 w 559"/>
                <a:gd name="T63" fmla="*/ 125 h 630"/>
                <a:gd name="T64" fmla="*/ 542 w 559"/>
                <a:gd name="T65" fmla="*/ 127 h 630"/>
                <a:gd name="T66" fmla="*/ 550 w 559"/>
                <a:gd name="T67" fmla="*/ 137 h 630"/>
                <a:gd name="T68" fmla="*/ 511 w 559"/>
                <a:gd name="T69" fmla="*/ 156 h 630"/>
                <a:gd name="T70" fmla="*/ 489 w 559"/>
                <a:gd name="T71" fmla="*/ 171 h 630"/>
                <a:gd name="T72" fmla="*/ 458 w 559"/>
                <a:gd name="T73" fmla="*/ 188 h 630"/>
                <a:gd name="T74" fmla="*/ 374 w 559"/>
                <a:gd name="T75" fmla="*/ 272 h 630"/>
                <a:gd name="T76" fmla="*/ 362 w 559"/>
                <a:gd name="T77" fmla="*/ 284 h 630"/>
                <a:gd name="T78" fmla="*/ 357 w 559"/>
                <a:gd name="T79" fmla="*/ 349 h 630"/>
                <a:gd name="T80" fmla="*/ 331 w 559"/>
                <a:gd name="T81" fmla="*/ 370 h 630"/>
                <a:gd name="T82" fmla="*/ 326 w 559"/>
                <a:gd name="T83" fmla="*/ 382 h 630"/>
                <a:gd name="T84" fmla="*/ 333 w 559"/>
                <a:gd name="T85" fmla="*/ 404 h 630"/>
                <a:gd name="T86" fmla="*/ 333 w 559"/>
                <a:gd name="T87" fmla="*/ 430 h 630"/>
                <a:gd name="T88" fmla="*/ 333 w 559"/>
                <a:gd name="T89" fmla="*/ 459 h 630"/>
                <a:gd name="T90" fmla="*/ 336 w 559"/>
                <a:gd name="T91" fmla="*/ 493 h 630"/>
                <a:gd name="T92" fmla="*/ 348 w 559"/>
                <a:gd name="T93" fmla="*/ 505 h 630"/>
                <a:gd name="T94" fmla="*/ 369 w 559"/>
                <a:gd name="T95" fmla="*/ 510 h 630"/>
                <a:gd name="T96" fmla="*/ 377 w 559"/>
                <a:gd name="T97" fmla="*/ 519 h 630"/>
                <a:gd name="T98" fmla="*/ 408 w 559"/>
                <a:gd name="T99" fmla="*/ 546 h 630"/>
                <a:gd name="T100" fmla="*/ 453 w 559"/>
                <a:gd name="T101" fmla="*/ 577 h 630"/>
                <a:gd name="T102" fmla="*/ 456 w 559"/>
                <a:gd name="T103" fmla="*/ 596 h 630"/>
                <a:gd name="T104" fmla="*/ 55 w 559"/>
                <a:gd name="T105" fmla="*/ 630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59" h="630">
                  <a:moveTo>
                    <a:pt x="55" y="630"/>
                  </a:moveTo>
                  <a:lnTo>
                    <a:pt x="55" y="435"/>
                  </a:lnTo>
                  <a:lnTo>
                    <a:pt x="26" y="409"/>
                  </a:lnTo>
                  <a:lnTo>
                    <a:pt x="26" y="399"/>
                  </a:lnTo>
                  <a:lnTo>
                    <a:pt x="40" y="385"/>
                  </a:lnTo>
                  <a:lnTo>
                    <a:pt x="45" y="373"/>
                  </a:lnTo>
                  <a:lnTo>
                    <a:pt x="43" y="365"/>
                  </a:lnTo>
                  <a:lnTo>
                    <a:pt x="43" y="349"/>
                  </a:lnTo>
                  <a:lnTo>
                    <a:pt x="45" y="334"/>
                  </a:lnTo>
                  <a:lnTo>
                    <a:pt x="33" y="296"/>
                  </a:lnTo>
                  <a:lnTo>
                    <a:pt x="31" y="289"/>
                  </a:lnTo>
                  <a:lnTo>
                    <a:pt x="31" y="269"/>
                  </a:lnTo>
                  <a:lnTo>
                    <a:pt x="28" y="257"/>
                  </a:lnTo>
                  <a:lnTo>
                    <a:pt x="26" y="204"/>
                  </a:lnTo>
                  <a:lnTo>
                    <a:pt x="21" y="173"/>
                  </a:lnTo>
                  <a:lnTo>
                    <a:pt x="12" y="164"/>
                  </a:lnTo>
                  <a:lnTo>
                    <a:pt x="4" y="127"/>
                  </a:lnTo>
                  <a:lnTo>
                    <a:pt x="4" y="99"/>
                  </a:lnTo>
                  <a:lnTo>
                    <a:pt x="7" y="82"/>
                  </a:lnTo>
                  <a:lnTo>
                    <a:pt x="9" y="72"/>
                  </a:lnTo>
                  <a:lnTo>
                    <a:pt x="2" y="48"/>
                  </a:lnTo>
                  <a:lnTo>
                    <a:pt x="0" y="39"/>
                  </a:lnTo>
                  <a:lnTo>
                    <a:pt x="146" y="39"/>
                  </a:lnTo>
                  <a:lnTo>
                    <a:pt x="146" y="15"/>
                  </a:lnTo>
                  <a:lnTo>
                    <a:pt x="148" y="0"/>
                  </a:lnTo>
                  <a:lnTo>
                    <a:pt x="158" y="0"/>
                  </a:lnTo>
                  <a:lnTo>
                    <a:pt x="175" y="5"/>
                  </a:lnTo>
                  <a:lnTo>
                    <a:pt x="175" y="29"/>
                  </a:lnTo>
                  <a:lnTo>
                    <a:pt x="180" y="46"/>
                  </a:lnTo>
                  <a:lnTo>
                    <a:pt x="180" y="60"/>
                  </a:lnTo>
                  <a:lnTo>
                    <a:pt x="194" y="72"/>
                  </a:lnTo>
                  <a:lnTo>
                    <a:pt x="201" y="70"/>
                  </a:lnTo>
                  <a:lnTo>
                    <a:pt x="211" y="72"/>
                  </a:lnTo>
                  <a:lnTo>
                    <a:pt x="216" y="77"/>
                  </a:lnTo>
                  <a:lnTo>
                    <a:pt x="230" y="75"/>
                  </a:lnTo>
                  <a:lnTo>
                    <a:pt x="242" y="77"/>
                  </a:lnTo>
                  <a:lnTo>
                    <a:pt x="247" y="84"/>
                  </a:lnTo>
                  <a:lnTo>
                    <a:pt x="247" y="87"/>
                  </a:lnTo>
                  <a:lnTo>
                    <a:pt x="266" y="87"/>
                  </a:lnTo>
                  <a:lnTo>
                    <a:pt x="273" y="77"/>
                  </a:lnTo>
                  <a:lnTo>
                    <a:pt x="305" y="77"/>
                  </a:lnTo>
                  <a:lnTo>
                    <a:pt x="324" y="82"/>
                  </a:lnTo>
                  <a:lnTo>
                    <a:pt x="331" y="82"/>
                  </a:lnTo>
                  <a:lnTo>
                    <a:pt x="326" y="89"/>
                  </a:lnTo>
                  <a:lnTo>
                    <a:pt x="333" y="94"/>
                  </a:lnTo>
                  <a:lnTo>
                    <a:pt x="336" y="91"/>
                  </a:lnTo>
                  <a:lnTo>
                    <a:pt x="341" y="96"/>
                  </a:lnTo>
                  <a:lnTo>
                    <a:pt x="343" y="111"/>
                  </a:lnTo>
                  <a:lnTo>
                    <a:pt x="350" y="115"/>
                  </a:lnTo>
                  <a:lnTo>
                    <a:pt x="360" y="103"/>
                  </a:lnTo>
                  <a:lnTo>
                    <a:pt x="365" y="101"/>
                  </a:lnTo>
                  <a:lnTo>
                    <a:pt x="372" y="103"/>
                  </a:lnTo>
                  <a:lnTo>
                    <a:pt x="377" y="115"/>
                  </a:lnTo>
                  <a:lnTo>
                    <a:pt x="393" y="118"/>
                  </a:lnTo>
                  <a:lnTo>
                    <a:pt x="398" y="125"/>
                  </a:lnTo>
                  <a:lnTo>
                    <a:pt x="405" y="132"/>
                  </a:lnTo>
                  <a:lnTo>
                    <a:pt x="417" y="132"/>
                  </a:lnTo>
                  <a:lnTo>
                    <a:pt x="427" y="127"/>
                  </a:lnTo>
                  <a:lnTo>
                    <a:pt x="456" y="108"/>
                  </a:lnTo>
                  <a:lnTo>
                    <a:pt x="461" y="111"/>
                  </a:lnTo>
                  <a:lnTo>
                    <a:pt x="468" y="120"/>
                  </a:lnTo>
                  <a:lnTo>
                    <a:pt x="509" y="120"/>
                  </a:lnTo>
                  <a:lnTo>
                    <a:pt x="516" y="123"/>
                  </a:lnTo>
                  <a:lnTo>
                    <a:pt x="521" y="125"/>
                  </a:lnTo>
                  <a:lnTo>
                    <a:pt x="533" y="132"/>
                  </a:lnTo>
                  <a:lnTo>
                    <a:pt x="542" y="127"/>
                  </a:lnTo>
                  <a:lnTo>
                    <a:pt x="559" y="127"/>
                  </a:lnTo>
                  <a:lnTo>
                    <a:pt x="550" y="137"/>
                  </a:lnTo>
                  <a:lnTo>
                    <a:pt x="525" y="152"/>
                  </a:lnTo>
                  <a:lnTo>
                    <a:pt x="511" y="156"/>
                  </a:lnTo>
                  <a:lnTo>
                    <a:pt x="501" y="159"/>
                  </a:lnTo>
                  <a:lnTo>
                    <a:pt x="489" y="171"/>
                  </a:lnTo>
                  <a:lnTo>
                    <a:pt x="468" y="180"/>
                  </a:lnTo>
                  <a:lnTo>
                    <a:pt x="458" y="188"/>
                  </a:lnTo>
                  <a:lnTo>
                    <a:pt x="425" y="226"/>
                  </a:lnTo>
                  <a:lnTo>
                    <a:pt x="374" y="272"/>
                  </a:lnTo>
                  <a:lnTo>
                    <a:pt x="367" y="279"/>
                  </a:lnTo>
                  <a:lnTo>
                    <a:pt x="362" y="284"/>
                  </a:lnTo>
                  <a:lnTo>
                    <a:pt x="365" y="344"/>
                  </a:lnTo>
                  <a:lnTo>
                    <a:pt x="357" y="349"/>
                  </a:lnTo>
                  <a:lnTo>
                    <a:pt x="353" y="353"/>
                  </a:lnTo>
                  <a:lnTo>
                    <a:pt x="331" y="370"/>
                  </a:lnTo>
                  <a:lnTo>
                    <a:pt x="329" y="380"/>
                  </a:lnTo>
                  <a:lnTo>
                    <a:pt x="326" y="382"/>
                  </a:lnTo>
                  <a:lnTo>
                    <a:pt x="321" y="399"/>
                  </a:lnTo>
                  <a:lnTo>
                    <a:pt x="333" y="404"/>
                  </a:lnTo>
                  <a:lnTo>
                    <a:pt x="341" y="418"/>
                  </a:lnTo>
                  <a:lnTo>
                    <a:pt x="333" y="430"/>
                  </a:lnTo>
                  <a:lnTo>
                    <a:pt x="333" y="440"/>
                  </a:lnTo>
                  <a:lnTo>
                    <a:pt x="333" y="459"/>
                  </a:lnTo>
                  <a:lnTo>
                    <a:pt x="333" y="488"/>
                  </a:lnTo>
                  <a:lnTo>
                    <a:pt x="336" y="493"/>
                  </a:lnTo>
                  <a:lnTo>
                    <a:pt x="345" y="500"/>
                  </a:lnTo>
                  <a:lnTo>
                    <a:pt x="348" y="505"/>
                  </a:lnTo>
                  <a:lnTo>
                    <a:pt x="367" y="507"/>
                  </a:lnTo>
                  <a:lnTo>
                    <a:pt x="369" y="510"/>
                  </a:lnTo>
                  <a:lnTo>
                    <a:pt x="372" y="514"/>
                  </a:lnTo>
                  <a:lnTo>
                    <a:pt x="377" y="519"/>
                  </a:lnTo>
                  <a:lnTo>
                    <a:pt x="401" y="529"/>
                  </a:lnTo>
                  <a:lnTo>
                    <a:pt x="408" y="546"/>
                  </a:lnTo>
                  <a:lnTo>
                    <a:pt x="427" y="560"/>
                  </a:lnTo>
                  <a:lnTo>
                    <a:pt x="453" y="577"/>
                  </a:lnTo>
                  <a:lnTo>
                    <a:pt x="456" y="584"/>
                  </a:lnTo>
                  <a:lnTo>
                    <a:pt x="456" y="596"/>
                  </a:lnTo>
                  <a:lnTo>
                    <a:pt x="458" y="615"/>
                  </a:lnTo>
                  <a:lnTo>
                    <a:pt x="55" y="63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7" name="Freeform 52"/>
            <p:cNvSpPr>
              <a:spLocks/>
            </p:cNvSpPr>
            <p:nvPr/>
          </p:nvSpPr>
          <p:spPr bwMode="auto">
            <a:xfrm>
              <a:off x="6502824" y="2609729"/>
              <a:ext cx="712788" cy="760412"/>
            </a:xfrm>
            <a:custGeom>
              <a:avLst/>
              <a:gdLst>
                <a:gd name="T0" fmla="*/ 188 w 449"/>
                <a:gd name="T1" fmla="*/ 469 h 479"/>
                <a:gd name="T2" fmla="*/ 154 w 449"/>
                <a:gd name="T3" fmla="*/ 452 h 479"/>
                <a:gd name="T4" fmla="*/ 142 w 449"/>
                <a:gd name="T5" fmla="*/ 411 h 479"/>
                <a:gd name="T6" fmla="*/ 149 w 449"/>
                <a:gd name="T7" fmla="*/ 394 h 479"/>
                <a:gd name="T8" fmla="*/ 137 w 449"/>
                <a:gd name="T9" fmla="*/ 370 h 479"/>
                <a:gd name="T10" fmla="*/ 135 w 449"/>
                <a:gd name="T11" fmla="*/ 339 h 479"/>
                <a:gd name="T12" fmla="*/ 106 w 449"/>
                <a:gd name="T13" fmla="*/ 315 h 479"/>
                <a:gd name="T14" fmla="*/ 80 w 449"/>
                <a:gd name="T15" fmla="*/ 284 h 479"/>
                <a:gd name="T16" fmla="*/ 51 w 449"/>
                <a:gd name="T17" fmla="*/ 269 h 479"/>
                <a:gd name="T18" fmla="*/ 46 w 449"/>
                <a:gd name="T19" fmla="*/ 262 h 479"/>
                <a:gd name="T20" fmla="*/ 24 w 449"/>
                <a:gd name="T21" fmla="*/ 255 h 479"/>
                <a:gd name="T22" fmla="*/ 12 w 449"/>
                <a:gd name="T23" fmla="*/ 243 h 479"/>
                <a:gd name="T24" fmla="*/ 12 w 449"/>
                <a:gd name="T25" fmla="*/ 195 h 479"/>
                <a:gd name="T26" fmla="*/ 20 w 449"/>
                <a:gd name="T27" fmla="*/ 173 h 479"/>
                <a:gd name="T28" fmla="*/ 0 w 449"/>
                <a:gd name="T29" fmla="*/ 154 h 479"/>
                <a:gd name="T30" fmla="*/ 8 w 449"/>
                <a:gd name="T31" fmla="*/ 135 h 479"/>
                <a:gd name="T32" fmla="*/ 32 w 449"/>
                <a:gd name="T33" fmla="*/ 108 h 479"/>
                <a:gd name="T34" fmla="*/ 44 w 449"/>
                <a:gd name="T35" fmla="*/ 99 h 479"/>
                <a:gd name="T36" fmla="*/ 46 w 449"/>
                <a:gd name="T37" fmla="*/ 34 h 479"/>
                <a:gd name="T38" fmla="*/ 60 w 449"/>
                <a:gd name="T39" fmla="*/ 32 h 479"/>
                <a:gd name="T40" fmla="*/ 82 w 449"/>
                <a:gd name="T41" fmla="*/ 32 h 479"/>
                <a:gd name="T42" fmla="*/ 140 w 449"/>
                <a:gd name="T43" fmla="*/ 0 h 479"/>
                <a:gd name="T44" fmla="*/ 149 w 449"/>
                <a:gd name="T45" fmla="*/ 5 h 479"/>
                <a:gd name="T46" fmla="*/ 147 w 449"/>
                <a:gd name="T47" fmla="*/ 17 h 479"/>
                <a:gd name="T48" fmla="*/ 142 w 449"/>
                <a:gd name="T49" fmla="*/ 39 h 479"/>
                <a:gd name="T50" fmla="*/ 164 w 449"/>
                <a:gd name="T51" fmla="*/ 32 h 479"/>
                <a:gd name="T52" fmla="*/ 183 w 449"/>
                <a:gd name="T53" fmla="*/ 39 h 479"/>
                <a:gd name="T54" fmla="*/ 197 w 449"/>
                <a:gd name="T55" fmla="*/ 46 h 479"/>
                <a:gd name="T56" fmla="*/ 204 w 449"/>
                <a:gd name="T57" fmla="*/ 63 h 479"/>
                <a:gd name="T58" fmla="*/ 281 w 449"/>
                <a:gd name="T59" fmla="*/ 80 h 479"/>
                <a:gd name="T60" fmla="*/ 305 w 449"/>
                <a:gd name="T61" fmla="*/ 92 h 479"/>
                <a:gd name="T62" fmla="*/ 317 w 449"/>
                <a:gd name="T63" fmla="*/ 96 h 479"/>
                <a:gd name="T64" fmla="*/ 327 w 449"/>
                <a:gd name="T65" fmla="*/ 92 h 479"/>
                <a:gd name="T66" fmla="*/ 356 w 449"/>
                <a:gd name="T67" fmla="*/ 99 h 479"/>
                <a:gd name="T68" fmla="*/ 358 w 449"/>
                <a:gd name="T69" fmla="*/ 106 h 479"/>
                <a:gd name="T70" fmla="*/ 368 w 449"/>
                <a:gd name="T71" fmla="*/ 111 h 479"/>
                <a:gd name="T72" fmla="*/ 382 w 449"/>
                <a:gd name="T73" fmla="*/ 128 h 479"/>
                <a:gd name="T74" fmla="*/ 382 w 449"/>
                <a:gd name="T75" fmla="*/ 156 h 479"/>
                <a:gd name="T76" fmla="*/ 397 w 449"/>
                <a:gd name="T77" fmla="*/ 156 h 479"/>
                <a:gd name="T78" fmla="*/ 392 w 449"/>
                <a:gd name="T79" fmla="*/ 166 h 479"/>
                <a:gd name="T80" fmla="*/ 406 w 449"/>
                <a:gd name="T81" fmla="*/ 185 h 479"/>
                <a:gd name="T82" fmla="*/ 389 w 449"/>
                <a:gd name="T83" fmla="*/ 202 h 479"/>
                <a:gd name="T84" fmla="*/ 375 w 449"/>
                <a:gd name="T85" fmla="*/ 238 h 479"/>
                <a:gd name="T86" fmla="*/ 377 w 449"/>
                <a:gd name="T87" fmla="*/ 245 h 479"/>
                <a:gd name="T88" fmla="*/ 401 w 449"/>
                <a:gd name="T89" fmla="*/ 217 h 479"/>
                <a:gd name="T90" fmla="*/ 421 w 449"/>
                <a:gd name="T91" fmla="*/ 202 h 479"/>
                <a:gd name="T92" fmla="*/ 428 w 449"/>
                <a:gd name="T93" fmla="*/ 193 h 479"/>
                <a:gd name="T94" fmla="*/ 430 w 449"/>
                <a:gd name="T95" fmla="*/ 178 h 479"/>
                <a:gd name="T96" fmla="*/ 435 w 449"/>
                <a:gd name="T97" fmla="*/ 168 h 479"/>
                <a:gd name="T98" fmla="*/ 442 w 449"/>
                <a:gd name="T99" fmla="*/ 159 h 479"/>
                <a:gd name="T100" fmla="*/ 449 w 449"/>
                <a:gd name="T101" fmla="*/ 161 h 479"/>
                <a:gd name="T102" fmla="*/ 435 w 449"/>
                <a:gd name="T103" fmla="*/ 202 h 479"/>
                <a:gd name="T104" fmla="*/ 428 w 449"/>
                <a:gd name="T105" fmla="*/ 219 h 479"/>
                <a:gd name="T106" fmla="*/ 418 w 449"/>
                <a:gd name="T107" fmla="*/ 248 h 479"/>
                <a:gd name="T108" fmla="*/ 418 w 449"/>
                <a:gd name="T109" fmla="*/ 279 h 479"/>
                <a:gd name="T110" fmla="*/ 406 w 449"/>
                <a:gd name="T111" fmla="*/ 296 h 479"/>
                <a:gd name="T112" fmla="*/ 409 w 449"/>
                <a:gd name="T113" fmla="*/ 337 h 479"/>
                <a:gd name="T114" fmla="*/ 397 w 449"/>
                <a:gd name="T115" fmla="*/ 370 h 479"/>
                <a:gd name="T116" fmla="*/ 413 w 449"/>
                <a:gd name="T117" fmla="*/ 438 h 479"/>
                <a:gd name="T118" fmla="*/ 411 w 449"/>
                <a:gd name="T119" fmla="*/ 447 h 479"/>
                <a:gd name="T120" fmla="*/ 411 w 449"/>
                <a:gd name="T121" fmla="*/ 464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49" h="479">
                  <a:moveTo>
                    <a:pt x="190" y="479"/>
                  </a:moveTo>
                  <a:lnTo>
                    <a:pt x="188" y="469"/>
                  </a:lnTo>
                  <a:lnTo>
                    <a:pt x="180" y="462"/>
                  </a:lnTo>
                  <a:lnTo>
                    <a:pt x="154" y="452"/>
                  </a:lnTo>
                  <a:lnTo>
                    <a:pt x="147" y="423"/>
                  </a:lnTo>
                  <a:lnTo>
                    <a:pt x="142" y="411"/>
                  </a:lnTo>
                  <a:lnTo>
                    <a:pt x="149" y="399"/>
                  </a:lnTo>
                  <a:lnTo>
                    <a:pt x="149" y="394"/>
                  </a:lnTo>
                  <a:lnTo>
                    <a:pt x="140" y="385"/>
                  </a:lnTo>
                  <a:lnTo>
                    <a:pt x="137" y="370"/>
                  </a:lnTo>
                  <a:lnTo>
                    <a:pt x="135" y="351"/>
                  </a:lnTo>
                  <a:lnTo>
                    <a:pt x="135" y="339"/>
                  </a:lnTo>
                  <a:lnTo>
                    <a:pt x="132" y="332"/>
                  </a:lnTo>
                  <a:lnTo>
                    <a:pt x="106" y="315"/>
                  </a:lnTo>
                  <a:lnTo>
                    <a:pt x="87" y="301"/>
                  </a:lnTo>
                  <a:lnTo>
                    <a:pt x="80" y="284"/>
                  </a:lnTo>
                  <a:lnTo>
                    <a:pt x="56" y="274"/>
                  </a:lnTo>
                  <a:lnTo>
                    <a:pt x="51" y="269"/>
                  </a:lnTo>
                  <a:lnTo>
                    <a:pt x="48" y="265"/>
                  </a:lnTo>
                  <a:lnTo>
                    <a:pt x="46" y="262"/>
                  </a:lnTo>
                  <a:lnTo>
                    <a:pt x="27" y="260"/>
                  </a:lnTo>
                  <a:lnTo>
                    <a:pt x="24" y="255"/>
                  </a:lnTo>
                  <a:lnTo>
                    <a:pt x="15" y="248"/>
                  </a:lnTo>
                  <a:lnTo>
                    <a:pt x="12" y="243"/>
                  </a:lnTo>
                  <a:lnTo>
                    <a:pt x="12" y="214"/>
                  </a:lnTo>
                  <a:lnTo>
                    <a:pt x="12" y="195"/>
                  </a:lnTo>
                  <a:lnTo>
                    <a:pt x="12" y="185"/>
                  </a:lnTo>
                  <a:lnTo>
                    <a:pt x="20" y="173"/>
                  </a:lnTo>
                  <a:lnTo>
                    <a:pt x="12" y="159"/>
                  </a:lnTo>
                  <a:lnTo>
                    <a:pt x="0" y="154"/>
                  </a:lnTo>
                  <a:lnTo>
                    <a:pt x="5" y="137"/>
                  </a:lnTo>
                  <a:lnTo>
                    <a:pt x="8" y="135"/>
                  </a:lnTo>
                  <a:lnTo>
                    <a:pt x="10" y="125"/>
                  </a:lnTo>
                  <a:lnTo>
                    <a:pt x="32" y="108"/>
                  </a:lnTo>
                  <a:lnTo>
                    <a:pt x="36" y="104"/>
                  </a:lnTo>
                  <a:lnTo>
                    <a:pt x="44" y="99"/>
                  </a:lnTo>
                  <a:lnTo>
                    <a:pt x="41" y="39"/>
                  </a:lnTo>
                  <a:lnTo>
                    <a:pt x="46" y="34"/>
                  </a:lnTo>
                  <a:lnTo>
                    <a:pt x="53" y="27"/>
                  </a:lnTo>
                  <a:lnTo>
                    <a:pt x="60" y="32"/>
                  </a:lnTo>
                  <a:lnTo>
                    <a:pt x="70" y="34"/>
                  </a:lnTo>
                  <a:lnTo>
                    <a:pt x="82" y="32"/>
                  </a:lnTo>
                  <a:lnTo>
                    <a:pt x="104" y="19"/>
                  </a:lnTo>
                  <a:lnTo>
                    <a:pt x="140" y="0"/>
                  </a:lnTo>
                  <a:lnTo>
                    <a:pt x="147" y="0"/>
                  </a:lnTo>
                  <a:lnTo>
                    <a:pt x="149" y="5"/>
                  </a:lnTo>
                  <a:lnTo>
                    <a:pt x="149" y="12"/>
                  </a:lnTo>
                  <a:lnTo>
                    <a:pt x="147" y="17"/>
                  </a:lnTo>
                  <a:lnTo>
                    <a:pt x="147" y="22"/>
                  </a:lnTo>
                  <a:lnTo>
                    <a:pt x="142" y="39"/>
                  </a:lnTo>
                  <a:lnTo>
                    <a:pt x="156" y="32"/>
                  </a:lnTo>
                  <a:lnTo>
                    <a:pt x="164" y="32"/>
                  </a:lnTo>
                  <a:lnTo>
                    <a:pt x="173" y="39"/>
                  </a:lnTo>
                  <a:lnTo>
                    <a:pt x="183" y="39"/>
                  </a:lnTo>
                  <a:lnTo>
                    <a:pt x="185" y="44"/>
                  </a:lnTo>
                  <a:lnTo>
                    <a:pt x="197" y="46"/>
                  </a:lnTo>
                  <a:lnTo>
                    <a:pt x="202" y="51"/>
                  </a:lnTo>
                  <a:lnTo>
                    <a:pt x="204" y="63"/>
                  </a:lnTo>
                  <a:lnTo>
                    <a:pt x="209" y="65"/>
                  </a:lnTo>
                  <a:lnTo>
                    <a:pt x="281" y="80"/>
                  </a:lnTo>
                  <a:lnTo>
                    <a:pt x="289" y="80"/>
                  </a:lnTo>
                  <a:lnTo>
                    <a:pt x="305" y="92"/>
                  </a:lnTo>
                  <a:lnTo>
                    <a:pt x="315" y="92"/>
                  </a:lnTo>
                  <a:lnTo>
                    <a:pt x="317" y="96"/>
                  </a:lnTo>
                  <a:lnTo>
                    <a:pt x="322" y="92"/>
                  </a:lnTo>
                  <a:lnTo>
                    <a:pt x="327" y="92"/>
                  </a:lnTo>
                  <a:lnTo>
                    <a:pt x="344" y="96"/>
                  </a:lnTo>
                  <a:lnTo>
                    <a:pt x="356" y="99"/>
                  </a:lnTo>
                  <a:lnTo>
                    <a:pt x="358" y="104"/>
                  </a:lnTo>
                  <a:lnTo>
                    <a:pt x="358" y="106"/>
                  </a:lnTo>
                  <a:lnTo>
                    <a:pt x="356" y="108"/>
                  </a:lnTo>
                  <a:lnTo>
                    <a:pt x="368" y="111"/>
                  </a:lnTo>
                  <a:lnTo>
                    <a:pt x="382" y="118"/>
                  </a:lnTo>
                  <a:lnTo>
                    <a:pt x="382" y="128"/>
                  </a:lnTo>
                  <a:lnTo>
                    <a:pt x="380" y="156"/>
                  </a:lnTo>
                  <a:lnTo>
                    <a:pt x="382" y="156"/>
                  </a:lnTo>
                  <a:lnTo>
                    <a:pt x="394" y="154"/>
                  </a:lnTo>
                  <a:lnTo>
                    <a:pt x="397" y="156"/>
                  </a:lnTo>
                  <a:lnTo>
                    <a:pt x="394" y="161"/>
                  </a:lnTo>
                  <a:lnTo>
                    <a:pt x="392" y="166"/>
                  </a:lnTo>
                  <a:lnTo>
                    <a:pt x="394" y="178"/>
                  </a:lnTo>
                  <a:lnTo>
                    <a:pt x="406" y="185"/>
                  </a:lnTo>
                  <a:lnTo>
                    <a:pt x="404" y="188"/>
                  </a:lnTo>
                  <a:lnTo>
                    <a:pt x="389" y="202"/>
                  </a:lnTo>
                  <a:lnTo>
                    <a:pt x="377" y="224"/>
                  </a:lnTo>
                  <a:lnTo>
                    <a:pt x="375" y="238"/>
                  </a:lnTo>
                  <a:lnTo>
                    <a:pt x="373" y="243"/>
                  </a:lnTo>
                  <a:lnTo>
                    <a:pt x="377" y="245"/>
                  </a:lnTo>
                  <a:lnTo>
                    <a:pt x="389" y="241"/>
                  </a:lnTo>
                  <a:lnTo>
                    <a:pt x="401" y="217"/>
                  </a:lnTo>
                  <a:lnTo>
                    <a:pt x="413" y="207"/>
                  </a:lnTo>
                  <a:lnTo>
                    <a:pt x="421" y="202"/>
                  </a:lnTo>
                  <a:lnTo>
                    <a:pt x="423" y="197"/>
                  </a:lnTo>
                  <a:lnTo>
                    <a:pt x="428" y="193"/>
                  </a:lnTo>
                  <a:lnTo>
                    <a:pt x="433" y="185"/>
                  </a:lnTo>
                  <a:lnTo>
                    <a:pt x="430" y="178"/>
                  </a:lnTo>
                  <a:lnTo>
                    <a:pt x="433" y="171"/>
                  </a:lnTo>
                  <a:lnTo>
                    <a:pt x="435" y="168"/>
                  </a:lnTo>
                  <a:lnTo>
                    <a:pt x="437" y="161"/>
                  </a:lnTo>
                  <a:lnTo>
                    <a:pt x="442" y="159"/>
                  </a:lnTo>
                  <a:lnTo>
                    <a:pt x="447" y="159"/>
                  </a:lnTo>
                  <a:lnTo>
                    <a:pt x="449" y="161"/>
                  </a:lnTo>
                  <a:lnTo>
                    <a:pt x="447" y="176"/>
                  </a:lnTo>
                  <a:lnTo>
                    <a:pt x="435" y="202"/>
                  </a:lnTo>
                  <a:lnTo>
                    <a:pt x="430" y="209"/>
                  </a:lnTo>
                  <a:lnTo>
                    <a:pt x="428" y="219"/>
                  </a:lnTo>
                  <a:lnTo>
                    <a:pt x="428" y="226"/>
                  </a:lnTo>
                  <a:lnTo>
                    <a:pt x="418" y="248"/>
                  </a:lnTo>
                  <a:lnTo>
                    <a:pt x="418" y="267"/>
                  </a:lnTo>
                  <a:lnTo>
                    <a:pt x="418" y="279"/>
                  </a:lnTo>
                  <a:lnTo>
                    <a:pt x="409" y="291"/>
                  </a:lnTo>
                  <a:lnTo>
                    <a:pt x="406" y="296"/>
                  </a:lnTo>
                  <a:lnTo>
                    <a:pt x="409" y="313"/>
                  </a:lnTo>
                  <a:lnTo>
                    <a:pt x="409" y="337"/>
                  </a:lnTo>
                  <a:lnTo>
                    <a:pt x="406" y="344"/>
                  </a:lnTo>
                  <a:lnTo>
                    <a:pt x="397" y="370"/>
                  </a:lnTo>
                  <a:lnTo>
                    <a:pt x="401" y="411"/>
                  </a:lnTo>
                  <a:lnTo>
                    <a:pt x="413" y="438"/>
                  </a:lnTo>
                  <a:lnTo>
                    <a:pt x="411" y="440"/>
                  </a:lnTo>
                  <a:lnTo>
                    <a:pt x="411" y="447"/>
                  </a:lnTo>
                  <a:lnTo>
                    <a:pt x="411" y="452"/>
                  </a:lnTo>
                  <a:lnTo>
                    <a:pt x="411" y="464"/>
                  </a:lnTo>
                  <a:lnTo>
                    <a:pt x="190" y="479"/>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8" name="Freeform 53"/>
            <p:cNvSpPr>
              <a:spLocks/>
            </p:cNvSpPr>
            <p:nvPr/>
          </p:nvSpPr>
          <p:spPr bwMode="auto">
            <a:xfrm>
              <a:off x="8779299" y="3281241"/>
              <a:ext cx="182563" cy="415925"/>
            </a:xfrm>
            <a:custGeom>
              <a:avLst/>
              <a:gdLst>
                <a:gd name="T0" fmla="*/ 0 w 115"/>
                <a:gd name="T1" fmla="*/ 195 h 262"/>
                <a:gd name="T2" fmla="*/ 2 w 115"/>
                <a:gd name="T3" fmla="*/ 197 h 262"/>
                <a:gd name="T4" fmla="*/ 14 w 115"/>
                <a:gd name="T5" fmla="*/ 214 h 262"/>
                <a:gd name="T6" fmla="*/ 38 w 115"/>
                <a:gd name="T7" fmla="*/ 231 h 262"/>
                <a:gd name="T8" fmla="*/ 58 w 115"/>
                <a:gd name="T9" fmla="*/ 236 h 262"/>
                <a:gd name="T10" fmla="*/ 65 w 115"/>
                <a:gd name="T11" fmla="*/ 250 h 262"/>
                <a:gd name="T12" fmla="*/ 70 w 115"/>
                <a:gd name="T13" fmla="*/ 262 h 262"/>
                <a:gd name="T14" fmla="*/ 79 w 115"/>
                <a:gd name="T15" fmla="*/ 243 h 262"/>
                <a:gd name="T16" fmla="*/ 89 w 115"/>
                <a:gd name="T17" fmla="*/ 217 h 262"/>
                <a:gd name="T18" fmla="*/ 96 w 115"/>
                <a:gd name="T19" fmla="*/ 161 h 262"/>
                <a:gd name="T20" fmla="*/ 115 w 115"/>
                <a:gd name="T21" fmla="*/ 164 h 262"/>
                <a:gd name="T22" fmla="*/ 113 w 115"/>
                <a:gd name="T23" fmla="*/ 118 h 262"/>
                <a:gd name="T24" fmla="*/ 103 w 115"/>
                <a:gd name="T25" fmla="*/ 82 h 262"/>
                <a:gd name="T26" fmla="*/ 89 w 115"/>
                <a:gd name="T27" fmla="*/ 89 h 262"/>
                <a:gd name="T28" fmla="*/ 82 w 115"/>
                <a:gd name="T29" fmla="*/ 84 h 262"/>
                <a:gd name="T30" fmla="*/ 77 w 115"/>
                <a:gd name="T31" fmla="*/ 87 h 262"/>
                <a:gd name="T32" fmla="*/ 82 w 115"/>
                <a:gd name="T33" fmla="*/ 68 h 262"/>
                <a:gd name="T34" fmla="*/ 91 w 115"/>
                <a:gd name="T35" fmla="*/ 65 h 262"/>
                <a:gd name="T36" fmla="*/ 91 w 115"/>
                <a:gd name="T37" fmla="*/ 46 h 262"/>
                <a:gd name="T38" fmla="*/ 101 w 115"/>
                <a:gd name="T39" fmla="*/ 36 h 262"/>
                <a:gd name="T40" fmla="*/ 26 w 115"/>
                <a:gd name="T41" fmla="*/ 0 h 262"/>
                <a:gd name="T42" fmla="*/ 17 w 115"/>
                <a:gd name="T43" fmla="*/ 12 h 262"/>
                <a:gd name="T44" fmla="*/ 12 w 115"/>
                <a:gd name="T45" fmla="*/ 32 h 262"/>
                <a:gd name="T46" fmla="*/ 2 w 115"/>
                <a:gd name="T47" fmla="*/ 46 h 262"/>
                <a:gd name="T48" fmla="*/ 7 w 115"/>
                <a:gd name="T49" fmla="*/ 56 h 262"/>
                <a:gd name="T50" fmla="*/ 5 w 115"/>
                <a:gd name="T51" fmla="*/ 70 h 262"/>
                <a:gd name="T52" fmla="*/ 7 w 115"/>
                <a:gd name="T53" fmla="*/ 92 h 262"/>
                <a:gd name="T54" fmla="*/ 22 w 115"/>
                <a:gd name="T55" fmla="*/ 104 h 262"/>
                <a:gd name="T56" fmla="*/ 31 w 115"/>
                <a:gd name="T57" fmla="*/ 111 h 262"/>
                <a:gd name="T58" fmla="*/ 43 w 115"/>
                <a:gd name="T59" fmla="*/ 118 h 262"/>
                <a:gd name="T60" fmla="*/ 53 w 115"/>
                <a:gd name="T61" fmla="*/ 130 h 262"/>
                <a:gd name="T62" fmla="*/ 26 w 115"/>
                <a:gd name="T63" fmla="*/ 149 h 262"/>
                <a:gd name="T64" fmla="*/ 5 w 115"/>
                <a:gd name="T65" fmla="*/ 17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5" h="262">
                  <a:moveTo>
                    <a:pt x="5" y="176"/>
                  </a:moveTo>
                  <a:lnTo>
                    <a:pt x="0" y="195"/>
                  </a:lnTo>
                  <a:lnTo>
                    <a:pt x="0" y="200"/>
                  </a:lnTo>
                  <a:lnTo>
                    <a:pt x="2" y="197"/>
                  </a:lnTo>
                  <a:lnTo>
                    <a:pt x="7" y="207"/>
                  </a:lnTo>
                  <a:lnTo>
                    <a:pt x="14" y="214"/>
                  </a:lnTo>
                  <a:lnTo>
                    <a:pt x="19" y="221"/>
                  </a:lnTo>
                  <a:lnTo>
                    <a:pt x="38" y="231"/>
                  </a:lnTo>
                  <a:lnTo>
                    <a:pt x="46" y="233"/>
                  </a:lnTo>
                  <a:lnTo>
                    <a:pt x="58" y="236"/>
                  </a:lnTo>
                  <a:lnTo>
                    <a:pt x="63" y="236"/>
                  </a:lnTo>
                  <a:lnTo>
                    <a:pt x="65" y="250"/>
                  </a:lnTo>
                  <a:lnTo>
                    <a:pt x="63" y="257"/>
                  </a:lnTo>
                  <a:lnTo>
                    <a:pt x="70" y="262"/>
                  </a:lnTo>
                  <a:lnTo>
                    <a:pt x="75" y="255"/>
                  </a:lnTo>
                  <a:lnTo>
                    <a:pt x="79" y="243"/>
                  </a:lnTo>
                  <a:lnTo>
                    <a:pt x="79" y="231"/>
                  </a:lnTo>
                  <a:lnTo>
                    <a:pt x="89" y="217"/>
                  </a:lnTo>
                  <a:lnTo>
                    <a:pt x="94" y="205"/>
                  </a:lnTo>
                  <a:lnTo>
                    <a:pt x="96" y="161"/>
                  </a:lnTo>
                  <a:lnTo>
                    <a:pt x="111" y="173"/>
                  </a:lnTo>
                  <a:lnTo>
                    <a:pt x="115" y="164"/>
                  </a:lnTo>
                  <a:lnTo>
                    <a:pt x="115" y="154"/>
                  </a:lnTo>
                  <a:lnTo>
                    <a:pt x="113" y="118"/>
                  </a:lnTo>
                  <a:lnTo>
                    <a:pt x="111" y="92"/>
                  </a:lnTo>
                  <a:lnTo>
                    <a:pt x="103" y="82"/>
                  </a:lnTo>
                  <a:lnTo>
                    <a:pt x="91" y="84"/>
                  </a:lnTo>
                  <a:lnTo>
                    <a:pt x="89" y="89"/>
                  </a:lnTo>
                  <a:lnTo>
                    <a:pt x="84" y="87"/>
                  </a:lnTo>
                  <a:lnTo>
                    <a:pt x="82" y="84"/>
                  </a:lnTo>
                  <a:lnTo>
                    <a:pt x="79" y="87"/>
                  </a:lnTo>
                  <a:lnTo>
                    <a:pt x="77" y="87"/>
                  </a:lnTo>
                  <a:lnTo>
                    <a:pt x="77" y="82"/>
                  </a:lnTo>
                  <a:lnTo>
                    <a:pt x="82" y="68"/>
                  </a:lnTo>
                  <a:lnTo>
                    <a:pt x="87" y="65"/>
                  </a:lnTo>
                  <a:lnTo>
                    <a:pt x="91" y="65"/>
                  </a:lnTo>
                  <a:lnTo>
                    <a:pt x="91" y="53"/>
                  </a:lnTo>
                  <a:lnTo>
                    <a:pt x="91" y="46"/>
                  </a:lnTo>
                  <a:lnTo>
                    <a:pt x="96" y="41"/>
                  </a:lnTo>
                  <a:lnTo>
                    <a:pt x="101" y="36"/>
                  </a:lnTo>
                  <a:lnTo>
                    <a:pt x="96" y="24"/>
                  </a:lnTo>
                  <a:lnTo>
                    <a:pt x="26" y="0"/>
                  </a:lnTo>
                  <a:lnTo>
                    <a:pt x="22" y="3"/>
                  </a:lnTo>
                  <a:lnTo>
                    <a:pt x="17" y="12"/>
                  </a:lnTo>
                  <a:lnTo>
                    <a:pt x="17" y="17"/>
                  </a:lnTo>
                  <a:lnTo>
                    <a:pt x="12" y="32"/>
                  </a:lnTo>
                  <a:lnTo>
                    <a:pt x="2" y="41"/>
                  </a:lnTo>
                  <a:lnTo>
                    <a:pt x="2" y="46"/>
                  </a:lnTo>
                  <a:lnTo>
                    <a:pt x="2" y="48"/>
                  </a:lnTo>
                  <a:lnTo>
                    <a:pt x="7" y="56"/>
                  </a:lnTo>
                  <a:lnTo>
                    <a:pt x="10" y="65"/>
                  </a:lnTo>
                  <a:lnTo>
                    <a:pt x="5" y="70"/>
                  </a:lnTo>
                  <a:lnTo>
                    <a:pt x="5" y="89"/>
                  </a:lnTo>
                  <a:lnTo>
                    <a:pt x="7" y="92"/>
                  </a:lnTo>
                  <a:lnTo>
                    <a:pt x="17" y="92"/>
                  </a:lnTo>
                  <a:lnTo>
                    <a:pt x="22" y="104"/>
                  </a:lnTo>
                  <a:lnTo>
                    <a:pt x="29" y="108"/>
                  </a:lnTo>
                  <a:lnTo>
                    <a:pt x="31" y="111"/>
                  </a:lnTo>
                  <a:lnTo>
                    <a:pt x="38" y="113"/>
                  </a:lnTo>
                  <a:lnTo>
                    <a:pt x="43" y="118"/>
                  </a:lnTo>
                  <a:lnTo>
                    <a:pt x="55" y="128"/>
                  </a:lnTo>
                  <a:lnTo>
                    <a:pt x="53" y="130"/>
                  </a:lnTo>
                  <a:lnTo>
                    <a:pt x="41" y="137"/>
                  </a:lnTo>
                  <a:lnTo>
                    <a:pt x="26" y="149"/>
                  </a:lnTo>
                  <a:lnTo>
                    <a:pt x="24" y="161"/>
                  </a:lnTo>
                  <a:lnTo>
                    <a:pt x="5" y="176"/>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9" name="Freeform 54"/>
            <p:cNvSpPr>
              <a:spLocks/>
            </p:cNvSpPr>
            <p:nvPr/>
          </p:nvSpPr>
          <p:spPr bwMode="auto">
            <a:xfrm>
              <a:off x="8836449" y="2582741"/>
              <a:ext cx="233363" cy="428625"/>
            </a:xfrm>
            <a:custGeom>
              <a:avLst/>
              <a:gdLst>
                <a:gd name="T0" fmla="*/ 0 w 147"/>
                <a:gd name="T1" fmla="*/ 34 h 270"/>
                <a:gd name="T2" fmla="*/ 5 w 147"/>
                <a:gd name="T3" fmla="*/ 46 h 270"/>
                <a:gd name="T4" fmla="*/ 2 w 147"/>
                <a:gd name="T5" fmla="*/ 51 h 270"/>
                <a:gd name="T6" fmla="*/ 7 w 147"/>
                <a:gd name="T7" fmla="*/ 56 h 270"/>
                <a:gd name="T8" fmla="*/ 7 w 147"/>
                <a:gd name="T9" fmla="*/ 58 h 270"/>
                <a:gd name="T10" fmla="*/ 19 w 147"/>
                <a:gd name="T11" fmla="*/ 89 h 270"/>
                <a:gd name="T12" fmla="*/ 24 w 147"/>
                <a:gd name="T13" fmla="*/ 113 h 270"/>
                <a:gd name="T14" fmla="*/ 19 w 147"/>
                <a:gd name="T15" fmla="*/ 123 h 270"/>
                <a:gd name="T16" fmla="*/ 19 w 147"/>
                <a:gd name="T17" fmla="*/ 135 h 270"/>
                <a:gd name="T18" fmla="*/ 34 w 147"/>
                <a:gd name="T19" fmla="*/ 166 h 270"/>
                <a:gd name="T20" fmla="*/ 31 w 147"/>
                <a:gd name="T21" fmla="*/ 178 h 270"/>
                <a:gd name="T22" fmla="*/ 34 w 147"/>
                <a:gd name="T23" fmla="*/ 183 h 270"/>
                <a:gd name="T24" fmla="*/ 36 w 147"/>
                <a:gd name="T25" fmla="*/ 183 h 270"/>
                <a:gd name="T26" fmla="*/ 34 w 147"/>
                <a:gd name="T27" fmla="*/ 178 h 270"/>
                <a:gd name="T28" fmla="*/ 39 w 147"/>
                <a:gd name="T29" fmla="*/ 178 h 270"/>
                <a:gd name="T30" fmla="*/ 48 w 147"/>
                <a:gd name="T31" fmla="*/ 193 h 270"/>
                <a:gd name="T32" fmla="*/ 53 w 147"/>
                <a:gd name="T33" fmla="*/ 219 h 270"/>
                <a:gd name="T34" fmla="*/ 53 w 147"/>
                <a:gd name="T35" fmla="*/ 234 h 270"/>
                <a:gd name="T36" fmla="*/ 58 w 147"/>
                <a:gd name="T37" fmla="*/ 253 h 270"/>
                <a:gd name="T38" fmla="*/ 67 w 147"/>
                <a:gd name="T39" fmla="*/ 270 h 270"/>
                <a:gd name="T40" fmla="*/ 125 w 147"/>
                <a:gd name="T41" fmla="*/ 258 h 270"/>
                <a:gd name="T42" fmla="*/ 123 w 147"/>
                <a:gd name="T43" fmla="*/ 250 h 270"/>
                <a:gd name="T44" fmla="*/ 115 w 147"/>
                <a:gd name="T45" fmla="*/ 243 h 270"/>
                <a:gd name="T46" fmla="*/ 118 w 147"/>
                <a:gd name="T47" fmla="*/ 234 h 270"/>
                <a:gd name="T48" fmla="*/ 120 w 147"/>
                <a:gd name="T49" fmla="*/ 229 h 270"/>
                <a:gd name="T50" fmla="*/ 115 w 147"/>
                <a:gd name="T51" fmla="*/ 219 h 270"/>
                <a:gd name="T52" fmla="*/ 113 w 147"/>
                <a:gd name="T53" fmla="*/ 176 h 270"/>
                <a:gd name="T54" fmla="*/ 113 w 147"/>
                <a:gd name="T55" fmla="*/ 161 h 270"/>
                <a:gd name="T56" fmla="*/ 118 w 147"/>
                <a:gd name="T57" fmla="*/ 137 h 270"/>
                <a:gd name="T58" fmla="*/ 123 w 147"/>
                <a:gd name="T59" fmla="*/ 121 h 270"/>
                <a:gd name="T60" fmla="*/ 123 w 147"/>
                <a:gd name="T61" fmla="*/ 109 h 270"/>
                <a:gd name="T62" fmla="*/ 118 w 147"/>
                <a:gd name="T63" fmla="*/ 99 h 270"/>
                <a:gd name="T64" fmla="*/ 118 w 147"/>
                <a:gd name="T65" fmla="*/ 89 h 270"/>
                <a:gd name="T66" fmla="*/ 123 w 147"/>
                <a:gd name="T67" fmla="*/ 82 h 270"/>
                <a:gd name="T68" fmla="*/ 139 w 147"/>
                <a:gd name="T69" fmla="*/ 68 h 270"/>
                <a:gd name="T70" fmla="*/ 147 w 147"/>
                <a:gd name="T71" fmla="*/ 46 h 270"/>
                <a:gd name="T72" fmla="*/ 139 w 147"/>
                <a:gd name="T73" fmla="*/ 32 h 270"/>
                <a:gd name="T74" fmla="*/ 137 w 147"/>
                <a:gd name="T75" fmla="*/ 24 h 270"/>
                <a:gd name="T76" fmla="*/ 139 w 147"/>
                <a:gd name="T77" fmla="*/ 22 h 270"/>
                <a:gd name="T78" fmla="*/ 139 w 147"/>
                <a:gd name="T79" fmla="*/ 17 h 270"/>
                <a:gd name="T80" fmla="*/ 137 w 147"/>
                <a:gd name="T81" fmla="*/ 0 h 270"/>
                <a:gd name="T82" fmla="*/ 0 w 147"/>
                <a:gd name="T83" fmla="*/ 34 h 270"/>
                <a:gd name="T84" fmla="*/ 0 w 147"/>
                <a:gd name="T85" fmla="*/ 3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7" h="270">
                  <a:moveTo>
                    <a:pt x="0" y="34"/>
                  </a:moveTo>
                  <a:lnTo>
                    <a:pt x="5" y="46"/>
                  </a:lnTo>
                  <a:lnTo>
                    <a:pt x="2" y="51"/>
                  </a:lnTo>
                  <a:lnTo>
                    <a:pt x="7" y="56"/>
                  </a:lnTo>
                  <a:lnTo>
                    <a:pt x="7" y="58"/>
                  </a:lnTo>
                  <a:lnTo>
                    <a:pt x="19" y="89"/>
                  </a:lnTo>
                  <a:lnTo>
                    <a:pt x="24" y="113"/>
                  </a:lnTo>
                  <a:lnTo>
                    <a:pt x="19" y="123"/>
                  </a:lnTo>
                  <a:lnTo>
                    <a:pt x="19" y="135"/>
                  </a:lnTo>
                  <a:lnTo>
                    <a:pt x="34" y="166"/>
                  </a:lnTo>
                  <a:lnTo>
                    <a:pt x="31" y="178"/>
                  </a:lnTo>
                  <a:lnTo>
                    <a:pt x="34" y="183"/>
                  </a:lnTo>
                  <a:lnTo>
                    <a:pt x="36" y="183"/>
                  </a:lnTo>
                  <a:lnTo>
                    <a:pt x="34" y="178"/>
                  </a:lnTo>
                  <a:lnTo>
                    <a:pt x="39" y="178"/>
                  </a:lnTo>
                  <a:lnTo>
                    <a:pt x="48" y="193"/>
                  </a:lnTo>
                  <a:lnTo>
                    <a:pt x="53" y="219"/>
                  </a:lnTo>
                  <a:lnTo>
                    <a:pt x="53" y="234"/>
                  </a:lnTo>
                  <a:lnTo>
                    <a:pt x="58" y="253"/>
                  </a:lnTo>
                  <a:lnTo>
                    <a:pt x="67" y="270"/>
                  </a:lnTo>
                  <a:lnTo>
                    <a:pt x="125" y="258"/>
                  </a:lnTo>
                  <a:lnTo>
                    <a:pt x="123" y="250"/>
                  </a:lnTo>
                  <a:lnTo>
                    <a:pt x="115" y="243"/>
                  </a:lnTo>
                  <a:lnTo>
                    <a:pt x="118" y="234"/>
                  </a:lnTo>
                  <a:lnTo>
                    <a:pt x="120" y="229"/>
                  </a:lnTo>
                  <a:lnTo>
                    <a:pt x="115" y="219"/>
                  </a:lnTo>
                  <a:lnTo>
                    <a:pt x="113" y="176"/>
                  </a:lnTo>
                  <a:lnTo>
                    <a:pt x="113" y="161"/>
                  </a:lnTo>
                  <a:lnTo>
                    <a:pt x="118" y="137"/>
                  </a:lnTo>
                  <a:lnTo>
                    <a:pt x="123" y="121"/>
                  </a:lnTo>
                  <a:lnTo>
                    <a:pt x="123" y="109"/>
                  </a:lnTo>
                  <a:lnTo>
                    <a:pt x="118" y="99"/>
                  </a:lnTo>
                  <a:lnTo>
                    <a:pt x="118" y="89"/>
                  </a:lnTo>
                  <a:lnTo>
                    <a:pt x="123" y="82"/>
                  </a:lnTo>
                  <a:lnTo>
                    <a:pt x="139" y="68"/>
                  </a:lnTo>
                  <a:lnTo>
                    <a:pt x="147" y="46"/>
                  </a:lnTo>
                  <a:lnTo>
                    <a:pt x="139" y="32"/>
                  </a:lnTo>
                  <a:lnTo>
                    <a:pt x="137" y="24"/>
                  </a:lnTo>
                  <a:lnTo>
                    <a:pt x="139" y="22"/>
                  </a:lnTo>
                  <a:lnTo>
                    <a:pt x="139" y="17"/>
                  </a:lnTo>
                  <a:lnTo>
                    <a:pt x="137" y="0"/>
                  </a:lnTo>
                  <a:lnTo>
                    <a:pt x="0" y="34"/>
                  </a:lnTo>
                  <a:lnTo>
                    <a:pt x="0" y="34"/>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0" name="Freeform 55"/>
            <p:cNvSpPr>
              <a:spLocks/>
            </p:cNvSpPr>
            <p:nvPr/>
          </p:nvSpPr>
          <p:spPr bwMode="auto">
            <a:xfrm>
              <a:off x="9015837" y="2522416"/>
              <a:ext cx="217488" cy="469900"/>
            </a:xfrm>
            <a:custGeom>
              <a:avLst/>
              <a:gdLst>
                <a:gd name="T0" fmla="*/ 134 w 137"/>
                <a:gd name="T1" fmla="*/ 248 h 296"/>
                <a:gd name="T2" fmla="*/ 130 w 137"/>
                <a:gd name="T3" fmla="*/ 245 h 296"/>
                <a:gd name="T4" fmla="*/ 122 w 137"/>
                <a:gd name="T5" fmla="*/ 248 h 296"/>
                <a:gd name="T6" fmla="*/ 118 w 137"/>
                <a:gd name="T7" fmla="*/ 260 h 296"/>
                <a:gd name="T8" fmla="*/ 110 w 137"/>
                <a:gd name="T9" fmla="*/ 262 h 296"/>
                <a:gd name="T10" fmla="*/ 110 w 137"/>
                <a:gd name="T11" fmla="*/ 267 h 296"/>
                <a:gd name="T12" fmla="*/ 110 w 137"/>
                <a:gd name="T13" fmla="*/ 269 h 296"/>
                <a:gd name="T14" fmla="*/ 106 w 137"/>
                <a:gd name="T15" fmla="*/ 267 h 296"/>
                <a:gd name="T16" fmla="*/ 103 w 137"/>
                <a:gd name="T17" fmla="*/ 269 h 296"/>
                <a:gd name="T18" fmla="*/ 103 w 137"/>
                <a:gd name="T19" fmla="*/ 274 h 296"/>
                <a:gd name="T20" fmla="*/ 12 w 137"/>
                <a:gd name="T21" fmla="*/ 296 h 296"/>
                <a:gd name="T22" fmla="*/ 10 w 137"/>
                <a:gd name="T23" fmla="*/ 288 h 296"/>
                <a:gd name="T24" fmla="*/ 2 w 137"/>
                <a:gd name="T25" fmla="*/ 281 h 296"/>
                <a:gd name="T26" fmla="*/ 5 w 137"/>
                <a:gd name="T27" fmla="*/ 272 h 296"/>
                <a:gd name="T28" fmla="*/ 7 w 137"/>
                <a:gd name="T29" fmla="*/ 267 h 296"/>
                <a:gd name="T30" fmla="*/ 2 w 137"/>
                <a:gd name="T31" fmla="*/ 257 h 296"/>
                <a:gd name="T32" fmla="*/ 0 w 137"/>
                <a:gd name="T33" fmla="*/ 214 h 296"/>
                <a:gd name="T34" fmla="*/ 0 w 137"/>
                <a:gd name="T35" fmla="*/ 199 h 296"/>
                <a:gd name="T36" fmla="*/ 5 w 137"/>
                <a:gd name="T37" fmla="*/ 175 h 296"/>
                <a:gd name="T38" fmla="*/ 10 w 137"/>
                <a:gd name="T39" fmla="*/ 159 h 296"/>
                <a:gd name="T40" fmla="*/ 10 w 137"/>
                <a:gd name="T41" fmla="*/ 147 h 296"/>
                <a:gd name="T42" fmla="*/ 5 w 137"/>
                <a:gd name="T43" fmla="*/ 137 h 296"/>
                <a:gd name="T44" fmla="*/ 5 w 137"/>
                <a:gd name="T45" fmla="*/ 127 h 296"/>
                <a:gd name="T46" fmla="*/ 10 w 137"/>
                <a:gd name="T47" fmla="*/ 120 h 296"/>
                <a:gd name="T48" fmla="*/ 26 w 137"/>
                <a:gd name="T49" fmla="*/ 106 h 296"/>
                <a:gd name="T50" fmla="*/ 34 w 137"/>
                <a:gd name="T51" fmla="*/ 84 h 296"/>
                <a:gd name="T52" fmla="*/ 26 w 137"/>
                <a:gd name="T53" fmla="*/ 70 h 296"/>
                <a:gd name="T54" fmla="*/ 24 w 137"/>
                <a:gd name="T55" fmla="*/ 62 h 296"/>
                <a:gd name="T56" fmla="*/ 26 w 137"/>
                <a:gd name="T57" fmla="*/ 60 h 296"/>
                <a:gd name="T58" fmla="*/ 26 w 137"/>
                <a:gd name="T59" fmla="*/ 55 h 296"/>
                <a:gd name="T60" fmla="*/ 24 w 137"/>
                <a:gd name="T61" fmla="*/ 38 h 296"/>
                <a:gd name="T62" fmla="*/ 26 w 137"/>
                <a:gd name="T63" fmla="*/ 19 h 296"/>
                <a:gd name="T64" fmla="*/ 22 w 137"/>
                <a:gd name="T65" fmla="*/ 12 h 296"/>
                <a:gd name="T66" fmla="*/ 24 w 137"/>
                <a:gd name="T67" fmla="*/ 10 h 296"/>
                <a:gd name="T68" fmla="*/ 29 w 137"/>
                <a:gd name="T69" fmla="*/ 10 h 296"/>
                <a:gd name="T70" fmla="*/ 31 w 137"/>
                <a:gd name="T71" fmla="*/ 2 h 296"/>
                <a:gd name="T72" fmla="*/ 36 w 137"/>
                <a:gd name="T73" fmla="*/ 5 h 296"/>
                <a:gd name="T74" fmla="*/ 43 w 137"/>
                <a:gd name="T75" fmla="*/ 2 h 296"/>
                <a:gd name="T76" fmla="*/ 46 w 137"/>
                <a:gd name="T77" fmla="*/ 0 h 296"/>
                <a:gd name="T78" fmla="*/ 106 w 137"/>
                <a:gd name="T79" fmla="*/ 180 h 296"/>
                <a:gd name="T80" fmla="*/ 108 w 137"/>
                <a:gd name="T81" fmla="*/ 183 h 296"/>
                <a:gd name="T82" fmla="*/ 106 w 137"/>
                <a:gd name="T83" fmla="*/ 192 h 296"/>
                <a:gd name="T84" fmla="*/ 108 w 137"/>
                <a:gd name="T85" fmla="*/ 195 h 296"/>
                <a:gd name="T86" fmla="*/ 122 w 137"/>
                <a:gd name="T87" fmla="*/ 207 h 296"/>
                <a:gd name="T88" fmla="*/ 125 w 137"/>
                <a:gd name="T89" fmla="*/ 207 h 296"/>
                <a:gd name="T90" fmla="*/ 127 w 137"/>
                <a:gd name="T91" fmla="*/ 214 h 296"/>
                <a:gd name="T92" fmla="*/ 127 w 137"/>
                <a:gd name="T93" fmla="*/ 216 h 296"/>
                <a:gd name="T94" fmla="*/ 137 w 137"/>
                <a:gd name="T95" fmla="*/ 231 h 296"/>
                <a:gd name="T96" fmla="*/ 134 w 137"/>
                <a:gd name="T97" fmla="*/ 233 h 296"/>
                <a:gd name="T98" fmla="*/ 134 w 137"/>
                <a:gd name="T99" fmla="*/ 243 h 296"/>
                <a:gd name="T100" fmla="*/ 134 w 137"/>
                <a:gd name="T101" fmla="*/ 24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7" h="296">
                  <a:moveTo>
                    <a:pt x="134" y="248"/>
                  </a:moveTo>
                  <a:lnTo>
                    <a:pt x="130" y="245"/>
                  </a:lnTo>
                  <a:lnTo>
                    <a:pt x="122" y="248"/>
                  </a:lnTo>
                  <a:lnTo>
                    <a:pt x="118" y="260"/>
                  </a:lnTo>
                  <a:lnTo>
                    <a:pt x="110" y="262"/>
                  </a:lnTo>
                  <a:lnTo>
                    <a:pt x="110" y="267"/>
                  </a:lnTo>
                  <a:lnTo>
                    <a:pt x="110" y="269"/>
                  </a:lnTo>
                  <a:lnTo>
                    <a:pt x="106" y="267"/>
                  </a:lnTo>
                  <a:lnTo>
                    <a:pt x="103" y="269"/>
                  </a:lnTo>
                  <a:lnTo>
                    <a:pt x="103" y="274"/>
                  </a:lnTo>
                  <a:lnTo>
                    <a:pt x="12" y="296"/>
                  </a:lnTo>
                  <a:lnTo>
                    <a:pt x="10" y="288"/>
                  </a:lnTo>
                  <a:lnTo>
                    <a:pt x="2" y="281"/>
                  </a:lnTo>
                  <a:lnTo>
                    <a:pt x="5" y="272"/>
                  </a:lnTo>
                  <a:lnTo>
                    <a:pt x="7" y="267"/>
                  </a:lnTo>
                  <a:lnTo>
                    <a:pt x="2" y="257"/>
                  </a:lnTo>
                  <a:lnTo>
                    <a:pt x="0" y="214"/>
                  </a:lnTo>
                  <a:lnTo>
                    <a:pt x="0" y="199"/>
                  </a:lnTo>
                  <a:lnTo>
                    <a:pt x="5" y="175"/>
                  </a:lnTo>
                  <a:lnTo>
                    <a:pt x="10" y="159"/>
                  </a:lnTo>
                  <a:lnTo>
                    <a:pt x="10" y="147"/>
                  </a:lnTo>
                  <a:lnTo>
                    <a:pt x="5" y="137"/>
                  </a:lnTo>
                  <a:lnTo>
                    <a:pt x="5" y="127"/>
                  </a:lnTo>
                  <a:lnTo>
                    <a:pt x="10" y="120"/>
                  </a:lnTo>
                  <a:lnTo>
                    <a:pt x="26" y="106"/>
                  </a:lnTo>
                  <a:lnTo>
                    <a:pt x="34" y="84"/>
                  </a:lnTo>
                  <a:lnTo>
                    <a:pt x="26" y="70"/>
                  </a:lnTo>
                  <a:lnTo>
                    <a:pt x="24" y="62"/>
                  </a:lnTo>
                  <a:lnTo>
                    <a:pt x="26" y="60"/>
                  </a:lnTo>
                  <a:lnTo>
                    <a:pt x="26" y="55"/>
                  </a:lnTo>
                  <a:lnTo>
                    <a:pt x="24" y="38"/>
                  </a:lnTo>
                  <a:lnTo>
                    <a:pt x="26" y="19"/>
                  </a:lnTo>
                  <a:lnTo>
                    <a:pt x="22" y="12"/>
                  </a:lnTo>
                  <a:lnTo>
                    <a:pt x="24" y="10"/>
                  </a:lnTo>
                  <a:lnTo>
                    <a:pt x="29" y="10"/>
                  </a:lnTo>
                  <a:lnTo>
                    <a:pt x="31" y="2"/>
                  </a:lnTo>
                  <a:lnTo>
                    <a:pt x="36" y="5"/>
                  </a:lnTo>
                  <a:lnTo>
                    <a:pt x="43" y="2"/>
                  </a:lnTo>
                  <a:lnTo>
                    <a:pt x="46" y="0"/>
                  </a:lnTo>
                  <a:lnTo>
                    <a:pt x="106" y="180"/>
                  </a:lnTo>
                  <a:lnTo>
                    <a:pt x="108" y="183"/>
                  </a:lnTo>
                  <a:lnTo>
                    <a:pt x="106" y="192"/>
                  </a:lnTo>
                  <a:lnTo>
                    <a:pt x="108" y="195"/>
                  </a:lnTo>
                  <a:lnTo>
                    <a:pt x="122" y="207"/>
                  </a:lnTo>
                  <a:lnTo>
                    <a:pt x="125" y="207"/>
                  </a:lnTo>
                  <a:lnTo>
                    <a:pt x="127" y="214"/>
                  </a:lnTo>
                  <a:lnTo>
                    <a:pt x="127" y="216"/>
                  </a:lnTo>
                  <a:lnTo>
                    <a:pt x="137" y="231"/>
                  </a:lnTo>
                  <a:lnTo>
                    <a:pt x="134" y="233"/>
                  </a:lnTo>
                  <a:lnTo>
                    <a:pt x="134" y="243"/>
                  </a:lnTo>
                  <a:lnTo>
                    <a:pt x="134" y="248"/>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1" name="Freeform 56"/>
            <p:cNvSpPr>
              <a:spLocks/>
            </p:cNvSpPr>
            <p:nvPr/>
          </p:nvSpPr>
          <p:spPr bwMode="auto">
            <a:xfrm>
              <a:off x="8741199" y="3555879"/>
              <a:ext cx="149225" cy="241300"/>
            </a:xfrm>
            <a:custGeom>
              <a:avLst/>
              <a:gdLst>
                <a:gd name="T0" fmla="*/ 94 w 94"/>
                <a:gd name="T1" fmla="*/ 140 h 152"/>
                <a:gd name="T2" fmla="*/ 91 w 94"/>
                <a:gd name="T3" fmla="*/ 130 h 152"/>
                <a:gd name="T4" fmla="*/ 87 w 94"/>
                <a:gd name="T5" fmla="*/ 113 h 152"/>
                <a:gd name="T6" fmla="*/ 77 w 94"/>
                <a:gd name="T7" fmla="*/ 104 h 152"/>
                <a:gd name="T8" fmla="*/ 60 w 94"/>
                <a:gd name="T9" fmla="*/ 94 h 152"/>
                <a:gd name="T10" fmla="*/ 55 w 94"/>
                <a:gd name="T11" fmla="*/ 87 h 152"/>
                <a:gd name="T12" fmla="*/ 53 w 94"/>
                <a:gd name="T13" fmla="*/ 80 h 152"/>
                <a:gd name="T14" fmla="*/ 41 w 94"/>
                <a:gd name="T15" fmla="*/ 60 h 152"/>
                <a:gd name="T16" fmla="*/ 36 w 94"/>
                <a:gd name="T17" fmla="*/ 51 h 152"/>
                <a:gd name="T18" fmla="*/ 26 w 94"/>
                <a:gd name="T19" fmla="*/ 41 h 152"/>
                <a:gd name="T20" fmla="*/ 24 w 94"/>
                <a:gd name="T21" fmla="*/ 34 h 152"/>
                <a:gd name="T22" fmla="*/ 22 w 94"/>
                <a:gd name="T23" fmla="*/ 27 h 152"/>
                <a:gd name="T24" fmla="*/ 24 w 94"/>
                <a:gd name="T25" fmla="*/ 27 h 152"/>
                <a:gd name="T26" fmla="*/ 24 w 94"/>
                <a:gd name="T27" fmla="*/ 22 h 152"/>
                <a:gd name="T28" fmla="*/ 29 w 94"/>
                <a:gd name="T29" fmla="*/ 3 h 152"/>
                <a:gd name="T30" fmla="*/ 22 w 94"/>
                <a:gd name="T31" fmla="*/ 0 h 152"/>
                <a:gd name="T32" fmla="*/ 12 w 94"/>
                <a:gd name="T33" fmla="*/ 3 h 152"/>
                <a:gd name="T34" fmla="*/ 5 w 94"/>
                <a:gd name="T35" fmla="*/ 10 h 152"/>
                <a:gd name="T36" fmla="*/ 5 w 94"/>
                <a:gd name="T37" fmla="*/ 17 h 152"/>
                <a:gd name="T38" fmla="*/ 0 w 94"/>
                <a:gd name="T39" fmla="*/ 17 h 152"/>
                <a:gd name="T40" fmla="*/ 0 w 94"/>
                <a:gd name="T41" fmla="*/ 20 h 152"/>
                <a:gd name="T42" fmla="*/ 41 w 94"/>
                <a:gd name="T43" fmla="*/ 152 h 152"/>
                <a:gd name="T44" fmla="*/ 94 w 94"/>
                <a:gd name="T45" fmla="*/ 14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4" h="152">
                  <a:moveTo>
                    <a:pt x="94" y="140"/>
                  </a:moveTo>
                  <a:lnTo>
                    <a:pt x="91" y="130"/>
                  </a:lnTo>
                  <a:lnTo>
                    <a:pt x="87" y="113"/>
                  </a:lnTo>
                  <a:lnTo>
                    <a:pt x="77" y="104"/>
                  </a:lnTo>
                  <a:lnTo>
                    <a:pt x="60" y="94"/>
                  </a:lnTo>
                  <a:lnTo>
                    <a:pt x="55" y="87"/>
                  </a:lnTo>
                  <a:lnTo>
                    <a:pt x="53" y="80"/>
                  </a:lnTo>
                  <a:lnTo>
                    <a:pt x="41" y="60"/>
                  </a:lnTo>
                  <a:lnTo>
                    <a:pt x="36" y="51"/>
                  </a:lnTo>
                  <a:lnTo>
                    <a:pt x="26" y="41"/>
                  </a:lnTo>
                  <a:lnTo>
                    <a:pt x="24" y="34"/>
                  </a:lnTo>
                  <a:lnTo>
                    <a:pt x="22" y="27"/>
                  </a:lnTo>
                  <a:lnTo>
                    <a:pt x="24" y="27"/>
                  </a:lnTo>
                  <a:lnTo>
                    <a:pt x="24" y="22"/>
                  </a:lnTo>
                  <a:lnTo>
                    <a:pt x="29" y="3"/>
                  </a:lnTo>
                  <a:lnTo>
                    <a:pt x="22" y="0"/>
                  </a:lnTo>
                  <a:lnTo>
                    <a:pt x="12" y="3"/>
                  </a:lnTo>
                  <a:lnTo>
                    <a:pt x="5" y="10"/>
                  </a:lnTo>
                  <a:lnTo>
                    <a:pt x="5" y="17"/>
                  </a:lnTo>
                  <a:lnTo>
                    <a:pt x="0" y="17"/>
                  </a:lnTo>
                  <a:lnTo>
                    <a:pt x="0" y="20"/>
                  </a:lnTo>
                  <a:lnTo>
                    <a:pt x="41" y="152"/>
                  </a:lnTo>
                  <a:lnTo>
                    <a:pt x="94" y="140"/>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2" name="Freeform 57"/>
            <p:cNvSpPr>
              <a:spLocks/>
            </p:cNvSpPr>
            <p:nvPr/>
          </p:nvSpPr>
          <p:spPr bwMode="auto">
            <a:xfrm>
              <a:off x="8591974" y="3743204"/>
              <a:ext cx="46038" cy="53975"/>
            </a:xfrm>
            <a:custGeom>
              <a:avLst/>
              <a:gdLst>
                <a:gd name="T0" fmla="*/ 0 w 29"/>
                <a:gd name="T1" fmla="*/ 12 h 34"/>
                <a:gd name="T2" fmla="*/ 15 w 29"/>
                <a:gd name="T3" fmla="*/ 0 h 34"/>
                <a:gd name="T4" fmla="*/ 29 w 29"/>
                <a:gd name="T5" fmla="*/ 22 h 34"/>
                <a:gd name="T6" fmla="*/ 12 w 29"/>
                <a:gd name="T7" fmla="*/ 34 h 34"/>
                <a:gd name="T8" fmla="*/ 0 w 29"/>
                <a:gd name="T9" fmla="*/ 12 h 34"/>
              </a:gdLst>
              <a:ahLst/>
              <a:cxnLst>
                <a:cxn ang="0">
                  <a:pos x="T0" y="T1"/>
                </a:cxn>
                <a:cxn ang="0">
                  <a:pos x="T2" y="T3"/>
                </a:cxn>
                <a:cxn ang="0">
                  <a:pos x="T4" y="T5"/>
                </a:cxn>
                <a:cxn ang="0">
                  <a:pos x="T6" y="T7"/>
                </a:cxn>
                <a:cxn ang="0">
                  <a:pos x="T8" y="T9"/>
                </a:cxn>
              </a:cxnLst>
              <a:rect l="0" t="0" r="r" b="b"/>
              <a:pathLst>
                <a:path w="29" h="34">
                  <a:moveTo>
                    <a:pt x="0" y="12"/>
                  </a:moveTo>
                  <a:lnTo>
                    <a:pt x="15" y="0"/>
                  </a:lnTo>
                  <a:lnTo>
                    <a:pt x="29" y="22"/>
                  </a:lnTo>
                  <a:lnTo>
                    <a:pt x="12" y="34"/>
                  </a:lnTo>
                  <a:lnTo>
                    <a:pt x="0" y="12"/>
                  </a:lnTo>
                  <a:close/>
                </a:path>
              </a:pathLst>
            </a:custGeom>
            <a:solidFill>
              <a:schemeClr val="tx1">
                <a:alpha val="15000"/>
              </a:schemeClr>
            </a:solidFill>
            <a:ln>
              <a:noFill/>
            </a:ln>
            <a:extLst/>
          </p:spPr>
          <p:txBody>
            <a:bodyPr vert="horz" wrap="square" lIns="91440" tIns="45720" rIns="91440" bIns="45720" numCol="1" anchor="t" anchorCtr="0" compatLnSpc="1">
              <a:prstTxWarp prst="textNoShape">
                <a:avLst/>
              </a:prstTxWarp>
            </a:bodyPr>
            <a:lstStyle/>
            <a:p>
              <a:endParaRPr lang="en-US"/>
            </a:p>
          </p:txBody>
        </p:sp>
      </p:grpSp>
      <p:grpSp>
        <p:nvGrpSpPr>
          <p:cNvPr id="56" name="Group 55"/>
          <p:cNvGrpSpPr/>
          <p:nvPr/>
        </p:nvGrpSpPr>
        <p:grpSpPr>
          <a:xfrm>
            <a:off x="5931434" y="3574455"/>
            <a:ext cx="1014770" cy="1424070"/>
            <a:chOff x="5992648" y="1603744"/>
            <a:chExt cx="1014770" cy="1424070"/>
          </a:xfrm>
        </p:grpSpPr>
        <p:sp>
          <p:nvSpPr>
            <p:cNvPr id="57" name="Oval 56"/>
            <p:cNvSpPr/>
            <p:nvPr/>
          </p:nvSpPr>
          <p:spPr>
            <a:xfrm>
              <a:off x="6056774" y="1654386"/>
              <a:ext cx="913022" cy="9130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latin typeface="Open Sans" charset="0"/>
                  <a:ea typeface="Open Sans" charset="0"/>
                  <a:cs typeface="Open Sans" charset="0"/>
                </a:rPr>
                <a:t>30B</a:t>
              </a:r>
            </a:p>
          </p:txBody>
        </p:sp>
        <p:sp>
          <p:nvSpPr>
            <p:cNvPr id="58" name="Arc 57"/>
            <p:cNvSpPr/>
            <p:nvPr/>
          </p:nvSpPr>
          <p:spPr>
            <a:xfrm>
              <a:off x="5992648" y="1603744"/>
              <a:ext cx="1014770" cy="1014768"/>
            </a:xfrm>
            <a:prstGeom prst="arc">
              <a:avLst>
                <a:gd name="adj1" fmla="val 16200000"/>
                <a:gd name="adj2" fmla="val 5361434"/>
              </a:avLst>
            </a:prstGeom>
            <a:ln w="38100" cap="rnd" cmpd="sng">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p>
          </p:txBody>
        </p:sp>
        <p:sp>
          <p:nvSpPr>
            <p:cNvPr id="59" name="TextBox 58"/>
            <p:cNvSpPr txBox="1"/>
            <p:nvPr/>
          </p:nvSpPr>
          <p:spPr>
            <a:xfrm>
              <a:off x="6072610" y="2720037"/>
              <a:ext cx="854849" cy="307777"/>
            </a:xfrm>
            <a:prstGeom prst="rect">
              <a:avLst/>
            </a:prstGeom>
            <a:noFill/>
          </p:spPr>
          <p:txBody>
            <a:bodyPr wrap="none" lIns="0" rIns="0" rtlCol="0">
              <a:spAutoFit/>
            </a:bodyPr>
            <a:lstStyle/>
            <a:p>
              <a:pPr algn="ctr"/>
              <a:r>
                <a:rPr lang="mn-MN" sz="1400" b="1" dirty="0">
                  <a:latin typeface="Open Sans" charset="0"/>
                  <a:ea typeface="Open Sans" charset="0"/>
                  <a:cs typeface="Open Sans" charset="0"/>
                </a:rPr>
                <a:t>Нью-Йорк</a:t>
              </a:r>
            </a:p>
          </p:txBody>
        </p:sp>
      </p:grpSp>
      <p:grpSp>
        <p:nvGrpSpPr>
          <p:cNvPr id="60" name="Group 59"/>
          <p:cNvGrpSpPr/>
          <p:nvPr/>
        </p:nvGrpSpPr>
        <p:grpSpPr>
          <a:xfrm>
            <a:off x="8064746" y="2404461"/>
            <a:ext cx="1014770" cy="1424070"/>
            <a:chOff x="5992648" y="1603744"/>
            <a:chExt cx="1014770" cy="1424070"/>
          </a:xfrm>
        </p:grpSpPr>
        <p:sp>
          <p:nvSpPr>
            <p:cNvPr id="61" name="Oval 60"/>
            <p:cNvSpPr/>
            <p:nvPr/>
          </p:nvSpPr>
          <p:spPr>
            <a:xfrm>
              <a:off x="6056774" y="1654386"/>
              <a:ext cx="913022" cy="9130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latin typeface="Open Sans" charset="0"/>
                  <a:ea typeface="Open Sans" charset="0"/>
                  <a:cs typeface="Open Sans" charset="0"/>
                </a:rPr>
                <a:t>300B</a:t>
              </a:r>
            </a:p>
          </p:txBody>
        </p:sp>
        <p:sp>
          <p:nvSpPr>
            <p:cNvPr id="62" name="Arc 61"/>
            <p:cNvSpPr/>
            <p:nvPr/>
          </p:nvSpPr>
          <p:spPr>
            <a:xfrm>
              <a:off x="5992648" y="1603744"/>
              <a:ext cx="1014770" cy="1014768"/>
            </a:xfrm>
            <a:prstGeom prst="arc">
              <a:avLst>
                <a:gd name="adj1" fmla="val 16200000"/>
                <a:gd name="adj2" fmla="val 14357667"/>
              </a:avLst>
            </a:prstGeom>
            <a:ln w="38100" cap="rnd" cmpd="sng">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p>
          </p:txBody>
        </p:sp>
        <p:sp>
          <p:nvSpPr>
            <p:cNvPr id="63" name="TextBox 62"/>
            <p:cNvSpPr txBox="1"/>
            <p:nvPr/>
          </p:nvSpPr>
          <p:spPr>
            <a:xfrm>
              <a:off x="6072611" y="2720037"/>
              <a:ext cx="854849" cy="307777"/>
            </a:xfrm>
            <a:prstGeom prst="rect">
              <a:avLst/>
            </a:prstGeom>
            <a:noFill/>
          </p:spPr>
          <p:txBody>
            <a:bodyPr wrap="none" lIns="0" rIns="0" rtlCol="0">
              <a:spAutoFit/>
            </a:bodyPr>
            <a:lstStyle/>
            <a:p>
              <a:pPr algn="ctr"/>
              <a:r>
                <a:rPr lang="mn-MN" sz="1400" b="1" dirty="0">
                  <a:latin typeface="Open Sans" charset="0"/>
                  <a:ea typeface="Open Sans" charset="0"/>
                  <a:cs typeface="Open Sans" charset="0"/>
                </a:rPr>
                <a:t>Нью-Йорк</a:t>
              </a:r>
            </a:p>
          </p:txBody>
        </p:sp>
      </p:grpSp>
      <p:grpSp>
        <p:nvGrpSpPr>
          <p:cNvPr id="64" name="Group 63"/>
          <p:cNvGrpSpPr/>
          <p:nvPr/>
        </p:nvGrpSpPr>
        <p:grpSpPr>
          <a:xfrm>
            <a:off x="10556740" y="3379798"/>
            <a:ext cx="1014770" cy="1424070"/>
            <a:chOff x="5992648" y="1603744"/>
            <a:chExt cx="1014770" cy="1424070"/>
          </a:xfrm>
        </p:grpSpPr>
        <p:sp>
          <p:nvSpPr>
            <p:cNvPr id="65" name="Oval 64"/>
            <p:cNvSpPr/>
            <p:nvPr/>
          </p:nvSpPr>
          <p:spPr>
            <a:xfrm>
              <a:off x="6056774" y="1654386"/>
              <a:ext cx="913022" cy="9130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latin typeface="Open Sans" charset="0"/>
                  <a:ea typeface="Open Sans" charset="0"/>
                  <a:cs typeface="Open Sans" charset="0"/>
                </a:rPr>
                <a:t>50B</a:t>
              </a:r>
            </a:p>
          </p:txBody>
        </p:sp>
        <p:sp>
          <p:nvSpPr>
            <p:cNvPr id="66" name="Arc 65"/>
            <p:cNvSpPr/>
            <p:nvPr/>
          </p:nvSpPr>
          <p:spPr>
            <a:xfrm>
              <a:off x="5992648" y="1603744"/>
              <a:ext cx="1014770" cy="1014768"/>
            </a:xfrm>
            <a:prstGeom prst="arc">
              <a:avLst>
                <a:gd name="adj1" fmla="val 16200000"/>
                <a:gd name="adj2" fmla="val 9036583"/>
              </a:avLst>
            </a:prstGeom>
            <a:ln w="38100" cap="rnd" cmpd="sng">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p>
          </p:txBody>
        </p:sp>
        <p:sp>
          <p:nvSpPr>
            <p:cNvPr id="67" name="TextBox 66"/>
            <p:cNvSpPr txBox="1"/>
            <p:nvPr/>
          </p:nvSpPr>
          <p:spPr>
            <a:xfrm>
              <a:off x="6072610" y="2720037"/>
              <a:ext cx="854849" cy="307777"/>
            </a:xfrm>
            <a:prstGeom prst="rect">
              <a:avLst/>
            </a:prstGeom>
            <a:noFill/>
          </p:spPr>
          <p:txBody>
            <a:bodyPr wrap="none" lIns="0" rIns="0" rtlCol="0">
              <a:spAutoFit/>
            </a:bodyPr>
            <a:lstStyle/>
            <a:p>
              <a:pPr algn="ctr"/>
              <a:r>
                <a:rPr lang="mn-MN" sz="1400" b="1" dirty="0">
                  <a:latin typeface="Open Sans" charset="0"/>
                  <a:ea typeface="Open Sans" charset="0"/>
                  <a:cs typeface="Open Sans" charset="0"/>
                </a:rPr>
                <a:t>Нью-Йорк</a:t>
              </a:r>
            </a:p>
          </p:txBody>
        </p:sp>
      </p:grpSp>
      <p:sp>
        <p:nvSpPr>
          <p:cNvPr id="70" name="TextBox 69"/>
          <p:cNvSpPr txBox="1"/>
          <p:nvPr/>
        </p:nvSpPr>
        <p:spPr>
          <a:xfrm>
            <a:off x="1795631" y="4789366"/>
            <a:ext cx="734753" cy="276999"/>
          </a:xfrm>
          <a:prstGeom prst="rect">
            <a:avLst/>
          </a:prstGeom>
          <a:noFill/>
        </p:spPr>
        <p:txBody>
          <a:bodyPr wrap="none" lIns="0" rIns="0" rtlCol="0">
            <a:spAutoFit/>
          </a:bodyPr>
          <a:lstStyle/>
          <a:p>
            <a:r>
              <a:rPr lang="mn-MN" sz="1200" b="1" dirty="0">
                <a:solidFill>
                  <a:schemeClr val="tx1">
                    <a:alpha val="60000"/>
                  </a:schemeClr>
                </a:solidFill>
                <a:latin typeface="Open Sans" charset="0"/>
                <a:ea typeface="Open Sans" charset="0"/>
                <a:cs typeface="Open Sans" charset="0"/>
              </a:rPr>
              <a:t>Нью-Йорк</a:t>
            </a:r>
          </a:p>
        </p:txBody>
      </p:sp>
      <p:sp>
        <p:nvSpPr>
          <p:cNvPr id="71" name="TextBox 70"/>
          <p:cNvSpPr txBox="1"/>
          <p:nvPr/>
        </p:nvSpPr>
        <p:spPr>
          <a:xfrm>
            <a:off x="1596571" y="5172086"/>
            <a:ext cx="2677473" cy="461665"/>
          </a:xfrm>
          <a:prstGeom prst="rect">
            <a:avLst/>
          </a:prstGeom>
          <a:noFill/>
        </p:spPr>
        <p:txBody>
          <a:bodyPr wrap="square" lIns="0" rIns="0" rtlCol="0">
            <a:spAutoFit/>
          </a:bodyPr>
          <a:lstStyle/>
          <a:p>
            <a:pPr>
              <a:lnSpc>
                <a:spcPct val="120000"/>
              </a:lnSpc>
            </a:pPr>
            <a:r>
              <a:rPr lang="mn-MN" sz="1000" dirty="0">
                <a:solidFill>
                  <a:schemeClr val="tx1">
                    <a:alpha val="70000"/>
                  </a:schemeClr>
                </a:solidFill>
              </a:rPr>
              <a:t>Дараагийн алхамд төлөвлөгөөгөө нарийвчилж гаргана.</a:t>
            </a:r>
          </a:p>
        </p:txBody>
      </p:sp>
      <p:sp>
        <p:nvSpPr>
          <p:cNvPr id="72" name="TextBox 71"/>
          <p:cNvSpPr txBox="1"/>
          <p:nvPr/>
        </p:nvSpPr>
        <p:spPr>
          <a:xfrm>
            <a:off x="1588633" y="4381800"/>
            <a:ext cx="904094" cy="461665"/>
          </a:xfrm>
          <a:prstGeom prst="rect">
            <a:avLst/>
          </a:prstGeom>
          <a:noFill/>
        </p:spPr>
        <p:txBody>
          <a:bodyPr wrap="none" lIns="0" rIns="0" rtlCol="0">
            <a:spAutoFit/>
          </a:bodyPr>
          <a:lstStyle/>
          <a:p>
            <a:r>
              <a:rPr lang="en-US" sz="2400" dirty="0">
                <a:latin typeface="Open Sans" charset="0"/>
                <a:ea typeface="Open Sans" charset="0"/>
                <a:cs typeface="Open Sans" charset="0"/>
              </a:rPr>
              <a:t>$500B</a:t>
            </a:r>
          </a:p>
        </p:txBody>
      </p:sp>
      <p:sp>
        <p:nvSpPr>
          <p:cNvPr id="73" name="Oval 72"/>
          <p:cNvSpPr/>
          <p:nvPr/>
        </p:nvSpPr>
        <p:spPr>
          <a:xfrm>
            <a:off x="1603311" y="4856717"/>
            <a:ext cx="130546" cy="1305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3944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8D877B3-D348-4611-9BDB-C5374591D951}" type="slidenum">
              <a:rPr lang="en-US" smtClean="0"/>
              <a:pPr/>
              <a:t>11</a:t>
            </a:fld>
            <a:endParaRPr lang="en-US" dirty="0"/>
          </a:p>
        </p:txBody>
      </p:sp>
      <p:sp>
        <p:nvSpPr>
          <p:cNvPr id="3" name="Picture Placeholder 2"/>
          <p:cNvSpPr>
            <a:spLocks noGrp="1"/>
          </p:cNvSpPr>
          <p:nvPr>
            <p:ph type="pic" sz="quarter" idx="14"/>
          </p:nvPr>
        </p:nvSpPr>
        <p:spPr/>
      </p:sp>
      <p:sp>
        <p:nvSpPr>
          <p:cNvPr id="5" name="Title 3"/>
          <p:cNvSpPr txBox="1">
            <a:spLocks/>
          </p:cNvSpPr>
          <p:nvPr/>
        </p:nvSpPr>
        <p:spPr>
          <a:xfrm>
            <a:off x="1536699" y="3087912"/>
            <a:ext cx="9118602" cy="1783443"/>
          </a:xfrm>
          <a:prstGeom prst="rect">
            <a:avLst/>
          </a:prstGeom>
          <a:effectLst/>
        </p:spPr>
        <p:txBody>
          <a:bodyPr vert="horz" lIns="0" tIns="192024" rIns="0" bIns="0" rtlCol="0" anchor="t" anchorCtr="0">
            <a:noAutofit/>
          </a:bodyPr>
          <a:lstStyle>
            <a:lvl1pPr algn="l" defTabSz="914318" rtl="0" eaLnBrk="1" latinLnBrk="0" hangingPunct="1">
              <a:lnSpc>
                <a:spcPct val="75000"/>
              </a:lnSpc>
              <a:spcBef>
                <a:spcPct val="0"/>
              </a:spcBef>
              <a:buNone/>
              <a:defRPr sz="5400" kern="1200" spc="-151" baseline="0">
                <a:solidFill>
                  <a:schemeClr val="tx1"/>
                </a:solidFill>
                <a:latin typeface="+mj-lt"/>
                <a:ea typeface="+mj-ea"/>
                <a:cs typeface="+mj-cs"/>
              </a:defRPr>
            </a:lvl1pPr>
          </a:lstStyle>
          <a:p>
            <a:pPr algn="ctr"/>
            <a:r>
              <a:rPr lang="mn-MN" spc="300">
                <a:solidFill>
                  <a:schemeClr val="bg1"/>
                </a:solidFill>
              </a:rPr>
              <a:t>ЗАВСАРЛАГА</a:t>
            </a:r>
            <a:endParaRPr lang="en-US" spc="300" dirty="0">
              <a:solidFill>
                <a:schemeClr val="bg1"/>
              </a:solidFill>
            </a:endParaRPr>
          </a:p>
        </p:txBody>
      </p:sp>
      <p:sp>
        <p:nvSpPr>
          <p:cNvPr id="6" name="TextBox 5"/>
          <p:cNvSpPr txBox="1"/>
          <p:nvPr/>
        </p:nvSpPr>
        <p:spPr>
          <a:xfrm>
            <a:off x="1799770" y="5259504"/>
            <a:ext cx="8576130" cy="263918"/>
          </a:xfrm>
          <a:prstGeom prst="rect">
            <a:avLst/>
          </a:prstGeom>
          <a:noFill/>
        </p:spPr>
        <p:txBody>
          <a:bodyPr wrap="square" lIns="0" rIns="0" rtlCol="0">
            <a:spAutoFit/>
          </a:bodyPr>
          <a:lstStyle/>
          <a:p>
            <a:pPr algn="ctr">
              <a:lnSpc>
                <a:spcPct val="120000"/>
              </a:lnSpc>
            </a:pPr>
            <a:r>
              <a:rPr lang="mn-MN" sz="1000" dirty="0">
                <a:solidFill>
                  <a:schemeClr val="bg1">
                    <a:alpha val="70000"/>
                  </a:schemeClr>
                </a:solidFill>
              </a:rPr>
              <a:t>Алсын одыг ажиглах нь сэтгэлийг ариун хөгжим, сайхан зураг мэт сэргээж, бодлыг тунгалаг болгодог.</a:t>
            </a:r>
          </a:p>
        </p:txBody>
      </p:sp>
    </p:spTree>
    <p:extLst>
      <p:ext uri="{BB962C8B-B14F-4D97-AF65-F5344CB8AC3E}">
        <p14:creationId xmlns:p14="http://schemas.microsoft.com/office/powerpoint/2010/main" val="1492898054"/>
      </p:ext>
    </p:extLst>
  </p:cSld>
  <p:clrMapOvr>
    <a:masterClrMapping/>
  </p:clrMapOvr>
</p:sld>
</file>

<file path=ppt/theme/theme1.xml><?xml version="1.0" encoding="utf-8"?>
<a:theme xmlns:a="http://schemas.openxmlformats.org/drawingml/2006/main" name="Ravi Powerpoint Template">
  <a:themeElements>
    <a:clrScheme name="Ravi Colors">
      <a:dk1>
        <a:srgbClr val="000000"/>
      </a:dk1>
      <a:lt1>
        <a:srgbClr val="FFFFFF"/>
      </a:lt1>
      <a:dk2>
        <a:srgbClr val="000000"/>
      </a:dk2>
      <a:lt2>
        <a:srgbClr val="FEFCFF"/>
      </a:lt2>
      <a:accent1>
        <a:srgbClr val="FEDF62"/>
      </a:accent1>
      <a:accent2>
        <a:srgbClr val="FFC900"/>
      </a:accent2>
      <a:accent3>
        <a:srgbClr val="F77803"/>
      </a:accent3>
      <a:accent4>
        <a:srgbClr val="CE004E"/>
      </a:accent4>
      <a:accent5>
        <a:srgbClr val="4F003F"/>
      </a:accent5>
      <a:accent6>
        <a:srgbClr val="809600"/>
      </a:accent6>
      <a:hlink>
        <a:srgbClr val="5352F5"/>
      </a:hlink>
      <a:folHlink>
        <a:srgbClr val="BFBFBF"/>
      </a:folHlink>
    </a:clrScheme>
    <a:fontScheme name="Montserrat_OpenSans">
      <a:majorFont>
        <a:latin typeface="Montserrat-Bold"/>
        <a:ea typeface=""/>
        <a:cs typeface=""/>
      </a:majorFont>
      <a:minorFont>
        <a:latin typeface="Open San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892</TotalTime>
  <Words>703</Words>
  <Application>Microsoft Macintosh PowerPoint</Application>
  <PresentationFormat>Widescreen</PresentationFormat>
  <Paragraphs>80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Montserrat-Bold</vt:lpstr>
      <vt:lpstr>Open Sans</vt:lpstr>
      <vt:lpstr>Ravi Powerpoint Template</vt:lpstr>
      <vt:lpstr>PowerPoint Presentation</vt:lpstr>
      <vt:lpstr>PowerPoint Presentation</vt:lpstr>
      <vt:lpstr>Our Company Value #1</vt:lpstr>
      <vt:lpstr>One columns Picture</vt:lpstr>
      <vt:lpstr>Bulleted List Sample</vt:lpstr>
      <vt:lpstr>PowerPoint Presentation</vt:lpstr>
      <vt:lpstr>Process Services</vt:lpstr>
      <vt:lpstr>Smart Art Slides</vt:lpstr>
      <vt:lpstr>Portfolio Write Title</vt:lpstr>
      <vt:lpstr>USA Chart Slides</vt:lpstr>
      <vt:lpstr>PowerPoint Presentation</vt:lpstr>
    </vt:vector>
  </TitlesOfParts>
  <Manager/>
  <Company>ShapeShift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Ravi — шар минимал</dc:title>
  <dc:subject/>
  <dc:creator>Graphican</dc:creator>
  <cp:keywords/>
  <dc:description/>
  <cp:lastModifiedBy>Graphican</cp:lastModifiedBy>
  <cp:revision>107</cp:revision>
  <cp:lastPrinted>2017-06-12T04:25:23Z</cp:lastPrinted>
  <dcterms:created xsi:type="dcterms:W3CDTF">2017-06-04T03:43:17Z</dcterms:created>
  <dcterms:modified xsi:type="dcterms:W3CDTF">2019-03-28T04:09:29Z</dcterms:modified>
  <cp:category/>
</cp:coreProperties>
</file>